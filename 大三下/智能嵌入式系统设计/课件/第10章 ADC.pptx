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7" r:id="rId2"/>
    <p:sldId id="259" r:id="rId3"/>
    <p:sldId id="300" r:id="rId4"/>
    <p:sldId id="465" r:id="rId5"/>
    <p:sldId id="419" r:id="rId6"/>
    <p:sldId id="466" r:id="rId7"/>
    <p:sldId id="467" r:id="rId8"/>
    <p:sldId id="469" r:id="rId9"/>
    <p:sldId id="471" r:id="rId10"/>
    <p:sldId id="473" r:id="rId11"/>
    <p:sldId id="472" r:id="rId12"/>
    <p:sldId id="470" r:id="rId13"/>
    <p:sldId id="346" r:id="rId14"/>
    <p:sldId id="420" r:id="rId15"/>
    <p:sldId id="475" r:id="rId16"/>
    <p:sldId id="474" r:id="rId17"/>
    <p:sldId id="476" r:id="rId18"/>
    <p:sldId id="477" r:id="rId19"/>
    <p:sldId id="479" r:id="rId20"/>
    <p:sldId id="478" r:id="rId21"/>
    <p:sldId id="480" r:id="rId22"/>
    <p:sldId id="335" r:id="rId23"/>
    <p:sldId id="421" r:id="rId24"/>
    <p:sldId id="481" r:id="rId25"/>
    <p:sldId id="482" r:id="rId26"/>
    <p:sldId id="483" r:id="rId27"/>
    <p:sldId id="484" r:id="rId28"/>
    <p:sldId id="519" r:id="rId29"/>
    <p:sldId id="518" r:id="rId30"/>
    <p:sldId id="520" r:id="rId31"/>
    <p:sldId id="521" r:id="rId32"/>
    <p:sldId id="522" r:id="rId33"/>
    <p:sldId id="523" r:id="rId34"/>
    <p:sldId id="524" r:id="rId35"/>
    <p:sldId id="525" r:id="rId36"/>
    <p:sldId id="526" r:id="rId37"/>
    <p:sldId id="527" r:id="rId38"/>
    <p:sldId id="486" r:id="rId39"/>
    <p:sldId id="528" r:id="rId40"/>
    <p:sldId id="529" r:id="rId41"/>
    <p:sldId id="530" r:id="rId42"/>
    <p:sldId id="531" r:id="rId43"/>
    <p:sldId id="517" r:id="rId44"/>
    <p:sldId id="533" r:id="rId45"/>
    <p:sldId id="535" r:id="rId46"/>
    <p:sldId id="536" r:id="rId47"/>
    <p:sldId id="537" r:id="rId48"/>
    <p:sldId id="538" r:id="rId49"/>
    <p:sldId id="539" r:id="rId50"/>
    <p:sldId id="540" r:id="rId51"/>
    <p:sldId id="487" r:id="rId52"/>
    <p:sldId id="541" r:id="rId53"/>
    <p:sldId id="543" r:id="rId54"/>
    <p:sldId id="542" r:id="rId55"/>
    <p:sldId id="544" r:id="rId56"/>
    <p:sldId id="545" r:id="rId57"/>
    <p:sldId id="546" r:id="rId58"/>
    <p:sldId id="489" r:id="rId59"/>
    <p:sldId id="547" r:id="rId60"/>
    <p:sldId id="549" r:id="rId61"/>
    <p:sldId id="550" r:id="rId62"/>
    <p:sldId id="504" r:id="rId63"/>
    <p:sldId id="505" r:id="rId64"/>
    <p:sldId id="552" r:id="rId65"/>
    <p:sldId id="551" r:id="rId66"/>
    <p:sldId id="553" r:id="rId67"/>
    <p:sldId id="554" r:id="rId68"/>
    <p:sldId id="555" r:id="rId69"/>
    <p:sldId id="556" r:id="rId70"/>
    <p:sldId id="510" r:id="rId71"/>
    <p:sldId id="511" r:id="rId72"/>
    <p:sldId id="513" r:id="rId73"/>
    <p:sldId id="557" r:id="rId74"/>
    <p:sldId id="558" r:id="rId75"/>
    <p:sldId id="559" r:id="rId76"/>
    <p:sldId id="562" r:id="rId77"/>
    <p:sldId id="563" r:id="rId78"/>
    <p:sldId id="561" r:id="rId79"/>
    <p:sldId id="310" r:id="rId8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5DAB"/>
    <a:srgbClr val="33CCCC"/>
    <a:srgbClr val="4AABC6"/>
    <a:srgbClr val="FFFFFF"/>
    <a:srgbClr val="C86866"/>
    <a:srgbClr val="C15653"/>
    <a:srgbClr val="D38583"/>
    <a:srgbClr val="3EA6C2"/>
    <a:srgbClr val="33CCFF"/>
    <a:srgbClr val="44A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56" autoAdjust="0"/>
  </p:normalViewPr>
  <p:slideViewPr>
    <p:cSldViewPr>
      <p:cViewPr varScale="1">
        <p:scale>
          <a:sx n="71" d="100"/>
          <a:sy n="71" d="100"/>
        </p:scale>
        <p:origin x="-102" y="-1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D3BFCD-8F6D-4073-8FA7-AF935D500BE4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6298536B-343E-44EB-8B13-E57991DBFA85}">
      <dgm:prSet custT="1"/>
      <dgm:spPr/>
      <dgm:t>
        <a:bodyPr/>
        <a:lstStyle/>
        <a:p>
          <a:pPr rtl="0"/>
          <a:r>
            <a:rPr lang="zh-CN" altLang="en-US" sz="1800" b="1" dirty="0" smtClean="0"/>
            <a:t>技术参数</a:t>
          </a:r>
          <a:endParaRPr lang="zh-CN" altLang="en-US" sz="1800" b="1" dirty="0"/>
        </a:p>
      </dgm:t>
    </dgm:pt>
    <dgm:pt modelId="{CDF3852F-FB9D-4F72-A8BC-8D08250A41AE}" type="parTrans" cxnId="{738233F6-182E-4712-9EDE-DB96AF45923D}">
      <dgm:prSet/>
      <dgm:spPr/>
      <dgm:t>
        <a:bodyPr/>
        <a:lstStyle/>
        <a:p>
          <a:endParaRPr lang="zh-CN" altLang="en-US" sz="1800" b="1"/>
        </a:p>
      </dgm:t>
    </dgm:pt>
    <dgm:pt modelId="{9CD109EA-7C8B-4275-9699-2B6A3F44761A}" type="sibTrans" cxnId="{738233F6-182E-4712-9EDE-DB96AF45923D}">
      <dgm:prSet/>
      <dgm:spPr/>
      <dgm:t>
        <a:bodyPr/>
        <a:lstStyle/>
        <a:p>
          <a:endParaRPr lang="zh-CN" altLang="en-US" sz="1800" b="1"/>
        </a:p>
      </dgm:t>
    </dgm:pt>
    <dgm:pt modelId="{B3DEF2CD-C3B4-4DC7-9801-D7A159020261}">
      <dgm:prSet custT="1"/>
      <dgm:spPr/>
      <dgm:t>
        <a:bodyPr/>
        <a:lstStyle/>
        <a:p>
          <a:pPr rtl="0"/>
          <a:r>
            <a:rPr lang="zh-CN" altLang="en-US" sz="1800" b="1" dirty="0" smtClean="0"/>
            <a:t>转换精度</a:t>
          </a:r>
          <a:endParaRPr lang="zh-CN" altLang="en-US" sz="1800" b="1" dirty="0"/>
        </a:p>
      </dgm:t>
    </dgm:pt>
    <dgm:pt modelId="{5EDFB1D1-58A6-4997-BAA8-A71608010F07}" type="parTrans" cxnId="{C0E0EC9C-E368-491B-A941-3F70CA00A980}">
      <dgm:prSet/>
      <dgm:spPr/>
      <dgm:t>
        <a:bodyPr/>
        <a:lstStyle/>
        <a:p>
          <a:endParaRPr lang="zh-CN" altLang="en-US" sz="1800" b="1"/>
        </a:p>
      </dgm:t>
    </dgm:pt>
    <dgm:pt modelId="{B5F66538-819A-4572-AB29-03095F883B98}" type="sibTrans" cxnId="{C0E0EC9C-E368-491B-A941-3F70CA00A980}">
      <dgm:prSet/>
      <dgm:spPr/>
      <dgm:t>
        <a:bodyPr/>
        <a:lstStyle/>
        <a:p>
          <a:endParaRPr lang="zh-CN" altLang="en-US" sz="1800" b="1"/>
        </a:p>
      </dgm:t>
    </dgm:pt>
    <dgm:pt modelId="{CB543BE5-BBB0-4F86-820C-16472E602C0E}">
      <dgm:prSet custT="1"/>
      <dgm:spPr/>
      <dgm:t>
        <a:bodyPr/>
        <a:lstStyle/>
        <a:p>
          <a:pPr rtl="0"/>
          <a:r>
            <a:rPr lang="zh-CN" altLang="en-US" sz="1800" b="1" dirty="0" smtClean="0"/>
            <a:t>用分辨率和转换误差</a:t>
          </a:r>
          <a:endParaRPr lang="zh-CN" altLang="en-US" sz="1800" b="1" dirty="0"/>
        </a:p>
      </dgm:t>
    </dgm:pt>
    <dgm:pt modelId="{81BCA7B3-F6FE-4A84-A5CA-D517E468E124}" type="parTrans" cxnId="{BDE01A0D-7283-4AA5-ABE3-617EE4A9D73D}">
      <dgm:prSet/>
      <dgm:spPr/>
      <dgm:t>
        <a:bodyPr/>
        <a:lstStyle/>
        <a:p>
          <a:endParaRPr lang="zh-CN" altLang="en-US" sz="1800" b="1"/>
        </a:p>
      </dgm:t>
    </dgm:pt>
    <dgm:pt modelId="{1B818092-26B0-47AD-91C7-28F2984F3514}" type="sibTrans" cxnId="{BDE01A0D-7283-4AA5-ABE3-617EE4A9D73D}">
      <dgm:prSet/>
      <dgm:spPr/>
      <dgm:t>
        <a:bodyPr/>
        <a:lstStyle/>
        <a:p>
          <a:endParaRPr lang="zh-CN" altLang="en-US" sz="1800" b="1"/>
        </a:p>
      </dgm:t>
    </dgm:pt>
    <dgm:pt modelId="{9C36DFB7-98B5-4BBA-9D4F-0474598D84BD}">
      <dgm:prSet custT="1"/>
      <dgm:spPr/>
      <dgm:t>
        <a:bodyPr/>
        <a:lstStyle/>
        <a:p>
          <a:pPr rtl="0"/>
          <a:r>
            <a:rPr lang="zh-CN" altLang="en-US" sz="1800" b="1" dirty="0" smtClean="0"/>
            <a:t>转换速度</a:t>
          </a:r>
          <a:endParaRPr lang="zh-CN" altLang="en-US" sz="1800" b="1" dirty="0"/>
        </a:p>
      </dgm:t>
    </dgm:pt>
    <dgm:pt modelId="{7ED879C3-2532-43BF-8A20-6E274C625FE6}" type="parTrans" cxnId="{BC3A2F25-D381-4BE1-A77F-C03F9EFE75F4}">
      <dgm:prSet/>
      <dgm:spPr/>
      <dgm:t>
        <a:bodyPr/>
        <a:lstStyle/>
        <a:p>
          <a:endParaRPr lang="zh-CN" altLang="en-US" sz="1800" b="1"/>
        </a:p>
      </dgm:t>
    </dgm:pt>
    <dgm:pt modelId="{77EF9AD2-E85D-4FB8-9983-EE2EE8D14C0A}" type="sibTrans" cxnId="{BC3A2F25-D381-4BE1-A77F-C03F9EFE75F4}">
      <dgm:prSet/>
      <dgm:spPr/>
      <dgm:t>
        <a:bodyPr/>
        <a:lstStyle/>
        <a:p>
          <a:endParaRPr lang="zh-CN" altLang="en-US" sz="1800" b="1"/>
        </a:p>
      </dgm:t>
    </dgm:pt>
    <dgm:pt modelId="{872FDDCB-73A5-4496-92DB-7E5F3270149D}">
      <dgm:prSet custT="1"/>
      <dgm:spPr/>
      <dgm:t>
        <a:bodyPr/>
        <a:lstStyle/>
        <a:p>
          <a:pPr rtl="0"/>
          <a:r>
            <a:rPr lang="zh-CN" altLang="en-US" sz="1800" b="1" dirty="0" smtClean="0"/>
            <a:t>转换时间或转换速率</a:t>
          </a:r>
          <a:endParaRPr lang="zh-CN" altLang="en-US" sz="1800" b="1" dirty="0"/>
        </a:p>
      </dgm:t>
    </dgm:pt>
    <dgm:pt modelId="{F0EA9E12-D713-453E-BABE-2D6EA7170038}" type="parTrans" cxnId="{9FEDDF5A-E07A-4CC6-89DD-6EF53A5E510B}">
      <dgm:prSet/>
      <dgm:spPr/>
      <dgm:t>
        <a:bodyPr/>
        <a:lstStyle/>
        <a:p>
          <a:endParaRPr lang="zh-CN" altLang="en-US" sz="1800" b="1"/>
        </a:p>
      </dgm:t>
    </dgm:pt>
    <dgm:pt modelId="{753824B5-FA8B-4731-B212-CBAE1E49F8CE}" type="sibTrans" cxnId="{9FEDDF5A-E07A-4CC6-89DD-6EF53A5E510B}">
      <dgm:prSet/>
      <dgm:spPr/>
      <dgm:t>
        <a:bodyPr/>
        <a:lstStyle/>
        <a:p>
          <a:endParaRPr lang="zh-CN" altLang="en-US" sz="1800" b="1"/>
        </a:p>
      </dgm:t>
    </dgm:pt>
    <dgm:pt modelId="{2BDD9261-CF80-4C8B-B203-B1AF1F8FD9EB}" type="pres">
      <dgm:prSet presAssocID="{92D3BFCD-8F6D-4073-8FA7-AF935D500BE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C36EC6E0-60DE-4829-A899-91C6FB0D203D}" type="pres">
      <dgm:prSet presAssocID="{6298536B-343E-44EB-8B13-E57991DBFA85}" presName="hierRoot1" presStyleCnt="0">
        <dgm:presLayoutVars>
          <dgm:hierBranch val="init"/>
        </dgm:presLayoutVars>
      </dgm:prSet>
      <dgm:spPr/>
    </dgm:pt>
    <dgm:pt modelId="{23D250AF-16CA-4667-8CFB-A0B8EE1296EE}" type="pres">
      <dgm:prSet presAssocID="{6298536B-343E-44EB-8B13-E57991DBFA85}" presName="rootComposite1" presStyleCnt="0"/>
      <dgm:spPr/>
    </dgm:pt>
    <dgm:pt modelId="{67713050-7E79-4C4F-9C78-E09AB647FC22}" type="pres">
      <dgm:prSet presAssocID="{6298536B-343E-44EB-8B13-E57991DBFA85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0731006-4EC9-4FC8-9D79-7958E5DE51BF}" type="pres">
      <dgm:prSet presAssocID="{6298536B-343E-44EB-8B13-E57991DBFA85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CC6A0ABA-D2D3-40C2-9FC5-535B9F089948}" type="pres">
      <dgm:prSet presAssocID="{6298536B-343E-44EB-8B13-E57991DBFA85}" presName="hierChild2" presStyleCnt="0"/>
      <dgm:spPr/>
    </dgm:pt>
    <dgm:pt modelId="{837DBBDD-B6C4-40E0-AD00-7689213EBD13}" type="pres">
      <dgm:prSet presAssocID="{5EDFB1D1-58A6-4997-BAA8-A71608010F07}" presName="Name64" presStyleLbl="parChTrans1D2" presStyleIdx="0" presStyleCnt="2"/>
      <dgm:spPr/>
      <dgm:t>
        <a:bodyPr/>
        <a:lstStyle/>
        <a:p>
          <a:endParaRPr lang="zh-CN" altLang="en-US"/>
        </a:p>
      </dgm:t>
    </dgm:pt>
    <dgm:pt modelId="{631BF76E-3FF8-4B3C-A88C-3DF7E84C8A59}" type="pres">
      <dgm:prSet presAssocID="{B3DEF2CD-C3B4-4DC7-9801-D7A159020261}" presName="hierRoot2" presStyleCnt="0">
        <dgm:presLayoutVars>
          <dgm:hierBranch val="init"/>
        </dgm:presLayoutVars>
      </dgm:prSet>
      <dgm:spPr/>
    </dgm:pt>
    <dgm:pt modelId="{CE46CBF2-F891-495D-8908-AA5AF699A4DC}" type="pres">
      <dgm:prSet presAssocID="{B3DEF2CD-C3B4-4DC7-9801-D7A159020261}" presName="rootComposite" presStyleCnt="0"/>
      <dgm:spPr/>
    </dgm:pt>
    <dgm:pt modelId="{8788AA9E-4B09-401B-9B9E-9A71C184CEA6}" type="pres">
      <dgm:prSet presAssocID="{B3DEF2CD-C3B4-4DC7-9801-D7A159020261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A302ED2-0C24-43FE-AC25-0E70C154AE94}" type="pres">
      <dgm:prSet presAssocID="{B3DEF2CD-C3B4-4DC7-9801-D7A159020261}" presName="rootConnector" presStyleLbl="node2" presStyleIdx="0" presStyleCnt="2"/>
      <dgm:spPr/>
      <dgm:t>
        <a:bodyPr/>
        <a:lstStyle/>
        <a:p>
          <a:endParaRPr lang="zh-CN" altLang="en-US"/>
        </a:p>
      </dgm:t>
    </dgm:pt>
    <dgm:pt modelId="{E35AAF55-5EF7-4B4D-A7C7-058DE7F77B0F}" type="pres">
      <dgm:prSet presAssocID="{B3DEF2CD-C3B4-4DC7-9801-D7A159020261}" presName="hierChild4" presStyleCnt="0"/>
      <dgm:spPr/>
    </dgm:pt>
    <dgm:pt modelId="{1982B220-1E54-4A30-90AF-EC7D728F531F}" type="pres">
      <dgm:prSet presAssocID="{81BCA7B3-F6FE-4A84-A5CA-D517E468E124}" presName="Name64" presStyleLbl="parChTrans1D3" presStyleIdx="0" presStyleCnt="2"/>
      <dgm:spPr/>
      <dgm:t>
        <a:bodyPr/>
        <a:lstStyle/>
        <a:p>
          <a:endParaRPr lang="zh-CN" altLang="en-US"/>
        </a:p>
      </dgm:t>
    </dgm:pt>
    <dgm:pt modelId="{D5F36547-E17D-4469-8F70-3EF17805217F}" type="pres">
      <dgm:prSet presAssocID="{CB543BE5-BBB0-4F86-820C-16472E602C0E}" presName="hierRoot2" presStyleCnt="0">
        <dgm:presLayoutVars>
          <dgm:hierBranch val="init"/>
        </dgm:presLayoutVars>
      </dgm:prSet>
      <dgm:spPr/>
    </dgm:pt>
    <dgm:pt modelId="{0AA6AA8E-FD59-478C-8C85-BD9FA370CF67}" type="pres">
      <dgm:prSet presAssocID="{CB543BE5-BBB0-4F86-820C-16472E602C0E}" presName="rootComposite" presStyleCnt="0"/>
      <dgm:spPr/>
    </dgm:pt>
    <dgm:pt modelId="{ABED3E66-ADAB-414C-8C73-64946756EA10}" type="pres">
      <dgm:prSet presAssocID="{CB543BE5-BBB0-4F86-820C-16472E602C0E}" presName="rootText" presStyleLbl="node3" presStyleIdx="0" presStyleCnt="2" custScaleX="17859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2DAF7CE-7935-41F9-B1FF-6A502FADFB52}" type="pres">
      <dgm:prSet presAssocID="{CB543BE5-BBB0-4F86-820C-16472E602C0E}" presName="rootConnector" presStyleLbl="node3" presStyleIdx="0" presStyleCnt="2"/>
      <dgm:spPr/>
      <dgm:t>
        <a:bodyPr/>
        <a:lstStyle/>
        <a:p>
          <a:endParaRPr lang="zh-CN" altLang="en-US"/>
        </a:p>
      </dgm:t>
    </dgm:pt>
    <dgm:pt modelId="{62C9B453-BE0F-49AE-B949-387F139BDE52}" type="pres">
      <dgm:prSet presAssocID="{CB543BE5-BBB0-4F86-820C-16472E602C0E}" presName="hierChild4" presStyleCnt="0"/>
      <dgm:spPr/>
    </dgm:pt>
    <dgm:pt modelId="{3EA38487-ED9D-4D47-ADA2-4AA854AC9082}" type="pres">
      <dgm:prSet presAssocID="{CB543BE5-BBB0-4F86-820C-16472E602C0E}" presName="hierChild5" presStyleCnt="0"/>
      <dgm:spPr/>
    </dgm:pt>
    <dgm:pt modelId="{44A88B1C-85C5-4B1C-A4D0-B7B28FEF7CB4}" type="pres">
      <dgm:prSet presAssocID="{B3DEF2CD-C3B4-4DC7-9801-D7A159020261}" presName="hierChild5" presStyleCnt="0"/>
      <dgm:spPr/>
    </dgm:pt>
    <dgm:pt modelId="{4A3F6088-476E-4F7A-B240-8C6B794061ED}" type="pres">
      <dgm:prSet presAssocID="{7ED879C3-2532-43BF-8A20-6E274C625FE6}" presName="Name64" presStyleLbl="parChTrans1D2" presStyleIdx="1" presStyleCnt="2"/>
      <dgm:spPr/>
      <dgm:t>
        <a:bodyPr/>
        <a:lstStyle/>
        <a:p>
          <a:endParaRPr lang="zh-CN" altLang="en-US"/>
        </a:p>
      </dgm:t>
    </dgm:pt>
    <dgm:pt modelId="{D33350F1-F472-4B28-BCA5-F11AF44BAD7A}" type="pres">
      <dgm:prSet presAssocID="{9C36DFB7-98B5-4BBA-9D4F-0474598D84BD}" presName="hierRoot2" presStyleCnt="0">
        <dgm:presLayoutVars>
          <dgm:hierBranch val="init"/>
        </dgm:presLayoutVars>
      </dgm:prSet>
      <dgm:spPr/>
    </dgm:pt>
    <dgm:pt modelId="{2E5ED37E-56E5-4810-B46A-8BE875D4114F}" type="pres">
      <dgm:prSet presAssocID="{9C36DFB7-98B5-4BBA-9D4F-0474598D84BD}" presName="rootComposite" presStyleCnt="0"/>
      <dgm:spPr/>
    </dgm:pt>
    <dgm:pt modelId="{BBE16C3A-6B13-44E8-A852-0C91BB4FEA73}" type="pres">
      <dgm:prSet presAssocID="{9C36DFB7-98B5-4BBA-9D4F-0474598D84BD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D66824E-2A1B-422C-BA9C-A15C9BFCD2CD}" type="pres">
      <dgm:prSet presAssocID="{9C36DFB7-98B5-4BBA-9D4F-0474598D84BD}" presName="rootConnector" presStyleLbl="node2" presStyleIdx="1" presStyleCnt="2"/>
      <dgm:spPr/>
      <dgm:t>
        <a:bodyPr/>
        <a:lstStyle/>
        <a:p>
          <a:endParaRPr lang="zh-CN" altLang="en-US"/>
        </a:p>
      </dgm:t>
    </dgm:pt>
    <dgm:pt modelId="{8D2AF078-9AE9-4C7C-B2A3-2FC54110CB2A}" type="pres">
      <dgm:prSet presAssocID="{9C36DFB7-98B5-4BBA-9D4F-0474598D84BD}" presName="hierChild4" presStyleCnt="0"/>
      <dgm:spPr/>
    </dgm:pt>
    <dgm:pt modelId="{65A8D259-8707-4C95-AD7F-8F8ABCB81B1B}" type="pres">
      <dgm:prSet presAssocID="{F0EA9E12-D713-453E-BABE-2D6EA7170038}" presName="Name64" presStyleLbl="parChTrans1D3" presStyleIdx="1" presStyleCnt="2"/>
      <dgm:spPr/>
      <dgm:t>
        <a:bodyPr/>
        <a:lstStyle/>
        <a:p>
          <a:endParaRPr lang="zh-CN" altLang="en-US"/>
        </a:p>
      </dgm:t>
    </dgm:pt>
    <dgm:pt modelId="{C0CC6357-D619-47D9-A6E1-C527D0727CF6}" type="pres">
      <dgm:prSet presAssocID="{872FDDCB-73A5-4496-92DB-7E5F3270149D}" presName="hierRoot2" presStyleCnt="0">
        <dgm:presLayoutVars>
          <dgm:hierBranch val="init"/>
        </dgm:presLayoutVars>
      </dgm:prSet>
      <dgm:spPr/>
    </dgm:pt>
    <dgm:pt modelId="{743ADF6C-5D22-4703-A0B9-04896309202C}" type="pres">
      <dgm:prSet presAssocID="{872FDDCB-73A5-4496-92DB-7E5F3270149D}" presName="rootComposite" presStyleCnt="0"/>
      <dgm:spPr/>
    </dgm:pt>
    <dgm:pt modelId="{A73F9259-6967-41EF-A59D-FBE80C7D18AF}" type="pres">
      <dgm:prSet presAssocID="{872FDDCB-73A5-4496-92DB-7E5F3270149D}" presName="rootText" presStyleLbl="node3" presStyleIdx="1" presStyleCnt="2" custScaleX="17859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8237B05-5438-49C5-B5AD-10EFAF907052}" type="pres">
      <dgm:prSet presAssocID="{872FDDCB-73A5-4496-92DB-7E5F3270149D}" presName="rootConnector" presStyleLbl="node3" presStyleIdx="1" presStyleCnt="2"/>
      <dgm:spPr/>
      <dgm:t>
        <a:bodyPr/>
        <a:lstStyle/>
        <a:p>
          <a:endParaRPr lang="zh-CN" altLang="en-US"/>
        </a:p>
      </dgm:t>
    </dgm:pt>
    <dgm:pt modelId="{796B059A-E211-4280-BD78-077F61C2D99C}" type="pres">
      <dgm:prSet presAssocID="{872FDDCB-73A5-4496-92DB-7E5F3270149D}" presName="hierChild4" presStyleCnt="0"/>
      <dgm:spPr/>
    </dgm:pt>
    <dgm:pt modelId="{ED9E898A-B9DF-4520-98AE-1D0E2B90C1F9}" type="pres">
      <dgm:prSet presAssocID="{872FDDCB-73A5-4496-92DB-7E5F3270149D}" presName="hierChild5" presStyleCnt="0"/>
      <dgm:spPr/>
    </dgm:pt>
    <dgm:pt modelId="{FE1F7D12-5CE1-4CE1-BE7C-1821AA0C1840}" type="pres">
      <dgm:prSet presAssocID="{9C36DFB7-98B5-4BBA-9D4F-0474598D84BD}" presName="hierChild5" presStyleCnt="0"/>
      <dgm:spPr/>
    </dgm:pt>
    <dgm:pt modelId="{F4AD709B-C26C-434F-9C8D-CDCB58755FA4}" type="pres">
      <dgm:prSet presAssocID="{6298536B-343E-44EB-8B13-E57991DBFA85}" presName="hierChild3" presStyleCnt="0"/>
      <dgm:spPr/>
    </dgm:pt>
  </dgm:ptLst>
  <dgm:cxnLst>
    <dgm:cxn modelId="{899ED6C7-7D61-4304-80EA-E76C2782525F}" type="presOf" srcId="{B3DEF2CD-C3B4-4DC7-9801-D7A159020261}" destId="{8788AA9E-4B09-401B-9B9E-9A71C184CEA6}" srcOrd="0" destOrd="0" presId="urn:microsoft.com/office/officeart/2009/3/layout/HorizontalOrganizationChart"/>
    <dgm:cxn modelId="{BC3A2F25-D381-4BE1-A77F-C03F9EFE75F4}" srcId="{6298536B-343E-44EB-8B13-E57991DBFA85}" destId="{9C36DFB7-98B5-4BBA-9D4F-0474598D84BD}" srcOrd="1" destOrd="0" parTransId="{7ED879C3-2532-43BF-8A20-6E274C625FE6}" sibTransId="{77EF9AD2-E85D-4FB8-9983-EE2EE8D14C0A}"/>
    <dgm:cxn modelId="{92A7FCE6-B0F6-4842-9124-1EB1602E4084}" type="presOf" srcId="{6298536B-343E-44EB-8B13-E57991DBFA85}" destId="{F0731006-4EC9-4FC8-9D79-7958E5DE51BF}" srcOrd="1" destOrd="0" presId="urn:microsoft.com/office/officeart/2009/3/layout/HorizontalOrganizationChart"/>
    <dgm:cxn modelId="{9FEDDF5A-E07A-4CC6-89DD-6EF53A5E510B}" srcId="{9C36DFB7-98B5-4BBA-9D4F-0474598D84BD}" destId="{872FDDCB-73A5-4496-92DB-7E5F3270149D}" srcOrd="0" destOrd="0" parTransId="{F0EA9E12-D713-453E-BABE-2D6EA7170038}" sibTransId="{753824B5-FA8B-4731-B212-CBAE1E49F8CE}"/>
    <dgm:cxn modelId="{29F196C0-9A37-4A3E-8F74-F77D6C147A0B}" type="presOf" srcId="{81BCA7B3-F6FE-4A84-A5CA-D517E468E124}" destId="{1982B220-1E54-4A30-90AF-EC7D728F531F}" srcOrd="0" destOrd="0" presId="urn:microsoft.com/office/officeart/2009/3/layout/HorizontalOrganizationChart"/>
    <dgm:cxn modelId="{1E5A669A-6383-4DC1-909C-6440B7A9DD65}" type="presOf" srcId="{872FDDCB-73A5-4496-92DB-7E5F3270149D}" destId="{28237B05-5438-49C5-B5AD-10EFAF907052}" srcOrd="1" destOrd="0" presId="urn:microsoft.com/office/officeart/2009/3/layout/HorizontalOrganizationChart"/>
    <dgm:cxn modelId="{DCD5FFDD-CCAF-4730-8EBF-3FC22D115BFB}" type="presOf" srcId="{6298536B-343E-44EB-8B13-E57991DBFA85}" destId="{67713050-7E79-4C4F-9C78-E09AB647FC22}" srcOrd="0" destOrd="0" presId="urn:microsoft.com/office/officeart/2009/3/layout/HorizontalOrganizationChart"/>
    <dgm:cxn modelId="{650E1C5D-179A-486E-8D30-76B6C425C01A}" type="presOf" srcId="{872FDDCB-73A5-4496-92DB-7E5F3270149D}" destId="{A73F9259-6967-41EF-A59D-FBE80C7D18AF}" srcOrd="0" destOrd="0" presId="urn:microsoft.com/office/officeart/2009/3/layout/HorizontalOrganizationChart"/>
    <dgm:cxn modelId="{C0E0EC9C-E368-491B-A941-3F70CA00A980}" srcId="{6298536B-343E-44EB-8B13-E57991DBFA85}" destId="{B3DEF2CD-C3B4-4DC7-9801-D7A159020261}" srcOrd="0" destOrd="0" parTransId="{5EDFB1D1-58A6-4997-BAA8-A71608010F07}" sibTransId="{B5F66538-819A-4572-AB29-03095F883B98}"/>
    <dgm:cxn modelId="{E1CDF7AB-5026-4F13-9BD3-21F8425C453A}" type="presOf" srcId="{9C36DFB7-98B5-4BBA-9D4F-0474598D84BD}" destId="{8D66824E-2A1B-422C-BA9C-A15C9BFCD2CD}" srcOrd="1" destOrd="0" presId="urn:microsoft.com/office/officeart/2009/3/layout/HorizontalOrganizationChart"/>
    <dgm:cxn modelId="{21E85ECB-52E6-47A4-AE9E-30581799F4D3}" type="presOf" srcId="{7ED879C3-2532-43BF-8A20-6E274C625FE6}" destId="{4A3F6088-476E-4F7A-B240-8C6B794061ED}" srcOrd="0" destOrd="0" presId="urn:microsoft.com/office/officeart/2009/3/layout/HorizontalOrganizationChart"/>
    <dgm:cxn modelId="{A28C20D0-E600-4FC9-8BC8-02854CBBBEF4}" type="presOf" srcId="{CB543BE5-BBB0-4F86-820C-16472E602C0E}" destId="{52DAF7CE-7935-41F9-B1FF-6A502FADFB52}" srcOrd="1" destOrd="0" presId="urn:microsoft.com/office/officeart/2009/3/layout/HorizontalOrganizationChart"/>
    <dgm:cxn modelId="{D8A999EF-32A4-4E5F-BA42-5F1258DB77C0}" type="presOf" srcId="{B3DEF2CD-C3B4-4DC7-9801-D7A159020261}" destId="{5A302ED2-0C24-43FE-AC25-0E70C154AE94}" srcOrd="1" destOrd="0" presId="urn:microsoft.com/office/officeart/2009/3/layout/HorizontalOrganizationChart"/>
    <dgm:cxn modelId="{C9554F06-B6B9-491F-B5C3-D0E5942B54E8}" type="presOf" srcId="{9C36DFB7-98B5-4BBA-9D4F-0474598D84BD}" destId="{BBE16C3A-6B13-44E8-A852-0C91BB4FEA73}" srcOrd="0" destOrd="0" presId="urn:microsoft.com/office/officeart/2009/3/layout/HorizontalOrganizationChart"/>
    <dgm:cxn modelId="{0042976B-827A-44CC-9FC3-3A1397582650}" type="presOf" srcId="{92D3BFCD-8F6D-4073-8FA7-AF935D500BE4}" destId="{2BDD9261-CF80-4C8B-B203-B1AF1F8FD9EB}" srcOrd="0" destOrd="0" presId="urn:microsoft.com/office/officeart/2009/3/layout/HorizontalOrganizationChart"/>
    <dgm:cxn modelId="{92DE61A7-6DF1-455F-B1D8-3B2D118EBC6F}" type="presOf" srcId="{CB543BE5-BBB0-4F86-820C-16472E602C0E}" destId="{ABED3E66-ADAB-414C-8C73-64946756EA10}" srcOrd="0" destOrd="0" presId="urn:microsoft.com/office/officeart/2009/3/layout/HorizontalOrganizationChart"/>
    <dgm:cxn modelId="{738233F6-182E-4712-9EDE-DB96AF45923D}" srcId="{92D3BFCD-8F6D-4073-8FA7-AF935D500BE4}" destId="{6298536B-343E-44EB-8B13-E57991DBFA85}" srcOrd="0" destOrd="0" parTransId="{CDF3852F-FB9D-4F72-A8BC-8D08250A41AE}" sibTransId="{9CD109EA-7C8B-4275-9699-2B6A3F44761A}"/>
    <dgm:cxn modelId="{BDE01A0D-7283-4AA5-ABE3-617EE4A9D73D}" srcId="{B3DEF2CD-C3B4-4DC7-9801-D7A159020261}" destId="{CB543BE5-BBB0-4F86-820C-16472E602C0E}" srcOrd="0" destOrd="0" parTransId="{81BCA7B3-F6FE-4A84-A5CA-D517E468E124}" sibTransId="{1B818092-26B0-47AD-91C7-28F2984F3514}"/>
    <dgm:cxn modelId="{9401C0BB-1107-4705-8974-09C77B6A980D}" type="presOf" srcId="{5EDFB1D1-58A6-4997-BAA8-A71608010F07}" destId="{837DBBDD-B6C4-40E0-AD00-7689213EBD13}" srcOrd="0" destOrd="0" presId="urn:microsoft.com/office/officeart/2009/3/layout/HorizontalOrganizationChart"/>
    <dgm:cxn modelId="{FF1A25DD-A4E1-44E3-9254-3F2AF0798A92}" type="presOf" srcId="{F0EA9E12-D713-453E-BABE-2D6EA7170038}" destId="{65A8D259-8707-4C95-AD7F-8F8ABCB81B1B}" srcOrd="0" destOrd="0" presId="urn:microsoft.com/office/officeart/2009/3/layout/HorizontalOrganizationChart"/>
    <dgm:cxn modelId="{B4C83D30-EF2A-4C61-B268-291518A165E0}" type="presParOf" srcId="{2BDD9261-CF80-4C8B-B203-B1AF1F8FD9EB}" destId="{C36EC6E0-60DE-4829-A899-91C6FB0D203D}" srcOrd="0" destOrd="0" presId="urn:microsoft.com/office/officeart/2009/3/layout/HorizontalOrganizationChart"/>
    <dgm:cxn modelId="{156AD407-8817-4F99-8EC4-8A836C454E6A}" type="presParOf" srcId="{C36EC6E0-60DE-4829-A899-91C6FB0D203D}" destId="{23D250AF-16CA-4667-8CFB-A0B8EE1296EE}" srcOrd="0" destOrd="0" presId="urn:microsoft.com/office/officeart/2009/3/layout/HorizontalOrganizationChart"/>
    <dgm:cxn modelId="{4E09AA35-FD1D-4668-965A-4888AC592ECF}" type="presParOf" srcId="{23D250AF-16CA-4667-8CFB-A0B8EE1296EE}" destId="{67713050-7E79-4C4F-9C78-E09AB647FC22}" srcOrd="0" destOrd="0" presId="urn:microsoft.com/office/officeart/2009/3/layout/HorizontalOrganizationChart"/>
    <dgm:cxn modelId="{46EA0F38-3E0B-476C-AC23-E8B1A3029D14}" type="presParOf" srcId="{23D250AF-16CA-4667-8CFB-A0B8EE1296EE}" destId="{F0731006-4EC9-4FC8-9D79-7958E5DE51BF}" srcOrd="1" destOrd="0" presId="urn:microsoft.com/office/officeart/2009/3/layout/HorizontalOrganizationChart"/>
    <dgm:cxn modelId="{3C0D0CC2-D1ED-4C7C-8BF8-B70D1607E902}" type="presParOf" srcId="{C36EC6E0-60DE-4829-A899-91C6FB0D203D}" destId="{CC6A0ABA-D2D3-40C2-9FC5-535B9F089948}" srcOrd="1" destOrd="0" presId="urn:microsoft.com/office/officeart/2009/3/layout/HorizontalOrganizationChart"/>
    <dgm:cxn modelId="{623ED5A0-F587-45E9-AE6A-0239915C3FD9}" type="presParOf" srcId="{CC6A0ABA-D2D3-40C2-9FC5-535B9F089948}" destId="{837DBBDD-B6C4-40E0-AD00-7689213EBD13}" srcOrd="0" destOrd="0" presId="urn:microsoft.com/office/officeart/2009/3/layout/HorizontalOrganizationChart"/>
    <dgm:cxn modelId="{92FE6508-6EB2-42BF-B359-6AB2C55DD1FE}" type="presParOf" srcId="{CC6A0ABA-D2D3-40C2-9FC5-535B9F089948}" destId="{631BF76E-3FF8-4B3C-A88C-3DF7E84C8A59}" srcOrd="1" destOrd="0" presId="urn:microsoft.com/office/officeart/2009/3/layout/HorizontalOrganizationChart"/>
    <dgm:cxn modelId="{976F3964-EA9A-45F2-BDC8-53C0FE002F6C}" type="presParOf" srcId="{631BF76E-3FF8-4B3C-A88C-3DF7E84C8A59}" destId="{CE46CBF2-F891-495D-8908-AA5AF699A4DC}" srcOrd="0" destOrd="0" presId="urn:microsoft.com/office/officeart/2009/3/layout/HorizontalOrganizationChart"/>
    <dgm:cxn modelId="{5AE944CC-A1E3-4F9B-A029-326266DA3CF3}" type="presParOf" srcId="{CE46CBF2-F891-495D-8908-AA5AF699A4DC}" destId="{8788AA9E-4B09-401B-9B9E-9A71C184CEA6}" srcOrd="0" destOrd="0" presId="urn:microsoft.com/office/officeart/2009/3/layout/HorizontalOrganizationChart"/>
    <dgm:cxn modelId="{97787D37-71D9-44C9-A38F-51A5523466F9}" type="presParOf" srcId="{CE46CBF2-F891-495D-8908-AA5AF699A4DC}" destId="{5A302ED2-0C24-43FE-AC25-0E70C154AE94}" srcOrd="1" destOrd="0" presId="urn:microsoft.com/office/officeart/2009/3/layout/HorizontalOrganizationChart"/>
    <dgm:cxn modelId="{E88AE077-7318-4F28-AE2B-2FB1849BA96C}" type="presParOf" srcId="{631BF76E-3FF8-4B3C-A88C-3DF7E84C8A59}" destId="{E35AAF55-5EF7-4B4D-A7C7-058DE7F77B0F}" srcOrd="1" destOrd="0" presId="urn:microsoft.com/office/officeart/2009/3/layout/HorizontalOrganizationChart"/>
    <dgm:cxn modelId="{D640A30D-D11B-4AF0-8263-15ACB2FB970A}" type="presParOf" srcId="{E35AAF55-5EF7-4B4D-A7C7-058DE7F77B0F}" destId="{1982B220-1E54-4A30-90AF-EC7D728F531F}" srcOrd="0" destOrd="0" presId="urn:microsoft.com/office/officeart/2009/3/layout/HorizontalOrganizationChart"/>
    <dgm:cxn modelId="{69C16163-5137-44F2-8EAF-31660F159ED9}" type="presParOf" srcId="{E35AAF55-5EF7-4B4D-A7C7-058DE7F77B0F}" destId="{D5F36547-E17D-4469-8F70-3EF17805217F}" srcOrd="1" destOrd="0" presId="urn:microsoft.com/office/officeart/2009/3/layout/HorizontalOrganizationChart"/>
    <dgm:cxn modelId="{32DDE4FA-6A97-4176-8551-9DFF94C1B9F7}" type="presParOf" srcId="{D5F36547-E17D-4469-8F70-3EF17805217F}" destId="{0AA6AA8E-FD59-478C-8C85-BD9FA370CF67}" srcOrd="0" destOrd="0" presId="urn:microsoft.com/office/officeart/2009/3/layout/HorizontalOrganizationChart"/>
    <dgm:cxn modelId="{042E1366-5A57-4CF1-925B-191FF44D577A}" type="presParOf" srcId="{0AA6AA8E-FD59-478C-8C85-BD9FA370CF67}" destId="{ABED3E66-ADAB-414C-8C73-64946756EA10}" srcOrd="0" destOrd="0" presId="urn:microsoft.com/office/officeart/2009/3/layout/HorizontalOrganizationChart"/>
    <dgm:cxn modelId="{C089FB89-8B8C-4BDA-AB55-07C7E61E859C}" type="presParOf" srcId="{0AA6AA8E-FD59-478C-8C85-BD9FA370CF67}" destId="{52DAF7CE-7935-41F9-B1FF-6A502FADFB52}" srcOrd="1" destOrd="0" presId="urn:microsoft.com/office/officeart/2009/3/layout/HorizontalOrganizationChart"/>
    <dgm:cxn modelId="{C14DE0B4-13EC-496D-A68C-24FBF96D6DDD}" type="presParOf" srcId="{D5F36547-E17D-4469-8F70-3EF17805217F}" destId="{62C9B453-BE0F-49AE-B949-387F139BDE52}" srcOrd="1" destOrd="0" presId="urn:microsoft.com/office/officeart/2009/3/layout/HorizontalOrganizationChart"/>
    <dgm:cxn modelId="{2D77EE0B-807B-49A7-AC71-AF6A5F8B7E91}" type="presParOf" srcId="{D5F36547-E17D-4469-8F70-3EF17805217F}" destId="{3EA38487-ED9D-4D47-ADA2-4AA854AC9082}" srcOrd="2" destOrd="0" presId="urn:microsoft.com/office/officeart/2009/3/layout/HorizontalOrganizationChart"/>
    <dgm:cxn modelId="{8924DA94-4723-4BB6-9A01-C7CB43FCDF22}" type="presParOf" srcId="{631BF76E-3FF8-4B3C-A88C-3DF7E84C8A59}" destId="{44A88B1C-85C5-4B1C-A4D0-B7B28FEF7CB4}" srcOrd="2" destOrd="0" presId="urn:microsoft.com/office/officeart/2009/3/layout/HorizontalOrganizationChart"/>
    <dgm:cxn modelId="{3DCC2E45-0AC2-4D47-8261-DD68A8B99504}" type="presParOf" srcId="{CC6A0ABA-D2D3-40C2-9FC5-535B9F089948}" destId="{4A3F6088-476E-4F7A-B240-8C6B794061ED}" srcOrd="2" destOrd="0" presId="urn:microsoft.com/office/officeart/2009/3/layout/HorizontalOrganizationChart"/>
    <dgm:cxn modelId="{70080015-42C3-4ED0-9B7B-1E6E5B207FF6}" type="presParOf" srcId="{CC6A0ABA-D2D3-40C2-9FC5-535B9F089948}" destId="{D33350F1-F472-4B28-BCA5-F11AF44BAD7A}" srcOrd="3" destOrd="0" presId="urn:microsoft.com/office/officeart/2009/3/layout/HorizontalOrganizationChart"/>
    <dgm:cxn modelId="{B0A178FD-2C37-495D-AE00-2FC4864D48D4}" type="presParOf" srcId="{D33350F1-F472-4B28-BCA5-F11AF44BAD7A}" destId="{2E5ED37E-56E5-4810-B46A-8BE875D4114F}" srcOrd="0" destOrd="0" presId="urn:microsoft.com/office/officeart/2009/3/layout/HorizontalOrganizationChart"/>
    <dgm:cxn modelId="{C2915AE1-8AD2-4C70-9991-FD15C01066AB}" type="presParOf" srcId="{2E5ED37E-56E5-4810-B46A-8BE875D4114F}" destId="{BBE16C3A-6B13-44E8-A852-0C91BB4FEA73}" srcOrd="0" destOrd="0" presId="urn:microsoft.com/office/officeart/2009/3/layout/HorizontalOrganizationChart"/>
    <dgm:cxn modelId="{538D44BD-EC57-451E-BD05-EB4EE9E2D8B2}" type="presParOf" srcId="{2E5ED37E-56E5-4810-B46A-8BE875D4114F}" destId="{8D66824E-2A1B-422C-BA9C-A15C9BFCD2CD}" srcOrd="1" destOrd="0" presId="urn:microsoft.com/office/officeart/2009/3/layout/HorizontalOrganizationChart"/>
    <dgm:cxn modelId="{D0C36D33-400B-4890-9218-E5A76F50F70B}" type="presParOf" srcId="{D33350F1-F472-4B28-BCA5-F11AF44BAD7A}" destId="{8D2AF078-9AE9-4C7C-B2A3-2FC54110CB2A}" srcOrd="1" destOrd="0" presId="urn:microsoft.com/office/officeart/2009/3/layout/HorizontalOrganizationChart"/>
    <dgm:cxn modelId="{B5FEDDBB-DA78-4890-A6B9-054152754D13}" type="presParOf" srcId="{8D2AF078-9AE9-4C7C-B2A3-2FC54110CB2A}" destId="{65A8D259-8707-4C95-AD7F-8F8ABCB81B1B}" srcOrd="0" destOrd="0" presId="urn:microsoft.com/office/officeart/2009/3/layout/HorizontalOrganizationChart"/>
    <dgm:cxn modelId="{8DB3752A-BE49-4FE6-97F2-5721A9839FEA}" type="presParOf" srcId="{8D2AF078-9AE9-4C7C-B2A3-2FC54110CB2A}" destId="{C0CC6357-D619-47D9-A6E1-C527D0727CF6}" srcOrd="1" destOrd="0" presId="urn:microsoft.com/office/officeart/2009/3/layout/HorizontalOrganizationChart"/>
    <dgm:cxn modelId="{7130F1E6-1311-49FA-8AD9-0B891F9D88B3}" type="presParOf" srcId="{C0CC6357-D619-47D9-A6E1-C527D0727CF6}" destId="{743ADF6C-5D22-4703-A0B9-04896309202C}" srcOrd="0" destOrd="0" presId="urn:microsoft.com/office/officeart/2009/3/layout/HorizontalOrganizationChart"/>
    <dgm:cxn modelId="{BEDF265E-7CE3-41C6-B2CB-66B260E68855}" type="presParOf" srcId="{743ADF6C-5D22-4703-A0B9-04896309202C}" destId="{A73F9259-6967-41EF-A59D-FBE80C7D18AF}" srcOrd="0" destOrd="0" presId="urn:microsoft.com/office/officeart/2009/3/layout/HorizontalOrganizationChart"/>
    <dgm:cxn modelId="{6AF9368D-E1EF-4E1D-A823-1F3DF8152F9C}" type="presParOf" srcId="{743ADF6C-5D22-4703-A0B9-04896309202C}" destId="{28237B05-5438-49C5-B5AD-10EFAF907052}" srcOrd="1" destOrd="0" presId="urn:microsoft.com/office/officeart/2009/3/layout/HorizontalOrganizationChart"/>
    <dgm:cxn modelId="{0007EB6C-0870-439A-A9A3-88358CFE2C77}" type="presParOf" srcId="{C0CC6357-D619-47D9-A6E1-C527D0727CF6}" destId="{796B059A-E211-4280-BD78-077F61C2D99C}" srcOrd="1" destOrd="0" presId="urn:microsoft.com/office/officeart/2009/3/layout/HorizontalOrganizationChart"/>
    <dgm:cxn modelId="{4FB45099-5B25-4E37-AE38-04D4C5EDF851}" type="presParOf" srcId="{C0CC6357-D619-47D9-A6E1-C527D0727CF6}" destId="{ED9E898A-B9DF-4520-98AE-1D0E2B90C1F9}" srcOrd="2" destOrd="0" presId="urn:microsoft.com/office/officeart/2009/3/layout/HorizontalOrganizationChart"/>
    <dgm:cxn modelId="{C2F40778-3909-430B-BC31-D28A1F7E867C}" type="presParOf" srcId="{D33350F1-F472-4B28-BCA5-F11AF44BAD7A}" destId="{FE1F7D12-5CE1-4CE1-BE7C-1821AA0C1840}" srcOrd="2" destOrd="0" presId="urn:microsoft.com/office/officeart/2009/3/layout/HorizontalOrganizationChart"/>
    <dgm:cxn modelId="{15E5A0B8-5700-48A8-86B5-79EF99B2645E}" type="presParOf" srcId="{C36EC6E0-60DE-4829-A899-91C6FB0D203D}" destId="{F4AD709B-C26C-434F-9C8D-CDCB58755FA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6CB8F4-A34A-455C-9628-EFCDAD5BBD92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319875DC-047A-4286-BFCA-61AC250671A7}">
      <dgm:prSet phldrT="[文本]"/>
      <dgm:spPr/>
      <dgm:t>
        <a:bodyPr/>
        <a:lstStyle/>
        <a:p>
          <a:r>
            <a:rPr lang="en-US" b="1" dirty="0" smtClean="0"/>
            <a:t>ADC</a:t>
          </a:r>
          <a:endParaRPr lang="zh-CN" altLang="en-US" b="1" dirty="0"/>
        </a:p>
      </dgm:t>
    </dgm:pt>
    <dgm:pt modelId="{CD74EA17-634F-4A66-87A9-6DD6FDD99D72}" type="parTrans" cxnId="{70CEEFC8-53CE-4A07-A7FF-5C433A187A72}">
      <dgm:prSet/>
      <dgm:spPr/>
      <dgm:t>
        <a:bodyPr/>
        <a:lstStyle/>
        <a:p>
          <a:endParaRPr lang="zh-CN" altLang="en-US" b="1"/>
        </a:p>
      </dgm:t>
    </dgm:pt>
    <dgm:pt modelId="{8FC20FA3-FBB6-4300-9944-61A6FDD10596}" type="sibTrans" cxnId="{70CEEFC8-53CE-4A07-A7FF-5C433A187A72}">
      <dgm:prSet/>
      <dgm:spPr/>
      <dgm:t>
        <a:bodyPr/>
        <a:lstStyle/>
        <a:p>
          <a:endParaRPr lang="zh-CN" altLang="en-US" b="1"/>
        </a:p>
      </dgm:t>
    </dgm:pt>
    <dgm:pt modelId="{AEB5F855-9C5D-4741-B87A-DCD4693D3460}">
      <dgm:prSet phldrT="[文本]"/>
      <dgm:spPr/>
      <dgm:t>
        <a:bodyPr/>
        <a:lstStyle/>
        <a:p>
          <a:r>
            <a:rPr lang="en-US" b="1" dirty="0" smtClean="0"/>
            <a:t>ADC</a:t>
          </a:r>
          <a:r>
            <a:rPr lang="zh-CN" b="1" dirty="0" smtClean="0"/>
            <a:t>引脚</a:t>
          </a:r>
          <a:endParaRPr lang="zh-CN" altLang="en-US" b="1" dirty="0"/>
        </a:p>
      </dgm:t>
    </dgm:pt>
    <dgm:pt modelId="{912D30BF-EF73-46FD-95D1-763CDAEBF869}" type="parTrans" cxnId="{1E747C99-8742-4161-80D2-3BF4E6162D43}">
      <dgm:prSet/>
      <dgm:spPr/>
      <dgm:t>
        <a:bodyPr/>
        <a:lstStyle/>
        <a:p>
          <a:endParaRPr lang="zh-CN" altLang="en-US" b="1"/>
        </a:p>
      </dgm:t>
    </dgm:pt>
    <dgm:pt modelId="{787A4576-8593-4825-9936-50A79AAF8245}" type="sibTrans" cxnId="{1E747C99-8742-4161-80D2-3BF4E6162D43}">
      <dgm:prSet/>
      <dgm:spPr/>
      <dgm:t>
        <a:bodyPr/>
        <a:lstStyle/>
        <a:p>
          <a:endParaRPr lang="zh-CN" altLang="en-US" b="1"/>
        </a:p>
      </dgm:t>
    </dgm:pt>
    <dgm:pt modelId="{27B4E6A9-3C4F-44C8-9C50-1DF7FC7F0670}">
      <dgm:prSet phldrT="[文本]"/>
      <dgm:spPr/>
      <dgm:t>
        <a:bodyPr/>
        <a:lstStyle/>
        <a:p>
          <a:r>
            <a:rPr lang="zh-CN" b="1" dirty="0" smtClean="0"/>
            <a:t>模拟多路开关</a:t>
          </a:r>
          <a:endParaRPr lang="zh-CN" altLang="en-US" b="1" dirty="0"/>
        </a:p>
      </dgm:t>
    </dgm:pt>
    <dgm:pt modelId="{049EC2F1-9AF9-4458-B63C-A1E9D5A942DD}" type="parTrans" cxnId="{387773CD-7310-4E2F-B18E-5A1B5E5246D3}">
      <dgm:prSet/>
      <dgm:spPr/>
      <dgm:t>
        <a:bodyPr/>
        <a:lstStyle/>
        <a:p>
          <a:endParaRPr lang="zh-CN" altLang="en-US" b="1"/>
        </a:p>
      </dgm:t>
    </dgm:pt>
    <dgm:pt modelId="{6454F5F0-EA6E-4132-977F-90ACA5DAF0D7}" type="sibTrans" cxnId="{387773CD-7310-4E2F-B18E-5A1B5E5246D3}">
      <dgm:prSet/>
      <dgm:spPr/>
      <dgm:t>
        <a:bodyPr/>
        <a:lstStyle/>
        <a:p>
          <a:endParaRPr lang="zh-CN" altLang="en-US" b="1"/>
        </a:p>
      </dgm:t>
    </dgm:pt>
    <dgm:pt modelId="{165076B3-0EAE-4D79-965F-48C72408E9D4}">
      <dgm:prSet phldrT="[文本]"/>
      <dgm:spPr/>
      <dgm:t>
        <a:bodyPr/>
        <a:lstStyle/>
        <a:p>
          <a:r>
            <a:rPr lang="en-US" b="1" dirty="0" smtClean="0"/>
            <a:t>ADC</a:t>
          </a:r>
          <a:r>
            <a:rPr lang="zh-CN" b="1" dirty="0" smtClean="0"/>
            <a:t>时钟</a:t>
          </a:r>
          <a:endParaRPr lang="zh-CN" altLang="en-US" b="1" dirty="0"/>
        </a:p>
      </dgm:t>
    </dgm:pt>
    <dgm:pt modelId="{C736265C-AF64-4ED3-B11D-591470FD0CF6}" type="parTrans" cxnId="{BC346C14-31B7-4B46-B5A8-A708E06CD8E1}">
      <dgm:prSet/>
      <dgm:spPr/>
      <dgm:t>
        <a:bodyPr/>
        <a:lstStyle/>
        <a:p>
          <a:endParaRPr lang="zh-CN" altLang="en-US" b="1"/>
        </a:p>
      </dgm:t>
    </dgm:pt>
    <dgm:pt modelId="{FEB1AD39-53D7-4B27-A57C-308322D3EDD8}" type="sibTrans" cxnId="{BC346C14-31B7-4B46-B5A8-A708E06CD8E1}">
      <dgm:prSet/>
      <dgm:spPr/>
      <dgm:t>
        <a:bodyPr/>
        <a:lstStyle/>
        <a:p>
          <a:endParaRPr lang="zh-CN" altLang="en-US" b="1"/>
        </a:p>
      </dgm:t>
    </dgm:pt>
    <dgm:pt modelId="{E64C7EAA-3D54-4260-8808-F3C3834958D6}">
      <dgm:prSet phldrT="[文本]"/>
      <dgm:spPr/>
      <dgm:t>
        <a:bodyPr/>
        <a:lstStyle/>
        <a:p>
          <a:r>
            <a:rPr lang="zh-CN" b="1" dirty="0" smtClean="0"/>
            <a:t>注入或规则通道</a:t>
          </a:r>
          <a:endParaRPr lang="zh-CN" altLang="en-US" b="1" dirty="0"/>
        </a:p>
      </dgm:t>
    </dgm:pt>
    <dgm:pt modelId="{EC5AC802-6D7E-4091-9617-CAB7C4B5BD06}" type="parTrans" cxnId="{B11EBF5C-B0DC-4663-903A-C4D35A4AF91C}">
      <dgm:prSet/>
      <dgm:spPr/>
      <dgm:t>
        <a:bodyPr/>
        <a:lstStyle/>
        <a:p>
          <a:endParaRPr lang="zh-CN" altLang="en-US" b="1"/>
        </a:p>
      </dgm:t>
    </dgm:pt>
    <dgm:pt modelId="{55CBF4A9-7420-4A87-8C21-E280EEB10AAC}" type="sibTrans" cxnId="{B11EBF5C-B0DC-4663-903A-C4D35A4AF91C}">
      <dgm:prSet/>
      <dgm:spPr/>
      <dgm:t>
        <a:bodyPr/>
        <a:lstStyle/>
        <a:p>
          <a:endParaRPr lang="zh-CN" altLang="en-US" b="1"/>
        </a:p>
      </dgm:t>
    </dgm:pt>
    <dgm:pt modelId="{D99CF021-1832-4E1E-9A0C-5F0E0010E11E}">
      <dgm:prSet phldrT="[文本]"/>
      <dgm:spPr/>
      <dgm:t>
        <a:bodyPr/>
        <a:lstStyle/>
        <a:p>
          <a:r>
            <a:rPr lang="zh-CN" b="1" dirty="0" smtClean="0"/>
            <a:t>中断</a:t>
          </a:r>
          <a:endParaRPr lang="zh-CN" altLang="en-US" b="1" dirty="0"/>
        </a:p>
      </dgm:t>
    </dgm:pt>
    <dgm:pt modelId="{382D2987-C6D9-4947-AB32-83186BC93C45}" type="parTrans" cxnId="{BCEF91EB-AEC4-45BE-A7AF-B0E403024A46}">
      <dgm:prSet/>
      <dgm:spPr/>
      <dgm:t>
        <a:bodyPr/>
        <a:lstStyle/>
        <a:p>
          <a:endParaRPr lang="zh-CN" altLang="en-US" b="1"/>
        </a:p>
      </dgm:t>
    </dgm:pt>
    <dgm:pt modelId="{C60DD8B6-CC23-46F4-BB74-66D5FB1A936A}" type="sibTrans" cxnId="{BCEF91EB-AEC4-45BE-A7AF-B0E403024A46}">
      <dgm:prSet/>
      <dgm:spPr/>
      <dgm:t>
        <a:bodyPr/>
        <a:lstStyle/>
        <a:p>
          <a:endParaRPr lang="zh-CN" altLang="en-US" b="1"/>
        </a:p>
      </dgm:t>
    </dgm:pt>
    <dgm:pt modelId="{D161C04C-FD61-4009-B65D-62E595E91BDB}" type="pres">
      <dgm:prSet presAssocID="{4F6CB8F4-A34A-455C-9628-EFCDAD5BBD9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2C41E6CD-6FC2-4E43-9621-3E522E57BD36}" type="pres">
      <dgm:prSet presAssocID="{319875DC-047A-4286-BFCA-61AC250671A7}" presName="hierRoot1" presStyleCnt="0">
        <dgm:presLayoutVars>
          <dgm:hierBranch val="init"/>
        </dgm:presLayoutVars>
      </dgm:prSet>
      <dgm:spPr/>
    </dgm:pt>
    <dgm:pt modelId="{349A2E48-687D-4315-9BA6-14E08C896CF3}" type="pres">
      <dgm:prSet presAssocID="{319875DC-047A-4286-BFCA-61AC250671A7}" presName="rootComposite1" presStyleCnt="0"/>
      <dgm:spPr/>
    </dgm:pt>
    <dgm:pt modelId="{D79AAD1D-F6A1-43FB-864C-8593D30821DB}" type="pres">
      <dgm:prSet presAssocID="{319875DC-047A-4286-BFCA-61AC250671A7}" presName="rootText1" presStyleLbl="node0" presStyleIdx="0" presStyleCnt="1" custScaleX="5475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DE0BD9B-9305-4DEB-8765-0510493BA96E}" type="pres">
      <dgm:prSet presAssocID="{319875DC-047A-4286-BFCA-61AC250671A7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9FD0CEFD-B78A-4E78-BF04-136CEDD33EC6}" type="pres">
      <dgm:prSet presAssocID="{319875DC-047A-4286-BFCA-61AC250671A7}" presName="hierChild2" presStyleCnt="0"/>
      <dgm:spPr/>
    </dgm:pt>
    <dgm:pt modelId="{BC9D97F9-F674-40EC-ADEE-791CC6485FDC}" type="pres">
      <dgm:prSet presAssocID="{912D30BF-EF73-46FD-95D1-763CDAEBF869}" presName="Name64" presStyleLbl="parChTrans1D2" presStyleIdx="0" presStyleCnt="5"/>
      <dgm:spPr/>
      <dgm:t>
        <a:bodyPr/>
        <a:lstStyle/>
        <a:p>
          <a:endParaRPr lang="zh-CN" altLang="en-US"/>
        </a:p>
      </dgm:t>
    </dgm:pt>
    <dgm:pt modelId="{79F710CD-25F4-483C-AE64-C1F36668B574}" type="pres">
      <dgm:prSet presAssocID="{AEB5F855-9C5D-4741-B87A-DCD4693D3460}" presName="hierRoot2" presStyleCnt="0">
        <dgm:presLayoutVars>
          <dgm:hierBranch val="init"/>
        </dgm:presLayoutVars>
      </dgm:prSet>
      <dgm:spPr/>
    </dgm:pt>
    <dgm:pt modelId="{2FFAAFA1-EC5B-4001-B184-E00796ADFC6F}" type="pres">
      <dgm:prSet presAssocID="{AEB5F855-9C5D-4741-B87A-DCD4693D3460}" presName="rootComposite" presStyleCnt="0"/>
      <dgm:spPr/>
    </dgm:pt>
    <dgm:pt modelId="{A9C1AF2A-EB7B-4238-9487-E2393A55C073}" type="pres">
      <dgm:prSet presAssocID="{AEB5F855-9C5D-4741-B87A-DCD4693D3460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E8CA3E0-9BA8-4A06-820F-19866A18282A}" type="pres">
      <dgm:prSet presAssocID="{AEB5F855-9C5D-4741-B87A-DCD4693D3460}" presName="rootConnector" presStyleLbl="node2" presStyleIdx="0" presStyleCnt="5"/>
      <dgm:spPr/>
      <dgm:t>
        <a:bodyPr/>
        <a:lstStyle/>
        <a:p>
          <a:endParaRPr lang="zh-CN" altLang="en-US"/>
        </a:p>
      </dgm:t>
    </dgm:pt>
    <dgm:pt modelId="{FA27F122-A002-4B9D-878B-FFD7A35ED191}" type="pres">
      <dgm:prSet presAssocID="{AEB5F855-9C5D-4741-B87A-DCD4693D3460}" presName="hierChild4" presStyleCnt="0"/>
      <dgm:spPr/>
    </dgm:pt>
    <dgm:pt modelId="{58514E3B-3CA9-41D5-8331-E72A8509ABE2}" type="pres">
      <dgm:prSet presAssocID="{AEB5F855-9C5D-4741-B87A-DCD4693D3460}" presName="hierChild5" presStyleCnt="0"/>
      <dgm:spPr/>
    </dgm:pt>
    <dgm:pt modelId="{485B08C7-B52C-4285-9928-EA3E30DC9876}" type="pres">
      <dgm:prSet presAssocID="{049EC2F1-9AF9-4458-B63C-A1E9D5A942DD}" presName="Name64" presStyleLbl="parChTrans1D2" presStyleIdx="1" presStyleCnt="5"/>
      <dgm:spPr/>
      <dgm:t>
        <a:bodyPr/>
        <a:lstStyle/>
        <a:p>
          <a:endParaRPr lang="zh-CN" altLang="en-US"/>
        </a:p>
      </dgm:t>
    </dgm:pt>
    <dgm:pt modelId="{D323EEA4-B2E7-4AE0-BD00-37A0376CF20A}" type="pres">
      <dgm:prSet presAssocID="{27B4E6A9-3C4F-44C8-9C50-1DF7FC7F0670}" presName="hierRoot2" presStyleCnt="0">
        <dgm:presLayoutVars>
          <dgm:hierBranch val="init"/>
        </dgm:presLayoutVars>
      </dgm:prSet>
      <dgm:spPr/>
    </dgm:pt>
    <dgm:pt modelId="{F9866DA4-3ECF-4CC5-8305-18D7B2BDE821}" type="pres">
      <dgm:prSet presAssocID="{27B4E6A9-3C4F-44C8-9C50-1DF7FC7F0670}" presName="rootComposite" presStyleCnt="0"/>
      <dgm:spPr/>
    </dgm:pt>
    <dgm:pt modelId="{3828E70D-76DC-442F-A85F-45A1BA24C57D}" type="pres">
      <dgm:prSet presAssocID="{27B4E6A9-3C4F-44C8-9C50-1DF7FC7F0670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F32D656-B033-4225-B2E1-E995BEBC6D0F}" type="pres">
      <dgm:prSet presAssocID="{27B4E6A9-3C4F-44C8-9C50-1DF7FC7F0670}" presName="rootConnector" presStyleLbl="node2" presStyleIdx="1" presStyleCnt="5"/>
      <dgm:spPr/>
      <dgm:t>
        <a:bodyPr/>
        <a:lstStyle/>
        <a:p>
          <a:endParaRPr lang="zh-CN" altLang="en-US"/>
        </a:p>
      </dgm:t>
    </dgm:pt>
    <dgm:pt modelId="{72407D69-7223-45FD-820E-03300AAF477A}" type="pres">
      <dgm:prSet presAssocID="{27B4E6A9-3C4F-44C8-9C50-1DF7FC7F0670}" presName="hierChild4" presStyleCnt="0"/>
      <dgm:spPr/>
    </dgm:pt>
    <dgm:pt modelId="{B92BB868-8B69-4D1E-8B69-89C461FE9F26}" type="pres">
      <dgm:prSet presAssocID="{27B4E6A9-3C4F-44C8-9C50-1DF7FC7F0670}" presName="hierChild5" presStyleCnt="0"/>
      <dgm:spPr/>
    </dgm:pt>
    <dgm:pt modelId="{44177B36-90BE-4D14-AE4E-C02EE47626D4}" type="pres">
      <dgm:prSet presAssocID="{C736265C-AF64-4ED3-B11D-591470FD0CF6}" presName="Name64" presStyleLbl="parChTrans1D2" presStyleIdx="2" presStyleCnt="5"/>
      <dgm:spPr/>
      <dgm:t>
        <a:bodyPr/>
        <a:lstStyle/>
        <a:p>
          <a:endParaRPr lang="zh-CN" altLang="en-US"/>
        </a:p>
      </dgm:t>
    </dgm:pt>
    <dgm:pt modelId="{9A8B9689-527C-4465-834C-94B34D382933}" type="pres">
      <dgm:prSet presAssocID="{165076B3-0EAE-4D79-965F-48C72408E9D4}" presName="hierRoot2" presStyleCnt="0">
        <dgm:presLayoutVars>
          <dgm:hierBranch val="init"/>
        </dgm:presLayoutVars>
      </dgm:prSet>
      <dgm:spPr/>
    </dgm:pt>
    <dgm:pt modelId="{794BDED2-023B-47CA-8722-3752C598E682}" type="pres">
      <dgm:prSet presAssocID="{165076B3-0EAE-4D79-965F-48C72408E9D4}" presName="rootComposite" presStyleCnt="0"/>
      <dgm:spPr/>
    </dgm:pt>
    <dgm:pt modelId="{6F830F4B-5C73-40AF-84E5-1D683420FD60}" type="pres">
      <dgm:prSet presAssocID="{165076B3-0EAE-4D79-965F-48C72408E9D4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1AAC719-CAAF-488C-A7DD-CF8C839CE653}" type="pres">
      <dgm:prSet presAssocID="{165076B3-0EAE-4D79-965F-48C72408E9D4}" presName="rootConnector" presStyleLbl="node2" presStyleIdx="2" presStyleCnt="5"/>
      <dgm:spPr/>
      <dgm:t>
        <a:bodyPr/>
        <a:lstStyle/>
        <a:p>
          <a:endParaRPr lang="zh-CN" altLang="en-US"/>
        </a:p>
      </dgm:t>
    </dgm:pt>
    <dgm:pt modelId="{DD748759-25D5-4123-8E1B-41182F45EF67}" type="pres">
      <dgm:prSet presAssocID="{165076B3-0EAE-4D79-965F-48C72408E9D4}" presName="hierChild4" presStyleCnt="0"/>
      <dgm:spPr/>
    </dgm:pt>
    <dgm:pt modelId="{E9A91979-0586-4FEB-B1BA-BA994DB81546}" type="pres">
      <dgm:prSet presAssocID="{165076B3-0EAE-4D79-965F-48C72408E9D4}" presName="hierChild5" presStyleCnt="0"/>
      <dgm:spPr/>
    </dgm:pt>
    <dgm:pt modelId="{701CF707-4566-44FE-B59F-7982A5233C1D}" type="pres">
      <dgm:prSet presAssocID="{EC5AC802-6D7E-4091-9617-CAB7C4B5BD06}" presName="Name64" presStyleLbl="parChTrans1D2" presStyleIdx="3" presStyleCnt="5"/>
      <dgm:spPr/>
      <dgm:t>
        <a:bodyPr/>
        <a:lstStyle/>
        <a:p>
          <a:endParaRPr lang="zh-CN" altLang="en-US"/>
        </a:p>
      </dgm:t>
    </dgm:pt>
    <dgm:pt modelId="{2BEFC11D-1190-4FC2-93F3-A57CFD0AF68F}" type="pres">
      <dgm:prSet presAssocID="{E64C7EAA-3D54-4260-8808-F3C3834958D6}" presName="hierRoot2" presStyleCnt="0">
        <dgm:presLayoutVars>
          <dgm:hierBranch val="init"/>
        </dgm:presLayoutVars>
      </dgm:prSet>
      <dgm:spPr/>
    </dgm:pt>
    <dgm:pt modelId="{B80B96F1-A01F-4146-A701-A98E6D7034F6}" type="pres">
      <dgm:prSet presAssocID="{E64C7EAA-3D54-4260-8808-F3C3834958D6}" presName="rootComposite" presStyleCnt="0"/>
      <dgm:spPr/>
    </dgm:pt>
    <dgm:pt modelId="{E56C9951-75AB-477C-BA3C-F24AE5B757BD}" type="pres">
      <dgm:prSet presAssocID="{E64C7EAA-3D54-4260-8808-F3C3834958D6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E9B2016-EC64-488C-B3F7-0441508F6D28}" type="pres">
      <dgm:prSet presAssocID="{E64C7EAA-3D54-4260-8808-F3C3834958D6}" presName="rootConnector" presStyleLbl="node2" presStyleIdx="3" presStyleCnt="5"/>
      <dgm:spPr/>
      <dgm:t>
        <a:bodyPr/>
        <a:lstStyle/>
        <a:p>
          <a:endParaRPr lang="zh-CN" altLang="en-US"/>
        </a:p>
      </dgm:t>
    </dgm:pt>
    <dgm:pt modelId="{B5344954-6AE9-405D-9860-9CBCBDF42A3F}" type="pres">
      <dgm:prSet presAssocID="{E64C7EAA-3D54-4260-8808-F3C3834958D6}" presName="hierChild4" presStyleCnt="0"/>
      <dgm:spPr/>
    </dgm:pt>
    <dgm:pt modelId="{EEE5BAE5-608F-4082-89AC-0AC11580082C}" type="pres">
      <dgm:prSet presAssocID="{E64C7EAA-3D54-4260-8808-F3C3834958D6}" presName="hierChild5" presStyleCnt="0"/>
      <dgm:spPr/>
    </dgm:pt>
    <dgm:pt modelId="{EF2935C5-2B66-47F9-8C55-663EC5A51F89}" type="pres">
      <dgm:prSet presAssocID="{382D2987-C6D9-4947-AB32-83186BC93C45}" presName="Name64" presStyleLbl="parChTrans1D2" presStyleIdx="4" presStyleCnt="5"/>
      <dgm:spPr/>
      <dgm:t>
        <a:bodyPr/>
        <a:lstStyle/>
        <a:p>
          <a:endParaRPr lang="zh-CN" altLang="en-US"/>
        </a:p>
      </dgm:t>
    </dgm:pt>
    <dgm:pt modelId="{2FF3EF7C-8D59-4EDA-B8E0-2DBFBDD89098}" type="pres">
      <dgm:prSet presAssocID="{D99CF021-1832-4E1E-9A0C-5F0E0010E11E}" presName="hierRoot2" presStyleCnt="0">
        <dgm:presLayoutVars>
          <dgm:hierBranch val="init"/>
        </dgm:presLayoutVars>
      </dgm:prSet>
      <dgm:spPr/>
    </dgm:pt>
    <dgm:pt modelId="{5DC1357A-78F7-4768-97D7-D7A6EC524999}" type="pres">
      <dgm:prSet presAssocID="{D99CF021-1832-4E1E-9A0C-5F0E0010E11E}" presName="rootComposite" presStyleCnt="0"/>
      <dgm:spPr/>
    </dgm:pt>
    <dgm:pt modelId="{D9ECBB87-A93D-43A6-B9AB-7AEC34E03F4B}" type="pres">
      <dgm:prSet presAssocID="{D99CF021-1832-4E1E-9A0C-5F0E0010E11E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A780828-7DBC-4AFF-AC69-D990D082C390}" type="pres">
      <dgm:prSet presAssocID="{D99CF021-1832-4E1E-9A0C-5F0E0010E11E}" presName="rootConnector" presStyleLbl="node2" presStyleIdx="4" presStyleCnt="5"/>
      <dgm:spPr/>
      <dgm:t>
        <a:bodyPr/>
        <a:lstStyle/>
        <a:p>
          <a:endParaRPr lang="zh-CN" altLang="en-US"/>
        </a:p>
      </dgm:t>
    </dgm:pt>
    <dgm:pt modelId="{503C8151-DEFA-40D1-B5E6-E7A870F0CB7C}" type="pres">
      <dgm:prSet presAssocID="{D99CF021-1832-4E1E-9A0C-5F0E0010E11E}" presName="hierChild4" presStyleCnt="0"/>
      <dgm:spPr/>
    </dgm:pt>
    <dgm:pt modelId="{0D852247-F090-456E-807E-A701E669A8CE}" type="pres">
      <dgm:prSet presAssocID="{D99CF021-1832-4E1E-9A0C-5F0E0010E11E}" presName="hierChild5" presStyleCnt="0"/>
      <dgm:spPr/>
    </dgm:pt>
    <dgm:pt modelId="{2D57A6FE-4267-4C8B-9BB9-801303D4FCE8}" type="pres">
      <dgm:prSet presAssocID="{319875DC-047A-4286-BFCA-61AC250671A7}" presName="hierChild3" presStyleCnt="0"/>
      <dgm:spPr/>
    </dgm:pt>
  </dgm:ptLst>
  <dgm:cxnLst>
    <dgm:cxn modelId="{36587060-FFEC-463A-9C42-04F2CD3786C9}" type="presOf" srcId="{EC5AC802-6D7E-4091-9617-CAB7C4B5BD06}" destId="{701CF707-4566-44FE-B59F-7982A5233C1D}" srcOrd="0" destOrd="0" presId="urn:microsoft.com/office/officeart/2009/3/layout/HorizontalOrganizationChart"/>
    <dgm:cxn modelId="{30BA6D47-CC90-4ED7-9169-DD389F7007B5}" type="presOf" srcId="{E64C7EAA-3D54-4260-8808-F3C3834958D6}" destId="{E56C9951-75AB-477C-BA3C-F24AE5B757BD}" srcOrd="0" destOrd="0" presId="urn:microsoft.com/office/officeart/2009/3/layout/HorizontalOrganizationChart"/>
    <dgm:cxn modelId="{D8C1FA4D-1415-47F4-89F1-61A6E223F14E}" type="presOf" srcId="{AEB5F855-9C5D-4741-B87A-DCD4693D3460}" destId="{A9C1AF2A-EB7B-4238-9487-E2393A55C073}" srcOrd="0" destOrd="0" presId="urn:microsoft.com/office/officeart/2009/3/layout/HorizontalOrganizationChart"/>
    <dgm:cxn modelId="{16D0A2A1-33C7-473D-90AF-46404A4CECB6}" type="presOf" srcId="{27B4E6A9-3C4F-44C8-9C50-1DF7FC7F0670}" destId="{2F32D656-B033-4225-B2E1-E995BEBC6D0F}" srcOrd="1" destOrd="0" presId="urn:microsoft.com/office/officeart/2009/3/layout/HorizontalOrganizationChart"/>
    <dgm:cxn modelId="{387773CD-7310-4E2F-B18E-5A1B5E5246D3}" srcId="{319875DC-047A-4286-BFCA-61AC250671A7}" destId="{27B4E6A9-3C4F-44C8-9C50-1DF7FC7F0670}" srcOrd="1" destOrd="0" parTransId="{049EC2F1-9AF9-4458-B63C-A1E9D5A942DD}" sibTransId="{6454F5F0-EA6E-4132-977F-90ACA5DAF0D7}"/>
    <dgm:cxn modelId="{BC346C14-31B7-4B46-B5A8-A708E06CD8E1}" srcId="{319875DC-047A-4286-BFCA-61AC250671A7}" destId="{165076B3-0EAE-4D79-965F-48C72408E9D4}" srcOrd="2" destOrd="0" parTransId="{C736265C-AF64-4ED3-B11D-591470FD0CF6}" sibTransId="{FEB1AD39-53D7-4B27-A57C-308322D3EDD8}"/>
    <dgm:cxn modelId="{49CF6779-6FFE-49A6-9B20-61A68CB73530}" type="presOf" srcId="{E64C7EAA-3D54-4260-8808-F3C3834958D6}" destId="{AE9B2016-EC64-488C-B3F7-0441508F6D28}" srcOrd="1" destOrd="0" presId="urn:microsoft.com/office/officeart/2009/3/layout/HorizontalOrganizationChart"/>
    <dgm:cxn modelId="{36EFB45D-E3B2-44EE-BF79-321835035ABF}" type="presOf" srcId="{165076B3-0EAE-4D79-965F-48C72408E9D4}" destId="{6F830F4B-5C73-40AF-84E5-1D683420FD60}" srcOrd="0" destOrd="0" presId="urn:microsoft.com/office/officeart/2009/3/layout/HorizontalOrganizationChart"/>
    <dgm:cxn modelId="{DE49FCF8-5947-48AD-9AB3-35C84E018AEE}" type="presOf" srcId="{165076B3-0EAE-4D79-965F-48C72408E9D4}" destId="{A1AAC719-CAAF-488C-A7DD-CF8C839CE653}" srcOrd="1" destOrd="0" presId="urn:microsoft.com/office/officeart/2009/3/layout/HorizontalOrganizationChart"/>
    <dgm:cxn modelId="{15812147-600F-4886-A5D4-1B83C8761071}" type="presOf" srcId="{C736265C-AF64-4ED3-B11D-591470FD0CF6}" destId="{44177B36-90BE-4D14-AE4E-C02EE47626D4}" srcOrd="0" destOrd="0" presId="urn:microsoft.com/office/officeart/2009/3/layout/HorizontalOrganizationChart"/>
    <dgm:cxn modelId="{1E747C99-8742-4161-80D2-3BF4E6162D43}" srcId="{319875DC-047A-4286-BFCA-61AC250671A7}" destId="{AEB5F855-9C5D-4741-B87A-DCD4693D3460}" srcOrd="0" destOrd="0" parTransId="{912D30BF-EF73-46FD-95D1-763CDAEBF869}" sibTransId="{787A4576-8593-4825-9936-50A79AAF8245}"/>
    <dgm:cxn modelId="{68036A1B-245F-42F9-8B2B-2F7D71E2DE68}" type="presOf" srcId="{D99CF021-1832-4E1E-9A0C-5F0E0010E11E}" destId="{D9ECBB87-A93D-43A6-B9AB-7AEC34E03F4B}" srcOrd="0" destOrd="0" presId="urn:microsoft.com/office/officeart/2009/3/layout/HorizontalOrganizationChart"/>
    <dgm:cxn modelId="{EC276A94-3333-4C93-9502-214BCBBF127C}" type="presOf" srcId="{049EC2F1-9AF9-4458-B63C-A1E9D5A942DD}" destId="{485B08C7-B52C-4285-9928-EA3E30DC9876}" srcOrd="0" destOrd="0" presId="urn:microsoft.com/office/officeart/2009/3/layout/HorizontalOrganizationChart"/>
    <dgm:cxn modelId="{70CEEFC8-53CE-4A07-A7FF-5C433A187A72}" srcId="{4F6CB8F4-A34A-455C-9628-EFCDAD5BBD92}" destId="{319875DC-047A-4286-BFCA-61AC250671A7}" srcOrd="0" destOrd="0" parTransId="{CD74EA17-634F-4A66-87A9-6DD6FDD99D72}" sibTransId="{8FC20FA3-FBB6-4300-9944-61A6FDD10596}"/>
    <dgm:cxn modelId="{9C7839C4-DA5F-41D6-84F7-F0E75CCB3779}" type="presOf" srcId="{319875DC-047A-4286-BFCA-61AC250671A7}" destId="{D79AAD1D-F6A1-43FB-864C-8593D30821DB}" srcOrd="0" destOrd="0" presId="urn:microsoft.com/office/officeart/2009/3/layout/HorizontalOrganizationChart"/>
    <dgm:cxn modelId="{FB010A2F-B833-40EE-A2EC-38E5F9B1A4A4}" type="presOf" srcId="{382D2987-C6D9-4947-AB32-83186BC93C45}" destId="{EF2935C5-2B66-47F9-8C55-663EC5A51F89}" srcOrd="0" destOrd="0" presId="urn:microsoft.com/office/officeart/2009/3/layout/HorizontalOrganizationChart"/>
    <dgm:cxn modelId="{BCEF91EB-AEC4-45BE-A7AF-B0E403024A46}" srcId="{319875DC-047A-4286-BFCA-61AC250671A7}" destId="{D99CF021-1832-4E1E-9A0C-5F0E0010E11E}" srcOrd="4" destOrd="0" parTransId="{382D2987-C6D9-4947-AB32-83186BC93C45}" sibTransId="{C60DD8B6-CC23-46F4-BB74-66D5FB1A936A}"/>
    <dgm:cxn modelId="{EDFA3CEA-D369-4E78-B4A1-527D87F54572}" type="presOf" srcId="{912D30BF-EF73-46FD-95D1-763CDAEBF869}" destId="{BC9D97F9-F674-40EC-ADEE-791CC6485FDC}" srcOrd="0" destOrd="0" presId="urn:microsoft.com/office/officeart/2009/3/layout/HorizontalOrganizationChart"/>
    <dgm:cxn modelId="{FCBEE482-FDAD-4D56-A7B2-D1091D9D2561}" type="presOf" srcId="{319875DC-047A-4286-BFCA-61AC250671A7}" destId="{CDE0BD9B-9305-4DEB-8765-0510493BA96E}" srcOrd="1" destOrd="0" presId="urn:microsoft.com/office/officeart/2009/3/layout/HorizontalOrganizationChart"/>
    <dgm:cxn modelId="{B11EBF5C-B0DC-4663-903A-C4D35A4AF91C}" srcId="{319875DC-047A-4286-BFCA-61AC250671A7}" destId="{E64C7EAA-3D54-4260-8808-F3C3834958D6}" srcOrd="3" destOrd="0" parTransId="{EC5AC802-6D7E-4091-9617-CAB7C4B5BD06}" sibTransId="{55CBF4A9-7420-4A87-8C21-E280EEB10AAC}"/>
    <dgm:cxn modelId="{3B920C9F-55BD-48EC-A3F9-B718414C3949}" type="presOf" srcId="{27B4E6A9-3C4F-44C8-9C50-1DF7FC7F0670}" destId="{3828E70D-76DC-442F-A85F-45A1BA24C57D}" srcOrd="0" destOrd="0" presId="urn:microsoft.com/office/officeart/2009/3/layout/HorizontalOrganizationChart"/>
    <dgm:cxn modelId="{24D7EE14-CC4F-4936-A2A5-16248C014028}" type="presOf" srcId="{AEB5F855-9C5D-4741-B87A-DCD4693D3460}" destId="{4E8CA3E0-9BA8-4A06-820F-19866A18282A}" srcOrd="1" destOrd="0" presId="urn:microsoft.com/office/officeart/2009/3/layout/HorizontalOrganizationChart"/>
    <dgm:cxn modelId="{DFC635EB-E8F6-4384-8C02-014F43A04035}" type="presOf" srcId="{4F6CB8F4-A34A-455C-9628-EFCDAD5BBD92}" destId="{D161C04C-FD61-4009-B65D-62E595E91BDB}" srcOrd="0" destOrd="0" presId="urn:microsoft.com/office/officeart/2009/3/layout/HorizontalOrganizationChart"/>
    <dgm:cxn modelId="{8BB71BEC-94AF-40C9-8E4C-83DC8E4FEF71}" type="presOf" srcId="{D99CF021-1832-4E1E-9A0C-5F0E0010E11E}" destId="{3A780828-7DBC-4AFF-AC69-D990D082C390}" srcOrd="1" destOrd="0" presId="urn:microsoft.com/office/officeart/2009/3/layout/HorizontalOrganizationChart"/>
    <dgm:cxn modelId="{BC274FAA-3710-4E4C-A198-AE05B4C6F2F2}" type="presParOf" srcId="{D161C04C-FD61-4009-B65D-62E595E91BDB}" destId="{2C41E6CD-6FC2-4E43-9621-3E522E57BD36}" srcOrd="0" destOrd="0" presId="urn:microsoft.com/office/officeart/2009/3/layout/HorizontalOrganizationChart"/>
    <dgm:cxn modelId="{12916466-31FF-4CBF-AB98-A02110B0C9E3}" type="presParOf" srcId="{2C41E6CD-6FC2-4E43-9621-3E522E57BD36}" destId="{349A2E48-687D-4315-9BA6-14E08C896CF3}" srcOrd="0" destOrd="0" presId="urn:microsoft.com/office/officeart/2009/3/layout/HorizontalOrganizationChart"/>
    <dgm:cxn modelId="{7B9936B7-DB4C-4741-99AF-0819815634F8}" type="presParOf" srcId="{349A2E48-687D-4315-9BA6-14E08C896CF3}" destId="{D79AAD1D-F6A1-43FB-864C-8593D30821DB}" srcOrd="0" destOrd="0" presId="urn:microsoft.com/office/officeart/2009/3/layout/HorizontalOrganizationChart"/>
    <dgm:cxn modelId="{949821FF-FCCA-4659-8599-CDC242EE51C7}" type="presParOf" srcId="{349A2E48-687D-4315-9BA6-14E08C896CF3}" destId="{CDE0BD9B-9305-4DEB-8765-0510493BA96E}" srcOrd="1" destOrd="0" presId="urn:microsoft.com/office/officeart/2009/3/layout/HorizontalOrganizationChart"/>
    <dgm:cxn modelId="{E5AD62E0-64F0-4F4E-9D56-EC61E797B4F2}" type="presParOf" srcId="{2C41E6CD-6FC2-4E43-9621-3E522E57BD36}" destId="{9FD0CEFD-B78A-4E78-BF04-136CEDD33EC6}" srcOrd="1" destOrd="0" presId="urn:microsoft.com/office/officeart/2009/3/layout/HorizontalOrganizationChart"/>
    <dgm:cxn modelId="{390B8103-BACC-4C7C-945A-1AD6C333EFEE}" type="presParOf" srcId="{9FD0CEFD-B78A-4E78-BF04-136CEDD33EC6}" destId="{BC9D97F9-F674-40EC-ADEE-791CC6485FDC}" srcOrd="0" destOrd="0" presId="urn:microsoft.com/office/officeart/2009/3/layout/HorizontalOrganizationChart"/>
    <dgm:cxn modelId="{FA70311E-AA31-40FA-A4AA-E41EEB55F7CE}" type="presParOf" srcId="{9FD0CEFD-B78A-4E78-BF04-136CEDD33EC6}" destId="{79F710CD-25F4-483C-AE64-C1F36668B574}" srcOrd="1" destOrd="0" presId="urn:microsoft.com/office/officeart/2009/3/layout/HorizontalOrganizationChart"/>
    <dgm:cxn modelId="{7E325638-E262-4C35-8AA2-669847EAEE6E}" type="presParOf" srcId="{79F710CD-25F4-483C-AE64-C1F36668B574}" destId="{2FFAAFA1-EC5B-4001-B184-E00796ADFC6F}" srcOrd="0" destOrd="0" presId="urn:microsoft.com/office/officeart/2009/3/layout/HorizontalOrganizationChart"/>
    <dgm:cxn modelId="{FDAA03B6-9C28-4D2B-A28E-B5F7D85F15D5}" type="presParOf" srcId="{2FFAAFA1-EC5B-4001-B184-E00796ADFC6F}" destId="{A9C1AF2A-EB7B-4238-9487-E2393A55C073}" srcOrd="0" destOrd="0" presId="urn:microsoft.com/office/officeart/2009/3/layout/HorizontalOrganizationChart"/>
    <dgm:cxn modelId="{6E61C217-D004-477E-8090-0A662D6EE88A}" type="presParOf" srcId="{2FFAAFA1-EC5B-4001-B184-E00796ADFC6F}" destId="{4E8CA3E0-9BA8-4A06-820F-19866A18282A}" srcOrd="1" destOrd="0" presId="urn:microsoft.com/office/officeart/2009/3/layout/HorizontalOrganizationChart"/>
    <dgm:cxn modelId="{00C7FD99-3FBC-4A8E-B464-A4160C95658C}" type="presParOf" srcId="{79F710CD-25F4-483C-AE64-C1F36668B574}" destId="{FA27F122-A002-4B9D-878B-FFD7A35ED191}" srcOrd="1" destOrd="0" presId="urn:microsoft.com/office/officeart/2009/3/layout/HorizontalOrganizationChart"/>
    <dgm:cxn modelId="{39B763AF-5AEE-4A60-90E6-029D567211CA}" type="presParOf" srcId="{79F710CD-25F4-483C-AE64-C1F36668B574}" destId="{58514E3B-3CA9-41D5-8331-E72A8509ABE2}" srcOrd="2" destOrd="0" presId="urn:microsoft.com/office/officeart/2009/3/layout/HorizontalOrganizationChart"/>
    <dgm:cxn modelId="{EE49461F-5D7B-419A-9C4D-6097DE122C17}" type="presParOf" srcId="{9FD0CEFD-B78A-4E78-BF04-136CEDD33EC6}" destId="{485B08C7-B52C-4285-9928-EA3E30DC9876}" srcOrd="2" destOrd="0" presId="urn:microsoft.com/office/officeart/2009/3/layout/HorizontalOrganizationChart"/>
    <dgm:cxn modelId="{1319D9B4-6B9E-4AB0-B847-1FA467C25E75}" type="presParOf" srcId="{9FD0CEFD-B78A-4E78-BF04-136CEDD33EC6}" destId="{D323EEA4-B2E7-4AE0-BD00-37A0376CF20A}" srcOrd="3" destOrd="0" presId="urn:microsoft.com/office/officeart/2009/3/layout/HorizontalOrganizationChart"/>
    <dgm:cxn modelId="{8B6FBD80-3EDA-404F-ABDC-2F464D6D7F21}" type="presParOf" srcId="{D323EEA4-B2E7-4AE0-BD00-37A0376CF20A}" destId="{F9866DA4-3ECF-4CC5-8305-18D7B2BDE821}" srcOrd="0" destOrd="0" presId="urn:microsoft.com/office/officeart/2009/3/layout/HorizontalOrganizationChart"/>
    <dgm:cxn modelId="{AE5BB87A-ED1A-4BB7-8E45-4BA721443E7C}" type="presParOf" srcId="{F9866DA4-3ECF-4CC5-8305-18D7B2BDE821}" destId="{3828E70D-76DC-442F-A85F-45A1BA24C57D}" srcOrd="0" destOrd="0" presId="urn:microsoft.com/office/officeart/2009/3/layout/HorizontalOrganizationChart"/>
    <dgm:cxn modelId="{CC9F324E-7268-459E-B74C-3C5A6DAEE0FA}" type="presParOf" srcId="{F9866DA4-3ECF-4CC5-8305-18D7B2BDE821}" destId="{2F32D656-B033-4225-B2E1-E995BEBC6D0F}" srcOrd="1" destOrd="0" presId="urn:microsoft.com/office/officeart/2009/3/layout/HorizontalOrganizationChart"/>
    <dgm:cxn modelId="{8F24F4F6-4FE9-40E1-BFBC-F5AF0CBAB84C}" type="presParOf" srcId="{D323EEA4-B2E7-4AE0-BD00-37A0376CF20A}" destId="{72407D69-7223-45FD-820E-03300AAF477A}" srcOrd="1" destOrd="0" presId="urn:microsoft.com/office/officeart/2009/3/layout/HorizontalOrganizationChart"/>
    <dgm:cxn modelId="{21A7CFAF-3FC4-4C37-8388-DAA5CB5AE271}" type="presParOf" srcId="{D323EEA4-B2E7-4AE0-BD00-37A0376CF20A}" destId="{B92BB868-8B69-4D1E-8B69-89C461FE9F26}" srcOrd="2" destOrd="0" presId="urn:microsoft.com/office/officeart/2009/3/layout/HorizontalOrganizationChart"/>
    <dgm:cxn modelId="{15CA8740-871C-4AA2-B07A-064BBB96576F}" type="presParOf" srcId="{9FD0CEFD-B78A-4E78-BF04-136CEDD33EC6}" destId="{44177B36-90BE-4D14-AE4E-C02EE47626D4}" srcOrd="4" destOrd="0" presId="urn:microsoft.com/office/officeart/2009/3/layout/HorizontalOrganizationChart"/>
    <dgm:cxn modelId="{A2FA2C5F-0E91-4647-A3E2-DB96E2C2600E}" type="presParOf" srcId="{9FD0CEFD-B78A-4E78-BF04-136CEDD33EC6}" destId="{9A8B9689-527C-4465-834C-94B34D382933}" srcOrd="5" destOrd="0" presId="urn:microsoft.com/office/officeart/2009/3/layout/HorizontalOrganizationChart"/>
    <dgm:cxn modelId="{E3FE5BA5-FB3D-4757-B45D-24B5AF08411D}" type="presParOf" srcId="{9A8B9689-527C-4465-834C-94B34D382933}" destId="{794BDED2-023B-47CA-8722-3752C598E682}" srcOrd="0" destOrd="0" presId="urn:microsoft.com/office/officeart/2009/3/layout/HorizontalOrganizationChart"/>
    <dgm:cxn modelId="{B14BF935-FC1D-4DCF-BB57-3557355FE178}" type="presParOf" srcId="{794BDED2-023B-47CA-8722-3752C598E682}" destId="{6F830F4B-5C73-40AF-84E5-1D683420FD60}" srcOrd="0" destOrd="0" presId="urn:microsoft.com/office/officeart/2009/3/layout/HorizontalOrganizationChart"/>
    <dgm:cxn modelId="{7D83E7EC-7345-4C6E-8D8D-4C197C5F91A1}" type="presParOf" srcId="{794BDED2-023B-47CA-8722-3752C598E682}" destId="{A1AAC719-CAAF-488C-A7DD-CF8C839CE653}" srcOrd="1" destOrd="0" presId="urn:microsoft.com/office/officeart/2009/3/layout/HorizontalOrganizationChart"/>
    <dgm:cxn modelId="{3E1F7E56-918F-4F08-8236-A69DA4EBAD7D}" type="presParOf" srcId="{9A8B9689-527C-4465-834C-94B34D382933}" destId="{DD748759-25D5-4123-8E1B-41182F45EF67}" srcOrd="1" destOrd="0" presId="urn:microsoft.com/office/officeart/2009/3/layout/HorizontalOrganizationChart"/>
    <dgm:cxn modelId="{09BDD638-FE37-483B-9959-AD76AD874CAA}" type="presParOf" srcId="{9A8B9689-527C-4465-834C-94B34D382933}" destId="{E9A91979-0586-4FEB-B1BA-BA994DB81546}" srcOrd="2" destOrd="0" presId="urn:microsoft.com/office/officeart/2009/3/layout/HorizontalOrganizationChart"/>
    <dgm:cxn modelId="{04F73751-3664-4294-AEB3-045C7FA7B95A}" type="presParOf" srcId="{9FD0CEFD-B78A-4E78-BF04-136CEDD33EC6}" destId="{701CF707-4566-44FE-B59F-7982A5233C1D}" srcOrd="6" destOrd="0" presId="urn:microsoft.com/office/officeart/2009/3/layout/HorizontalOrganizationChart"/>
    <dgm:cxn modelId="{AE8419C4-668A-4200-8BB1-2E58CBD25DC0}" type="presParOf" srcId="{9FD0CEFD-B78A-4E78-BF04-136CEDD33EC6}" destId="{2BEFC11D-1190-4FC2-93F3-A57CFD0AF68F}" srcOrd="7" destOrd="0" presId="urn:microsoft.com/office/officeart/2009/3/layout/HorizontalOrganizationChart"/>
    <dgm:cxn modelId="{506C92AF-951B-403B-9EA8-DB8648805AF3}" type="presParOf" srcId="{2BEFC11D-1190-4FC2-93F3-A57CFD0AF68F}" destId="{B80B96F1-A01F-4146-A701-A98E6D7034F6}" srcOrd="0" destOrd="0" presId="urn:microsoft.com/office/officeart/2009/3/layout/HorizontalOrganizationChart"/>
    <dgm:cxn modelId="{54025467-C0B3-44C9-BFE5-4A9B013D7A96}" type="presParOf" srcId="{B80B96F1-A01F-4146-A701-A98E6D7034F6}" destId="{E56C9951-75AB-477C-BA3C-F24AE5B757BD}" srcOrd="0" destOrd="0" presId="urn:microsoft.com/office/officeart/2009/3/layout/HorizontalOrganizationChart"/>
    <dgm:cxn modelId="{E648668D-9EAA-4AEA-AA20-B7C00BAB2D6E}" type="presParOf" srcId="{B80B96F1-A01F-4146-A701-A98E6D7034F6}" destId="{AE9B2016-EC64-488C-B3F7-0441508F6D28}" srcOrd="1" destOrd="0" presId="urn:microsoft.com/office/officeart/2009/3/layout/HorizontalOrganizationChart"/>
    <dgm:cxn modelId="{6CAE7B3C-9BCB-4E3D-9657-4F288C7040C9}" type="presParOf" srcId="{2BEFC11D-1190-4FC2-93F3-A57CFD0AF68F}" destId="{B5344954-6AE9-405D-9860-9CBCBDF42A3F}" srcOrd="1" destOrd="0" presId="urn:microsoft.com/office/officeart/2009/3/layout/HorizontalOrganizationChart"/>
    <dgm:cxn modelId="{556C5814-6B1E-4D1B-A121-03C1E5D17D90}" type="presParOf" srcId="{2BEFC11D-1190-4FC2-93F3-A57CFD0AF68F}" destId="{EEE5BAE5-608F-4082-89AC-0AC11580082C}" srcOrd="2" destOrd="0" presId="urn:microsoft.com/office/officeart/2009/3/layout/HorizontalOrganizationChart"/>
    <dgm:cxn modelId="{E30737B8-C52D-4C89-9250-2B1DC0338102}" type="presParOf" srcId="{9FD0CEFD-B78A-4E78-BF04-136CEDD33EC6}" destId="{EF2935C5-2B66-47F9-8C55-663EC5A51F89}" srcOrd="8" destOrd="0" presId="urn:microsoft.com/office/officeart/2009/3/layout/HorizontalOrganizationChart"/>
    <dgm:cxn modelId="{293CF7DC-C315-409A-8F3C-94381132564F}" type="presParOf" srcId="{9FD0CEFD-B78A-4E78-BF04-136CEDD33EC6}" destId="{2FF3EF7C-8D59-4EDA-B8E0-2DBFBDD89098}" srcOrd="9" destOrd="0" presId="urn:microsoft.com/office/officeart/2009/3/layout/HorizontalOrganizationChart"/>
    <dgm:cxn modelId="{FF371097-7288-42E6-8323-203DE7C489DA}" type="presParOf" srcId="{2FF3EF7C-8D59-4EDA-B8E0-2DBFBDD89098}" destId="{5DC1357A-78F7-4768-97D7-D7A6EC524999}" srcOrd="0" destOrd="0" presId="urn:microsoft.com/office/officeart/2009/3/layout/HorizontalOrganizationChart"/>
    <dgm:cxn modelId="{7C81B43D-A639-40CB-9E33-5D201D5C1BAA}" type="presParOf" srcId="{5DC1357A-78F7-4768-97D7-D7A6EC524999}" destId="{D9ECBB87-A93D-43A6-B9AB-7AEC34E03F4B}" srcOrd="0" destOrd="0" presId="urn:microsoft.com/office/officeart/2009/3/layout/HorizontalOrganizationChart"/>
    <dgm:cxn modelId="{35FB1B91-84D2-4CCD-9761-2F4C5F2BF2C0}" type="presParOf" srcId="{5DC1357A-78F7-4768-97D7-D7A6EC524999}" destId="{3A780828-7DBC-4AFF-AC69-D990D082C390}" srcOrd="1" destOrd="0" presId="urn:microsoft.com/office/officeart/2009/3/layout/HorizontalOrganizationChart"/>
    <dgm:cxn modelId="{0474038D-B346-407C-A377-45956AABA841}" type="presParOf" srcId="{2FF3EF7C-8D59-4EDA-B8E0-2DBFBDD89098}" destId="{503C8151-DEFA-40D1-B5E6-E7A870F0CB7C}" srcOrd="1" destOrd="0" presId="urn:microsoft.com/office/officeart/2009/3/layout/HorizontalOrganizationChart"/>
    <dgm:cxn modelId="{0B65F31B-190C-46D6-818F-52B285D2EB25}" type="presParOf" srcId="{2FF3EF7C-8D59-4EDA-B8E0-2DBFBDD89098}" destId="{0D852247-F090-456E-807E-A701E669A8CE}" srcOrd="2" destOrd="0" presId="urn:microsoft.com/office/officeart/2009/3/layout/HorizontalOrganizationChart"/>
    <dgm:cxn modelId="{6643138B-E827-497C-82D6-9D83D1AED389}" type="presParOf" srcId="{2C41E6CD-6FC2-4E43-9621-3E522E57BD36}" destId="{2D57A6FE-4267-4C8B-9BB9-801303D4FCE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80F228-5A97-4CD4-A6FF-39471322FBF9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zh-CN" altLang="en-US"/>
        </a:p>
      </dgm:t>
    </dgm:pt>
    <dgm:pt modelId="{9B9557FC-A85A-4E3B-8CCE-82DF8167AFBC}">
      <dgm:prSet custT="1"/>
      <dgm:spPr/>
      <dgm:t>
        <a:bodyPr/>
        <a:lstStyle/>
        <a:p>
          <a:pPr algn="l" rtl="0"/>
          <a:r>
            <a:rPr lang="zh-CN" sz="1800" b="1" dirty="0" smtClean="0"/>
            <a:t>第一次触发时，转换的序列为</a:t>
          </a:r>
          <a:r>
            <a:rPr lang="en-US" sz="1800" b="1" dirty="0" smtClean="0"/>
            <a:t>1</a:t>
          </a:r>
          <a:r>
            <a:rPr lang="zh-CN" sz="1800" b="1" dirty="0" smtClean="0"/>
            <a:t>、</a:t>
          </a:r>
          <a:r>
            <a:rPr lang="en-US" sz="1800" b="1" dirty="0" smtClean="0"/>
            <a:t>2</a:t>
          </a:r>
          <a:r>
            <a:rPr lang="zh-CN" sz="1800" b="1" dirty="0" smtClean="0"/>
            <a:t>和</a:t>
          </a:r>
          <a:r>
            <a:rPr lang="en-US" sz="1800" b="1" dirty="0" smtClean="0"/>
            <a:t>3</a:t>
          </a:r>
          <a:r>
            <a:rPr lang="zh-CN" sz="1800" b="1" dirty="0" smtClean="0"/>
            <a:t>通道；</a:t>
          </a:r>
          <a:endParaRPr lang="zh-CN" sz="1800" b="1" dirty="0"/>
        </a:p>
      </dgm:t>
    </dgm:pt>
    <dgm:pt modelId="{7A4BA448-7081-4524-AACC-D3C21C1C9373}" type="parTrans" cxnId="{66E3AB17-9EE5-4236-A3EC-3196CA585647}">
      <dgm:prSet/>
      <dgm:spPr/>
      <dgm:t>
        <a:bodyPr/>
        <a:lstStyle/>
        <a:p>
          <a:pPr algn="l"/>
          <a:endParaRPr lang="zh-CN" altLang="en-US" sz="1800" b="1"/>
        </a:p>
      </dgm:t>
    </dgm:pt>
    <dgm:pt modelId="{13D96213-E39F-4039-863F-D6659B0A9817}" type="sibTrans" cxnId="{66E3AB17-9EE5-4236-A3EC-3196CA585647}">
      <dgm:prSet/>
      <dgm:spPr/>
      <dgm:t>
        <a:bodyPr/>
        <a:lstStyle/>
        <a:p>
          <a:pPr algn="l"/>
          <a:endParaRPr lang="zh-CN" altLang="en-US" sz="1800" b="1"/>
        </a:p>
      </dgm:t>
    </dgm:pt>
    <dgm:pt modelId="{478B5B92-9E34-4DA8-BB6D-7F8B7958BDF7}">
      <dgm:prSet custT="1"/>
      <dgm:spPr/>
      <dgm:t>
        <a:bodyPr/>
        <a:lstStyle/>
        <a:p>
          <a:pPr algn="l" rtl="0"/>
          <a:r>
            <a:rPr lang="zh-CN" sz="1800" b="1" dirty="0" smtClean="0"/>
            <a:t>第二次触发，转换的序列为</a:t>
          </a:r>
          <a:r>
            <a:rPr lang="en-US" sz="1800" b="1" dirty="0" smtClean="0"/>
            <a:t>5</a:t>
          </a:r>
          <a:r>
            <a:rPr lang="zh-CN" sz="1800" b="1" dirty="0" smtClean="0"/>
            <a:t>、</a:t>
          </a:r>
          <a:r>
            <a:rPr lang="en-US" sz="1800" b="1" dirty="0" smtClean="0"/>
            <a:t>6</a:t>
          </a:r>
          <a:r>
            <a:rPr lang="zh-CN" sz="1800" b="1" dirty="0" smtClean="0"/>
            <a:t>和</a:t>
          </a:r>
          <a:r>
            <a:rPr lang="en-US" sz="1800" b="1" dirty="0" smtClean="0"/>
            <a:t>7</a:t>
          </a:r>
          <a:r>
            <a:rPr lang="zh-CN" sz="1800" b="1" dirty="0" smtClean="0"/>
            <a:t>通道；</a:t>
          </a:r>
          <a:endParaRPr lang="zh-CN" sz="1800" b="1" dirty="0"/>
        </a:p>
      </dgm:t>
    </dgm:pt>
    <dgm:pt modelId="{BE77F2F2-C6CA-4FEB-BB90-D982DB273418}" type="parTrans" cxnId="{6356D37B-2E3B-478F-B610-74B04BE28D0E}">
      <dgm:prSet/>
      <dgm:spPr/>
      <dgm:t>
        <a:bodyPr/>
        <a:lstStyle/>
        <a:p>
          <a:pPr algn="l"/>
          <a:endParaRPr lang="zh-CN" altLang="en-US" sz="1800" b="1"/>
        </a:p>
      </dgm:t>
    </dgm:pt>
    <dgm:pt modelId="{110F8C8F-794C-4A20-84E7-AF24C8C886F7}" type="sibTrans" cxnId="{6356D37B-2E3B-478F-B610-74B04BE28D0E}">
      <dgm:prSet/>
      <dgm:spPr/>
      <dgm:t>
        <a:bodyPr/>
        <a:lstStyle/>
        <a:p>
          <a:pPr algn="l"/>
          <a:endParaRPr lang="zh-CN" altLang="en-US" sz="1800" b="1"/>
        </a:p>
      </dgm:t>
    </dgm:pt>
    <dgm:pt modelId="{F450FAD7-67E7-4FF6-AE7B-D7C0F2E4038E}">
      <dgm:prSet custT="1"/>
      <dgm:spPr/>
      <dgm:t>
        <a:bodyPr/>
        <a:lstStyle/>
        <a:p>
          <a:pPr algn="l" rtl="0"/>
          <a:r>
            <a:rPr lang="zh-CN" sz="1800" b="1" dirty="0" smtClean="0"/>
            <a:t>第三次触发，转换的序列为</a:t>
          </a:r>
          <a:r>
            <a:rPr lang="en-US" sz="1800" b="1" dirty="0" smtClean="0"/>
            <a:t>9</a:t>
          </a:r>
          <a:r>
            <a:rPr lang="zh-CN" sz="1800" b="1" dirty="0" smtClean="0"/>
            <a:t>和</a:t>
          </a:r>
          <a:r>
            <a:rPr lang="en-US" sz="1800" b="1" dirty="0" smtClean="0"/>
            <a:t>11</a:t>
          </a:r>
          <a:r>
            <a:rPr lang="zh-CN" sz="1800" b="1" dirty="0" smtClean="0"/>
            <a:t>通道，然后产生</a:t>
          </a:r>
          <a:r>
            <a:rPr lang="en-US" sz="1800" b="1" dirty="0" smtClean="0"/>
            <a:t>EOC</a:t>
          </a:r>
          <a:r>
            <a:rPr lang="zh-CN" sz="1800" b="1" dirty="0" smtClean="0"/>
            <a:t>事件；</a:t>
          </a:r>
          <a:endParaRPr lang="zh-CN" sz="1800" b="1" dirty="0"/>
        </a:p>
      </dgm:t>
    </dgm:pt>
    <dgm:pt modelId="{F98D30E7-3D24-42DC-BAE1-02DB489A362C}" type="parTrans" cxnId="{7BC0C3FE-945E-4F69-B219-3E7873D2DD46}">
      <dgm:prSet/>
      <dgm:spPr/>
      <dgm:t>
        <a:bodyPr/>
        <a:lstStyle/>
        <a:p>
          <a:pPr algn="l"/>
          <a:endParaRPr lang="zh-CN" altLang="en-US" sz="1800" b="1"/>
        </a:p>
      </dgm:t>
    </dgm:pt>
    <dgm:pt modelId="{640AAFCD-395E-4226-8FB7-1E732A44FAC8}" type="sibTrans" cxnId="{7BC0C3FE-945E-4F69-B219-3E7873D2DD46}">
      <dgm:prSet/>
      <dgm:spPr/>
      <dgm:t>
        <a:bodyPr/>
        <a:lstStyle/>
        <a:p>
          <a:pPr algn="l"/>
          <a:endParaRPr lang="zh-CN" altLang="en-US" sz="1800" b="1"/>
        </a:p>
      </dgm:t>
    </dgm:pt>
    <dgm:pt modelId="{D3CB58E3-AA59-4F9E-BA05-1A999CAAE9B0}">
      <dgm:prSet custT="1"/>
      <dgm:spPr/>
      <dgm:t>
        <a:bodyPr/>
        <a:lstStyle/>
        <a:p>
          <a:pPr algn="l" rtl="0"/>
          <a:r>
            <a:rPr lang="zh-CN" sz="1800" b="1" smtClean="0"/>
            <a:t>第四</a:t>
          </a:r>
          <a:r>
            <a:rPr lang="zh-CN" sz="1800" b="1" dirty="0" smtClean="0"/>
            <a:t>次触发，转换的序列为</a:t>
          </a:r>
          <a:r>
            <a:rPr lang="en-US" sz="1800" b="1" dirty="0" smtClean="0"/>
            <a:t>1</a:t>
          </a:r>
          <a:r>
            <a:rPr lang="zh-CN" sz="1800" b="1" dirty="0" smtClean="0"/>
            <a:t>、</a:t>
          </a:r>
          <a:r>
            <a:rPr lang="en-US" sz="1800" b="1" dirty="0" smtClean="0"/>
            <a:t>2</a:t>
          </a:r>
          <a:r>
            <a:rPr lang="zh-CN" sz="1800" b="1" dirty="0" smtClean="0"/>
            <a:t>和</a:t>
          </a:r>
          <a:r>
            <a:rPr lang="en-US" sz="1800" b="1" dirty="0" smtClean="0"/>
            <a:t>3</a:t>
          </a:r>
          <a:r>
            <a:rPr lang="zh-CN" sz="1800" b="1" dirty="0" smtClean="0"/>
            <a:t>通道，以此类推。</a:t>
          </a:r>
          <a:endParaRPr lang="zh-CN" sz="1800" b="1" dirty="0"/>
        </a:p>
      </dgm:t>
    </dgm:pt>
    <dgm:pt modelId="{71347A26-A536-4F43-ABDB-EADD66176A1B}" type="parTrans" cxnId="{FD325D59-4D78-4044-A59A-3ED8DF365406}">
      <dgm:prSet/>
      <dgm:spPr/>
      <dgm:t>
        <a:bodyPr/>
        <a:lstStyle/>
        <a:p>
          <a:pPr algn="l"/>
          <a:endParaRPr lang="zh-CN" altLang="en-US" sz="1800" b="1"/>
        </a:p>
      </dgm:t>
    </dgm:pt>
    <dgm:pt modelId="{3B4C7DFC-EC0F-44D2-A7E1-43FF5012A422}" type="sibTrans" cxnId="{FD325D59-4D78-4044-A59A-3ED8DF365406}">
      <dgm:prSet/>
      <dgm:spPr/>
      <dgm:t>
        <a:bodyPr/>
        <a:lstStyle/>
        <a:p>
          <a:pPr algn="l"/>
          <a:endParaRPr lang="zh-CN" altLang="en-US" sz="1800" b="1"/>
        </a:p>
      </dgm:t>
    </dgm:pt>
    <dgm:pt modelId="{6C4FF3C9-9ADE-4FBE-96D0-EF587F085289}" type="pres">
      <dgm:prSet presAssocID="{6E80F228-5A97-4CD4-A6FF-39471322FBF9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CA8847E-9D3A-4035-A969-ADB88B423810}" type="pres">
      <dgm:prSet presAssocID="{6E80F228-5A97-4CD4-A6FF-39471322FBF9}" presName="arrow" presStyleLbl="bgShp" presStyleIdx="0" presStyleCnt="1" custLinFactNeighborX="478" custLinFactNeighborY="-6253"/>
      <dgm:spPr/>
    </dgm:pt>
    <dgm:pt modelId="{DA2785D6-5C77-4E7B-A1CA-093B6D1921E9}" type="pres">
      <dgm:prSet presAssocID="{6E80F228-5A97-4CD4-A6FF-39471322FBF9}" presName="linearProcess" presStyleCnt="0"/>
      <dgm:spPr/>
    </dgm:pt>
    <dgm:pt modelId="{CFDD1322-C632-44DD-B192-383248229DA8}" type="pres">
      <dgm:prSet presAssocID="{9B9557FC-A85A-4E3B-8CCE-82DF8167AFBC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EE27FA7-EB88-4B59-8EEB-8440E45339A6}" type="pres">
      <dgm:prSet presAssocID="{13D96213-E39F-4039-863F-D6659B0A9817}" presName="sibTrans" presStyleCnt="0"/>
      <dgm:spPr/>
    </dgm:pt>
    <dgm:pt modelId="{DC345A6B-DCB1-45BD-B598-01C34808DEA3}" type="pres">
      <dgm:prSet presAssocID="{478B5B92-9E34-4DA8-BB6D-7F8B7958BDF7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199E34-F2A1-4167-BF1B-8D5497A1E8E4}" type="pres">
      <dgm:prSet presAssocID="{110F8C8F-794C-4A20-84E7-AF24C8C886F7}" presName="sibTrans" presStyleCnt="0"/>
      <dgm:spPr/>
    </dgm:pt>
    <dgm:pt modelId="{EFE7C21B-55E1-464F-8B2E-760DF5584519}" type="pres">
      <dgm:prSet presAssocID="{F450FAD7-67E7-4FF6-AE7B-D7C0F2E4038E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DE0633-2ABB-4402-9EC4-70E93DF88DD9}" type="pres">
      <dgm:prSet presAssocID="{640AAFCD-395E-4226-8FB7-1E732A44FAC8}" presName="sibTrans" presStyleCnt="0"/>
      <dgm:spPr/>
    </dgm:pt>
    <dgm:pt modelId="{CF19FF74-BD5D-428B-BEC6-A1768252D439}" type="pres">
      <dgm:prSet presAssocID="{D3CB58E3-AA59-4F9E-BA05-1A999CAAE9B0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356D37B-2E3B-478F-B610-74B04BE28D0E}" srcId="{6E80F228-5A97-4CD4-A6FF-39471322FBF9}" destId="{478B5B92-9E34-4DA8-BB6D-7F8B7958BDF7}" srcOrd="1" destOrd="0" parTransId="{BE77F2F2-C6CA-4FEB-BB90-D982DB273418}" sibTransId="{110F8C8F-794C-4A20-84E7-AF24C8C886F7}"/>
    <dgm:cxn modelId="{D8C2E398-C630-48F1-B649-2D61D4999C30}" type="presOf" srcId="{F450FAD7-67E7-4FF6-AE7B-D7C0F2E4038E}" destId="{EFE7C21B-55E1-464F-8B2E-760DF5584519}" srcOrd="0" destOrd="0" presId="urn:microsoft.com/office/officeart/2005/8/layout/hProcess9"/>
    <dgm:cxn modelId="{66E3AB17-9EE5-4236-A3EC-3196CA585647}" srcId="{6E80F228-5A97-4CD4-A6FF-39471322FBF9}" destId="{9B9557FC-A85A-4E3B-8CCE-82DF8167AFBC}" srcOrd="0" destOrd="0" parTransId="{7A4BA448-7081-4524-AACC-D3C21C1C9373}" sibTransId="{13D96213-E39F-4039-863F-D6659B0A9817}"/>
    <dgm:cxn modelId="{DFCEB505-550E-4E74-B906-F9BAB9857717}" type="presOf" srcId="{6E80F228-5A97-4CD4-A6FF-39471322FBF9}" destId="{6C4FF3C9-9ADE-4FBE-96D0-EF587F085289}" srcOrd="0" destOrd="0" presId="urn:microsoft.com/office/officeart/2005/8/layout/hProcess9"/>
    <dgm:cxn modelId="{7BC0C3FE-945E-4F69-B219-3E7873D2DD46}" srcId="{6E80F228-5A97-4CD4-A6FF-39471322FBF9}" destId="{F450FAD7-67E7-4FF6-AE7B-D7C0F2E4038E}" srcOrd="2" destOrd="0" parTransId="{F98D30E7-3D24-42DC-BAE1-02DB489A362C}" sibTransId="{640AAFCD-395E-4226-8FB7-1E732A44FAC8}"/>
    <dgm:cxn modelId="{FD325D59-4D78-4044-A59A-3ED8DF365406}" srcId="{6E80F228-5A97-4CD4-A6FF-39471322FBF9}" destId="{D3CB58E3-AA59-4F9E-BA05-1A999CAAE9B0}" srcOrd="3" destOrd="0" parTransId="{71347A26-A536-4F43-ABDB-EADD66176A1B}" sibTransId="{3B4C7DFC-EC0F-44D2-A7E1-43FF5012A422}"/>
    <dgm:cxn modelId="{0EC86FFC-5CE1-4D95-A99B-3889EBA721F8}" type="presOf" srcId="{9B9557FC-A85A-4E3B-8CCE-82DF8167AFBC}" destId="{CFDD1322-C632-44DD-B192-383248229DA8}" srcOrd="0" destOrd="0" presId="urn:microsoft.com/office/officeart/2005/8/layout/hProcess9"/>
    <dgm:cxn modelId="{04D52926-DBD7-4ABE-8FBA-45E5C614A057}" type="presOf" srcId="{478B5B92-9E34-4DA8-BB6D-7F8B7958BDF7}" destId="{DC345A6B-DCB1-45BD-B598-01C34808DEA3}" srcOrd="0" destOrd="0" presId="urn:microsoft.com/office/officeart/2005/8/layout/hProcess9"/>
    <dgm:cxn modelId="{E67AE1C5-1EF8-4871-AB28-09125CC3C1FF}" type="presOf" srcId="{D3CB58E3-AA59-4F9E-BA05-1A999CAAE9B0}" destId="{CF19FF74-BD5D-428B-BEC6-A1768252D439}" srcOrd="0" destOrd="0" presId="urn:microsoft.com/office/officeart/2005/8/layout/hProcess9"/>
    <dgm:cxn modelId="{CE9C20F4-FD1D-42D5-8DF2-0E792C1B57DA}" type="presParOf" srcId="{6C4FF3C9-9ADE-4FBE-96D0-EF587F085289}" destId="{0CA8847E-9D3A-4035-A969-ADB88B423810}" srcOrd="0" destOrd="0" presId="urn:microsoft.com/office/officeart/2005/8/layout/hProcess9"/>
    <dgm:cxn modelId="{5B7396A8-92DB-43E7-993E-760ACC4C165F}" type="presParOf" srcId="{6C4FF3C9-9ADE-4FBE-96D0-EF587F085289}" destId="{DA2785D6-5C77-4E7B-A1CA-093B6D1921E9}" srcOrd="1" destOrd="0" presId="urn:microsoft.com/office/officeart/2005/8/layout/hProcess9"/>
    <dgm:cxn modelId="{6E6EB649-1DD7-4129-8B8F-03F1B4244A27}" type="presParOf" srcId="{DA2785D6-5C77-4E7B-A1CA-093B6D1921E9}" destId="{CFDD1322-C632-44DD-B192-383248229DA8}" srcOrd="0" destOrd="0" presId="urn:microsoft.com/office/officeart/2005/8/layout/hProcess9"/>
    <dgm:cxn modelId="{451EF84A-B7AF-444B-8BB1-9CAABDFE9A45}" type="presParOf" srcId="{DA2785D6-5C77-4E7B-A1CA-093B6D1921E9}" destId="{5EE27FA7-EB88-4B59-8EEB-8440E45339A6}" srcOrd="1" destOrd="0" presId="urn:microsoft.com/office/officeart/2005/8/layout/hProcess9"/>
    <dgm:cxn modelId="{1AC8E894-54A4-484E-9D23-91A347BA7EC6}" type="presParOf" srcId="{DA2785D6-5C77-4E7B-A1CA-093B6D1921E9}" destId="{DC345A6B-DCB1-45BD-B598-01C34808DEA3}" srcOrd="2" destOrd="0" presId="urn:microsoft.com/office/officeart/2005/8/layout/hProcess9"/>
    <dgm:cxn modelId="{F6120A29-E06B-43A2-98DD-0394D13B2CD0}" type="presParOf" srcId="{DA2785D6-5C77-4E7B-A1CA-093B6D1921E9}" destId="{2A199E34-F2A1-4167-BF1B-8D5497A1E8E4}" srcOrd="3" destOrd="0" presId="urn:microsoft.com/office/officeart/2005/8/layout/hProcess9"/>
    <dgm:cxn modelId="{3CD97ABA-DDBA-4321-9385-E1F435177C46}" type="presParOf" srcId="{DA2785D6-5C77-4E7B-A1CA-093B6D1921E9}" destId="{EFE7C21B-55E1-464F-8B2E-760DF5584519}" srcOrd="4" destOrd="0" presId="urn:microsoft.com/office/officeart/2005/8/layout/hProcess9"/>
    <dgm:cxn modelId="{333EB318-3782-4E09-80D7-3F1222867EA4}" type="presParOf" srcId="{DA2785D6-5C77-4E7B-A1CA-093B6D1921E9}" destId="{28DE0633-2ABB-4402-9EC4-70E93DF88DD9}" srcOrd="5" destOrd="0" presId="urn:microsoft.com/office/officeart/2005/8/layout/hProcess9"/>
    <dgm:cxn modelId="{FE0B2D83-5365-4E7B-8B72-7491B9219344}" type="presParOf" srcId="{DA2785D6-5C77-4E7B-A1CA-093B6D1921E9}" destId="{CF19FF74-BD5D-428B-BEC6-A1768252D439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5D99D7-A31B-4FC5-BDAA-9B32DF56DD0C}" type="doc">
      <dgm:prSet loTypeId="urn:microsoft.com/office/officeart/2005/8/layout/hierarchy4" loCatId="hierarchy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E33330EC-580E-483B-BFBC-08A6EB7A1423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sz="1800" b="1" dirty="0" smtClean="0"/>
            <a:t>ADC</a:t>
          </a:r>
          <a:r>
            <a:rPr lang="zh-CN" sz="1800" b="1" dirty="0" smtClean="0"/>
            <a:t>在每个通道转换完成后，可产生相应的中断请求。</a:t>
          </a:r>
          <a:endParaRPr lang="zh-CN" sz="1800" b="1" dirty="0"/>
        </a:p>
      </dgm:t>
    </dgm:pt>
    <dgm:pt modelId="{2C6A9589-2DAC-4B37-9CED-85287946F43C}" type="parTrans" cxnId="{95801611-48C1-4597-A043-F27984619206}">
      <dgm:prSet/>
      <dgm:spPr/>
      <dgm:t>
        <a:bodyPr/>
        <a:lstStyle/>
        <a:p>
          <a:endParaRPr lang="zh-CN" altLang="en-US" sz="1800" b="1"/>
        </a:p>
      </dgm:t>
    </dgm:pt>
    <dgm:pt modelId="{8D0E5D83-AEBB-4124-83C0-648A98E44DCA}" type="sibTrans" cxnId="{95801611-48C1-4597-A043-F27984619206}">
      <dgm:prSet/>
      <dgm:spPr/>
      <dgm:t>
        <a:bodyPr/>
        <a:lstStyle/>
        <a:p>
          <a:endParaRPr lang="zh-CN" altLang="en-US" sz="1800" b="1"/>
        </a:p>
      </dgm:t>
    </dgm:pt>
    <dgm:pt modelId="{010FF74F-0037-4E5C-93E6-AECF394D8B48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lang="zh-CN" sz="1800" b="1" dirty="0" smtClean="0"/>
            <a:t>对于规则通道，如果</a:t>
          </a:r>
          <a:r>
            <a:rPr lang="en-US" sz="1800" b="1" dirty="0" smtClean="0"/>
            <a:t>ADC_CR1</a:t>
          </a:r>
          <a:r>
            <a:rPr lang="zh-CN" sz="1800" b="1" dirty="0" smtClean="0"/>
            <a:t>寄存器的</a:t>
          </a:r>
          <a:r>
            <a:rPr lang="en-US" sz="1800" b="1" dirty="0" smtClean="0"/>
            <a:t>EOCIE</a:t>
          </a:r>
          <a:r>
            <a:rPr lang="zh-CN" sz="1800" b="1" dirty="0" smtClean="0"/>
            <a:t>位被置“</a:t>
          </a:r>
          <a:r>
            <a:rPr lang="en-US" sz="1800" b="1" dirty="0" smtClean="0"/>
            <a:t>1</a:t>
          </a:r>
          <a:r>
            <a:rPr lang="zh-CN" sz="1800" b="1" dirty="0" smtClean="0"/>
            <a:t>”，则会产生</a:t>
          </a:r>
          <a:r>
            <a:rPr lang="en-US" sz="1800" b="1" dirty="0" smtClean="0"/>
            <a:t>EOC</a:t>
          </a:r>
          <a:r>
            <a:rPr lang="zh-CN" sz="1800" b="1" dirty="0" smtClean="0"/>
            <a:t>中断；</a:t>
          </a:r>
          <a:endParaRPr lang="zh-CN" sz="1800" b="1" dirty="0"/>
        </a:p>
      </dgm:t>
    </dgm:pt>
    <dgm:pt modelId="{5D76515F-9FC1-48C4-9461-AF4FFFD673FB}" type="parTrans" cxnId="{F4573C16-2679-4AE9-8FEA-C1994AB8699B}">
      <dgm:prSet/>
      <dgm:spPr/>
      <dgm:t>
        <a:bodyPr/>
        <a:lstStyle/>
        <a:p>
          <a:endParaRPr lang="zh-CN" altLang="en-US" sz="1800" b="1"/>
        </a:p>
      </dgm:t>
    </dgm:pt>
    <dgm:pt modelId="{88B0CA9D-844E-4BE7-9CBE-89AD2F73E0C8}" type="sibTrans" cxnId="{F4573C16-2679-4AE9-8FEA-C1994AB8699B}">
      <dgm:prSet/>
      <dgm:spPr/>
      <dgm:t>
        <a:bodyPr/>
        <a:lstStyle/>
        <a:p>
          <a:endParaRPr lang="zh-CN" altLang="en-US" sz="1800" b="1"/>
        </a:p>
      </dgm:t>
    </dgm:pt>
    <dgm:pt modelId="{71C25EB2-B683-480D-A3ED-284D0937E8A0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lang="zh-CN" sz="1800" b="1" dirty="0" smtClean="0"/>
            <a:t>对于注入通道，如果</a:t>
          </a:r>
          <a:r>
            <a:rPr lang="en-US" sz="1800" b="1" dirty="0" smtClean="0"/>
            <a:t>ADC_CR1</a:t>
          </a:r>
          <a:r>
            <a:rPr lang="zh-CN" sz="1800" b="1" dirty="0" smtClean="0"/>
            <a:t>寄存器的</a:t>
          </a:r>
          <a:r>
            <a:rPr lang="en-US" sz="1800" b="1" dirty="0" smtClean="0"/>
            <a:t>JEOCIE</a:t>
          </a:r>
          <a:r>
            <a:rPr lang="zh-CN" sz="1800" b="1" dirty="0" smtClean="0"/>
            <a:t>位被置“</a:t>
          </a:r>
          <a:r>
            <a:rPr lang="en-US" sz="1800" b="1" dirty="0" smtClean="0"/>
            <a:t>1</a:t>
          </a:r>
          <a:r>
            <a:rPr lang="zh-CN" sz="1800" b="1" dirty="0" smtClean="0"/>
            <a:t>”，则会产生</a:t>
          </a:r>
          <a:r>
            <a:rPr lang="en-US" sz="1800" b="1" dirty="0" smtClean="0"/>
            <a:t>JEOC</a:t>
          </a:r>
          <a:r>
            <a:rPr lang="zh-CN" sz="1800" b="1" dirty="0" smtClean="0"/>
            <a:t>中断；</a:t>
          </a:r>
          <a:endParaRPr lang="zh-CN" sz="1800" b="1" dirty="0"/>
        </a:p>
      </dgm:t>
    </dgm:pt>
    <dgm:pt modelId="{E2D9818B-0B4C-4E7C-B64D-CDFCE402D3F4}" type="parTrans" cxnId="{129030FB-C122-483D-ABDF-9E8FA739B9F6}">
      <dgm:prSet/>
      <dgm:spPr/>
      <dgm:t>
        <a:bodyPr/>
        <a:lstStyle/>
        <a:p>
          <a:endParaRPr lang="zh-CN" altLang="en-US" sz="1800" b="1"/>
        </a:p>
      </dgm:t>
    </dgm:pt>
    <dgm:pt modelId="{EDD2DCBD-9B59-4E36-B9F5-B9419D7CD3FA}" type="sibTrans" cxnId="{129030FB-C122-483D-ABDF-9E8FA739B9F6}">
      <dgm:prSet/>
      <dgm:spPr/>
      <dgm:t>
        <a:bodyPr/>
        <a:lstStyle/>
        <a:p>
          <a:endParaRPr lang="zh-CN" altLang="en-US" sz="1800" b="1"/>
        </a:p>
      </dgm:t>
    </dgm:pt>
    <dgm:pt modelId="{175DAF72-404E-4F1A-879E-30B6E621E8FD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sz="1800" b="1" dirty="0" smtClean="0"/>
            <a:t>ADC1</a:t>
          </a:r>
          <a:r>
            <a:rPr lang="zh-CN" sz="1800" b="1" dirty="0" smtClean="0"/>
            <a:t>和</a:t>
          </a:r>
          <a:r>
            <a:rPr lang="en-US" sz="1800" b="1" dirty="0" smtClean="0"/>
            <a:t>ADC3</a:t>
          </a:r>
          <a:r>
            <a:rPr lang="zh-CN" sz="1800" b="1" dirty="0" smtClean="0"/>
            <a:t>的规则通道转换完成后还可产生</a:t>
          </a:r>
          <a:r>
            <a:rPr lang="en-US" sz="1800" b="1" dirty="0" smtClean="0"/>
            <a:t>DMA</a:t>
          </a:r>
          <a:r>
            <a:rPr lang="zh-CN" sz="1800" b="1" dirty="0" smtClean="0"/>
            <a:t>请求。</a:t>
          </a:r>
          <a:endParaRPr lang="zh-CN" sz="1800" b="1" dirty="0"/>
        </a:p>
      </dgm:t>
    </dgm:pt>
    <dgm:pt modelId="{C0492CE7-73CF-4EB8-8E3B-B8EB9F406B42}" type="parTrans" cxnId="{4E0343D3-DFE5-49A0-8BFD-D702A627E8BD}">
      <dgm:prSet/>
      <dgm:spPr/>
      <dgm:t>
        <a:bodyPr/>
        <a:lstStyle/>
        <a:p>
          <a:endParaRPr lang="zh-CN" altLang="en-US" sz="1800" b="1"/>
        </a:p>
      </dgm:t>
    </dgm:pt>
    <dgm:pt modelId="{30DD5E37-1A5F-46EC-92BD-F98B6F7D0970}" type="sibTrans" cxnId="{4E0343D3-DFE5-49A0-8BFD-D702A627E8BD}">
      <dgm:prSet/>
      <dgm:spPr/>
      <dgm:t>
        <a:bodyPr/>
        <a:lstStyle/>
        <a:p>
          <a:endParaRPr lang="zh-CN" altLang="en-US" sz="1800" b="1"/>
        </a:p>
      </dgm:t>
    </dgm:pt>
    <dgm:pt modelId="{F0E6B09F-44C6-4640-86A3-85CF813FBDFE}" type="pres">
      <dgm:prSet presAssocID="{FA5D99D7-A31B-4FC5-BDAA-9B32DF56DD0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D546CB99-3396-4D3C-9A9F-04326E1096A3}" type="pres">
      <dgm:prSet presAssocID="{E33330EC-580E-483B-BFBC-08A6EB7A1423}" presName="vertOne" presStyleCnt="0"/>
      <dgm:spPr/>
    </dgm:pt>
    <dgm:pt modelId="{DF708013-586E-45B8-A77A-E283C2A9B88A}" type="pres">
      <dgm:prSet presAssocID="{E33330EC-580E-483B-BFBC-08A6EB7A1423}" presName="txOne" presStyleLbl="node0" presStyleIdx="0" presStyleCnt="1" custScaleX="83465" custScaleY="18484" custLinFactNeighborX="-36" custLinFactNeighborY="9345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3006033-2E3C-4C6E-B579-F7B97DEAA358}" type="pres">
      <dgm:prSet presAssocID="{E33330EC-580E-483B-BFBC-08A6EB7A1423}" presName="parTransOne" presStyleCnt="0"/>
      <dgm:spPr/>
    </dgm:pt>
    <dgm:pt modelId="{4D507A93-FE4B-4EF8-A363-8B1DEF483668}" type="pres">
      <dgm:prSet presAssocID="{E33330EC-580E-483B-BFBC-08A6EB7A1423}" presName="horzOne" presStyleCnt="0"/>
      <dgm:spPr/>
    </dgm:pt>
    <dgm:pt modelId="{22824CCF-8034-4E88-9455-2BD0F56814DA}" type="pres">
      <dgm:prSet presAssocID="{010FF74F-0037-4E5C-93E6-AECF394D8B48}" presName="vertTwo" presStyleCnt="0"/>
      <dgm:spPr/>
    </dgm:pt>
    <dgm:pt modelId="{94B7D753-0088-45AC-9A25-D40B7AE64C19}" type="pres">
      <dgm:prSet presAssocID="{010FF74F-0037-4E5C-93E6-AECF394D8B48}" presName="txTwo" presStyleLbl="node2" presStyleIdx="0" presStyleCnt="3" custScaleY="50666" custLinFactNeighborY="20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C0919BD-926B-43A8-9355-8B3F2D6A7B16}" type="pres">
      <dgm:prSet presAssocID="{010FF74F-0037-4E5C-93E6-AECF394D8B48}" presName="horzTwo" presStyleCnt="0"/>
      <dgm:spPr/>
    </dgm:pt>
    <dgm:pt modelId="{F774ADBC-324B-409C-BA31-EAF2CCB5722D}" type="pres">
      <dgm:prSet presAssocID="{88B0CA9D-844E-4BE7-9CBE-89AD2F73E0C8}" presName="sibSpaceTwo" presStyleCnt="0"/>
      <dgm:spPr/>
    </dgm:pt>
    <dgm:pt modelId="{AB2B741F-FC96-40AE-B03C-E2859C05070F}" type="pres">
      <dgm:prSet presAssocID="{71C25EB2-B683-480D-A3ED-284D0937E8A0}" presName="vertTwo" presStyleCnt="0"/>
      <dgm:spPr/>
    </dgm:pt>
    <dgm:pt modelId="{8C9BFAED-C638-45D1-B556-E714811AF47A}" type="pres">
      <dgm:prSet presAssocID="{71C25EB2-B683-480D-A3ED-284D0937E8A0}" presName="txTwo" presStyleLbl="node2" presStyleIdx="1" presStyleCnt="3" custScaleY="50666" custLinFactNeighborY="20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A6AC175-CE45-4C64-874D-C8FD5088E4AC}" type="pres">
      <dgm:prSet presAssocID="{71C25EB2-B683-480D-A3ED-284D0937E8A0}" presName="horzTwo" presStyleCnt="0"/>
      <dgm:spPr/>
    </dgm:pt>
    <dgm:pt modelId="{BA87F64B-1686-421F-8FA5-5256D0A117E5}" type="pres">
      <dgm:prSet presAssocID="{EDD2DCBD-9B59-4E36-B9F5-B9419D7CD3FA}" presName="sibSpaceTwo" presStyleCnt="0"/>
      <dgm:spPr/>
    </dgm:pt>
    <dgm:pt modelId="{798154F3-5AB0-4186-8CBF-BD433E27E286}" type="pres">
      <dgm:prSet presAssocID="{175DAF72-404E-4F1A-879E-30B6E621E8FD}" presName="vertTwo" presStyleCnt="0"/>
      <dgm:spPr/>
    </dgm:pt>
    <dgm:pt modelId="{BA6AEF87-A533-4D9A-ABBF-5D4BE8A620D8}" type="pres">
      <dgm:prSet presAssocID="{175DAF72-404E-4F1A-879E-30B6E621E8FD}" presName="txTwo" presStyleLbl="node2" presStyleIdx="2" presStyleCnt="3" custScaleY="50666" custLinFactNeighborY="20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3851BA8-05C4-4AB0-A3CF-A1C1B6DF3CED}" type="pres">
      <dgm:prSet presAssocID="{175DAF72-404E-4F1A-879E-30B6E621E8FD}" presName="horzTwo" presStyleCnt="0"/>
      <dgm:spPr/>
    </dgm:pt>
  </dgm:ptLst>
  <dgm:cxnLst>
    <dgm:cxn modelId="{F4573C16-2679-4AE9-8FEA-C1994AB8699B}" srcId="{E33330EC-580E-483B-BFBC-08A6EB7A1423}" destId="{010FF74F-0037-4E5C-93E6-AECF394D8B48}" srcOrd="0" destOrd="0" parTransId="{5D76515F-9FC1-48C4-9461-AF4FFFD673FB}" sibTransId="{88B0CA9D-844E-4BE7-9CBE-89AD2F73E0C8}"/>
    <dgm:cxn modelId="{4E0343D3-DFE5-49A0-8BFD-D702A627E8BD}" srcId="{E33330EC-580E-483B-BFBC-08A6EB7A1423}" destId="{175DAF72-404E-4F1A-879E-30B6E621E8FD}" srcOrd="2" destOrd="0" parTransId="{C0492CE7-73CF-4EB8-8E3B-B8EB9F406B42}" sibTransId="{30DD5E37-1A5F-46EC-92BD-F98B6F7D0970}"/>
    <dgm:cxn modelId="{95801611-48C1-4597-A043-F27984619206}" srcId="{FA5D99D7-A31B-4FC5-BDAA-9B32DF56DD0C}" destId="{E33330EC-580E-483B-BFBC-08A6EB7A1423}" srcOrd="0" destOrd="0" parTransId="{2C6A9589-2DAC-4B37-9CED-85287946F43C}" sibTransId="{8D0E5D83-AEBB-4124-83C0-648A98E44DCA}"/>
    <dgm:cxn modelId="{DE07329B-AFE6-438D-A6C1-419EFB288DCF}" type="presOf" srcId="{E33330EC-580E-483B-BFBC-08A6EB7A1423}" destId="{DF708013-586E-45B8-A77A-E283C2A9B88A}" srcOrd="0" destOrd="0" presId="urn:microsoft.com/office/officeart/2005/8/layout/hierarchy4"/>
    <dgm:cxn modelId="{129030FB-C122-483D-ABDF-9E8FA739B9F6}" srcId="{E33330EC-580E-483B-BFBC-08A6EB7A1423}" destId="{71C25EB2-B683-480D-A3ED-284D0937E8A0}" srcOrd="1" destOrd="0" parTransId="{E2D9818B-0B4C-4E7C-B64D-CDFCE402D3F4}" sibTransId="{EDD2DCBD-9B59-4E36-B9F5-B9419D7CD3FA}"/>
    <dgm:cxn modelId="{AFB1BE9F-F5DD-409D-B525-BA6181884E33}" type="presOf" srcId="{175DAF72-404E-4F1A-879E-30B6E621E8FD}" destId="{BA6AEF87-A533-4D9A-ABBF-5D4BE8A620D8}" srcOrd="0" destOrd="0" presId="urn:microsoft.com/office/officeart/2005/8/layout/hierarchy4"/>
    <dgm:cxn modelId="{CF16958A-0C4D-49B7-B46D-E9DD7FDF79C1}" type="presOf" srcId="{71C25EB2-B683-480D-A3ED-284D0937E8A0}" destId="{8C9BFAED-C638-45D1-B556-E714811AF47A}" srcOrd="0" destOrd="0" presId="urn:microsoft.com/office/officeart/2005/8/layout/hierarchy4"/>
    <dgm:cxn modelId="{0582A135-587B-4DFE-ADB8-F7CCAF87D1E4}" type="presOf" srcId="{010FF74F-0037-4E5C-93E6-AECF394D8B48}" destId="{94B7D753-0088-45AC-9A25-D40B7AE64C19}" srcOrd="0" destOrd="0" presId="urn:microsoft.com/office/officeart/2005/8/layout/hierarchy4"/>
    <dgm:cxn modelId="{C7D018A2-735E-47A2-9927-1FDC2ED20333}" type="presOf" srcId="{FA5D99D7-A31B-4FC5-BDAA-9B32DF56DD0C}" destId="{F0E6B09F-44C6-4640-86A3-85CF813FBDFE}" srcOrd="0" destOrd="0" presId="urn:microsoft.com/office/officeart/2005/8/layout/hierarchy4"/>
    <dgm:cxn modelId="{87860FB0-FB65-4845-A41B-245254A57522}" type="presParOf" srcId="{F0E6B09F-44C6-4640-86A3-85CF813FBDFE}" destId="{D546CB99-3396-4D3C-9A9F-04326E1096A3}" srcOrd="0" destOrd="0" presId="urn:microsoft.com/office/officeart/2005/8/layout/hierarchy4"/>
    <dgm:cxn modelId="{B9A81482-5726-42AD-A656-7A00802BA0DD}" type="presParOf" srcId="{D546CB99-3396-4D3C-9A9F-04326E1096A3}" destId="{DF708013-586E-45B8-A77A-E283C2A9B88A}" srcOrd="0" destOrd="0" presId="urn:microsoft.com/office/officeart/2005/8/layout/hierarchy4"/>
    <dgm:cxn modelId="{F84B199F-0105-4CED-B77D-DBE24516F4B5}" type="presParOf" srcId="{D546CB99-3396-4D3C-9A9F-04326E1096A3}" destId="{03006033-2E3C-4C6E-B579-F7B97DEAA358}" srcOrd="1" destOrd="0" presId="urn:microsoft.com/office/officeart/2005/8/layout/hierarchy4"/>
    <dgm:cxn modelId="{F511B601-9BCB-4E5B-B9A8-C6708D0B2A4F}" type="presParOf" srcId="{D546CB99-3396-4D3C-9A9F-04326E1096A3}" destId="{4D507A93-FE4B-4EF8-A363-8B1DEF483668}" srcOrd="2" destOrd="0" presId="urn:microsoft.com/office/officeart/2005/8/layout/hierarchy4"/>
    <dgm:cxn modelId="{33387E88-2125-486C-9D51-853863B9CA35}" type="presParOf" srcId="{4D507A93-FE4B-4EF8-A363-8B1DEF483668}" destId="{22824CCF-8034-4E88-9455-2BD0F56814DA}" srcOrd="0" destOrd="0" presId="urn:microsoft.com/office/officeart/2005/8/layout/hierarchy4"/>
    <dgm:cxn modelId="{083F30E6-3B88-49BD-A598-29076000CCFA}" type="presParOf" srcId="{22824CCF-8034-4E88-9455-2BD0F56814DA}" destId="{94B7D753-0088-45AC-9A25-D40B7AE64C19}" srcOrd="0" destOrd="0" presId="urn:microsoft.com/office/officeart/2005/8/layout/hierarchy4"/>
    <dgm:cxn modelId="{BB64B884-F1F2-4F04-80FD-9FFF369325AF}" type="presParOf" srcId="{22824CCF-8034-4E88-9455-2BD0F56814DA}" destId="{9C0919BD-926B-43A8-9355-8B3F2D6A7B16}" srcOrd="1" destOrd="0" presId="urn:microsoft.com/office/officeart/2005/8/layout/hierarchy4"/>
    <dgm:cxn modelId="{6C1D3449-C7BC-4C8D-A4FF-52D11E083EB3}" type="presParOf" srcId="{4D507A93-FE4B-4EF8-A363-8B1DEF483668}" destId="{F774ADBC-324B-409C-BA31-EAF2CCB5722D}" srcOrd="1" destOrd="0" presId="urn:microsoft.com/office/officeart/2005/8/layout/hierarchy4"/>
    <dgm:cxn modelId="{6AE093B5-A427-425C-BC97-042C3A0C5EA7}" type="presParOf" srcId="{4D507A93-FE4B-4EF8-A363-8B1DEF483668}" destId="{AB2B741F-FC96-40AE-B03C-E2859C05070F}" srcOrd="2" destOrd="0" presId="urn:microsoft.com/office/officeart/2005/8/layout/hierarchy4"/>
    <dgm:cxn modelId="{D56ADB72-9A91-4C03-9ECD-955BE3EF843B}" type="presParOf" srcId="{AB2B741F-FC96-40AE-B03C-E2859C05070F}" destId="{8C9BFAED-C638-45D1-B556-E714811AF47A}" srcOrd="0" destOrd="0" presId="urn:microsoft.com/office/officeart/2005/8/layout/hierarchy4"/>
    <dgm:cxn modelId="{617DFAE8-58F6-416E-B6EC-93419C41C384}" type="presParOf" srcId="{AB2B741F-FC96-40AE-B03C-E2859C05070F}" destId="{EA6AC175-CE45-4C64-874D-C8FD5088E4AC}" srcOrd="1" destOrd="0" presId="urn:microsoft.com/office/officeart/2005/8/layout/hierarchy4"/>
    <dgm:cxn modelId="{B1AD6011-D1E8-49FC-84E9-F69273ECDDC8}" type="presParOf" srcId="{4D507A93-FE4B-4EF8-A363-8B1DEF483668}" destId="{BA87F64B-1686-421F-8FA5-5256D0A117E5}" srcOrd="3" destOrd="0" presId="urn:microsoft.com/office/officeart/2005/8/layout/hierarchy4"/>
    <dgm:cxn modelId="{7A0EC285-E78C-4807-96FC-9DBB0C451A50}" type="presParOf" srcId="{4D507A93-FE4B-4EF8-A363-8B1DEF483668}" destId="{798154F3-5AB0-4186-8CBF-BD433E27E286}" srcOrd="4" destOrd="0" presId="urn:microsoft.com/office/officeart/2005/8/layout/hierarchy4"/>
    <dgm:cxn modelId="{7871C317-5CD2-46A8-98B8-B870888FCA41}" type="presParOf" srcId="{798154F3-5AB0-4186-8CBF-BD433E27E286}" destId="{BA6AEF87-A533-4D9A-ABBF-5D4BE8A620D8}" srcOrd="0" destOrd="0" presId="urn:microsoft.com/office/officeart/2005/8/layout/hierarchy4"/>
    <dgm:cxn modelId="{EC198E9C-F41E-4F83-80E9-8401EC8DBBCA}" type="presParOf" srcId="{798154F3-5AB0-4186-8CBF-BD433E27E286}" destId="{03851BA8-05C4-4AB0-A3CF-A1C1B6DF3CED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0B9AFD-1BE2-4F18-88B9-492A29968D3F}" type="doc">
      <dgm:prSet loTypeId="urn:microsoft.com/office/officeart/2005/8/layout/vProcess5" loCatId="process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00CA39AA-98B5-4D32-9546-694C706C10D1}">
      <dgm:prSet custT="1"/>
      <dgm:spPr/>
      <dgm:t>
        <a:bodyPr/>
        <a:lstStyle/>
        <a:p>
          <a:pPr rtl="0"/>
          <a:r>
            <a:rPr lang="zh-CN" altLang="zh-CN" sz="1800" b="1" dirty="0" smtClean="0"/>
            <a:t>第一次触发：进行转换的通道序列为</a:t>
          </a:r>
          <a:r>
            <a:rPr lang="en-US" altLang="zh-CN" sz="1800" b="1" dirty="0" smtClean="0"/>
            <a:t>0</a:t>
          </a:r>
          <a:r>
            <a:rPr lang="zh-CN" altLang="zh-CN" sz="1800" b="1" dirty="0" smtClean="0"/>
            <a:t>、</a:t>
          </a:r>
          <a:r>
            <a:rPr lang="en-US" altLang="zh-CN" sz="1800" b="1" dirty="0" smtClean="0"/>
            <a:t>1</a:t>
          </a:r>
          <a:r>
            <a:rPr lang="zh-CN" altLang="zh-CN" sz="1800" b="1" dirty="0" smtClean="0"/>
            <a:t>、</a:t>
          </a:r>
          <a:r>
            <a:rPr lang="en-US" altLang="zh-CN" sz="1800" b="1" dirty="0" smtClean="0"/>
            <a:t>2</a:t>
          </a:r>
          <a:r>
            <a:rPr lang="zh-CN" altLang="zh-CN" sz="1800" b="1" dirty="0" smtClean="0"/>
            <a:t>；</a:t>
          </a:r>
          <a:endParaRPr lang="zh-CN" sz="1800" b="1" dirty="0"/>
        </a:p>
      </dgm:t>
    </dgm:pt>
    <dgm:pt modelId="{DA2780FF-AEE9-4391-BA43-754C55F59B11}" type="parTrans" cxnId="{E172AEFF-0622-43BB-9E2A-33CDF19FB56D}">
      <dgm:prSet/>
      <dgm:spPr/>
      <dgm:t>
        <a:bodyPr/>
        <a:lstStyle/>
        <a:p>
          <a:endParaRPr lang="zh-CN" altLang="en-US" sz="1800" b="1"/>
        </a:p>
      </dgm:t>
    </dgm:pt>
    <dgm:pt modelId="{70789CE1-6B51-4905-9D8A-FEB070212A5F}" type="sibTrans" cxnId="{E172AEFF-0622-43BB-9E2A-33CDF19FB56D}">
      <dgm:prSet custT="1"/>
      <dgm:spPr/>
      <dgm:t>
        <a:bodyPr/>
        <a:lstStyle/>
        <a:p>
          <a:endParaRPr lang="zh-CN" altLang="en-US" sz="1800" b="1"/>
        </a:p>
      </dgm:t>
    </dgm:pt>
    <dgm:pt modelId="{3AB177F7-8AF4-45D3-A878-881189A54FDF}">
      <dgm:prSet custT="1"/>
      <dgm:spPr/>
      <dgm:t>
        <a:bodyPr/>
        <a:lstStyle/>
        <a:p>
          <a:r>
            <a:rPr lang="zh-CN" altLang="zh-CN" sz="1800" b="1" smtClean="0"/>
            <a:t>第二次触发：进行转换的通道序列为</a:t>
          </a:r>
          <a:r>
            <a:rPr lang="en-US" altLang="zh-CN" sz="1800" b="1" smtClean="0"/>
            <a:t>3</a:t>
          </a:r>
          <a:r>
            <a:rPr lang="zh-CN" altLang="zh-CN" sz="1800" b="1" smtClean="0"/>
            <a:t>、</a:t>
          </a:r>
          <a:r>
            <a:rPr lang="en-US" altLang="zh-CN" sz="1800" b="1" smtClean="0"/>
            <a:t>6</a:t>
          </a:r>
          <a:r>
            <a:rPr lang="zh-CN" altLang="zh-CN" sz="1800" b="1" smtClean="0"/>
            <a:t>、</a:t>
          </a:r>
          <a:r>
            <a:rPr lang="en-US" altLang="zh-CN" sz="1800" b="1" smtClean="0"/>
            <a:t>7</a:t>
          </a:r>
          <a:r>
            <a:rPr lang="zh-CN" altLang="zh-CN" sz="1800" b="1" smtClean="0"/>
            <a:t>；</a:t>
          </a:r>
          <a:endParaRPr lang="zh-CN" altLang="zh-CN" sz="1800" b="1" dirty="0"/>
        </a:p>
      </dgm:t>
    </dgm:pt>
    <dgm:pt modelId="{E24AE5C9-139A-4EA3-AD29-76DBD8C79CCF}" type="parTrans" cxnId="{8A28AAB9-098F-4B7D-AFF7-09A79C828FAB}">
      <dgm:prSet/>
      <dgm:spPr/>
      <dgm:t>
        <a:bodyPr/>
        <a:lstStyle/>
        <a:p>
          <a:endParaRPr lang="zh-CN" altLang="en-US" sz="1800"/>
        </a:p>
      </dgm:t>
    </dgm:pt>
    <dgm:pt modelId="{0651F74A-28E7-4482-AED0-64F42A0B4B6E}" type="sibTrans" cxnId="{8A28AAB9-098F-4B7D-AFF7-09A79C828FAB}">
      <dgm:prSet custT="1"/>
      <dgm:spPr/>
      <dgm:t>
        <a:bodyPr/>
        <a:lstStyle/>
        <a:p>
          <a:endParaRPr lang="zh-CN" altLang="en-US" sz="1800"/>
        </a:p>
      </dgm:t>
    </dgm:pt>
    <dgm:pt modelId="{38CDF1A1-E508-4CF6-8CDF-CA65FF445415}">
      <dgm:prSet custT="1"/>
      <dgm:spPr/>
      <dgm:t>
        <a:bodyPr/>
        <a:lstStyle/>
        <a:p>
          <a:r>
            <a:rPr lang="zh-CN" altLang="zh-CN" sz="1800" b="1" smtClean="0"/>
            <a:t>第三次触发：进行转换的通道序列为</a:t>
          </a:r>
          <a:r>
            <a:rPr lang="en-US" altLang="zh-CN" sz="1800" b="1" smtClean="0"/>
            <a:t>9</a:t>
          </a:r>
          <a:r>
            <a:rPr lang="zh-CN" altLang="zh-CN" sz="1800" b="1" smtClean="0"/>
            <a:t>、</a:t>
          </a:r>
          <a:r>
            <a:rPr lang="en-US" altLang="zh-CN" sz="1800" b="1" smtClean="0"/>
            <a:t>10</a:t>
          </a:r>
          <a:r>
            <a:rPr lang="zh-CN" altLang="zh-CN" sz="1800" b="1" smtClean="0"/>
            <a:t>，并产生</a:t>
          </a:r>
          <a:r>
            <a:rPr lang="en-US" altLang="zh-CN" sz="1800" b="1" smtClean="0"/>
            <a:t>EOC</a:t>
          </a:r>
          <a:r>
            <a:rPr lang="zh-CN" altLang="zh-CN" sz="1800" b="1" smtClean="0"/>
            <a:t>事件；</a:t>
          </a:r>
          <a:endParaRPr lang="zh-CN" altLang="zh-CN" sz="1800" b="1" dirty="0"/>
        </a:p>
      </dgm:t>
    </dgm:pt>
    <dgm:pt modelId="{3FDE30C5-3764-4F38-B8D3-95C167E19527}" type="parTrans" cxnId="{D0941ED3-2264-4417-8CEA-4CBC5974710E}">
      <dgm:prSet/>
      <dgm:spPr/>
      <dgm:t>
        <a:bodyPr/>
        <a:lstStyle/>
        <a:p>
          <a:endParaRPr lang="zh-CN" altLang="en-US" sz="1800"/>
        </a:p>
      </dgm:t>
    </dgm:pt>
    <dgm:pt modelId="{5134AB74-AC94-48E1-9C2B-4825AF100EDA}" type="sibTrans" cxnId="{D0941ED3-2264-4417-8CEA-4CBC5974710E}">
      <dgm:prSet custT="1"/>
      <dgm:spPr/>
      <dgm:t>
        <a:bodyPr/>
        <a:lstStyle/>
        <a:p>
          <a:endParaRPr lang="zh-CN" altLang="en-US" sz="1800"/>
        </a:p>
      </dgm:t>
    </dgm:pt>
    <dgm:pt modelId="{248AC718-2AA8-4ADA-8D91-F2E94CEF2879}">
      <dgm:prSet custT="1"/>
      <dgm:spPr/>
      <dgm:t>
        <a:bodyPr/>
        <a:lstStyle/>
        <a:p>
          <a:r>
            <a:rPr lang="zh-CN" altLang="zh-CN" sz="1800" b="1" smtClean="0"/>
            <a:t>第四次触发：进行转换的通道序列</a:t>
          </a:r>
          <a:r>
            <a:rPr lang="en-US" altLang="zh-CN" sz="1800" b="1" smtClean="0"/>
            <a:t>0</a:t>
          </a:r>
          <a:r>
            <a:rPr lang="zh-CN" altLang="zh-CN" sz="1800" b="1" smtClean="0"/>
            <a:t>、</a:t>
          </a:r>
          <a:r>
            <a:rPr lang="en-US" altLang="zh-CN" sz="1800" b="1" smtClean="0"/>
            <a:t>1</a:t>
          </a:r>
          <a:r>
            <a:rPr lang="zh-CN" altLang="zh-CN" sz="1800" b="1" smtClean="0"/>
            <a:t>、</a:t>
          </a:r>
          <a:r>
            <a:rPr lang="en-US" altLang="zh-CN" sz="1800" b="1" smtClean="0"/>
            <a:t>2</a:t>
          </a:r>
          <a:r>
            <a:rPr lang="zh-CN" altLang="zh-CN" sz="1800" b="1" smtClean="0"/>
            <a:t>。</a:t>
          </a:r>
          <a:endParaRPr lang="zh-CN" altLang="zh-CN" sz="1800" b="1" dirty="0"/>
        </a:p>
      </dgm:t>
    </dgm:pt>
    <dgm:pt modelId="{8C3FD0D2-805A-4B9D-B29B-807E54E73FC9}" type="parTrans" cxnId="{15941F2B-D387-46F7-B07A-5BF291E373EC}">
      <dgm:prSet/>
      <dgm:spPr/>
      <dgm:t>
        <a:bodyPr/>
        <a:lstStyle/>
        <a:p>
          <a:endParaRPr lang="zh-CN" altLang="en-US" sz="1800"/>
        </a:p>
      </dgm:t>
    </dgm:pt>
    <dgm:pt modelId="{63B0600C-1839-4267-8603-115A8812541B}" type="sibTrans" cxnId="{15941F2B-D387-46F7-B07A-5BF291E373EC}">
      <dgm:prSet/>
      <dgm:spPr/>
      <dgm:t>
        <a:bodyPr/>
        <a:lstStyle/>
        <a:p>
          <a:endParaRPr lang="zh-CN" altLang="en-US" sz="1800"/>
        </a:p>
      </dgm:t>
    </dgm:pt>
    <dgm:pt modelId="{BFE4C712-B452-4581-A4D2-1130E99E0CC0}" type="pres">
      <dgm:prSet presAssocID="{B20B9AFD-1BE2-4F18-88B9-492A29968D3F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6FD8EE1-E7BB-40E9-ADF6-9FE41BA117FF}" type="pres">
      <dgm:prSet presAssocID="{B20B9AFD-1BE2-4F18-88B9-492A29968D3F}" presName="dummyMaxCanvas" presStyleCnt="0">
        <dgm:presLayoutVars/>
      </dgm:prSet>
      <dgm:spPr/>
      <dgm:t>
        <a:bodyPr/>
        <a:lstStyle/>
        <a:p>
          <a:endParaRPr lang="zh-CN" altLang="en-US"/>
        </a:p>
      </dgm:t>
    </dgm:pt>
    <dgm:pt modelId="{AE15FE62-28F1-41E7-829B-2F49FDB2328E}" type="pres">
      <dgm:prSet presAssocID="{B20B9AFD-1BE2-4F18-88B9-492A29968D3F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D2FBEF2-6B42-40D8-9A19-B39B6D2FCAA7}" type="pres">
      <dgm:prSet presAssocID="{B20B9AFD-1BE2-4F18-88B9-492A29968D3F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04D215D-90A1-43EC-9B57-60B5F4A8FF01}" type="pres">
      <dgm:prSet presAssocID="{B20B9AFD-1BE2-4F18-88B9-492A29968D3F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6BCA7F-176C-4D34-B1BC-DB9FB4A0976B}" type="pres">
      <dgm:prSet presAssocID="{B20B9AFD-1BE2-4F18-88B9-492A29968D3F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A864B37-5A43-4F32-AD74-18D5F0281072}" type="pres">
      <dgm:prSet presAssocID="{B20B9AFD-1BE2-4F18-88B9-492A29968D3F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AD72C5-59E0-4710-BC79-98346A8A8742}" type="pres">
      <dgm:prSet presAssocID="{B20B9AFD-1BE2-4F18-88B9-492A29968D3F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67DE8D0-C1B2-4F88-93B7-F346E697473A}" type="pres">
      <dgm:prSet presAssocID="{B20B9AFD-1BE2-4F18-88B9-492A29968D3F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40AFE0-4727-443C-BC60-7BE72BC30ACC}" type="pres">
      <dgm:prSet presAssocID="{B20B9AFD-1BE2-4F18-88B9-492A29968D3F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02B6499-C3F4-43B9-A27E-559CD1D48DDE}" type="pres">
      <dgm:prSet presAssocID="{B20B9AFD-1BE2-4F18-88B9-492A29968D3F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5E6D4C1-0CD4-4075-A5D4-94AEAB2F7CF0}" type="pres">
      <dgm:prSet presAssocID="{B20B9AFD-1BE2-4F18-88B9-492A29968D3F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FBC933-89B1-448C-97FB-443ABCFEF9A7}" type="pres">
      <dgm:prSet presAssocID="{B20B9AFD-1BE2-4F18-88B9-492A29968D3F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27508F-6F00-4C8C-BE8B-E525094CAE9D}" type="presOf" srcId="{248AC718-2AA8-4ADA-8D91-F2E94CEF2879}" destId="{32FBC933-89B1-448C-97FB-443ABCFEF9A7}" srcOrd="1" destOrd="0" presId="urn:microsoft.com/office/officeart/2005/8/layout/vProcess5"/>
    <dgm:cxn modelId="{AD324B3B-044B-4C44-A73C-FE9CB246C4F6}" type="presOf" srcId="{38CDF1A1-E508-4CF6-8CDF-CA65FF445415}" destId="{A04D215D-90A1-43EC-9B57-60B5F4A8FF01}" srcOrd="0" destOrd="0" presId="urn:microsoft.com/office/officeart/2005/8/layout/vProcess5"/>
    <dgm:cxn modelId="{0A322231-AFB0-4C2D-9E11-E32E44FD32B8}" type="presOf" srcId="{0651F74A-28E7-4482-AED0-64F42A0B4B6E}" destId="{6CAD72C5-59E0-4710-BC79-98346A8A8742}" srcOrd="0" destOrd="0" presId="urn:microsoft.com/office/officeart/2005/8/layout/vProcess5"/>
    <dgm:cxn modelId="{D164DD35-212E-41C4-83D9-546F471FC10D}" type="presOf" srcId="{5134AB74-AC94-48E1-9C2B-4825AF100EDA}" destId="{167DE8D0-C1B2-4F88-93B7-F346E697473A}" srcOrd="0" destOrd="0" presId="urn:microsoft.com/office/officeart/2005/8/layout/vProcess5"/>
    <dgm:cxn modelId="{B8E68C20-3C18-4D1A-BDDD-89EC7EFA2B79}" type="presOf" srcId="{00CA39AA-98B5-4D32-9546-694C706C10D1}" destId="{4340AFE0-4727-443C-BC60-7BE72BC30ACC}" srcOrd="1" destOrd="0" presId="urn:microsoft.com/office/officeart/2005/8/layout/vProcess5"/>
    <dgm:cxn modelId="{15941F2B-D387-46F7-B07A-5BF291E373EC}" srcId="{B20B9AFD-1BE2-4F18-88B9-492A29968D3F}" destId="{248AC718-2AA8-4ADA-8D91-F2E94CEF2879}" srcOrd="3" destOrd="0" parTransId="{8C3FD0D2-805A-4B9D-B29B-807E54E73FC9}" sibTransId="{63B0600C-1839-4267-8603-115A8812541B}"/>
    <dgm:cxn modelId="{A6A34E21-5EE4-42BF-85B5-BE7011D40673}" type="presOf" srcId="{3AB177F7-8AF4-45D3-A878-881189A54FDF}" destId="{AD2FBEF2-6B42-40D8-9A19-B39B6D2FCAA7}" srcOrd="0" destOrd="0" presId="urn:microsoft.com/office/officeart/2005/8/layout/vProcess5"/>
    <dgm:cxn modelId="{ABA0F39E-D22A-4F0B-BFE5-7526C898F8BE}" type="presOf" srcId="{3AB177F7-8AF4-45D3-A878-881189A54FDF}" destId="{402B6499-C3F4-43B9-A27E-559CD1D48DDE}" srcOrd="1" destOrd="0" presId="urn:microsoft.com/office/officeart/2005/8/layout/vProcess5"/>
    <dgm:cxn modelId="{8A28AAB9-098F-4B7D-AFF7-09A79C828FAB}" srcId="{B20B9AFD-1BE2-4F18-88B9-492A29968D3F}" destId="{3AB177F7-8AF4-45D3-A878-881189A54FDF}" srcOrd="1" destOrd="0" parTransId="{E24AE5C9-139A-4EA3-AD29-76DBD8C79CCF}" sibTransId="{0651F74A-28E7-4482-AED0-64F42A0B4B6E}"/>
    <dgm:cxn modelId="{BB9F8A2A-8544-4AD7-96B3-C41EB5D55B2D}" type="presOf" srcId="{B20B9AFD-1BE2-4F18-88B9-492A29968D3F}" destId="{BFE4C712-B452-4581-A4D2-1130E99E0CC0}" srcOrd="0" destOrd="0" presId="urn:microsoft.com/office/officeart/2005/8/layout/vProcess5"/>
    <dgm:cxn modelId="{D0941ED3-2264-4417-8CEA-4CBC5974710E}" srcId="{B20B9AFD-1BE2-4F18-88B9-492A29968D3F}" destId="{38CDF1A1-E508-4CF6-8CDF-CA65FF445415}" srcOrd="2" destOrd="0" parTransId="{3FDE30C5-3764-4F38-B8D3-95C167E19527}" sibTransId="{5134AB74-AC94-48E1-9C2B-4825AF100EDA}"/>
    <dgm:cxn modelId="{E172AEFF-0622-43BB-9E2A-33CDF19FB56D}" srcId="{B20B9AFD-1BE2-4F18-88B9-492A29968D3F}" destId="{00CA39AA-98B5-4D32-9546-694C706C10D1}" srcOrd="0" destOrd="0" parTransId="{DA2780FF-AEE9-4391-BA43-754C55F59B11}" sibTransId="{70789CE1-6B51-4905-9D8A-FEB070212A5F}"/>
    <dgm:cxn modelId="{93C07A4D-DEB2-4143-A99E-F83419A1C1FA}" type="presOf" srcId="{38CDF1A1-E508-4CF6-8CDF-CA65FF445415}" destId="{15E6D4C1-0CD4-4075-A5D4-94AEAB2F7CF0}" srcOrd="1" destOrd="0" presId="urn:microsoft.com/office/officeart/2005/8/layout/vProcess5"/>
    <dgm:cxn modelId="{BEDEAD41-1DF5-4C6A-99C0-141CA2F89088}" type="presOf" srcId="{00CA39AA-98B5-4D32-9546-694C706C10D1}" destId="{AE15FE62-28F1-41E7-829B-2F49FDB2328E}" srcOrd="0" destOrd="0" presId="urn:microsoft.com/office/officeart/2005/8/layout/vProcess5"/>
    <dgm:cxn modelId="{B3488921-F94B-481F-A795-ACB9C752ED77}" type="presOf" srcId="{248AC718-2AA8-4ADA-8D91-F2E94CEF2879}" destId="{436BCA7F-176C-4D34-B1BC-DB9FB4A0976B}" srcOrd="0" destOrd="0" presId="urn:microsoft.com/office/officeart/2005/8/layout/vProcess5"/>
    <dgm:cxn modelId="{CEBDC2CA-5C2F-4575-86CB-6CB1165356C2}" type="presOf" srcId="{70789CE1-6B51-4905-9D8A-FEB070212A5F}" destId="{CA864B37-5A43-4F32-AD74-18D5F0281072}" srcOrd="0" destOrd="0" presId="urn:microsoft.com/office/officeart/2005/8/layout/vProcess5"/>
    <dgm:cxn modelId="{763E839E-E56D-4010-BDE8-65C73FD5892F}" type="presParOf" srcId="{BFE4C712-B452-4581-A4D2-1130E99E0CC0}" destId="{36FD8EE1-E7BB-40E9-ADF6-9FE41BA117FF}" srcOrd="0" destOrd="0" presId="urn:microsoft.com/office/officeart/2005/8/layout/vProcess5"/>
    <dgm:cxn modelId="{30B0593C-19F6-4CE7-8704-5A4E7B249352}" type="presParOf" srcId="{BFE4C712-B452-4581-A4D2-1130E99E0CC0}" destId="{AE15FE62-28F1-41E7-829B-2F49FDB2328E}" srcOrd="1" destOrd="0" presId="urn:microsoft.com/office/officeart/2005/8/layout/vProcess5"/>
    <dgm:cxn modelId="{204289A4-D465-43C8-BB96-CBCDAC4B0AC6}" type="presParOf" srcId="{BFE4C712-B452-4581-A4D2-1130E99E0CC0}" destId="{AD2FBEF2-6B42-40D8-9A19-B39B6D2FCAA7}" srcOrd="2" destOrd="0" presId="urn:microsoft.com/office/officeart/2005/8/layout/vProcess5"/>
    <dgm:cxn modelId="{518EDF33-6FD2-49A1-9117-F08907BF9B3E}" type="presParOf" srcId="{BFE4C712-B452-4581-A4D2-1130E99E0CC0}" destId="{A04D215D-90A1-43EC-9B57-60B5F4A8FF01}" srcOrd="3" destOrd="0" presId="urn:microsoft.com/office/officeart/2005/8/layout/vProcess5"/>
    <dgm:cxn modelId="{A6E652FF-9631-4E54-8A9E-240F140F557D}" type="presParOf" srcId="{BFE4C712-B452-4581-A4D2-1130E99E0CC0}" destId="{436BCA7F-176C-4D34-B1BC-DB9FB4A0976B}" srcOrd="4" destOrd="0" presId="urn:microsoft.com/office/officeart/2005/8/layout/vProcess5"/>
    <dgm:cxn modelId="{08F47DE8-17E7-45A0-A4ED-51D941C79711}" type="presParOf" srcId="{BFE4C712-B452-4581-A4D2-1130E99E0CC0}" destId="{CA864B37-5A43-4F32-AD74-18D5F0281072}" srcOrd="5" destOrd="0" presId="urn:microsoft.com/office/officeart/2005/8/layout/vProcess5"/>
    <dgm:cxn modelId="{D55E38D5-54CC-4A24-99BA-0499F5B861E0}" type="presParOf" srcId="{BFE4C712-B452-4581-A4D2-1130E99E0CC0}" destId="{6CAD72C5-59E0-4710-BC79-98346A8A8742}" srcOrd="6" destOrd="0" presId="urn:microsoft.com/office/officeart/2005/8/layout/vProcess5"/>
    <dgm:cxn modelId="{56819D2A-D38D-48D6-BDBD-9C07FFC9804D}" type="presParOf" srcId="{BFE4C712-B452-4581-A4D2-1130E99E0CC0}" destId="{167DE8D0-C1B2-4F88-93B7-F346E697473A}" srcOrd="7" destOrd="0" presId="urn:microsoft.com/office/officeart/2005/8/layout/vProcess5"/>
    <dgm:cxn modelId="{FB7C7B8A-22A6-4BCF-BC58-EC5F027ADD33}" type="presParOf" srcId="{BFE4C712-B452-4581-A4D2-1130E99E0CC0}" destId="{4340AFE0-4727-443C-BC60-7BE72BC30ACC}" srcOrd="8" destOrd="0" presId="urn:microsoft.com/office/officeart/2005/8/layout/vProcess5"/>
    <dgm:cxn modelId="{90BAA0BE-CAA7-48B6-8712-543C1F2E4C4C}" type="presParOf" srcId="{BFE4C712-B452-4581-A4D2-1130E99E0CC0}" destId="{402B6499-C3F4-43B9-A27E-559CD1D48DDE}" srcOrd="9" destOrd="0" presId="urn:microsoft.com/office/officeart/2005/8/layout/vProcess5"/>
    <dgm:cxn modelId="{6FD745A9-3632-4FE8-A4A5-FEAE782DA69A}" type="presParOf" srcId="{BFE4C712-B452-4581-A4D2-1130E99E0CC0}" destId="{15E6D4C1-0CD4-4075-A5D4-94AEAB2F7CF0}" srcOrd="10" destOrd="0" presId="urn:microsoft.com/office/officeart/2005/8/layout/vProcess5"/>
    <dgm:cxn modelId="{69F71EA1-F8E8-41B3-85B8-045663F781AD}" type="presParOf" srcId="{BFE4C712-B452-4581-A4D2-1130E99E0CC0}" destId="{32FBC933-89B1-448C-97FB-443ABCFEF9A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103D46-8351-49F4-A00E-84E0D53069E2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4B07B968-2C30-4942-A18D-EC8D561FCEF6}">
      <dgm:prSet phldrT="[文本]" custT="1"/>
      <dgm:spPr/>
      <dgm:t>
        <a:bodyPr/>
        <a:lstStyle/>
        <a:p>
          <a:r>
            <a:rPr lang="zh-CN" altLang="en-US" sz="1800" b="1" dirty="0" smtClean="0"/>
            <a:t>软件设计</a:t>
          </a:r>
          <a:endParaRPr lang="zh-CN" altLang="en-US" sz="1800" b="1" dirty="0"/>
        </a:p>
      </dgm:t>
    </dgm:pt>
    <dgm:pt modelId="{280F6AC1-C0C4-438B-B3D4-B18EE9B05E38}" type="par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AB558B99-BE41-49FA-A9A0-692B93FAFF6A}" type="sib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0DF59A6B-8766-4C2D-8EE5-C9D9A325379B}">
      <dgm:prSet phldrT="[文本]" custT="1"/>
      <dgm:spPr/>
      <dgm:t>
        <a:bodyPr/>
        <a:lstStyle/>
        <a:p>
          <a:r>
            <a:rPr lang="en-US" sz="1800" b="1" dirty="0" err="1" smtClean="0"/>
            <a:t>main.c</a:t>
          </a:r>
          <a:r>
            <a:rPr lang="zh-CN" sz="1800" b="1" dirty="0" smtClean="0"/>
            <a:t>文件</a:t>
          </a:r>
          <a:endParaRPr lang="zh-CN" altLang="en-US" sz="1800" b="1" dirty="0"/>
        </a:p>
      </dgm:t>
    </dgm:pt>
    <dgm:pt modelId="{9664FCAC-0ACE-47E3-AA93-66B70DBD7E2D}" type="par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63B209D0-E3BA-4803-A8A3-5167D4A0B388}" type="sib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A6D70259-A35F-4F78-9C35-FA15F06714D8}">
      <dgm:prSet phldrT="[文本]" custT="1"/>
      <dgm:spPr/>
      <dgm:t>
        <a:bodyPr/>
        <a:lstStyle/>
        <a:p>
          <a:r>
            <a:rPr lang="en-US" altLang="zh-CN" sz="1800" b="1" dirty="0" err="1" smtClean="0"/>
            <a:t>adc</a:t>
          </a:r>
          <a:r>
            <a:rPr lang="en-US" sz="1800" b="1" dirty="0" err="1" smtClean="0"/>
            <a:t>.c</a:t>
          </a:r>
          <a:r>
            <a:rPr lang="zh-CN" sz="1800" b="1" dirty="0" smtClean="0"/>
            <a:t>文件</a:t>
          </a:r>
          <a:endParaRPr lang="zh-CN" altLang="en-US" sz="1800" b="1" dirty="0"/>
        </a:p>
      </dgm:t>
    </dgm:pt>
    <dgm:pt modelId="{D1C9C9AB-D5A6-4A74-A254-DEEFD5700ADB}" type="par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6D49F307-445B-41F6-AA6A-35D7E66A3617}" type="sib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988E28AD-1D00-4B06-907D-E95C40983163}">
      <dgm:prSet phldrT="[文本]" custT="1"/>
      <dgm:spPr/>
      <dgm:t>
        <a:bodyPr/>
        <a:lstStyle/>
        <a:p>
          <a:r>
            <a:rPr lang="en-US" altLang="zh-CN" sz="1800" b="1" dirty="0" err="1" smtClean="0"/>
            <a:t>adc</a:t>
          </a:r>
          <a:r>
            <a:rPr lang="en-US" sz="1800" b="1" dirty="0" err="1" smtClean="0"/>
            <a:t>.h</a:t>
          </a:r>
          <a:r>
            <a:rPr lang="zh-CN" sz="1800" b="1" dirty="0" smtClean="0"/>
            <a:t>头文件</a:t>
          </a:r>
          <a:endParaRPr lang="zh-CN" altLang="en-US" sz="1800" b="1" dirty="0"/>
        </a:p>
      </dgm:t>
    </dgm:pt>
    <dgm:pt modelId="{C248154C-7F5B-496F-9049-68F1D517C091}" type="par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B1649AB3-80E8-4653-B7D6-9DE384543E69}" type="sib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99D53A17-0282-442E-ABB7-42EE3C86F3DC}" type="pres">
      <dgm:prSet presAssocID="{A6103D46-8351-49F4-A00E-84E0D53069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B15D71D1-AF50-4F71-86D7-2E22806589B0}" type="pres">
      <dgm:prSet presAssocID="{4B07B968-2C30-4942-A18D-EC8D561FCEF6}" presName="hierRoot1" presStyleCnt="0"/>
      <dgm:spPr/>
    </dgm:pt>
    <dgm:pt modelId="{39CF98CD-7A4A-418A-9553-0E04A9CC1279}" type="pres">
      <dgm:prSet presAssocID="{4B07B968-2C30-4942-A18D-EC8D561FCEF6}" presName="composite" presStyleCnt="0"/>
      <dgm:spPr/>
    </dgm:pt>
    <dgm:pt modelId="{6743EF83-417E-4A1D-93B9-E9C51D103401}" type="pres">
      <dgm:prSet presAssocID="{4B07B968-2C30-4942-A18D-EC8D561FCEF6}" presName="background" presStyleLbl="node0" presStyleIdx="0" presStyleCnt="1"/>
      <dgm:spPr/>
    </dgm:pt>
    <dgm:pt modelId="{42EF75DD-10A1-4D60-8536-A02214F442E7}" type="pres">
      <dgm:prSet presAssocID="{4B07B968-2C30-4942-A18D-EC8D561FCEF6}" presName="text" presStyleLbl="fgAcc0" presStyleIdx="0" presStyleCnt="1" custScaleX="100005" custLinFactNeighborX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70D73C-DF72-4CDB-A072-ADE2FE8BB7EE}" type="pres">
      <dgm:prSet presAssocID="{4B07B968-2C30-4942-A18D-EC8D561FCEF6}" presName="hierChild2" presStyleCnt="0"/>
      <dgm:spPr/>
    </dgm:pt>
    <dgm:pt modelId="{D0A6F472-E56D-45FB-BFFA-CBAAAAF88CC6}" type="pres">
      <dgm:prSet presAssocID="{9664FCAC-0ACE-47E3-AA93-66B70DBD7E2D}" presName="Name10" presStyleLbl="parChTrans1D2" presStyleIdx="0" presStyleCnt="3"/>
      <dgm:spPr/>
      <dgm:t>
        <a:bodyPr/>
        <a:lstStyle/>
        <a:p>
          <a:endParaRPr lang="zh-CN" altLang="en-US"/>
        </a:p>
      </dgm:t>
    </dgm:pt>
    <dgm:pt modelId="{A0E055BB-00CB-49A3-9F85-A24C231DD086}" type="pres">
      <dgm:prSet presAssocID="{0DF59A6B-8766-4C2D-8EE5-C9D9A325379B}" presName="hierRoot2" presStyleCnt="0"/>
      <dgm:spPr/>
    </dgm:pt>
    <dgm:pt modelId="{A10E1ED1-C336-4DB5-9C95-51FFED58979A}" type="pres">
      <dgm:prSet presAssocID="{0DF59A6B-8766-4C2D-8EE5-C9D9A325379B}" presName="composite2" presStyleCnt="0"/>
      <dgm:spPr/>
    </dgm:pt>
    <dgm:pt modelId="{D8EB8E23-805B-40CB-8662-CF33E471B5CE}" type="pres">
      <dgm:prSet presAssocID="{0DF59A6B-8766-4C2D-8EE5-C9D9A325379B}" presName="background2" presStyleLbl="node2" presStyleIdx="0" presStyleCnt="3"/>
      <dgm:spPr/>
    </dgm:pt>
    <dgm:pt modelId="{9D2D64FA-D755-481D-87DD-3F67BCE6968E}" type="pres">
      <dgm:prSet presAssocID="{0DF59A6B-8766-4C2D-8EE5-C9D9A325379B}" presName="text2" presStyleLbl="fgAcc2" presStyleIdx="0" presStyleCnt="3" custScaleX="1086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2F595A-52EE-4E61-AC6B-BE8BF6B76F58}" type="pres">
      <dgm:prSet presAssocID="{0DF59A6B-8766-4C2D-8EE5-C9D9A325379B}" presName="hierChild3" presStyleCnt="0"/>
      <dgm:spPr/>
    </dgm:pt>
    <dgm:pt modelId="{207D381B-E7C1-4F4E-BA17-EEB52D2C8AA5}" type="pres">
      <dgm:prSet presAssocID="{D1C9C9AB-D5A6-4A74-A254-DEEFD5700ADB}" presName="Name10" presStyleLbl="parChTrans1D2" presStyleIdx="1" presStyleCnt="3"/>
      <dgm:spPr/>
      <dgm:t>
        <a:bodyPr/>
        <a:lstStyle/>
        <a:p>
          <a:endParaRPr lang="zh-CN" altLang="en-US"/>
        </a:p>
      </dgm:t>
    </dgm:pt>
    <dgm:pt modelId="{EACBCC77-EBC2-4C38-873D-ED7E28776688}" type="pres">
      <dgm:prSet presAssocID="{A6D70259-A35F-4F78-9C35-FA15F06714D8}" presName="hierRoot2" presStyleCnt="0"/>
      <dgm:spPr/>
    </dgm:pt>
    <dgm:pt modelId="{3CE5B7F0-4F49-44B5-A22D-0E51BD30B346}" type="pres">
      <dgm:prSet presAssocID="{A6D70259-A35F-4F78-9C35-FA15F06714D8}" presName="composite2" presStyleCnt="0"/>
      <dgm:spPr/>
    </dgm:pt>
    <dgm:pt modelId="{24273FF2-B74E-41A2-9B5B-6F2959F84AF1}" type="pres">
      <dgm:prSet presAssocID="{A6D70259-A35F-4F78-9C35-FA15F06714D8}" presName="background2" presStyleLbl="node2" presStyleIdx="1" presStyleCnt="3"/>
      <dgm:spPr/>
    </dgm:pt>
    <dgm:pt modelId="{064BD57B-74EE-4A3D-AEF3-DAE8808DAD01}" type="pres">
      <dgm:prSet presAssocID="{A6D70259-A35F-4F78-9C35-FA15F06714D8}" presName="text2" presStyleLbl="fgAcc2" presStyleIdx="1" presStyleCnt="3" custScaleX="1086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E89DD45-C6CE-46CE-A64D-E95255CF56C8}" type="pres">
      <dgm:prSet presAssocID="{A6D70259-A35F-4F78-9C35-FA15F06714D8}" presName="hierChild3" presStyleCnt="0"/>
      <dgm:spPr/>
    </dgm:pt>
    <dgm:pt modelId="{7B39DE1D-88E5-4232-8A71-F7EDBE12ABE4}" type="pres">
      <dgm:prSet presAssocID="{C248154C-7F5B-496F-9049-68F1D517C091}" presName="Name10" presStyleLbl="parChTrans1D2" presStyleIdx="2" presStyleCnt="3"/>
      <dgm:spPr/>
      <dgm:t>
        <a:bodyPr/>
        <a:lstStyle/>
        <a:p>
          <a:endParaRPr lang="zh-CN" altLang="en-US"/>
        </a:p>
      </dgm:t>
    </dgm:pt>
    <dgm:pt modelId="{38D7846C-C953-41B4-92EA-8ADD7611D44A}" type="pres">
      <dgm:prSet presAssocID="{988E28AD-1D00-4B06-907D-E95C40983163}" presName="hierRoot2" presStyleCnt="0"/>
      <dgm:spPr/>
    </dgm:pt>
    <dgm:pt modelId="{27C9DCC5-74DA-4488-8009-ADE89FC4F42B}" type="pres">
      <dgm:prSet presAssocID="{988E28AD-1D00-4B06-907D-E95C40983163}" presName="composite2" presStyleCnt="0"/>
      <dgm:spPr/>
    </dgm:pt>
    <dgm:pt modelId="{F9FF813C-926B-4C72-902C-A4870AD7A6EA}" type="pres">
      <dgm:prSet presAssocID="{988E28AD-1D00-4B06-907D-E95C40983163}" presName="background2" presStyleLbl="node2" presStyleIdx="2" presStyleCnt="3"/>
      <dgm:spPr/>
    </dgm:pt>
    <dgm:pt modelId="{60160550-D9BE-4342-BD8A-4AE710304FAC}" type="pres">
      <dgm:prSet presAssocID="{988E28AD-1D00-4B06-907D-E95C40983163}" presName="text2" presStyleLbl="fgAcc2" presStyleIdx="2" presStyleCnt="3" custScaleX="10740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7E9F57D-40F5-4F34-B516-5A0FED6C4713}" type="pres">
      <dgm:prSet presAssocID="{988E28AD-1D00-4B06-907D-E95C40983163}" presName="hierChild3" presStyleCnt="0"/>
      <dgm:spPr/>
    </dgm:pt>
  </dgm:ptLst>
  <dgm:cxnLst>
    <dgm:cxn modelId="{F3ACEADC-4FE3-416A-B754-DC2CEF89945A}" srcId="{4B07B968-2C30-4942-A18D-EC8D561FCEF6}" destId="{988E28AD-1D00-4B06-907D-E95C40983163}" srcOrd="2" destOrd="0" parTransId="{C248154C-7F5B-496F-9049-68F1D517C091}" sibTransId="{B1649AB3-80E8-4653-B7D6-9DE384543E69}"/>
    <dgm:cxn modelId="{A09F3CFC-7320-4399-80A1-371E09FBEBAB}" type="presOf" srcId="{9664FCAC-0ACE-47E3-AA93-66B70DBD7E2D}" destId="{D0A6F472-E56D-45FB-BFFA-CBAAAAF88CC6}" srcOrd="0" destOrd="0" presId="urn:microsoft.com/office/officeart/2005/8/layout/hierarchy1"/>
    <dgm:cxn modelId="{9D8E75C9-1DD5-4654-8B5D-FAB126A0B293}" type="presOf" srcId="{4B07B968-2C30-4942-A18D-EC8D561FCEF6}" destId="{42EF75DD-10A1-4D60-8536-A02214F442E7}" srcOrd="0" destOrd="0" presId="urn:microsoft.com/office/officeart/2005/8/layout/hierarchy1"/>
    <dgm:cxn modelId="{2C38B471-ADEB-4A4E-AC03-6B70A9A9E5A6}" type="presOf" srcId="{D1C9C9AB-D5A6-4A74-A254-DEEFD5700ADB}" destId="{207D381B-E7C1-4F4E-BA17-EEB52D2C8AA5}" srcOrd="0" destOrd="0" presId="urn:microsoft.com/office/officeart/2005/8/layout/hierarchy1"/>
    <dgm:cxn modelId="{00D834F4-C935-4495-8F87-AD259092AB71}" type="presOf" srcId="{0DF59A6B-8766-4C2D-8EE5-C9D9A325379B}" destId="{9D2D64FA-D755-481D-87DD-3F67BCE6968E}" srcOrd="0" destOrd="0" presId="urn:microsoft.com/office/officeart/2005/8/layout/hierarchy1"/>
    <dgm:cxn modelId="{231830FF-602B-4D82-8F7E-A8E199DD0CB8}" srcId="{A6103D46-8351-49F4-A00E-84E0D53069E2}" destId="{4B07B968-2C30-4942-A18D-EC8D561FCEF6}" srcOrd="0" destOrd="0" parTransId="{280F6AC1-C0C4-438B-B3D4-B18EE9B05E38}" sibTransId="{AB558B99-BE41-49FA-A9A0-692B93FAFF6A}"/>
    <dgm:cxn modelId="{7B305C34-B283-4F70-8160-9794B25D7B30}" srcId="{4B07B968-2C30-4942-A18D-EC8D561FCEF6}" destId="{A6D70259-A35F-4F78-9C35-FA15F06714D8}" srcOrd="1" destOrd="0" parTransId="{D1C9C9AB-D5A6-4A74-A254-DEEFD5700ADB}" sibTransId="{6D49F307-445B-41F6-AA6A-35D7E66A3617}"/>
    <dgm:cxn modelId="{4F6F51C9-6FF6-4BE4-AD9C-307DA4372741}" type="presOf" srcId="{A6D70259-A35F-4F78-9C35-FA15F06714D8}" destId="{064BD57B-74EE-4A3D-AEF3-DAE8808DAD01}" srcOrd="0" destOrd="0" presId="urn:microsoft.com/office/officeart/2005/8/layout/hierarchy1"/>
    <dgm:cxn modelId="{16931E10-2D42-4AEA-9CA4-434331DC182B}" type="presOf" srcId="{A6103D46-8351-49F4-A00E-84E0D53069E2}" destId="{99D53A17-0282-442E-ABB7-42EE3C86F3DC}" srcOrd="0" destOrd="0" presId="urn:microsoft.com/office/officeart/2005/8/layout/hierarchy1"/>
    <dgm:cxn modelId="{B943A0B4-8236-4B2A-B363-437F1609FB2E}" type="presOf" srcId="{988E28AD-1D00-4B06-907D-E95C40983163}" destId="{60160550-D9BE-4342-BD8A-4AE710304FAC}" srcOrd="0" destOrd="0" presId="urn:microsoft.com/office/officeart/2005/8/layout/hierarchy1"/>
    <dgm:cxn modelId="{B7CAFFA3-A8A8-4C60-B827-4F9D69FAEF04}" srcId="{4B07B968-2C30-4942-A18D-EC8D561FCEF6}" destId="{0DF59A6B-8766-4C2D-8EE5-C9D9A325379B}" srcOrd="0" destOrd="0" parTransId="{9664FCAC-0ACE-47E3-AA93-66B70DBD7E2D}" sibTransId="{63B209D0-E3BA-4803-A8A3-5167D4A0B388}"/>
    <dgm:cxn modelId="{06306E3F-5EC0-4702-A319-4340045EF510}" type="presOf" srcId="{C248154C-7F5B-496F-9049-68F1D517C091}" destId="{7B39DE1D-88E5-4232-8A71-F7EDBE12ABE4}" srcOrd="0" destOrd="0" presId="urn:microsoft.com/office/officeart/2005/8/layout/hierarchy1"/>
    <dgm:cxn modelId="{045BC714-3150-4A76-8DB0-AC1960E84333}" type="presParOf" srcId="{99D53A17-0282-442E-ABB7-42EE3C86F3DC}" destId="{B15D71D1-AF50-4F71-86D7-2E22806589B0}" srcOrd="0" destOrd="0" presId="urn:microsoft.com/office/officeart/2005/8/layout/hierarchy1"/>
    <dgm:cxn modelId="{41BA53F1-D106-4FF2-9BA3-0E1E089D5F52}" type="presParOf" srcId="{B15D71D1-AF50-4F71-86D7-2E22806589B0}" destId="{39CF98CD-7A4A-418A-9553-0E04A9CC1279}" srcOrd="0" destOrd="0" presId="urn:microsoft.com/office/officeart/2005/8/layout/hierarchy1"/>
    <dgm:cxn modelId="{19D4E63E-C031-4885-AD7B-42828BA2D699}" type="presParOf" srcId="{39CF98CD-7A4A-418A-9553-0E04A9CC1279}" destId="{6743EF83-417E-4A1D-93B9-E9C51D103401}" srcOrd="0" destOrd="0" presId="urn:microsoft.com/office/officeart/2005/8/layout/hierarchy1"/>
    <dgm:cxn modelId="{E4A4D97E-FF47-43DD-A927-8B7BAFAC6695}" type="presParOf" srcId="{39CF98CD-7A4A-418A-9553-0E04A9CC1279}" destId="{42EF75DD-10A1-4D60-8536-A02214F442E7}" srcOrd="1" destOrd="0" presId="urn:microsoft.com/office/officeart/2005/8/layout/hierarchy1"/>
    <dgm:cxn modelId="{591DBE8C-1BA4-4C58-A2DD-6A3D776416AB}" type="presParOf" srcId="{B15D71D1-AF50-4F71-86D7-2E22806589B0}" destId="{7D70D73C-DF72-4CDB-A072-ADE2FE8BB7EE}" srcOrd="1" destOrd="0" presId="urn:microsoft.com/office/officeart/2005/8/layout/hierarchy1"/>
    <dgm:cxn modelId="{A5891CF7-BDF2-4560-B7F2-B93BE684B4F3}" type="presParOf" srcId="{7D70D73C-DF72-4CDB-A072-ADE2FE8BB7EE}" destId="{D0A6F472-E56D-45FB-BFFA-CBAAAAF88CC6}" srcOrd="0" destOrd="0" presId="urn:microsoft.com/office/officeart/2005/8/layout/hierarchy1"/>
    <dgm:cxn modelId="{08EE92AF-EA8A-4AE9-9A5E-258977D750C7}" type="presParOf" srcId="{7D70D73C-DF72-4CDB-A072-ADE2FE8BB7EE}" destId="{A0E055BB-00CB-49A3-9F85-A24C231DD086}" srcOrd="1" destOrd="0" presId="urn:microsoft.com/office/officeart/2005/8/layout/hierarchy1"/>
    <dgm:cxn modelId="{1A059FFE-915D-4B3E-B671-F455585E5F5F}" type="presParOf" srcId="{A0E055BB-00CB-49A3-9F85-A24C231DD086}" destId="{A10E1ED1-C336-4DB5-9C95-51FFED58979A}" srcOrd="0" destOrd="0" presId="urn:microsoft.com/office/officeart/2005/8/layout/hierarchy1"/>
    <dgm:cxn modelId="{BE3DD0D6-753C-4EAF-8859-0CCF5C8BA3B3}" type="presParOf" srcId="{A10E1ED1-C336-4DB5-9C95-51FFED58979A}" destId="{D8EB8E23-805B-40CB-8662-CF33E471B5CE}" srcOrd="0" destOrd="0" presId="urn:microsoft.com/office/officeart/2005/8/layout/hierarchy1"/>
    <dgm:cxn modelId="{132AF2F9-D95A-486F-AD00-87A5818D74FA}" type="presParOf" srcId="{A10E1ED1-C336-4DB5-9C95-51FFED58979A}" destId="{9D2D64FA-D755-481D-87DD-3F67BCE6968E}" srcOrd="1" destOrd="0" presId="urn:microsoft.com/office/officeart/2005/8/layout/hierarchy1"/>
    <dgm:cxn modelId="{E933428E-23FF-4AEA-89F8-1E6ED7260565}" type="presParOf" srcId="{A0E055BB-00CB-49A3-9F85-A24C231DD086}" destId="{112F595A-52EE-4E61-AC6B-BE8BF6B76F58}" srcOrd="1" destOrd="0" presId="urn:microsoft.com/office/officeart/2005/8/layout/hierarchy1"/>
    <dgm:cxn modelId="{5D915D40-AA8D-42B3-8960-367423C60E1C}" type="presParOf" srcId="{7D70D73C-DF72-4CDB-A072-ADE2FE8BB7EE}" destId="{207D381B-E7C1-4F4E-BA17-EEB52D2C8AA5}" srcOrd="2" destOrd="0" presId="urn:microsoft.com/office/officeart/2005/8/layout/hierarchy1"/>
    <dgm:cxn modelId="{8A374591-A70C-4D99-BF54-D5CEB6D70F4E}" type="presParOf" srcId="{7D70D73C-DF72-4CDB-A072-ADE2FE8BB7EE}" destId="{EACBCC77-EBC2-4C38-873D-ED7E28776688}" srcOrd="3" destOrd="0" presId="urn:microsoft.com/office/officeart/2005/8/layout/hierarchy1"/>
    <dgm:cxn modelId="{1B3ACDE2-2DD6-489C-83AF-767830CA78A6}" type="presParOf" srcId="{EACBCC77-EBC2-4C38-873D-ED7E28776688}" destId="{3CE5B7F0-4F49-44B5-A22D-0E51BD30B346}" srcOrd="0" destOrd="0" presId="urn:microsoft.com/office/officeart/2005/8/layout/hierarchy1"/>
    <dgm:cxn modelId="{1CCCC2DA-84B5-4325-B49A-3ACD5EA83EB9}" type="presParOf" srcId="{3CE5B7F0-4F49-44B5-A22D-0E51BD30B346}" destId="{24273FF2-B74E-41A2-9B5B-6F2959F84AF1}" srcOrd="0" destOrd="0" presId="urn:microsoft.com/office/officeart/2005/8/layout/hierarchy1"/>
    <dgm:cxn modelId="{25DDAC73-0E86-4626-A3C5-9FAAFEA5BBA0}" type="presParOf" srcId="{3CE5B7F0-4F49-44B5-A22D-0E51BD30B346}" destId="{064BD57B-74EE-4A3D-AEF3-DAE8808DAD01}" srcOrd="1" destOrd="0" presId="urn:microsoft.com/office/officeart/2005/8/layout/hierarchy1"/>
    <dgm:cxn modelId="{BC748FDE-E3C8-4ADC-8CC2-21EF31646CC7}" type="presParOf" srcId="{EACBCC77-EBC2-4C38-873D-ED7E28776688}" destId="{9E89DD45-C6CE-46CE-A64D-E95255CF56C8}" srcOrd="1" destOrd="0" presId="urn:microsoft.com/office/officeart/2005/8/layout/hierarchy1"/>
    <dgm:cxn modelId="{398E0463-447C-4ED6-BA8A-918599FF9AE3}" type="presParOf" srcId="{7D70D73C-DF72-4CDB-A072-ADE2FE8BB7EE}" destId="{7B39DE1D-88E5-4232-8A71-F7EDBE12ABE4}" srcOrd="4" destOrd="0" presId="urn:microsoft.com/office/officeart/2005/8/layout/hierarchy1"/>
    <dgm:cxn modelId="{6AAC84F5-369C-4A77-A201-FB259264BA15}" type="presParOf" srcId="{7D70D73C-DF72-4CDB-A072-ADE2FE8BB7EE}" destId="{38D7846C-C953-41B4-92EA-8ADD7611D44A}" srcOrd="5" destOrd="0" presId="urn:microsoft.com/office/officeart/2005/8/layout/hierarchy1"/>
    <dgm:cxn modelId="{23E802FA-3DAE-4936-B9DF-488D8E2DBDBE}" type="presParOf" srcId="{38D7846C-C953-41B4-92EA-8ADD7611D44A}" destId="{27C9DCC5-74DA-4488-8009-ADE89FC4F42B}" srcOrd="0" destOrd="0" presId="urn:microsoft.com/office/officeart/2005/8/layout/hierarchy1"/>
    <dgm:cxn modelId="{ED4F1E25-B924-4460-8F4E-E5F0B67D768F}" type="presParOf" srcId="{27C9DCC5-74DA-4488-8009-ADE89FC4F42B}" destId="{F9FF813C-926B-4C72-902C-A4870AD7A6EA}" srcOrd="0" destOrd="0" presId="urn:microsoft.com/office/officeart/2005/8/layout/hierarchy1"/>
    <dgm:cxn modelId="{C7037B64-1BD1-406B-A2ED-1FB0475FBED9}" type="presParOf" srcId="{27C9DCC5-74DA-4488-8009-ADE89FC4F42B}" destId="{60160550-D9BE-4342-BD8A-4AE710304FAC}" srcOrd="1" destOrd="0" presId="urn:microsoft.com/office/officeart/2005/8/layout/hierarchy1"/>
    <dgm:cxn modelId="{E89B1DED-BC6F-4405-ADFC-2053825E756F}" type="presParOf" srcId="{38D7846C-C953-41B4-92EA-8ADD7611D44A}" destId="{57E9F57D-40F5-4F34-B516-5A0FED6C47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6103D46-8351-49F4-A00E-84E0D53069E2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4B07B968-2C30-4942-A18D-EC8D561FCEF6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软件</a:t>
          </a:r>
          <a:endParaRPr lang="en-US" altLang="zh-CN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设计</a:t>
          </a:r>
          <a:endParaRPr lang="zh-CN" altLang="en-US" sz="1800" b="1" dirty="0"/>
        </a:p>
      </dgm:t>
    </dgm:pt>
    <dgm:pt modelId="{280F6AC1-C0C4-438B-B3D4-B18EE9B05E38}" type="par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AB558B99-BE41-49FA-A9A0-692B93FAFF6A}" type="sibTrans" cxnId="{231830FF-602B-4D82-8F7E-A8E199DD0CB8}">
      <dgm:prSet/>
      <dgm:spPr/>
      <dgm:t>
        <a:bodyPr/>
        <a:lstStyle/>
        <a:p>
          <a:endParaRPr lang="zh-CN" altLang="en-US" sz="1800" b="1"/>
        </a:p>
      </dgm:t>
    </dgm:pt>
    <dgm:pt modelId="{0DF59A6B-8766-4C2D-8EE5-C9D9A325379B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800" b="1" dirty="0" err="1" smtClean="0"/>
            <a:t>main.c</a:t>
          </a:r>
          <a:endParaRPr lang="en-US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sz="1800" b="1" dirty="0" smtClean="0"/>
            <a:t>文件</a:t>
          </a:r>
          <a:endParaRPr lang="zh-CN" altLang="en-US" sz="1800" b="1" dirty="0"/>
        </a:p>
      </dgm:t>
    </dgm:pt>
    <dgm:pt modelId="{9664FCAC-0ACE-47E3-AA93-66B70DBD7E2D}" type="par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63B209D0-E3BA-4803-A8A3-5167D4A0B388}" type="sibTrans" cxnId="{B7CAFFA3-A8A8-4C60-B827-4F9D69FAEF04}">
      <dgm:prSet/>
      <dgm:spPr/>
      <dgm:t>
        <a:bodyPr/>
        <a:lstStyle/>
        <a:p>
          <a:endParaRPr lang="zh-CN" altLang="en-US" sz="1800" b="1"/>
        </a:p>
      </dgm:t>
    </dgm:pt>
    <dgm:pt modelId="{A6D70259-A35F-4F78-9C35-FA15F06714D8}">
      <dgm:prSet phldrT="[文本]" custT="1"/>
      <dgm:spPr/>
      <dgm:t>
        <a:bodyPr/>
        <a:lstStyle/>
        <a:p>
          <a:r>
            <a:rPr lang="en-US" altLang="zh-CN" sz="1800" b="1" dirty="0" err="1" smtClean="0"/>
            <a:t>adc</a:t>
          </a:r>
          <a:r>
            <a:rPr lang="en-US" sz="1800" b="1" dirty="0" err="1" smtClean="0"/>
            <a:t>.c</a:t>
          </a:r>
          <a:r>
            <a:rPr lang="zh-CN" sz="1800" b="1" dirty="0" smtClean="0"/>
            <a:t>文件</a:t>
          </a:r>
          <a:endParaRPr lang="zh-CN" altLang="en-US" sz="1800" b="1" dirty="0"/>
        </a:p>
      </dgm:t>
    </dgm:pt>
    <dgm:pt modelId="{D1C9C9AB-D5A6-4A74-A254-DEEFD5700ADB}" type="par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6D49F307-445B-41F6-AA6A-35D7E66A3617}" type="sibTrans" cxnId="{7B305C34-B283-4F70-8160-9794B25D7B30}">
      <dgm:prSet/>
      <dgm:spPr/>
      <dgm:t>
        <a:bodyPr/>
        <a:lstStyle/>
        <a:p>
          <a:endParaRPr lang="zh-CN" altLang="en-US" sz="1800" b="1"/>
        </a:p>
      </dgm:t>
    </dgm:pt>
    <dgm:pt modelId="{988E28AD-1D00-4B06-907D-E95C40983163}">
      <dgm:prSet phldrT="[文本]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800" b="1" dirty="0" err="1" smtClean="0"/>
            <a:t>adc</a:t>
          </a:r>
          <a:r>
            <a:rPr lang="en-US" sz="1800" b="1" dirty="0" err="1" smtClean="0"/>
            <a:t>.h</a:t>
          </a:r>
          <a:endParaRPr lang="en-US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sz="1800" b="1" dirty="0" smtClean="0"/>
            <a:t>头文件</a:t>
          </a:r>
          <a:endParaRPr lang="zh-CN" altLang="en-US" sz="1800" b="1" dirty="0"/>
        </a:p>
      </dgm:t>
    </dgm:pt>
    <dgm:pt modelId="{C248154C-7F5B-496F-9049-68F1D517C091}" type="par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B1649AB3-80E8-4653-B7D6-9DE384543E69}" type="sibTrans" cxnId="{F3ACEADC-4FE3-416A-B754-DC2CEF89945A}">
      <dgm:prSet/>
      <dgm:spPr/>
      <dgm:t>
        <a:bodyPr/>
        <a:lstStyle/>
        <a:p>
          <a:endParaRPr lang="zh-CN" altLang="en-US" sz="1800"/>
        </a:p>
      </dgm:t>
    </dgm:pt>
    <dgm:pt modelId="{99D53A17-0282-442E-ABB7-42EE3C86F3DC}" type="pres">
      <dgm:prSet presAssocID="{A6103D46-8351-49F4-A00E-84E0D53069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B15D71D1-AF50-4F71-86D7-2E22806589B0}" type="pres">
      <dgm:prSet presAssocID="{4B07B968-2C30-4942-A18D-EC8D561FCEF6}" presName="hierRoot1" presStyleCnt="0"/>
      <dgm:spPr/>
    </dgm:pt>
    <dgm:pt modelId="{39CF98CD-7A4A-418A-9553-0E04A9CC1279}" type="pres">
      <dgm:prSet presAssocID="{4B07B968-2C30-4942-A18D-EC8D561FCEF6}" presName="composite" presStyleCnt="0"/>
      <dgm:spPr/>
    </dgm:pt>
    <dgm:pt modelId="{6743EF83-417E-4A1D-93B9-E9C51D103401}" type="pres">
      <dgm:prSet presAssocID="{4B07B968-2C30-4942-A18D-EC8D561FCEF6}" presName="background" presStyleLbl="node0" presStyleIdx="0" presStyleCnt="1"/>
      <dgm:spPr/>
    </dgm:pt>
    <dgm:pt modelId="{42EF75DD-10A1-4D60-8536-A02214F442E7}" type="pres">
      <dgm:prSet presAssocID="{4B07B968-2C30-4942-A18D-EC8D561FCEF6}" presName="text" presStyleLbl="fgAcc0" presStyleIdx="0" presStyleCnt="1" custScaleX="100005" custLinFactNeighborX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70D73C-DF72-4CDB-A072-ADE2FE8BB7EE}" type="pres">
      <dgm:prSet presAssocID="{4B07B968-2C30-4942-A18D-EC8D561FCEF6}" presName="hierChild2" presStyleCnt="0"/>
      <dgm:spPr/>
    </dgm:pt>
    <dgm:pt modelId="{D0A6F472-E56D-45FB-BFFA-CBAAAAF88CC6}" type="pres">
      <dgm:prSet presAssocID="{9664FCAC-0ACE-47E3-AA93-66B70DBD7E2D}" presName="Name10" presStyleLbl="parChTrans1D2" presStyleIdx="0" presStyleCnt="3"/>
      <dgm:spPr/>
      <dgm:t>
        <a:bodyPr/>
        <a:lstStyle/>
        <a:p>
          <a:endParaRPr lang="zh-CN" altLang="en-US"/>
        </a:p>
      </dgm:t>
    </dgm:pt>
    <dgm:pt modelId="{A0E055BB-00CB-49A3-9F85-A24C231DD086}" type="pres">
      <dgm:prSet presAssocID="{0DF59A6B-8766-4C2D-8EE5-C9D9A325379B}" presName="hierRoot2" presStyleCnt="0"/>
      <dgm:spPr/>
    </dgm:pt>
    <dgm:pt modelId="{A10E1ED1-C336-4DB5-9C95-51FFED58979A}" type="pres">
      <dgm:prSet presAssocID="{0DF59A6B-8766-4C2D-8EE5-C9D9A325379B}" presName="composite2" presStyleCnt="0"/>
      <dgm:spPr/>
    </dgm:pt>
    <dgm:pt modelId="{D8EB8E23-805B-40CB-8662-CF33E471B5CE}" type="pres">
      <dgm:prSet presAssocID="{0DF59A6B-8766-4C2D-8EE5-C9D9A325379B}" presName="background2" presStyleLbl="node2" presStyleIdx="0" presStyleCnt="3"/>
      <dgm:spPr/>
    </dgm:pt>
    <dgm:pt modelId="{9D2D64FA-D755-481D-87DD-3F67BCE6968E}" type="pres">
      <dgm:prSet presAssocID="{0DF59A6B-8766-4C2D-8EE5-C9D9A325379B}" presName="text2" presStyleLbl="fgAcc2" presStyleIdx="0" presStyleCnt="3" custScaleX="1086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2F595A-52EE-4E61-AC6B-BE8BF6B76F58}" type="pres">
      <dgm:prSet presAssocID="{0DF59A6B-8766-4C2D-8EE5-C9D9A325379B}" presName="hierChild3" presStyleCnt="0"/>
      <dgm:spPr/>
    </dgm:pt>
    <dgm:pt modelId="{207D381B-E7C1-4F4E-BA17-EEB52D2C8AA5}" type="pres">
      <dgm:prSet presAssocID="{D1C9C9AB-D5A6-4A74-A254-DEEFD5700ADB}" presName="Name10" presStyleLbl="parChTrans1D2" presStyleIdx="1" presStyleCnt="3"/>
      <dgm:spPr/>
      <dgm:t>
        <a:bodyPr/>
        <a:lstStyle/>
        <a:p>
          <a:endParaRPr lang="zh-CN" altLang="en-US"/>
        </a:p>
      </dgm:t>
    </dgm:pt>
    <dgm:pt modelId="{EACBCC77-EBC2-4C38-873D-ED7E28776688}" type="pres">
      <dgm:prSet presAssocID="{A6D70259-A35F-4F78-9C35-FA15F06714D8}" presName="hierRoot2" presStyleCnt="0"/>
      <dgm:spPr/>
    </dgm:pt>
    <dgm:pt modelId="{3CE5B7F0-4F49-44B5-A22D-0E51BD30B346}" type="pres">
      <dgm:prSet presAssocID="{A6D70259-A35F-4F78-9C35-FA15F06714D8}" presName="composite2" presStyleCnt="0"/>
      <dgm:spPr/>
    </dgm:pt>
    <dgm:pt modelId="{24273FF2-B74E-41A2-9B5B-6F2959F84AF1}" type="pres">
      <dgm:prSet presAssocID="{A6D70259-A35F-4F78-9C35-FA15F06714D8}" presName="background2" presStyleLbl="node2" presStyleIdx="1" presStyleCnt="3"/>
      <dgm:spPr/>
    </dgm:pt>
    <dgm:pt modelId="{064BD57B-74EE-4A3D-AEF3-DAE8808DAD01}" type="pres">
      <dgm:prSet presAssocID="{A6D70259-A35F-4F78-9C35-FA15F06714D8}" presName="text2" presStyleLbl="fgAcc2" presStyleIdx="1" presStyleCnt="3" custScaleX="1086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E89DD45-C6CE-46CE-A64D-E95255CF56C8}" type="pres">
      <dgm:prSet presAssocID="{A6D70259-A35F-4F78-9C35-FA15F06714D8}" presName="hierChild3" presStyleCnt="0"/>
      <dgm:spPr/>
    </dgm:pt>
    <dgm:pt modelId="{7B39DE1D-88E5-4232-8A71-F7EDBE12ABE4}" type="pres">
      <dgm:prSet presAssocID="{C248154C-7F5B-496F-9049-68F1D517C091}" presName="Name10" presStyleLbl="parChTrans1D2" presStyleIdx="2" presStyleCnt="3"/>
      <dgm:spPr/>
      <dgm:t>
        <a:bodyPr/>
        <a:lstStyle/>
        <a:p>
          <a:endParaRPr lang="zh-CN" altLang="en-US"/>
        </a:p>
      </dgm:t>
    </dgm:pt>
    <dgm:pt modelId="{38D7846C-C953-41B4-92EA-8ADD7611D44A}" type="pres">
      <dgm:prSet presAssocID="{988E28AD-1D00-4B06-907D-E95C40983163}" presName="hierRoot2" presStyleCnt="0"/>
      <dgm:spPr/>
    </dgm:pt>
    <dgm:pt modelId="{27C9DCC5-74DA-4488-8009-ADE89FC4F42B}" type="pres">
      <dgm:prSet presAssocID="{988E28AD-1D00-4B06-907D-E95C40983163}" presName="composite2" presStyleCnt="0"/>
      <dgm:spPr/>
    </dgm:pt>
    <dgm:pt modelId="{F9FF813C-926B-4C72-902C-A4870AD7A6EA}" type="pres">
      <dgm:prSet presAssocID="{988E28AD-1D00-4B06-907D-E95C40983163}" presName="background2" presStyleLbl="node2" presStyleIdx="2" presStyleCnt="3"/>
      <dgm:spPr/>
    </dgm:pt>
    <dgm:pt modelId="{60160550-D9BE-4342-BD8A-4AE710304FAC}" type="pres">
      <dgm:prSet presAssocID="{988E28AD-1D00-4B06-907D-E95C40983163}" presName="text2" presStyleLbl="fgAcc2" presStyleIdx="2" presStyleCnt="3" custScaleX="10740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7E9F57D-40F5-4F34-B516-5A0FED6C4713}" type="pres">
      <dgm:prSet presAssocID="{988E28AD-1D00-4B06-907D-E95C40983163}" presName="hierChild3" presStyleCnt="0"/>
      <dgm:spPr/>
    </dgm:pt>
  </dgm:ptLst>
  <dgm:cxnLst>
    <dgm:cxn modelId="{F3ACEADC-4FE3-416A-B754-DC2CEF89945A}" srcId="{4B07B968-2C30-4942-A18D-EC8D561FCEF6}" destId="{988E28AD-1D00-4B06-907D-E95C40983163}" srcOrd="2" destOrd="0" parTransId="{C248154C-7F5B-496F-9049-68F1D517C091}" sibTransId="{B1649AB3-80E8-4653-B7D6-9DE384543E69}"/>
    <dgm:cxn modelId="{B0675948-1F50-49C2-A361-A1B4875F72C3}" type="presOf" srcId="{4B07B968-2C30-4942-A18D-EC8D561FCEF6}" destId="{42EF75DD-10A1-4D60-8536-A02214F442E7}" srcOrd="0" destOrd="0" presId="urn:microsoft.com/office/officeart/2005/8/layout/hierarchy1"/>
    <dgm:cxn modelId="{ADEC52E9-2953-4A4D-A63B-DBE286253307}" type="presOf" srcId="{0DF59A6B-8766-4C2D-8EE5-C9D9A325379B}" destId="{9D2D64FA-D755-481D-87DD-3F67BCE6968E}" srcOrd="0" destOrd="0" presId="urn:microsoft.com/office/officeart/2005/8/layout/hierarchy1"/>
    <dgm:cxn modelId="{231830FF-602B-4D82-8F7E-A8E199DD0CB8}" srcId="{A6103D46-8351-49F4-A00E-84E0D53069E2}" destId="{4B07B968-2C30-4942-A18D-EC8D561FCEF6}" srcOrd="0" destOrd="0" parTransId="{280F6AC1-C0C4-438B-B3D4-B18EE9B05E38}" sibTransId="{AB558B99-BE41-49FA-A9A0-692B93FAFF6A}"/>
    <dgm:cxn modelId="{7B305C34-B283-4F70-8160-9794B25D7B30}" srcId="{4B07B968-2C30-4942-A18D-EC8D561FCEF6}" destId="{A6D70259-A35F-4F78-9C35-FA15F06714D8}" srcOrd="1" destOrd="0" parTransId="{D1C9C9AB-D5A6-4A74-A254-DEEFD5700ADB}" sibTransId="{6D49F307-445B-41F6-AA6A-35D7E66A3617}"/>
    <dgm:cxn modelId="{821455CE-7DAB-4954-9836-0CB4A545A65D}" type="presOf" srcId="{988E28AD-1D00-4B06-907D-E95C40983163}" destId="{60160550-D9BE-4342-BD8A-4AE710304FAC}" srcOrd="0" destOrd="0" presId="urn:microsoft.com/office/officeart/2005/8/layout/hierarchy1"/>
    <dgm:cxn modelId="{DB4C902B-CE76-4676-9724-620CD73735F9}" type="presOf" srcId="{C248154C-7F5B-496F-9049-68F1D517C091}" destId="{7B39DE1D-88E5-4232-8A71-F7EDBE12ABE4}" srcOrd="0" destOrd="0" presId="urn:microsoft.com/office/officeart/2005/8/layout/hierarchy1"/>
    <dgm:cxn modelId="{B7CAFFA3-A8A8-4C60-B827-4F9D69FAEF04}" srcId="{4B07B968-2C30-4942-A18D-EC8D561FCEF6}" destId="{0DF59A6B-8766-4C2D-8EE5-C9D9A325379B}" srcOrd="0" destOrd="0" parTransId="{9664FCAC-0ACE-47E3-AA93-66B70DBD7E2D}" sibTransId="{63B209D0-E3BA-4803-A8A3-5167D4A0B388}"/>
    <dgm:cxn modelId="{BD77B3B4-A474-488A-87F1-154939B3272E}" type="presOf" srcId="{9664FCAC-0ACE-47E3-AA93-66B70DBD7E2D}" destId="{D0A6F472-E56D-45FB-BFFA-CBAAAAF88CC6}" srcOrd="0" destOrd="0" presId="urn:microsoft.com/office/officeart/2005/8/layout/hierarchy1"/>
    <dgm:cxn modelId="{940497D9-564E-40FE-83AB-78C4C592281B}" type="presOf" srcId="{A6103D46-8351-49F4-A00E-84E0D53069E2}" destId="{99D53A17-0282-442E-ABB7-42EE3C86F3DC}" srcOrd="0" destOrd="0" presId="urn:microsoft.com/office/officeart/2005/8/layout/hierarchy1"/>
    <dgm:cxn modelId="{CA5DD851-4870-4E29-AA99-D0960C52BB97}" type="presOf" srcId="{A6D70259-A35F-4F78-9C35-FA15F06714D8}" destId="{064BD57B-74EE-4A3D-AEF3-DAE8808DAD01}" srcOrd="0" destOrd="0" presId="urn:microsoft.com/office/officeart/2005/8/layout/hierarchy1"/>
    <dgm:cxn modelId="{043A9EF1-A95E-43B8-9970-DD323B9F4DB2}" type="presOf" srcId="{D1C9C9AB-D5A6-4A74-A254-DEEFD5700ADB}" destId="{207D381B-E7C1-4F4E-BA17-EEB52D2C8AA5}" srcOrd="0" destOrd="0" presId="urn:microsoft.com/office/officeart/2005/8/layout/hierarchy1"/>
    <dgm:cxn modelId="{876FD724-CE29-4F41-8673-5851CFB0F7F3}" type="presParOf" srcId="{99D53A17-0282-442E-ABB7-42EE3C86F3DC}" destId="{B15D71D1-AF50-4F71-86D7-2E22806589B0}" srcOrd="0" destOrd="0" presId="urn:microsoft.com/office/officeart/2005/8/layout/hierarchy1"/>
    <dgm:cxn modelId="{BD17A713-E9E4-4D3A-9AF1-17FE073DCD07}" type="presParOf" srcId="{B15D71D1-AF50-4F71-86D7-2E22806589B0}" destId="{39CF98CD-7A4A-418A-9553-0E04A9CC1279}" srcOrd="0" destOrd="0" presId="urn:microsoft.com/office/officeart/2005/8/layout/hierarchy1"/>
    <dgm:cxn modelId="{C7A45BD5-71BC-45B9-B066-7579E1351975}" type="presParOf" srcId="{39CF98CD-7A4A-418A-9553-0E04A9CC1279}" destId="{6743EF83-417E-4A1D-93B9-E9C51D103401}" srcOrd="0" destOrd="0" presId="urn:microsoft.com/office/officeart/2005/8/layout/hierarchy1"/>
    <dgm:cxn modelId="{DBF95FD5-CF36-493A-9A23-010815CF7995}" type="presParOf" srcId="{39CF98CD-7A4A-418A-9553-0E04A9CC1279}" destId="{42EF75DD-10A1-4D60-8536-A02214F442E7}" srcOrd="1" destOrd="0" presId="urn:microsoft.com/office/officeart/2005/8/layout/hierarchy1"/>
    <dgm:cxn modelId="{F88D6625-7BF9-4F2D-AABF-A1DDB7FAF613}" type="presParOf" srcId="{B15D71D1-AF50-4F71-86D7-2E22806589B0}" destId="{7D70D73C-DF72-4CDB-A072-ADE2FE8BB7EE}" srcOrd="1" destOrd="0" presId="urn:microsoft.com/office/officeart/2005/8/layout/hierarchy1"/>
    <dgm:cxn modelId="{7C5A3D9F-0FF2-4B48-97D7-EC1A96D8E93F}" type="presParOf" srcId="{7D70D73C-DF72-4CDB-A072-ADE2FE8BB7EE}" destId="{D0A6F472-E56D-45FB-BFFA-CBAAAAF88CC6}" srcOrd="0" destOrd="0" presId="urn:microsoft.com/office/officeart/2005/8/layout/hierarchy1"/>
    <dgm:cxn modelId="{8D7C4F7F-5B0E-4AE0-8981-78ED9A82A16C}" type="presParOf" srcId="{7D70D73C-DF72-4CDB-A072-ADE2FE8BB7EE}" destId="{A0E055BB-00CB-49A3-9F85-A24C231DD086}" srcOrd="1" destOrd="0" presId="urn:microsoft.com/office/officeart/2005/8/layout/hierarchy1"/>
    <dgm:cxn modelId="{B9B2157C-3C92-4050-A58C-63142931FE52}" type="presParOf" srcId="{A0E055BB-00CB-49A3-9F85-A24C231DD086}" destId="{A10E1ED1-C336-4DB5-9C95-51FFED58979A}" srcOrd="0" destOrd="0" presId="urn:microsoft.com/office/officeart/2005/8/layout/hierarchy1"/>
    <dgm:cxn modelId="{CE0543DA-6054-44E4-94F2-0253B7088B6C}" type="presParOf" srcId="{A10E1ED1-C336-4DB5-9C95-51FFED58979A}" destId="{D8EB8E23-805B-40CB-8662-CF33E471B5CE}" srcOrd="0" destOrd="0" presId="urn:microsoft.com/office/officeart/2005/8/layout/hierarchy1"/>
    <dgm:cxn modelId="{EC7F770F-BD69-4E95-8CB4-BF3D3A74DE41}" type="presParOf" srcId="{A10E1ED1-C336-4DB5-9C95-51FFED58979A}" destId="{9D2D64FA-D755-481D-87DD-3F67BCE6968E}" srcOrd="1" destOrd="0" presId="urn:microsoft.com/office/officeart/2005/8/layout/hierarchy1"/>
    <dgm:cxn modelId="{F501DD52-8EE2-42BF-84F0-CCD905616228}" type="presParOf" srcId="{A0E055BB-00CB-49A3-9F85-A24C231DD086}" destId="{112F595A-52EE-4E61-AC6B-BE8BF6B76F58}" srcOrd="1" destOrd="0" presId="urn:microsoft.com/office/officeart/2005/8/layout/hierarchy1"/>
    <dgm:cxn modelId="{DD011ACC-E4A0-494B-B7E8-47663D04F8A0}" type="presParOf" srcId="{7D70D73C-DF72-4CDB-A072-ADE2FE8BB7EE}" destId="{207D381B-E7C1-4F4E-BA17-EEB52D2C8AA5}" srcOrd="2" destOrd="0" presId="urn:microsoft.com/office/officeart/2005/8/layout/hierarchy1"/>
    <dgm:cxn modelId="{46D1F4B0-0A3B-47BC-9146-E7BCA507C597}" type="presParOf" srcId="{7D70D73C-DF72-4CDB-A072-ADE2FE8BB7EE}" destId="{EACBCC77-EBC2-4C38-873D-ED7E28776688}" srcOrd="3" destOrd="0" presId="urn:microsoft.com/office/officeart/2005/8/layout/hierarchy1"/>
    <dgm:cxn modelId="{B75BEE68-C690-4036-8AE9-34624FAA5C17}" type="presParOf" srcId="{EACBCC77-EBC2-4C38-873D-ED7E28776688}" destId="{3CE5B7F0-4F49-44B5-A22D-0E51BD30B346}" srcOrd="0" destOrd="0" presId="urn:microsoft.com/office/officeart/2005/8/layout/hierarchy1"/>
    <dgm:cxn modelId="{F9338FD4-7D7B-45A5-863E-D802C4EC888C}" type="presParOf" srcId="{3CE5B7F0-4F49-44B5-A22D-0E51BD30B346}" destId="{24273FF2-B74E-41A2-9B5B-6F2959F84AF1}" srcOrd="0" destOrd="0" presId="urn:microsoft.com/office/officeart/2005/8/layout/hierarchy1"/>
    <dgm:cxn modelId="{4B855722-4F9C-40E0-9D03-4E3FFFC06101}" type="presParOf" srcId="{3CE5B7F0-4F49-44B5-A22D-0E51BD30B346}" destId="{064BD57B-74EE-4A3D-AEF3-DAE8808DAD01}" srcOrd="1" destOrd="0" presId="urn:microsoft.com/office/officeart/2005/8/layout/hierarchy1"/>
    <dgm:cxn modelId="{3330CA62-982A-4F86-BA15-B42733239E43}" type="presParOf" srcId="{EACBCC77-EBC2-4C38-873D-ED7E28776688}" destId="{9E89DD45-C6CE-46CE-A64D-E95255CF56C8}" srcOrd="1" destOrd="0" presId="urn:microsoft.com/office/officeart/2005/8/layout/hierarchy1"/>
    <dgm:cxn modelId="{6E88F3EE-4A12-4CD9-A855-0379C033EB0D}" type="presParOf" srcId="{7D70D73C-DF72-4CDB-A072-ADE2FE8BB7EE}" destId="{7B39DE1D-88E5-4232-8A71-F7EDBE12ABE4}" srcOrd="4" destOrd="0" presId="urn:microsoft.com/office/officeart/2005/8/layout/hierarchy1"/>
    <dgm:cxn modelId="{2299CB02-29F6-4216-9D48-7A3B3EBA621F}" type="presParOf" srcId="{7D70D73C-DF72-4CDB-A072-ADE2FE8BB7EE}" destId="{38D7846C-C953-41B4-92EA-8ADD7611D44A}" srcOrd="5" destOrd="0" presId="urn:microsoft.com/office/officeart/2005/8/layout/hierarchy1"/>
    <dgm:cxn modelId="{D762DB91-FFDC-4711-B5F9-0182209551E3}" type="presParOf" srcId="{38D7846C-C953-41B4-92EA-8ADD7611D44A}" destId="{27C9DCC5-74DA-4488-8009-ADE89FC4F42B}" srcOrd="0" destOrd="0" presId="urn:microsoft.com/office/officeart/2005/8/layout/hierarchy1"/>
    <dgm:cxn modelId="{91D15F9C-5EE4-4393-884E-66C29C56F386}" type="presParOf" srcId="{27C9DCC5-74DA-4488-8009-ADE89FC4F42B}" destId="{F9FF813C-926B-4C72-902C-A4870AD7A6EA}" srcOrd="0" destOrd="0" presId="urn:microsoft.com/office/officeart/2005/8/layout/hierarchy1"/>
    <dgm:cxn modelId="{2FB96B76-EC2C-4488-BC9C-00CB3CCA2185}" type="presParOf" srcId="{27C9DCC5-74DA-4488-8009-ADE89FC4F42B}" destId="{60160550-D9BE-4342-BD8A-4AE710304FAC}" srcOrd="1" destOrd="0" presId="urn:microsoft.com/office/officeart/2005/8/layout/hierarchy1"/>
    <dgm:cxn modelId="{B92CACFA-EA49-4838-AF45-8BC38180E8E5}" type="presParOf" srcId="{38D7846C-C953-41B4-92EA-8ADD7611D44A}" destId="{57E9F57D-40F5-4F34-B516-5A0FED6C47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FD59C3-2377-4EE5-A4EB-150A5E986134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4BC4E87E-BCB2-48FF-8293-12E75F1AD588}">
      <dgm:prSet phldrT="[文本]" custT="1"/>
      <dgm:spPr/>
      <dgm:t>
        <a:bodyPr/>
        <a:lstStyle/>
        <a:p>
          <a:r>
            <a:rPr lang="zh-CN" sz="1800" b="1" dirty="0" smtClean="0"/>
            <a:t>新建</a:t>
          </a:r>
          <a:r>
            <a:rPr lang="en-US" sz="1800" b="1" dirty="0" smtClean="0"/>
            <a:t>STM32CubeMX</a:t>
          </a:r>
          <a:r>
            <a:rPr lang="zh-CN" sz="1800" b="1" dirty="0" smtClean="0"/>
            <a:t>工程，选择</a:t>
          </a:r>
          <a:r>
            <a:rPr lang="en-US" sz="1800" b="1" dirty="0" smtClean="0"/>
            <a:t>MCU</a:t>
          </a:r>
          <a:endParaRPr lang="zh-CN" altLang="en-US" sz="1800" dirty="0"/>
        </a:p>
      </dgm:t>
    </dgm:pt>
    <dgm:pt modelId="{145D3E99-07BA-4D1D-A694-3B11C0FB41D2}" type="par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A1E7FF71-0E6C-437B-951E-DC759DE1EF30}" type="sib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9FF358D5-CEAA-4F44-984A-806EB8502955}">
      <dgm:prSet phldrT="[文本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 smtClean="0"/>
            <a:t>STM32CubeMX</a:t>
          </a:r>
          <a:r>
            <a:rPr lang="zh-CN" sz="1800" b="1" dirty="0" smtClean="0"/>
            <a:t>功能参数配置</a:t>
          </a:r>
          <a:endParaRPr lang="zh-CN" altLang="en-US" sz="1800" dirty="0"/>
        </a:p>
      </dgm:t>
    </dgm:pt>
    <dgm:pt modelId="{692A2ADD-4162-451E-9945-78B829236339}" type="par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F04ADFBB-68E3-442D-8060-23D4CF78358D}" type="sib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AF94DE5F-EC5C-43CF-A8C9-73E06BB0D41B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生成</a:t>
          </a:r>
          <a:endParaRPr lang="en-US" altLang="zh-CN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工程代码</a:t>
          </a:r>
          <a:endParaRPr lang="zh-CN" altLang="en-US" sz="1800" dirty="0"/>
        </a:p>
      </dgm:t>
    </dgm:pt>
    <dgm:pt modelId="{5055C4F0-1F25-44FB-A6A1-8220906DBEA0}" type="par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C445B0C2-7A85-41F6-B4F9-FCBDBAAEDBFB}" type="sib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3E336CA0-661C-4A3B-8D64-17BD820118C6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编写</a:t>
          </a:r>
          <a:endParaRPr lang="en-US" altLang="zh-CN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应用程序</a:t>
          </a:r>
          <a:endParaRPr lang="zh-CN" altLang="en-US" sz="1800" b="1" dirty="0"/>
        </a:p>
      </dgm:t>
    </dgm:pt>
    <dgm:pt modelId="{4C686F72-57D2-4DC7-ADAF-E99FDB739E4C}" type="par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3BFFCFFD-E6BA-45BD-BB24-B0C3E944D3CC}" type="sib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A293DF9F-1C46-4A35-97C0-A07CAB6817BE}" type="pres">
      <dgm:prSet presAssocID="{B7FD59C3-2377-4EE5-A4EB-150A5E986134}" presName="Name0" presStyleCnt="0">
        <dgm:presLayoutVars>
          <dgm:dir/>
          <dgm:resizeHandles val="exact"/>
        </dgm:presLayoutVars>
      </dgm:prSet>
      <dgm:spPr/>
    </dgm:pt>
    <dgm:pt modelId="{0180920E-E6B7-473B-A9D3-1F85DFE2575E}" type="pres">
      <dgm:prSet presAssocID="{4BC4E87E-BCB2-48FF-8293-12E75F1AD588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4FCBCF-D797-4034-99BA-7079D9A4F600}" type="pres">
      <dgm:prSet presAssocID="{A1E7FF71-0E6C-437B-951E-DC759DE1EF30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880D96D4-C1F7-49CF-95C6-E1FC0CA3615D}" type="pres">
      <dgm:prSet presAssocID="{A1E7FF71-0E6C-437B-951E-DC759DE1EF30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FF74BA51-0237-4304-9437-506E313DFC66}" type="pres">
      <dgm:prSet presAssocID="{9FF358D5-CEAA-4F44-984A-806EB850295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57D2FF1-EA0D-4FEF-BA65-DB5E70590D33}" type="pres">
      <dgm:prSet presAssocID="{F04ADFBB-68E3-442D-8060-23D4CF78358D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08A07E1F-9008-4743-B6DA-29F230E39257}" type="pres">
      <dgm:prSet presAssocID="{F04ADFBB-68E3-442D-8060-23D4CF78358D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80F22BB9-697F-4175-97CE-CA041987EE96}" type="pres">
      <dgm:prSet presAssocID="{AF94DE5F-EC5C-43CF-A8C9-73E06BB0D41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2325F8-5569-4843-B296-D85EDEB86313}" type="pres">
      <dgm:prSet presAssocID="{C445B0C2-7A85-41F6-B4F9-FCBDBAAEDBFB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9C7E07FD-BA4B-4B05-9C87-D5E5503554A7}" type="pres">
      <dgm:prSet presAssocID="{C445B0C2-7A85-41F6-B4F9-FCBDBAAEDBFB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BD3942B7-8CD9-472B-8C67-B963E826446C}" type="pres">
      <dgm:prSet presAssocID="{3E336CA0-661C-4A3B-8D64-17BD820118C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4C58772-1011-47D0-87C1-C76599A2D34C}" type="presOf" srcId="{B7FD59C3-2377-4EE5-A4EB-150A5E986134}" destId="{A293DF9F-1C46-4A35-97C0-A07CAB6817BE}" srcOrd="0" destOrd="0" presId="urn:microsoft.com/office/officeart/2005/8/layout/process1"/>
    <dgm:cxn modelId="{B2D575FC-4CFF-4413-BDF7-3BE9D62B304C}" srcId="{B7FD59C3-2377-4EE5-A4EB-150A5E986134}" destId="{AF94DE5F-EC5C-43CF-A8C9-73E06BB0D41B}" srcOrd="2" destOrd="0" parTransId="{5055C4F0-1F25-44FB-A6A1-8220906DBEA0}" sibTransId="{C445B0C2-7A85-41F6-B4F9-FCBDBAAEDBFB}"/>
    <dgm:cxn modelId="{6E6CD310-4CD5-43BA-A03D-5C0F7B1726CA}" type="presOf" srcId="{F04ADFBB-68E3-442D-8060-23D4CF78358D}" destId="{557D2FF1-EA0D-4FEF-BA65-DB5E70590D33}" srcOrd="0" destOrd="0" presId="urn:microsoft.com/office/officeart/2005/8/layout/process1"/>
    <dgm:cxn modelId="{31CB78DA-6B54-400F-8E1D-A7D787F124D7}" srcId="{B7FD59C3-2377-4EE5-A4EB-150A5E986134}" destId="{4BC4E87E-BCB2-48FF-8293-12E75F1AD588}" srcOrd="0" destOrd="0" parTransId="{145D3E99-07BA-4D1D-A694-3B11C0FB41D2}" sibTransId="{A1E7FF71-0E6C-437B-951E-DC759DE1EF30}"/>
    <dgm:cxn modelId="{83D2D124-95E1-40D8-99D0-7A7845FA0AA3}" type="presOf" srcId="{9FF358D5-CEAA-4F44-984A-806EB8502955}" destId="{FF74BA51-0237-4304-9437-506E313DFC66}" srcOrd="0" destOrd="0" presId="urn:microsoft.com/office/officeart/2005/8/layout/process1"/>
    <dgm:cxn modelId="{869A7BF2-E8AC-4F94-B4E4-E3AF50505D7F}" srcId="{B7FD59C3-2377-4EE5-A4EB-150A5E986134}" destId="{9FF358D5-CEAA-4F44-984A-806EB8502955}" srcOrd="1" destOrd="0" parTransId="{692A2ADD-4162-451E-9945-78B829236339}" sibTransId="{F04ADFBB-68E3-442D-8060-23D4CF78358D}"/>
    <dgm:cxn modelId="{E8D19077-67A7-485A-BB85-B2CC7CA03B30}" type="presOf" srcId="{C445B0C2-7A85-41F6-B4F9-FCBDBAAEDBFB}" destId="{9C7E07FD-BA4B-4B05-9C87-D5E5503554A7}" srcOrd="1" destOrd="0" presId="urn:microsoft.com/office/officeart/2005/8/layout/process1"/>
    <dgm:cxn modelId="{8543FC1D-22EF-46E0-B187-A6E431BC0301}" type="presOf" srcId="{F04ADFBB-68E3-442D-8060-23D4CF78358D}" destId="{08A07E1F-9008-4743-B6DA-29F230E39257}" srcOrd="1" destOrd="0" presId="urn:microsoft.com/office/officeart/2005/8/layout/process1"/>
    <dgm:cxn modelId="{DA4EFA11-7C01-459D-903E-9571E70A3CA8}" srcId="{B7FD59C3-2377-4EE5-A4EB-150A5E986134}" destId="{3E336CA0-661C-4A3B-8D64-17BD820118C6}" srcOrd="3" destOrd="0" parTransId="{4C686F72-57D2-4DC7-ADAF-E99FDB739E4C}" sibTransId="{3BFFCFFD-E6BA-45BD-BB24-B0C3E944D3CC}"/>
    <dgm:cxn modelId="{EB06BB65-328C-4993-8778-A13C8C9BAE64}" type="presOf" srcId="{A1E7FF71-0E6C-437B-951E-DC759DE1EF30}" destId="{644FCBCF-D797-4034-99BA-7079D9A4F600}" srcOrd="0" destOrd="0" presId="urn:microsoft.com/office/officeart/2005/8/layout/process1"/>
    <dgm:cxn modelId="{603EABF0-C1AA-48B9-A1FB-2F4E4B82A03E}" type="presOf" srcId="{AF94DE5F-EC5C-43CF-A8C9-73E06BB0D41B}" destId="{80F22BB9-697F-4175-97CE-CA041987EE96}" srcOrd="0" destOrd="0" presId="urn:microsoft.com/office/officeart/2005/8/layout/process1"/>
    <dgm:cxn modelId="{52244071-4DE2-44B2-920C-FC9D1976D2C0}" type="presOf" srcId="{3E336CA0-661C-4A3B-8D64-17BD820118C6}" destId="{BD3942B7-8CD9-472B-8C67-B963E826446C}" srcOrd="0" destOrd="0" presId="urn:microsoft.com/office/officeart/2005/8/layout/process1"/>
    <dgm:cxn modelId="{09137E1B-5A9B-4BCC-BC58-5E084DBED32C}" type="presOf" srcId="{4BC4E87E-BCB2-48FF-8293-12E75F1AD588}" destId="{0180920E-E6B7-473B-A9D3-1F85DFE2575E}" srcOrd="0" destOrd="0" presId="urn:microsoft.com/office/officeart/2005/8/layout/process1"/>
    <dgm:cxn modelId="{A3281060-FDD2-458F-8A0B-E72FC32D64F9}" type="presOf" srcId="{C445B0C2-7A85-41F6-B4F9-FCBDBAAEDBFB}" destId="{932325F8-5569-4843-B296-D85EDEB86313}" srcOrd="0" destOrd="0" presId="urn:microsoft.com/office/officeart/2005/8/layout/process1"/>
    <dgm:cxn modelId="{B1410603-DBE6-4633-B875-DF9C48165418}" type="presOf" srcId="{A1E7FF71-0E6C-437B-951E-DC759DE1EF30}" destId="{880D96D4-C1F7-49CF-95C6-E1FC0CA3615D}" srcOrd="1" destOrd="0" presId="urn:microsoft.com/office/officeart/2005/8/layout/process1"/>
    <dgm:cxn modelId="{6B02BE2C-3589-4D15-8C66-163FB4EFA190}" type="presParOf" srcId="{A293DF9F-1C46-4A35-97C0-A07CAB6817BE}" destId="{0180920E-E6B7-473B-A9D3-1F85DFE2575E}" srcOrd="0" destOrd="0" presId="urn:microsoft.com/office/officeart/2005/8/layout/process1"/>
    <dgm:cxn modelId="{AAE12747-013E-4EBC-92AC-E958D94153F2}" type="presParOf" srcId="{A293DF9F-1C46-4A35-97C0-A07CAB6817BE}" destId="{644FCBCF-D797-4034-99BA-7079D9A4F600}" srcOrd="1" destOrd="0" presId="urn:microsoft.com/office/officeart/2005/8/layout/process1"/>
    <dgm:cxn modelId="{595DC99B-117F-4FC3-BD08-EE1496364F2A}" type="presParOf" srcId="{644FCBCF-D797-4034-99BA-7079D9A4F600}" destId="{880D96D4-C1F7-49CF-95C6-E1FC0CA3615D}" srcOrd="0" destOrd="0" presId="urn:microsoft.com/office/officeart/2005/8/layout/process1"/>
    <dgm:cxn modelId="{9E958B92-A015-4CE3-A486-A12B2127030E}" type="presParOf" srcId="{A293DF9F-1C46-4A35-97C0-A07CAB6817BE}" destId="{FF74BA51-0237-4304-9437-506E313DFC66}" srcOrd="2" destOrd="0" presId="urn:microsoft.com/office/officeart/2005/8/layout/process1"/>
    <dgm:cxn modelId="{26E9C822-7A9F-4319-9511-A3F204D51119}" type="presParOf" srcId="{A293DF9F-1C46-4A35-97C0-A07CAB6817BE}" destId="{557D2FF1-EA0D-4FEF-BA65-DB5E70590D33}" srcOrd="3" destOrd="0" presId="urn:microsoft.com/office/officeart/2005/8/layout/process1"/>
    <dgm:cxn modelId="{4BDA9274-9AD5-425D-88DB-6C585D91F867}" type="presParOf" srcId="{557D2FF1-EA0D-4FEF-BA65-DB5E70590D33}" destId="{08A07E1F-9008-4743-B6DA-29F230E39257}" srcOrd="0" destOrd="0" presId="urn:microsoft.com/office/officeart/2005/8/layout/process1"/>
    <dgm:cxn modelId="{8D28EF47-9B22-4B91-8099-043D9E80A6AC}" type="presParOf" srcId="{A293DF9F-1C46-4A35-97C0-A07CAB6817BE}" destId="{80F22BB9-697F-4175-97CE-CA041987EE96}" srcOrd="4" destOrd="0" presId="urn:microsoft.com/office/officeart/2005/8/layout/process1"/>
    <dgm:cxn modelId="{204B2529-92CF-4791-8A19-FFD6937F2A63}" type="presParOf" srcId="{A293DF9F-1C46-4A35-97C0-A07CAB6817BE}" destId="{932325F8-5569-4843-B296-D85EDEB86313}" srcOrd="5" destOrd="0" presId="urn:microsoft.com/office/officeart/2005/8/layout/process1"/>
    <dgm:cxn modelId="{AAE33E2B-0DC0-4CC8-AAD8-CA71B51434D6}" type="presParOf" srcId="{932325F8-5569-4843-B296-D85EDEB86313}" destId="{9C7E07FD-BA4B-4B05-9C87-D5E5503554A7}" srcOrd="0" destOrd="0" presId="urn:microsoft.com/office/officeart/2005/8/layout/process1"/>
    <dgm:cxn modelId="{87930B8E-8878-42D5-8206-1433DB5B6B0E}" type="presParOf" srcId="{A293DF9F-1C46-4A35-97C0-A07CAB6817BE}" destId="{BD3942B7-8CD9-472B-8C67-B963E826446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8D259-8707-4C95-AD7F-8F8ABCB81B1B}">
      <dsp:nvSpPr>
        <dsp:cNvPr id="0" name=""/>
        <dsp:cNvSpPr/>
      </dsp:nvSpPr>
      <dsp:spPr>
        <a:xfrm>
          <a:off x="3574936" y="1041966"/>
          <a:ext cx="3246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671" y="4572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F6088-476E-4F7A-B240-8C6B794061ED}">
      <dsp:nvSpPr>
        <dsp:cNvPr id="0" name=""/>
        <dsp:cNvSpPr/>
      </dsp:nvSpPr>
      <dsp:spPr>
        <a:xfrm>
          <a:off x="1626906" y="738664"/>
          <a:ext cx="324671" cy="3490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2335" y="0"/>
              </a:lnTo>
              <a:lnTo>
                <a:pt x="162335" y="349022"/>
              </a:lnTo>
              <a:lnTo>
                <a:pt x="324671" y="34902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82B220-1E54-4A30-90AF-EC7D728F531F}">
      <dsp:nvSpPr>
        <dsp:cNvPr id="0" name=""/>
        <dsp:cNvSpPr/>
      </dsp:nvSpPr>
      <dsp:spPr>
        <a:xfrm>
          <a:off x="3574936" y="343921"/>
          <a:ext cx="3246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671" y="4572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7DBBDD-B6C4-40E0-AD00-7689213EBD13}">
      <dsp:nvSpPr>
        <dsp:cNvPr id="0" name=""/>
        <dsp:cNvSpPr/>
      </dsp:nvSpPr>
      <dsp:spPr>
        <a:xfrm>
          <a:off x="1626906" y="389641"/>
          <a:ext cx="324671" cy="349022"/>
        </a:xfrm>
        <a:custGeom>
          <a:avLst/>
          <a:gdLst/>
          <a:ahLst/>
          <a:cxnLst/>
          <a:rect l="0" t="0" r="0" b="0"/>
          <a:pathLst>
            <a:path>
              <a:moveTo>
                <a:pt x="0" y="349022"/>
              </a:moveTo>
              <a:lnTo>
                <a:pt x="162335" y="349022"/>
              </a:lnTo>
              <a:lnTo>
                <a:pt x="162335" y="0"/>
              </a:lnTo>
              <a:lnTo>
                <a:pt x="324671" y="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713050-7E79-4C4F-9C78-E09AB647FC22}">
      <dsp:nvSpPr>
        <dsp:cNvPr id="0" name=""/>
        <dsp:cNvSpPr/>
      </dsp:nvSpPr>
      <dsp:spPr>
        <a:xfrm>
          <a:off x="3548" y="491101"/>
          <a:ext cx="1623358" cy="4951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技术参数</a:t>
          </a:r>
          <a:endParaRPr lang="zh-CN" altLang="en-US" sz="1800" b="1" kern="1200" dirty="0"/>
        </a:p>
      </dsp:txBody>
      <dsp:txXfrm>
        <a:off x="3548" y="491101"/>
        <a:ext cx="1623358" cy="495124"/>
      </dsp:txXfrm>
    </dsp:sp>
    <dsp:sp modelId="{8788AA9E-4B09-401B-9B9E-9A71C184CEA6}">
      <dsp:nvSpPr>
        <dsp:cNvPr id="0" name=""/>
        <dsp:cNvSpPr/>
      </dsp:nvSpPr>
      <dsp:spPr>
        <a:xfrm>
          <a:off x="1951578" y="142079"/>
          <a:ext cx="1623358" cy="4951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转换精度</a:t>
          </a:r>
          <a:endParaRPr lang="zh-CN" altLang="en-US" sz="1800" b="1" kern="1200" dirty="0"/>
        </a:p>
      </dsp:txBody>
      <dsp:txXfrm>
        <a:off x="1951578" y="142079"/>
        <a:ext cx="1623358" cy="495124"/>
      </dsp:txXfrm>
    </dsp:sp>
    <dsp:sp modelId="{ABED3E66-ADAB-414C-8C73-64946756EA10}">
      <dsp:nvSpPr>
        <dsp:cNvPr id="0" name=""/>
        <dsp:cNvSpPr/>
      </dsp:nvSpPr>
      <dsp:spPr>
        <a:xfrm>
          <a:off x="3899608" y="142079"/>
          <a:ext cx="2899172" cy="4951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用分辨率和转换误差</a:t>
          </a:r>
          <a:endParaRPr lang="zh-CN" altLang="en-US" sz="1800" b="1" kern="1200" dirty="0"/>
        </a:p>
      </dsp:txBody>
      <dsp:txXfrm>
        <a:off x="3899608" y="142079"/>
        <a:ext cx="2899172" cy="495124"/>
      </dsp:txXfrm>
    </dsp:sp>
    <dsp:sp modelId="{BBE16C3A-6B13-44E8-A852-0C91BB4FEA73}">
      <dsp:nvSpPr>
        <dsp:cNvPr id="0" name=""/>
        <dsp:cNvSpPr/>
      </dsp:nvSpPr>
      <dsp:spPr>
        <a:xfrm>
          <a:off x="1951578" y="840123"/>
          <a:ext cx="1623358" cy="4951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转换速度</a:t>
          </a:r>
          <a:endParaRPr lang="zh-CN" altLang="en-US" sz="1800" b="1" kern="1200" dirty="0"/>
        </a:p>
      </dsp:txBody>
      <dsp:txXfrm>
        <a:off x="1951578" y="840123"/>
        <a:ext cx="1623358" cy="495124"/>
      </dsp:txXfrm>
    </dsp:sp>
    <dsp:sp modelId="{A73F9259-6967-41EF-A59D-FBE80C7D18AF}">
      <dsp:nvSpPr>
        <dsp:cNvPr id="0" name=""/>
        <dsp:cNvSpPr/>
      </dsp:nvSpPr>
      <dsp:spPr>
        <a:xfrm>
          <a:off x="3899608" y="840123"/>
          <a:ext cx="2899172" cy="4951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转换时间或转换速率</a:t>
          </a:r>
          <a:endParaRPr lang="zh-CN" altLang="en-US" sz="1800" b="1" kern="1200" dirty="0"/>
        </a:p>
      </dsp:txBody>
      <dsp:txXfrm>
        <a:off x="3899608" y="840123"/>
        <a:ext cx="2899172" cy="495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935C5-2B66-47F9-8C55-663EC5A51F89}">
      <dsp:nvSpPr>
        <dsp:cNvPr id="0" name=""/>
        <dsp:cNvSpPr/>
      </dsp:nvSpPr>
      <dsp:spPr>
        <a:xfrm>
          <a:off x="1359634" y="1815976"/>
          <a:ext cx="358369" cy="1540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9184" y="0"/>
              </a:lnTo>
              <a:lnTo>
                <a:pt x="179184" y="1540990"/>
              </a:lnTo>
              <a:lnTo>
                <a:pt x="358369" y="154099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1CF707-4566-44FE-B59F-7982A5233C1D}">
      <dsp:nvSpPr>
        <dsp:cNvPr id="0" name=""/>
        <dsp:cNvSpPr/>
      </dsp:nvSpPr>
      <dsp:spPr>
        <a:xfrm>
          <a:off x="1359634" y="1815976"/>
          <a:ext cx="358369" cy="7704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9184" y="0"/>
              </a:lnTo>
              <a:lnTo>
                <a:pt x="179184" y="770495"/>
              </a:lnTo>
              <a:lnTo>
                <a:pt x="358369" y="770495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177B36-90BE-4D14-AE4E-C02EE47626D4}">
      <dsp:nvSpPr>
        <dsp:cNvPr id="0" name=""/>
        <dsp:cNvSpPr/>
      </dsp:nvSpPr>
      <dsp:spPr>
        <a:xfrm>
          <a:off x="1359634" y="1770255"/>
          <a:ext cx="3583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8369" y="4572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5B08C7-B52C-4285-9928-EA3E30DC9876}">
      <dsp:nvSpPr>
        <dsp:cNvPr id="0" name=""/>
        <dsp:cNvSpPr/>
      </dsp:nvSpPr>
      <dsp:spPr>
        <a:xfrm>
          <a:off x="1359634" y="1045480"/>
          <a:ext cx="358369" cy="770495"/>
        </a:xfrm>
        <a:custGeom>
          <a:avLst/>
          <a:gdLst/>
          <a:ahLst/>
          <a:cxnLst/>
          <a:rect l="0" t="0" r="0" b="0"/>
          <a:pathLst>
            <a:path>
              <a:moveTo>
                <a:pt x="0" y="770495"/>
              </a:moveTo>
              <a:lnTo>
                <a:pt x="179184" y="770495"/>
              </a:lnTo>
              <a:lnTo>
                <a:pt x="179184" y="0"/>
              </a:lnTo>
              <a:lnTo>
                <a:pt x="358369" y="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D97F9-F674-40EC-ADEE-791CC6485FDC}">
      <dsp:nvSpPr>
        <dsp:cNvPr id="0" name=""/>
        <dsp:cNvSpPr/>
      </dsp:nvSpPr>
      <dsp:spPr>
        <a:xfrm>
          <a:off x="1359634" y="274985"/>
          <a:ext cx="358369" cy="1540990"/>
        </a:xfrm>
        <a:custGeom>
          <a:avLst/>
          <a:gdLst/>
          <a:ahLst/>
          <a:cxnLst/>
          <a:rect l="0" t="0" r="0" b="0"/>
          <a:pathLst>
            <a:path>
              <a:moveTo>
                <a:pt x="0" y="1540990"/>
              </a:moveTo>
              <a:lnTo>
                <a:pt x="179184" y="1540990"/>
              </a:lnTo>
              <a:lnTo>
                <a:pt x="179184" y="0"/>
              </a:lnTo>
              <a:lnTo>
                <a:pt x="358369" y="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AAD1D-F6A1-43FB-864C-8593D30821DB}">
      <dsp:nvSpPr>
        <dsp:cNvPr id="0" name=""/>
        <dsp:cNvSpPr/>
      </dsp:nvSpPr>
      <dsp:spPr>
        <a:xfrm>
          <a:off x="378578" y="1542718"/>
          <a:ext cx="981055" cy="5465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ADC</a:t>
          </a:r>
          <a:endParaRPr lang="zh-CN" altLang="en-US" sz="1900" b="1" kern="1200" dirty="0"/>
        </a:p>
      </dsp:txBody>
      <dsp:txXfrm>
        <a:off x="378578" y="1542718"/>
        <a:ext cx="981055" cy="546514"/>
      </dsp:txXfrm>
    </dsp:sp>
    <dsp:sp modelId="{A9C1AF2A-EB7B-4238-9487-E2393A55C073}">
      <dsp:nvSpPr>
        <dsp:cNvPr id="0" name=""/>
        <dsp:cNvSpPr/>
      </dsp:nvSpPr>
      <dsp:spPr>
        <a:xfrm>
          <a:off x="1718003" y="1728"/>
          <a:ext cx="1791849" cy="5465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ADC</a:t>
          </a:r>
          <a:r>
            <a:rPr lang="zh-CN" sz="1900" b="1" kern="1200" dirty="0" smtClean="0"/>
            <a:t>引脚</a:t>
          </a:r>
          <a:endParaRPr lang="zh-CN" altLang="en-US" sz="1900" b="1" kern="1200" dirty="0"/>
        </a:p>
      </dsp:txBody>
      <dsp:txXfrm>
        <a:off x="1718003" y="1728"/>
        <a:ext cx="1791849" cy="546514"/>
      </dsp:txXfrm>
    </dsp:sp>
    <dsp:sp modelId="{3828E70D-76DC-442F-A85F-45A1BA24C57D}">
      <dsp:nvSpPr>
        <dsp:cNvPr id="0" name=""/>
        <dsp:cNvSpPr/>
      </dsp:nvSpPr>
      <dsp:spPr>
        <a:xfrm>
          <a:off x="1718003" y="772223"/>
          <a:ext cx="1791849" cy="5465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b="1" kern="1200" dirty="0" smtClean="0"/>
            <a:t>模拟多路开关</a:t>
          </a:r>
          <a:endParaRPr lang="zh-CN" altLang="en-US" sz="1900" b="1" kern="1200" dirty="0"/>
        </a:p>
      </dsp:txBody>
      <dsp:txXfrm>
        <a:off x="1718003" y="772223"/>
        <a:ext cx="1791849" cy="546514"/>
      </dsp:txXfrm>
    </dsp:sp>
    <dsp:sp modelId="{6F830F4B-5C73-40AF-84E5-1D683420FD60}">
      <dsp:nvSpPr>
        <dsp:cNvPr id="0" name=""/>
        <dsp:cNvSpPr/>
      </dsp:nvSpPr>
      <dsp:spPr>
        <a:xfrm>
          <a:off x="1718003" y="1542718"/>
          <a:ext cx="1791849" cy="5465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ADC</a:t>
          </a:r>
          <a:r>
            <a:rPr lang="zh-CN" sz="1900" b="1" kern="1200" dirty="0" smtClean="0"/>
            <a:t>时钟</a:t>
          </a:r>
          <a:endParaRPr lang="zh-CN" altLang="en-US" sz="1900" b="1" kern="1200" dirty="0"/>
        </a:p>
      </dsp:txBody>
      <dsp:txXfrm>
        <a:off x="1718003" y="1542718"/>
        <a:ext cx="1791849" cy="546514"/>
      </dsp:txXfrm>
    </dsp:sp>
    <dsp:sp modelId="{E56C9951-75AB-477C-BA3C-F24AE5B757BD}">
      <dsp:nvSpPr>
        <dsp:cNvPr id="0" name=""/>
        <dsp:cNvSpPr/>
      </dsp:nvSpPr>
      <dsp:spPr>
        <a:xfrm>
          <a:off x="1718003" y="2313214"/>
          <a:ext cx="1791849" cy="5465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b="1" kern="1200" dirty="0" smtClean="0"/>
            <a:t>注入或规则通道</a:t>
          </a:r>
          <a:endParaRPr lang="zh-CN" altLang="en-US" sz="1900" b="1" kern="1200" dirty="0"/>
        </a:p>
      </dsp:txBody>
      <dsp:txXfrm>
        <a:off x="1718003" y="2313214"/>
        <a:ext cx="1791849" cy="546514"/>
      </dsp:txXfrm>
    </dsp:sp>
    <dsp:sp modelId="{D9ECBB87-A93D-43A6-B9AB-7AEC34E03F4B}">
      <dsp:nvSpPr>
        <dsp:cNvPr id="0" name=""/>
        <dsp:cNvSpPr/>
      </dsp:nvSpPr>
      <dsp:spPr>
        <a:xfrm>
          <a:off x="1718003" y="3083709"/>
          <a:ext cx="1791849" cy="5465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b="1" kern="1200" dirty="0" smtClean="0"/>
            <a:t>中断</a:t>
          </a:r>
          <a:endParaRPr lang="zh-CN" altLang="en-US" sz="1900" b="1" kern="1200" dirty="0"/>
        </a:p>
      </dsp:txBody>
      <dsp:txXfrm>
        <a:off x="1718003" y="3083709"/>
        <a:ext cx="1791849" cy="546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8847E-9D3A-4035-A969-ADB88B423810}">
      <dsp:nvSpPr>
        <dsp:cNvPr id="0" name=""/>
        <dsp:cNvSpPr/>
      </dsp:nvSpPr>
      <dsp:spPr>
        <a:xfrm>
          <a:off x="609169" y="0"/>
          <a:ext cx="6549127" cy="3554819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DD1322-C632-44DD-B192-383248229DA8}">
      <dsp:nvSpPr>
        <dsp:cNvPr id="0" name=""/>
        <dsp:cNvSpPr/>
      </dsp:nvSpPr>
      <dsp:spPr>
        <a:xfrm>
          <a:off x="2633" y="1066445"/>
          <a:ext cx="1711019" cy="14219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第一次触发时，转换的序列为</a:t>
          </a:r>
          <a:r>
            <a:rPr lang="en-US" sz="1800" b="1" kern="1200" dirty="0" smtClean="0"/>
            <a:t>1</a:t>
          </a:r>
          <a:r>
            <a:rPr lang="zh-CN" sz="1800" b="1" kern="1200" dirty="0" smtClean="0"/>
            <a:t>、</a:t>
          </a:r>
          <a:r>
            <a:rPr lang="en-US" sz="1800" b="1" kern="1200" dirty="0" smtClean="0"/>
            <a:t>2</a:t>
          </a:r>
          <a:r>
            <a:rPr lang="zh-CN" sz="1800" b="1" kern="1200" dirty="0" smtClean="0"/>
            <a:t>和</a:t>
          </a:r>
          <a:r>
            <a:rPr lang="en-US" sz="1800" b="1" kern="1200" dirty="0" smtClean="0"/>
            <a:t>3</a:t>
          </a:r>
          <a:r>
            <a:rPr lang="zh-CN" sz="1800" b="1" kern="1200" dirty="0" smtClean="0"/>
            <a:t>通道；</a:t>
          </a:r>
          <a:endParaRPr lang="zh-CN" sz="1800" b="1" kern="1200" dirty="0"/>
        </a:p>
      </dsp:txBody>
      <dsp:txXfrm>
        <a:off x="72046" y="1135858"/>
        <a:ext cx="1572193" cy="1283101"/>
      </dsp:txXfrm>
    </dsp:sp>
    <dsp:sp modelId="{DC345A6B-DCB1-45BD-B598-01C34808DEA3}">
      <dsp:nvSpPr>
        <dsp:cNvPr id="0" name=""/>
        <dsp:cNvSpPr/>
      </dsp:nvSpPr>
      <dsp:spPr>
        <a:xfrm>
          <a:off x="1998823" y="1066445"/>
          <a:ext cx="1711019" cy="14219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第二次触发，转换的序列为</a:t>
          </a:r>
          <a:r>
            <a:rPr lang="en-US" sz="1800" b="1" kern="1200" dirty="0" smtClean="0"/>
            <a:t>5</a:t>
          </a:r>
          <a:r>
            <a:rPr lang="zh-CN" sz="1800" b="1" kern="1200" dirty="0" smtClean="0"/>
            <a:t>、</a:t>
          </a:r>
          <a:r>
            <a:rPr lang="en-US" sz="1800" b="1" kern="1200" dirty="0" smtClean="0"/>
            <a:t>6</a:t>
          </a:r>
          <a:r>
            <a:rPr lang="zh-CN" sz="1800" b="1" kern="1200" dirty="0" smtClean="0"/>
            <a:t>和</a:t>
          </a:r>
          <a:r>
            <a:rPr lang="en-US" sz="1800" b="1" kern="1200" dirty="0" smtClean="0"/>
            <a:t>7</a:t>
          </a:r>
          <a:r>
            <a:rPr lang="zh-CN" sz="1800" b="1" kern="1200" dirty="0" smtClean="0"/>
            <a:t>通道；</a:t>
          </a:r>
          <a:endParaRPr lang="zh-CN" sz="1800" b="1" kern="1200" dirty="0"/>
        </a:p>
      </dsp:txBody>
      <dsp:txXfrm>
        <a:off x="2068236" y="1135858"/>
        <a:ext cx="1572193" cy="1283101"/>
      </dsp:txXfrm>
    </dsp:sp>
    <dsp:sp modelId="{EFE7C21B-55E1-464F-8B2E-760DF5584519}">
      <dsp:nvSpPr>
        <dsp:cNvPr id="0" name=""/>
        <dsp:cNvSpPr/>
      </dsp:nvSpPr>
      <dsp:spPr>
        <a:xfrm>
          <a:off x="3995012" y="1066445"/>
          <a:ext cx="1711019" cy="14219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第三次触发，转换的序列为</a:t>
          </a:r>
          <a:r>
            <a:rPr lang="en-US" sz="1800" b="1" kern="1200" dirty="0" smtClean="0"/>
            <a:t>9</a:t>
          </a:r>
          <a:r>
            <a:rPr lang="zh-CN" sz="1800" b="1" kern="1200" dirty="0" smtClean="0"/>
            <a:t>和</a:t>
          </a:r>
          <a:r>
            <a:rPr lang="en-US" sz="1800" b="1" kern="1200" dirty="0" smtClean="0"/>
            <a:t>11</a:t>
          </a:r>
          <a:r>
            <a:rPr lang="zh-CN" sz="1800" b="1" kern="1200" dirty="0" smtClean="0"/>
            <a:t>通道，然后产生</a:t>
          </a:r>
          <a:r>
            <a:rPr lang="en-US" sz="1800" b="1" kern="1200" dirty="0" smtClean="0"/>
            <a:t>EOC</a:t>
          </a:r>
          <a:r>
            <a:rPr lang="zh-CN" sz="1800" b="1" kern="1200" dirty="0" smtClean="0"/>
            <a:t>事件；</a:t>
          </a:r>
          <a:endParaRPr lang="zh-CN" sz="1800" b="1" kern="1200" dirty="0"/>
        </a:p>
      </dsp:txBody>
      <dsp:txXfrm>
        <a:off x="4064425" y="1135858"/>
        <a:ext cx="1572193" cy="1283101"/>
      </dsp:txXfrm>
    </dsp:sp>
    <dsp:sp modelId="{CF19FF74-BD5D-428B-BEC6-A1768252D439}">
      <dsp:nvSpPr>
        <dsp:cNvPr id="0" name=""/>
        <dsp:cNvSpPr/>
      </dsp:nvSpPr>
      <dsp:spPr>
        <a:xfrm>
          <a:off x="5991202" y="1066445"/>
          <a:ext cx="1711019" cy="14219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/>
            <a:t>第四</a:t>
          </a:r>
          <a:r>
            <a:rPr lang="zh-CN" sz="1800" b="1" kern="1200" dirty="0" smtClean="0"/>
            <a:t>次触发，转换的序列为</a:t>
          </a:r>
          <a:r>
            <a:rPr lang="en-US" sz="1800" b="1" kern="1200" dirty="0" smtClean="0"/>
            <a:t>1</a:t>
          </a:r>
          <a:r>
            <a:rPr lang="zh-CN" sz="1800" b="1" kern="1200" dirty="0" smtClean="0"/>
            <a:t>、</a:t>
          </a:r>
          <a:r>
            <a:rPr lang="en-US" sz="1800" b="1" kern="1200" dirty="0" smtClean="0"/>
            <a:t>2</a:t>
          </a:r>
          <a:r>
            <a:rPr lang="zh-CN" sz="1800" b="1" kern="1200" dirty="0" smtClean="0"/>
            <a:t>和</a:t>
          </a:r>
          <a:r>
            <a:rPr lang="en-US" sz="1800" b="1" kern="1200" dirty="0" smtClean="0"/>
            <a:t>3</a:t>
          </a:r>
          <a:r>
            <a:rPr lang="zh-CN" sz="1800" b="1" kern="1200" dirty="0" smtClean="0"/>
            <a:t>通道，以此类推。</a:t>
          </a:r>
          <a:endParaRPr lang="zh-CN" sz="1800" b="1" kern="1200" dirty="0"/>
        </a:p>
      </dsp:txBody>
      <dsp:txXfrm>
        <a:off x="6060615" y="1135858"/>
        <a:ext cx="1572193" cy="12831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08013-586E-45B8-A77A-E283C2A9B88A}">
      <dsp:nvSpPr>
        <dsp:cNvPr id="0" name=""/>
        <dsp:cNvSpPr/>
      </dsp:nvSpPr>
      <dsp:spPr>
        <a:xfrm>
          <a:off x="642487" y="728204"/>
          <a:ext cx="6486294" cy="645854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ADC</a:t>
          </a:r>
          <a:r>
            <a:rPr lang="zh-CN" sz="1800" b="1" kern="1200" dirty="0" smtClean="0"/>
            <a:t>在每个通道转换完成后，可产生相应的中断请求。</a:t>
          </a:r>
          <a:endParaRPr lang="zh-CN" sz="1800" b="1" kern="1200" dirty="0"/>
        </a:p>
      </dsp:txBody>
      <dsp:txXfrm>
        <a:off x="661403" y="747120"/>
        <a:ext cx="6448462" cy="608022"/>
      </dsp:txXfrm>
    </dsp:sp>
    <dsp:sp modelId="{94B7D753-0088-45AC-9A25-D40B7AE64C19}">
      <dsp:nvSpPr>
        <dsp:cNvPr id="0" name=""/>
        <dsp:cNvSpPr/>
      </dsp:nvSpPr>
      <dsp:spPr>
        <a:xfrm>
          <a:off x="2794" y="1473996"/>
          <a:ext cx="2453053" cy="1770335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对于规则通道，如果</a:t>
          </a:r>
          <a:r>
            <a:rPr lang="en-US" sz="1800" b="1" kern="1200" dirty="0" smtClean="0"/>
            <a:t>ADC_CR1</a:t>
          </a:r>
          <a:r>
            <a:rPr lang="zh-CN" sz="1800" b="1" kern="1200" dirty="0" smtClean="0"/>
            <a:t>寄存器的</a:t>
          </a:r>
          <a:r>
            <a:rPr lang="en-US" sz="1800" b="1" kern="1200" dirty="0" smtClean="0"/>
            <a:t>EOCIE</a:t>
          </a:r>
          <a:r>
            <a:rPr lang="zh-CN" sz="1800" b="1" kern="1200" dirty="0" smtClean="0"/>
            <a:t>位被置“</a:t>
          </a:r>
          <a:r>
            <a:rPr lang="en-US" sz="1800" b="1" kern="1200" dirty="0" smtClean="0"/>
            <a:t>1</a:t>
          </a:r>
          <a:r>
            <a:rPr lang="zh-CN" sz="1800" b="1" kern="1200" dirty="0" smtClean="0"/>
            <a:t>”，则会产生</a:t>
          </a:r>
          <a:r>
            <a:rPr lang="en-US" sz="1800" b="1" kern="1200" dirty="0" smtClean="0"/>
            <a:t>EOC</a:t>
          </a:r>
          <a:r>
            <a:rPr lang="zh-CN" sz="1800" b="1" kern="1200" dirty="0" smtClean="0"/>
            <a:t>中断；</a:t>
          </a:r>
          <a:endParaRPr lang="zh-CN" sz="1800" b="1" kern="1200" dirty="0"/>
        </a:p>
      </dsp:txBody>
      <dsp:txXfrm>
        <a:off x="54645" y="1525847"/>
        <a:ext cx="2349351" cy="1666633"/>
      </dsp:txXfrm>
    </dsp:sp>
    <dsp:sp modelId="{8C9BFAED-C638-45D1-B556-E714811AF47A}">
      <dsp:nvSpPr>
        <dsp:cNvPr id="0" name=""/>
        <dsp:cNvSpPr/>
      </dsp:nvSpPr>
      <dsp:spPr>
        <a:xfrm>
          <a:off x="2661905" y="1473996"/>
          <a:ext cx="2453053" cy="1770335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对于注入通道，如果</a:t>
          </a:r>
          <a:r>
            <a:rPr lang="en-US" sz="1800" b="1" kern="1200" dirty="0" smtClean="0"/>
            <a:t>ADC_CR1</a:t>
          </a:r>
          <a:r>
            <a:rPr lang="zh-CN" sz="1800" b="1" kern="1200" dirty="0" smtClean="0"/>
            <a:t>寄存器的</a:t>
          </a:r>
          <a:r>
            <a:rPr lang="en-US" sz="1800" b="1" kern="1200" dirty="0" smtClean="0"/>
            <a:t>JEOCIE</a:t>
          </a:r>
          <a:r>
            <a:rPr lang="zh-CN" sz="1800" b="1" kern="1200" dirty="0" smtClean="0"/>
            <a:t>位被置“</a:t>
          </a:r>
          <a:r>
            <a:rPr lang="en-US" sz="1800" b="1" kern="1200" dirty="0" smtClean="0"/>
            <a:t>1</a:t>
          </a:r>
          <a:r>
            <a:rPr lang="zh-CN" sz="1800" b="1" kern="1200" dirty="0" smtClean="0"/>
            <a:t>”，则会产生</a:t>
          </a:r>
          <a:r>
            <a:rPr lang="en-US" sz="1800" b="1" kern="1200" dirty="0" smtClean="0"/>
            <a:t>JEOC</a:t>
          </a:r>
          <a:r>
            <a:rPr lang="zh-CN" sz="1800" b="1" kern="1200" dirty="0" smtClean="0"/>
            <a:t>中断；</a:t>
          </a:r>
          <a:endParaRPr lang="zh-CN" sz="1800" b="1" kern="1200" dirty="0"/>
        </a:p>
      </dsp:txBody>
      <dsp:txXfrm>
        <a:off x="2713756" y="1525847"/>
        <a:ext cx="2349351" cy="1666633"/>
      </dsp:txXfrm>
    </dsp:sp>
    <dsp:sp modelId="{BA6AEF87-A533-4D9A-ABBF-5D4BE8A620D8}">
      <dsp:nvSpPr>
        <dsp:cNvPr id="0" name=""/>
        <dsp:cNvSpPr/>
      </dsp:nvSpPr>
      <dsp:spPr>
        <a:xfrm>
          <a:off x="5321015" y="1473996"/>
          <a:ext cx="2453053" cy="1770335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ADC1</a:t>
          </a:r>
          <a:r>
            <a:rPr lang="zh-CN" sz="1800" b="1" kern="1200" dirty="0" smtClean="0"/>
            <a:t>和</a:t>
          </a:r>
          <a:r>
            <a:rPr lang="en-US" sz="1800" b="1" kern="1200" dirty="0" smtClean="0"/>
            <a:t>ADC3</a:t>
          </a:r>
          <a:r>
            <a:rPr lang="zh-CN" sz="1800" b="1" kern="1200" dirty="0" smtClean="0"/>
            <a:t>的规则通道转换完成后还可产生</a:t>
          </a:r>
          <a:r>
            <a:rPr lang="en-US" sz="1800" b="1" kern="1200" dirty="0" smtClean="0"/>
            <a:t>DMA</a:t>
          </a:r>
          <a:r>
            <a:rPr lang="zh-CN" sz="1800" b="1" kern="1200" dirty="0" smtClean="0"/>
            <a:t>请求。</a:t>
          </a:r>
          <a:endParaRPr lang="zh-CN" sz="1800" b="1" kern="1200" dirty="0"/>
        </a:p>
      </dsp:txBody>
      <dsp:txXfrm>
        <a:off x="5372866" y="1525847"/>
        <a:ext cx="2349351" cy="16666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15FE62-28F1-41E7-829B-2F49FDB2328E}">
      <dsp:nvSpPr>
        <dsp:cNvPr id="0" name=""/>
        <dsp:cNvSpPr/>
      </dsp:nvSpPr>
      <dsp:spPr>
        <a:xfrm>
          <a:off x="0" y="0"/>
          <a:ext cx="3917235" cy="5861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dirty="0" smtClean="0"/>
            <a:t>第一次触发：进行转换的通道序列为</a:t>
          </a:r>
          <a:r>
            <a:rPr lang="en-US" altLang="zh-CN" sz="1800" b="1" kern="1200" dirty="0" smtClean="0"/>
            <a:t>0</a:t>
          </a:r>
          <a:r>
            <a:rPr lang="zh-CN" altLang="zh-CN" sz="1800" b="1" kern="1200" dirty="0" smtClean="0"/>
            <a:t>、</a:t>
          </a:r>
          <a:r>
            <a:rPr lang="en-US" altLang="zh-CN" sz="1800" b="1" kern="1200" dirty="0" smtClean="0"/>
            <a:t>1</a:t>
          </a:r>
          <a:r>
            <a:rPr lang="zh-CN" altLang="zh-CN" sz="1800" b="1" kern="1200" dirty="0" smtClean="0"/>
            <a:t>、</a:t>
          </a:r>
          <a:r>
            <a:rPr lang="en-US" altLang="zh-CN" sz="1800" b="1" kern="1200" dirty="0" smtClean="0"/>
            <a:t>2</a:t>
          </a:r>
          <a:r>
            <a:rPr lang="zh-CN" altLang="zh-CN" sz="1800" b="1" kern="1200" dirty="0" smtClean="0"/>
            <a:t>；</a:t>
          </a:r>
          <a:endParaRPr lang="zh-CN" sz="1800" b="1" kern="1200" dirty="0"/>
        </a:p>
      </dsp:txBody>
      <dsp:txXfrm>
        <a:off x="17168" y="17168"/>
        <a:ext cx="3235208" cy="551809"/>
      </dsp:txXfrm>
    </dsp:sp>
    <dsp:sp modelId="{AD2FBEF2-6B42-40D8-9A19-B39B6D2FCAA7}">
      <dsp:nvSpPr>
        <dsp:cNvPr id="0" name=""/>
        <dsp:cNvSpPr/>
      </dsp:nvSpPr>
      <dsp:spPr>
        <a:xfrm>
          <a:off x="328068" y="692716"/>
          <a:ext cx="3917235" cy="5861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smtClean="0"/>
            <a:t>第二次触发：进行转换的通道序列为</a:t>
          </a:r>
          <a:r>
            <a:rPr lang="en-US" altLang="zh-CN" sz="1800" b="1" kern="1200" smtClean="0"/>
            <a:t>3</a:t>
          </a:r>
          <a:r>
            <a:rPr lang="zh-CN" altLang="zh-CN" sz="1800" b="1" kern="1200" smtClean="0"/>
            <a:t>、</a:t>
          </a:r>
          <a:r>
            <a:rPr lang="en-US" altLang="zh-CN" sz="1800" b="1" kern="1200" smtClean="0"/>
            <a:t>6</a:t>
          </a:r>
          <a:r>
            <a:rPr lang="zh-CN" altLang="zh-CN" sz="1800" b="1" kern="1200" smtClean="0"/>
            <a:t>、</a:t>
          </a:r>
          <a:r>
            <a:rPr lang="en-US" altLang="zh-CN" sz="1800" b="1" kern="1200" smtClean="0"/>
            <a:t>7</a:t>
          </a:r>
          <a:r>
            <a:rPr lang="zh-CN" altLang="zh-CN" sz="1800" b="1" kern="1200" smtClean="0"/>
            <a:t>；</a:t>
          </a:r>
          <a:endParaRPr lang="zh-CN" altLang="zh-CN" sz="1800" b="1" kern="1200" dirty="0"/>
        </a:p>
      </dsp:txBody>
      <dsp:txXfrm>
        <a:off x="345236" y="709884"/>
        <a:ext cx="3173836" cy="551809"/>
      </dsp:txXfrm>
    </dsp:sp>
    <dsp:sp modelId="{A04D215D-90A1-43EC-9B57-60B5F4A8FF01}">
      <dsp:nvSpPr>
        <dsp:cNvPr id="0" name=""/>
        <dsp:cNvSpPr/>
      </dsp:nvSpPr>
      <dsp:spPr>
        <a:xfrm>
          <a:off x="651240" y="1385433"/>
          <a:ext cx="3917235" cy="5861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smtClean="0"/>
            <a:t>第三次触发：进行转换的通道序列为</a:t>
          </a:r>
          <a:r>
            <a:rPr lang="en-US" altLang="zh-CN" sz="1800" b="1" kern="1200" smtClean="0"/>
            <a:t>9</a:t>
          </a:r>
          <a:r>
            <a:rPr lang="zh-CN" altLang="zh-CN" sz="1800" b="1" kern="1200" smtClean="0"/>
            <a:t>、</a:t>
          </a:r>
          <a:r>
            <a:rPr lang="en-US" altLang="zh-CN" sz="1800" b="1" kern="1200" smtClean="0"/>
            <a:t>10</a:t>
          </a:r>
          <a:r>
            <a:rPr lang="zh-CN" altLang="zh-CN" sz="1800" b="1" kern="1200" smtClean="0"/>
            <a:t>，并产生</a:t>
          </a:r>
          <a:r>
            <a:rPr lang="en-US" altLang="zh-CN" sz="1800" b="1" kern="1200" smtClean="0"/>
            <a:t>EOC</a:t>
          </a:r>
          <a:r>
            <a:rPr lang="zh-CN" altLang="zh-CN" sz="1800" b="1" kern="1200" smtClean="0"/>
            <a:t>事件；</a:t>
          </a:r>
          <a:endParaRPr lang="zh-CN" altLang="zh-CN" sz="1800" b="1" kern="1200" dirty="0"/>
        </a:p>
      </dsp:txBody>
      <dsp:txXfrm>
        <a:off x="668408" y="1402601"/>
        <a:ext cx="3178732" cy="551809"/>
      </dsp:txXfrm>
    </dsp:sp>
    <dsp:sp modelId="{436BCA7F-176C-4D34-B1BC-DB9FB4A0976B}">
      <dsp:nvSpPr>
        <dsp:cNvPr id="0" name=""/>
        <dsp:cNvSpPr/>
      </dsp:nvSpPr>
      <dsp:spPr>
        <a:xfrm>
          <a:off x="979308" y="2078150"/>
          <a:ext cx="3917235" cy="5861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smtClean="0"/>
            <a:t>第四次触发：进行转换的通道序列</a:t>
          </a:r>
          <a:r>
            <a:rPr lang="en-US" altLang="zh-CN" sz="1800" b="1" kern="1200" smtClean="0"/>
            <a:t>0</a:t>
          </a:r>
          <a:r>
            <a:rPr lang="zh-CN" altLang="zh-CN" sz="1800" b="1" kern="1200" smtClean="0"/>
            <a:t>、</a:t>
          </a:r>
          <a:r>
            <a:rPr lang="en-US" altLang="zh-CN" sz="1800" b="1" kern="1200" smtClean="0"/>
            <a:t>1</a:t>
          </a:r>
          <a:r>
            <a:rPr lang="zh-CN" altLang="zh-CN" sz="1800" b="1" kern="1200" smtClean="0"/>
            <a:t>、</a:t>
          </a:r>
          <a:r>
            <a:rPr lang="en-US" altLang="zh-CN" sz="1800" b="1" kern="1200" smtClean="0"/>
            <a:t>2</a:t>
          </a:r>
          <a:r>
            <a:rPr lang="zh-CN" altLang="zh-CN" sz="1800" b="1" kern="1200" smtClean="0"/>
            <a:t>。</a:t>
          </a:r>
          <a:endParaRPr lang="zh-CN" altLang="zh-CN" sz="1800" b="1" kern="1200" dirty="0"/>
        </a:p>
      </dsp:txBody>
      <dsp:txXfrm>
        <a:off x="996476" y="2095318"/>
        <a:ext cx="3173836" cy="551809"/>
      </dsp:txXfrm>
    </dsp:sp>
    <dsp:sp modelId="{CA864B37-5A43-4F32-AD74-18D5F0281072}">
      <dsp:nvSpPr>
        <dsp:cNvPr id="0" name=""/>
        <dsp:cNvSpPr/>
      </dsp:nvSpPr>
      <dsp:spPr>
        <a:xfrm>
          <a:off x="3536240" y="448933"/>
          <a:ext cx="380994" cy="38099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/>
        </a:p>
      </dsp:txBody>
      <dsp:txXfrm>
        <a:off x="3621964" y="448933"/>
        <a:ext cx="209546" cy="286698"/>
      </dsp:txXfrm>
    </dsp:sp>
    <dsp:sp modelId="{6CAD72C5-59E0-4710-BC79-98346A8A8742}">
      <dsp:nvSpPr>
        <dsp:cNvPr id="0" name=""/>
        <dsp:cNvSpPr/>
      </dsp:nvSpPr>
      <dsp:spPr>
        <a:xfrm>
          <a:off x="3864309" y="1141650"/>
          <a:ext cx="380994" cy="38099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kern="1200"/>
        </a:p>
      </dsp:txBody>
      <dsp:txXfrm>
        <a:off x="3950033" y="1141650"/>
        <a:ext cx="209546" cy="286698"/>
      </dsp:txXfrm>
    </dsp:sp>
    <dsp:sp modelId="{167DE8D0-C1B2-4F88-93B7-F346E697473A}">
      <dsp:nvSpPr>
        <dsp:cNvPr id="0" name=""/>
        <dsp:cNvSpPr/>
      </dsp:nvSpPr>
      <dsp:spPr>
        <a:xfrm>
          <a:off x="4187481" y="1834367"/>
          <a:ext cx="380994" cy="38099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kern="1200"/>
        </a:p>
      </dsp:txBody>
      <dsp:txXfrm>
        <a:off x="4273205" y="1834367"/>
        <a:ext cx="209546" cy="2866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9DE1D-88E5-4232-8A71-F7EDBE12ABE4}">
      <dsp:nvSpPr>
        <dsp:cNvPr id="0" name=""/>
        <dsp:cNvSpPr/>
      </dsp:nvSpPr>
      <dsp:spPr>
        <a:xfrm>
          <a:off x="3513993" y="987890"/>
          <a:ext cx="2035779" cy="452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8253"/>
              </a:lnTo>
              <a:lnTo>
                <a:pt x="2035779" y="308253"/>
              </a:lnTo>
              <a:lnTo>
                <a:pt x="2035779" y="452335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D381B-E7C1-4F4E-BA17-EEB52D2C8AA5}">
      <dsp:nvSpPr>
        <dsp:cNvPr id="0" name=""/>
        <dsp:cNvSpPr/>
      </dsp:nvSpPr>
      <dsp:spPr>
        <a:xfrm>
          <a:off x="3468273" y="987890"/>
          <a:ext cx="91440" cy="4523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8253"/>
              </a:lnTo>
              <a:lnTo>
                <a:pt x="55565" y="308253"/>
              </a:lnTo>
              <a:lnTo>
                <a:pt x="55565" y="452335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6F472-E56D-45FB-BFFA-CBAAAAF88CC6}">
      <dsp:nvSpPr>
        <dsp:cNvPr id="0" name=""/>
        <dsp:cNvSpPr/>
      </dsp:nvSpPr>
      <dsp:spPr>
        <a:xfrm>
          <a:off x="1488059" y="987890"/>
          <a:ext cx="2025934" cy="452335"/>
        </a:xfrm>
        <a:custGeom>
          <a:avLst/>
          <a:gdLst/>
          <a:ahLst/>
          <a:cxnLst/>
          <a:rect l="0" t="0" r="0" b="0"/>
          <a:pathLst>
            <a:path>
              <a:moveTo>
                <a:pt x="2025934" y="0"/>
              </a:moveTo>
              <a:lnTo>
                <a:pt x="2025934" y="308253"/>
              </a:lnTo>
              <a:lnTo>
                <a:pt x="0" y="308253"/>
              </a:lnTo>
              <a:lnTo>
                <a:pt x="0" y="452335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EF83-417E-4A1D-93B9-E9C51D103401}">
      <dsp:nvSpPr>
        <dsp:cNvPr id="0" name=""/>
        <dsp:cNvSpPr/>
      </dsp:nvSpPr>
      <dsp:spPr>
        <a:xfrm>
          <a:off x="2736300" y="268"/>
          <a:ext cx="1555387" cy="98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75DD-10A1-4D60-8536-A02214F442E7}">
      <dsp:nvSpPr>
        <dsp:cNvPr id="0" name=""/>
        <dsp:cNvSpPr/>
      </dsp:nvSpPr>
      <dsp:spPr>
        <a:xfrm>
          <a:off x="2909112" y="164440"/>
          <a:ext cx="1555387" cy="987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软件设计</a:t>
          </a:r>
          <a:endParaRPr lang="zh-CN" altLang="en-US" sz="1800" b="1" kern="1200" dirty="0"/>
        </a:p>
      </dsp:txBody>
      <dsp:txXfrm>
        <a:off x="2938038" y="193366"/>
        <a:ext cx="1497535" cy="929769"/>
      </dsp:txXfrm>
    </dsp:sp>
    <dsp:sp modelId="{D8EB8E23-805B-40CB-8662-CF33E471B5CE}">
      <dsp:nvSpPr>
        <dsp:cNvPr id="0" name=""/>
        <dsp:cNvSpPr/>
      </dsp:nvSpPr>
      <dsp:spPr>
        <a:xfrm>
          <a:off x="642982" y="1440226"/>
          <a:ext cx="1690154" cy="98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64FA-D755-481D-87DD-3F67BCE6968E}">
      <dsp:nvSpPr>
        <dsp:cNvPr id="0" name=""/>
        <dsp:cNvSpPr/>
      </dsp:nvSpPr>
      <dsp:spPr>
        <a:xfrm>
          <a:off x="815794" y="1604397"/>
          <a:ext cx="1690154" cy="987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err="1" smtClean="0"/>
            <a:t>main.c</a:t>
          </a:r>
          <a:r>
            <a:rPr lang="zh-CN" sz="1800" b="1" kern="1200" dirty="0" smtClean="0"/>
            <a:t>文件</a:t>
          </a:r>
          <a:endParaRPr lang="zh-CN" altLang="en-US" sz="1800" b="1" kern="1200" dirty="0"/>
        </a:p>
      </dsp:txBody>
      <dsp:txXfrm>
        <a:off x="844720" y="1633323"/>
        <a:ext cx="1632302" cy="929769"/>
      </dsp:txXfrm>
    </dsp:sp>
    <dsp:sp modelId="{24273FF2-B74E-41A2-9B5B-6F2959F84AF1}">
      <dsp:nvSpPr>
        <dsp:cNvPr id="0" name=""/>
        <dsp:cNvSpPr/>
      </dsp:nvSpPr>
      <dsp:spPr>
        <a:xfrm>
          <a:off x="2678761" y="1440226"/>
          <a:ext cx="1690154" cy="98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BD57B-74EE-4A3D-AEF3-DAE8808DAD01}">
      <dsp:nvSpPr>
        <dsp:cNvPr id="0" name=""/>
        <dsp:cNvSpPr/>
      </dsp:nvSpPr>
      <dsp:spPr>
        <a:xfrm>
          <a:off x="2851573" y="1604397"/>
          <a:ext cx="1690154" cy="987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err="1" smtClean="0"/>
            <a:t>adc</a:t>
          </a:r>
          <a:r>
            <a:rPr lang="en-US" sz="1800" b="1" kern="1200" dirty="0" err="1" smtClean="0"/>
            <a:t>.c</a:t>
          </a:r>
          <a:r>
            <a:rPr lang="zh-CN" sz="1800" b="1" kern="1200" dirty="0" smtClean="0"/>
            <a:t>文件</a:t>
          </a:r>
          <a:endParaRPr lang="zh-CN" altLang="en-US" sz="1800" b="1" kern="1200" dirty="0"/>
        </a:p>
      </dsp:txBody>
      <dsp:txXfrm>
        <a:off x="2880499" y="1633323"/>
        <a:ext cx="1632302" cy="929769"/>
      </dsp:txXfrm>
    </dsp:sp>
    <dsp:sp modelId="{F9FF813C-926B-4C72-902C-A4870AD7A6EA}">
      <dsp:nvSpPr>
        <dsp:cNvPr id="0" name=""/>
        <dsp:cNvSpPr/>
      </dsp:nvSpPr>
      <dsp:spPr>
        <a:xfrm>
          <a:off x="4714540" y="1440226"/>
          <a:ext cx="1670464" cy="98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60550-D9BE-4342-BD8A-4AE710304FAC}">
      <dsp:nvSpPr>
        <dsp:cNvPr id="0" name=""/>
        <dsp:cNvSpPr/>
      </dsp:nvSpPr>
      <dsp:spPr>
        <a:xfrm>
          <a:off x="4887352" y="1604397"/>
          <a:ext cx="1670464" cy="987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err="1" smtClean="0"/>
            <a:t>adc</a:t>
          </a:r>
          <a:r>
            <a:rPr lang="en-US" sz="1800" b="1" kern="1200" dirty="0" err="1" smtClean="0"/>
            <a:t>.h</a:t>
          </a:r>
          <a:r>
            <a:rPr lang="zh-CN" sz="1800" b="1" kern="1200" dirty="0" smtClean="0"/>
            <a:t>头文件</a:t>
          </a:r>
          <a:endParaRPr lang="zh-CN" altLang="en-US" sz="1800" b="1" kern="1200" dirty="0"/>
        </a:p>
      </dsp:txBody>
      <dsp:txXfrm>
        <a:off x="4916278" y="1633323"/>
        <a:ext cx="1612612" cy="9297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9DE1D-88E5-4232-8A71-F7EDBE12ABE4}">
      <dsp:nvSpPr>
        <dsp:cNvPr id="0" name=""/>
        <dsp:cNvSpPr/>
      </dsp:nvSpPr>
      <dsp:spPr>
        <a:xfrm>
          <a:off x="2368988" y="658666"/>
          <a:ext cx="1356706" cy="301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429"/>
              </a:lnTo>
              <a:lnTo>
                <a:pt x="1356706" y="205429"/>
              </a:lnTo>
              <a:lnTo>
                <a:pt x="1356706" y="30145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D381B-E7C1-4F4E-BA17-EEB52D2C8AA5}">
      <dsp:nvSpPr>
        <dsp:cNvPr id="0" name=""/>
        <dsp:cNvSpPr/>
      </dsp:nvSpPr>
      <dsp:spPr>
        <a:xfrm>
          <a:off x="2323268" y="658666"/>
          <a:ext cx="91440" cy="3014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5429"/>
              </a:lnTo>
              <a:lnTo>
                <a:pt x="52281" y="205429"/>
              </a:lnTo>
              <a:lnTo>
                <a:pt x="52281" y="30145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6F472-E56D-45FB-BFFA-CBAAAAF88CC6}">
      <dsp:nvSpPr>
        <dsp:cNvPr id="0" name=""/>
        <dsp:cNvSpPr/>
      </dsp:nvSpPr>
      <dsp:spPr>
        <a:xfrm>
          <a:off x="1018843" y="658666"/>
          <a:ext cx="1350145" cy="301450"/>
        </a:xfrm>
        <a:custGeom>
          <a:avLst/>
          <a:gdLst/>
          <a:ahLst/>
          <a:cxnLst/>
          <a:rect l="0" t="0" r="0" b="0"/>
          <a:pathLst>
            <a:path>
              <a:moveTo>
                <a:pt x="1350145" y="0"/>
              </a:moveTo>
              <a:lnTo>
                <a:pt x="1350145" y="205429"/>
              </a:lnTo>
              <a:lnTo>
                <a:pt x="0" y="205429"/>
              </a:lnTo>
              <a:lnTo>
                <a:pt x="0" y="30145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EF83-417E-4A1D-93B9-E9C51D103401}">
      <dsp:nvSpPr>
        <dsp:cNvPr id="0" name=""/>
        <dsp:cNvSpPr/>
      </dsp:nvSpPr>
      <dsp:spPr>
        <a:xfrm>
          <a:off x="1850709" y="484"/>
          <a:ext cx="1036558" cy="6581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75DD-10A1-4D60-8536-A02214F442E7}">
      <dsp:nvSpPr>
        <dsp:cNvPr id="0" name=""/>
        <dsp:cNvSpPr/>
      </dsp:nvSpPr>
      <dsp:spPr>
        <a:xfrm>
          <a:off x="1965876" y="109893"/>
          <a:ext cx="1036558" cy="6581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软件</a:t>
          </a:r>
          <a:endParaRPr lang="en-US" altLang="zh-CN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设计</a:t>
          </a:r>
          <a:endParaRPr lang="zh-CN" altLang="en-US" sz="1800" b="1" kern="1200" dirty="0"/>
        </a:p>
      </dsp:txBody>
      <dsp:txXfrm>
        <a:off x="1985153" y="129170"/>
        <a:ext cx="998004" cy="619627"/>
      </dsp:txXfrm>
    </dsp:sp>
    <dsp:sp modelId="{D8EB8E23-805B-40CB-8662-CF33E471B5CE}">
      <dsp:nvSpPr>
        <dsp:cNvPr id="0" name=""/>
        <dsp:cNvSpPr/>
      </dsp:nvSpPr>
      <dsp:spPr>
        <a:xfrm>
          <a:off x="455657" y="960116"/>
          <a:ext cx="1126371" cy="6581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64FA-D755-481D-87DD-3F67BCE6968E}">
      <dsp:nvSpPr>
        <dsp:cNvPr id="0" name=""/>
        <dsp:cNvSpPr/>
      </dsp:nvSpPr>
      <dsp:spPr>
        <a:xfrm>
          <a:off x="570824" y="1069525"/>
          <a:ext cx="1126371" cy="6581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800" b="1" kern="1200" dirty="0" err="1" smtClean="0"/>
            <a:t>main.c</a:t>
          </a:r>
          <a:endParaRPr lang="en-US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sz="1800" b="1" kern="1200" dirty="0" smtClean="0"/>
            <a:t>文件</a:t>
          </a:r>
          <a:endParaRPr lang="zh-CN" altLang="en-US" sz="1800" b="1" kern="1200" dirty="0"/>
        </a:p>
      </dsp:txBody>
      <dsp:txXfrm>
        <a:off x="590101" y="1088802"/>
        <a:ext cx="1087817" cy="619627"/>
      </dsp:txXfrm>
    </dsp:sp>
    <dsp:sp modelId="{24273FF2-B74E-41A2-9B5B-6F2959F84AF1}">
      <dsp:nvSpPr>
        <dsp:cNvPr id="0" name=""/>
        <dsp:cNvSpPr/>
      </dsp:nvSpPr>
      <dsp:spPr>
        <a:xfrm>
          <a:off x="1812363" y="960116"/>
          <a:ext cx="1126371" cy="6581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BD57B-74EE-4A3D-AEF3-DAE8808DAD01}">
      <dsp:nvSpPr>
        <dsp:cNvPr id="0" name=""/>
        <dsp:cNvSpPr/>
      </dsp:nvSpPr>
      <dsp:spPr>
        <a:xfrm>
          <a:off x="1927531" y="1069525"/>
          <a:ext cx="1126371" cy="6581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err="1" smtClean="0"/>
            <a:t>adc</a:t>
          </a:r>
          <a:r>
            <a:rPr lang="en-US" sz="1800" b="1" kern="1200" dirty="0" err="1" smtClean="0"/>
            <a:t>.c</a:t>
          </a:r>
          <a:r>
            <a:rPr lang="zh-CN" sz="1800" b="1" kern="1200" dirty="0" smtClean="0"/>
            <a:t>文件</a:t>
          </a:r>
          <a:endParaRPr lang="zh-CN" altLang="en-US" sz="1800" b="1" kern="1200" dirty="0"/>
        </a:p>
      </dsp:txBody>
      <dsp:txXfrm>
        <a:off x="1946808" y="1088802"/>
        <a:ext cx="1087817" cy="619627"/>
      </dsp:txXfrm>
    </dsp:sp>
    <dsp:sp modelId="{F9FF813C-926B-4C72-902C-A4870AD7A6EA}">
      <dsp:nvSpPr>
        <dsp:cNvPr id="0" name=""/>
        <dsp:cNvSpPr/>
      </dsp:nvSpPr>
      <dsp:spPr>
        <a:xfrm>
          <a:off x="3169070" y="960116"/>
          <a:ext cx="1113249" cy="6581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60550-D9BE-4342-BD8A-4AE710304FAC}">
      <dsp:nvSpPr>
        <dsp:cNvPr id="0" name=""/>
        <dsp:cNvSpPr/>
      </dsp:nvSpPr>
      <dsp:spPr>
        <a:xfrm>
          <a:off x="3284237" y="1069525"/>
          <a:ext cx="1113249" cy="658181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800" b="1" kern="1200" dirty="0" err="1" smtClean="0"/>
            <a:t>adc</a:t>
          </a:r>
          <a:r>
            <a:rPr lang="en-US" sz="1800" b="1" kern="1200" dirty="0" err="1" smtClean="0"/>
            <a:t>.h</a:t>
          </a:r>
          <a:endParaRPr lang="en-US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sz="1800" b="1" kern="1200" dirty="0" smtClean="0"/>
            <a:t>头文件</a:t>
          </a:r>
          <a:endParaRPr lang="zh-CN" altLang="en-US" sz="1800" b="1" kern="1200" dirty="0"/>
        </a:p>
      </dsp:txBody>
      <dsp:txXfrm>
        <a:off x="3303514" y="1088802"/>
        <a:ext cx="1074695" cy="6196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0920E-E6B7-473B-A9D3-1F85DFE2575E}">
      <dsp:nvSpPr>
        <dsp:cNvPr id="0" name=""/>
        <dsp:cNvSpPr/>
      </dsp:nvSpPr>
      <dsp:spPr>
        <a:xfrm>
          <a:off x="7286" y="1130849"/>
          <a:ext cx="1508302" cy="1286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新建</a:t>
          </a:r>
          <a:r>
            <a:rPr lang="en-US" sz="1800" b="1" kern="1200" dirty="0" smtClean="0"/>
            <a:t>STM32CubeMX</a:t>
          </a:r>
          <a:r>
            <a:rPr lang="zh-CN" sz="1800" b="1" kern="1200" dirty="0" smtClean="0"/>
            <a:t>工程，选择</a:t>
          </a:r>
          <a:r>
            <a:rPr lang="en-US" sz="1800" b="1" kern="1200" dirty="0" smtClean="0"/>
            <a:t>MCU</a:t>
          </a:r>
          <a:endParaRPr lang="zh-CN" altLang="en-US" sz="1800" kern="1200" dirty="0"/>
        </a:p>
      </dsp:txBody>
      <dsp:txXfrm>
        <a:off x="44974" y="1168537"/>
        <a:ext cx="1432926" cy="1211394"/>
      </dsp:txXfrm>
    </dsp:sp>
    <dsp:sp modelId="{644FCBCF-D797-4034-99BA-7079D9A4F600}">
      <dsp:nvSpPr>
        <dsp:cNvPr id="0" name=""/>
        <dsp:cNvSpPr/>
      </dsp:nvSpPr>
      <dsp:spPr>
        <a:xfrm>
          <a:off x="1666419" y="1587205"/>
          <a:ext cx="319760" cy="374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/>
        </a:p>
      </dsp:txBody>
      <dsp:txXfrm>
        <a:off x="1666419" y="1662017"/>
        <a:ext cx="223832" cy="224435"/>
      </dsp:txXfrm>
    </dsp:sp>
    <dsp:sp modelId="{FF74BA51-0237-4304-9437-506E313DFC66}">
      <dsp:nvSpPr>
        <dsp:cNvPr id="0" name=""/>
        <dsp:cNvSpPr/>
      </dsp:nvSpPr>
      <dsp:spPr>
        <a:xfrm>
          <a:off x="2118910" y="1130849"/>
          <a:ext cx="1508302" cy="1286770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STM32CubeMX</a:t>
          </a:r>
          <a:r>
            <a:rPr lang="zh-CN" sz="1800" b="1" kern="1200" dirty="0" smtClean="0"/>
            <a:t>功能参数配置</a:t>
          </a:r>
          <a:endParaRPr lang="zh-CN" altLang="en-US" sz="1800" kern="1200" dirty="0"/>
        </a:p>
      </dsp:txBody>
      <dsp:txXfrm>
        <a:off x="2156598" y="1168537"/>
        <a:ext cx="1432926" cy="1211394"/>
      </dsp:txXfrm>
    </dsp:sp>
    <dsp:sp modelId="{557D2FF1-EA0D-4FEF-BA65-DB5E70590D33}">
      <dsp:nvSpPr>
        <dsp:cNvPr id="0" name=""/>
        <dsp:cNvSpPr/>
      </dsp:nvSpPr>
      <dsp:spPr>
        <a:xfrm>
          <a:off x="3778042" y="1587205"/>
          <a:ext cx="319760" cy="374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/>
        </a:p>
      </dsp:txBody>
      <dsp:txXfrm>
        <a:off x="3778042" y="1662017"/>
        <a:ext cx="223832" cy="224435"/>
      </dsp:txXfrm>
    </dsp:sp>
    <dsp:sp modelId="{80F22BB9-697F-4175-97CE-CA041987EE96}">
      <dsp:nvSpPr>
        <dsp:cNvPr id="0" name=""/>
        <dsp:cNvSpPr/>
      </dsp:nvSpPr>
      <dsp:spPr>
        <a:xfrm>
          <a:off x="4230533" y="1130849"/>
          <a:ext cx="1508302" cy="1286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生成</a:t>
          </a:r>
          <a:endParaRPr lang="en-US" altLang="zh-CN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工程代码</a:t>
          </a:r>
          <a:endParaRPr lang="zh-CN" altLang="en-US" sz="1800" kern="1200" dirty="0"/>
        </a:p>
      </dsp:txBody>
      <dsp:txXfrm>
        <a:off x="4268221" y="1168537"/>
        <a:ext cx="1432926" cy="1211394"/>
      </dsp:txXfrm>
    </dsp:sp>
    <dsp:sp modelId="{932325F8-5569-4843-B296-D85EDEB86313}">
      <dsp:nvSpPr>
        <dsp:cNvPr id="0" name=""/>
        <dsp:cNvSpPr/>
      </dsp:nvSpPr>
      <dsp:spPr>
        <a:xfrm>
          <a:off x="5889666" y="1587205"/>
          <a:ext cx="319760" cy="374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/>
        </a:p>
      </dsp:txBody>
      <dsp:txXfrm>
        <a:off x="5889666" y="1662017"/>
        <a:ext cx="223832" cy="224435"/>
      </dsp:txXfrm>
    </dsp:sp>
    <dsp:sp modelId="{BD3942B7-8CD9-472B-8C67-B963E826446C}">
      <dsp:nvSpPr>
        <dsp:cNvPr id="0" name=""/>
        <dsp:cNvSpPr/>
      </dsp:nvSpPr>
      <dsp:spPr>
        <a:xfrm>
          <a:off x="6342156" y="1130849"/>
          <a:ext cx="1508302" cy="1286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编写</a:t>
          </a:r>
          <a:endParaRPr lang="en-US" altLang="zh-CN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应用程序</a:t>
          </a:r>
          <a:endParaRPr lang="zh-CN" altLang="en-US" sz="1800" b="1" kern="1200" dirty="0"/>
        </a:p>
      </dsp:txBody>
      <dsp:txXfrm>
        <a:off x="6379844" y="1168537"/>
        <a:ext cx="1432926" cy="1211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25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2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25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25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608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532B1-D51B-4065-979B-CDD6B40756D2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92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0303ED4-6D35-4936-8F1D-2BFA02A5954C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E84BC83-D5B1-4099-81B4-285E02FA4662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96E9670-03CB-400D-B89C-FFDF56546E4E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34DAC681-D595-4E46-86B4-51373C345208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2271D13-05CB-4F61-A11D-B1BB9949186E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3350156-42C2-4360-9E68-662ED17B302E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B4B2511-DE66-4D08-B475-E0AAD2239DE8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0BB5AF-008F-4B40-AE7A-CF5D0548797E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676586C-F451-45CC-A493-5C0832D23875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6B59EFE-7A72-4E43-A7CC-C03175B781B1}" type="datetime1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51" y="523365"/>
            <a:ext cx="2702378" cy="444103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ctr">
              <a:defRPr sz="2400"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64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gi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6289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10</a:t>
            </a:r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499992" y="2140572"/>
            <a:ext cx="1605283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   </a:t>
            </a:r>
            <a:r>
              <a:rPr lang="en-GB" altLang="zh-CN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ADC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494790" y="1419622"/>
            <a:ext cx="617047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和掌握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ADC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的转换过程、主要技术参数；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的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ADC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内部结构；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熟悉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标准外设库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v3.5.0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和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库中有关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ADC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的库函数；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基于标准外设库的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ADC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开发；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基于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库的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ADC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开发。</a:t>
            </a:r>
          </a:p>
        </p:txBody>
      </p:sp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67116"/>
            <a:ext cx="21957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39398" y="381893"/>
            <a:ext cx="19511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</a:t>
            </a:r>
            <a:r>
              <a:rPr lang="en-GB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35536" y="1476226"/>
            <a:ext cx="2088232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pPr algn="ctr"/>
            <a:r>
              <a:rPr lang="en-US" altLang="zh-CN" b="1" dirty="0"/>
              <a:t>ADC</a:t>
            </a:r>
            <a:r>
              <a:rPr lang="zh-CN" altLang="zh-CN" b="1" dirty="0"/>
              <a:t>基础理论知识</a:t>
            </a:r>
            <a:endParaRPr lang="zh-CN" altLang="zh-CN" dirty="0"/>
          </a:p>
        </p:txBody>
      </p:sp>
      <p:sp>
        <p:nvSpPr>
          <p:cNvPr id="26" name="矩形 25"/>
          <p:cNvSpPr/>
          <p:nvPr/>
        </p:nvSpPr>
        <p:spPr>
          <a:xfrm>
            <a:off x="3542528" y="2329697"/>
            <a:ext cx="2081240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pPr algn="ctr"/>
            <a:r>
              <a:rPr lang="en-US" altLang="zh-CN" b="1" dirty="0"/>
              <a:t>STM32</a:t>
            </a:r>
            <a:r>
              <a:rPr lang="zh-CN" altLang="zh-CN" b="1" dirty="0"/>
              <a:t>的</a:t>
            </a:r>
            <a:r>
              <a:rPr lang="en-US" altLang="zh-CN" b="1" dirty="0"/>
              <a:t>ADC</a:t>
            </a:r>
            <a:r>
              <a:rPr lang="zh-CN" altLang="zh-CN" b="1" dirty="0"/>
              <a:t>模块</a:t>
            </a:r>
          </a:p>
        </p:txBody>
      </p:sp>
      <p:sp>
        <p:nvSpPr>
          <p:cNvPr id="27" name="矩形 26"/>
          <p:cNvSpPr/>
          <p:nvPr/>
        </p:nvSpPr>
        <p:spPr>
          <a:xfrm>
            <a:off x="3542528" y="3112493"/>
            <a:ext cx="409746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模块的标准外设库接口函数及应用</a:t>
            </a:r>
            <a:endParaRPr lang="zh-CN" altLang="en-US" b="1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2887464" y="1658452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887464" y="2505632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887464" y="3271548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542528" y="3914492"/>
            <a:ext cx="409746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/>
              <a:t>ADC</a:t>
            </a:r>
            <a:r>
              <a:rPr lang="zh-CN" altLang="zh-CN" b="1" dirty="0"/>
              <a:t>模块的</a:t>
            </a:r>
            <a:r>
              <a:rPr lang="en-US" altLang="zh-CN" b="1" dirty="0"/>
              <a:t>HAL</a:t>
            </a:r>
            <a:r>
              <a:rPr lang="zh-CN" altLang="zh-CN" b="1" dirty="0"/>
              <a:t>库接口函数及应用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887464" y="4085294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流程图: 磁盘 1"/>
          <p:cNvSpPr/>
          <p:nvPr/>
        </p:nvSpPr>
        <p:spPr>
          <a:xfrm>
            <a:off x="1979712" y="1423165"/>
            <a:ext cx="864096" cy="48199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0072" y="153684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b="1" dirty="0" smtClean="0">
                <a:solidFill>
                  <a:schemeClr val="accent5">
                    <a:lumMod val="75000"/>
                  </a:schemeClr>
                </a:solidFill>
              </a:rPr>
              <a:t>10.1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流程图: 磁盘 21"/>
          <p:cNvSpPr/>
          <p:nvPr/>
        </p:nvSpPr>
        <p:spPr>
          <a:xfrm>
            <a:off x="1979712" y="2211710"/>
            <a:ext cx="864096" cy="48199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80072" y="2325387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b="1" dirty="0" smtClean="0">
                <a:solidFill>
                  <a:schemeClr val="accent5">
                    <a:lumMod val="75000"/>
                  </a:schemeClr>
                </a:solidFill>
              </a:rPr>
              <a:t>10.2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流程图: 磁盘 34"/>
          <p:cNvSpPr/>
          <p:nvPr/>
        </p:nvSpPr>
        <p:spPr>
          <a:xfrm>
            <a:off x="1979712" y="3030553"/>
            <a:ext cx="864096" cy="48199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080072" y="314423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b="1" dirty="0" smtClean="0">
                <a:solidFill>
                  <a:schemeClr val="accent5">
                    <a:lumMod val="75000"/>
                  </a:schemeClr>
                </a:solidFill>
              </a:rPr>
              <a:t>10.3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流程图: 磁盘 36"/>
          <p:cNvSpPr/>
          <p:nvPr/>
        </p:nvSpPr>
        <p:spPr>
          <a:xfrm>
            <a:off x="1979712" y="3858163"/>
            <a:ext cx="864096" cy="48199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80072" y="397184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b="1" dirty="0" smtClean="0">
                <a:solidFill>
                  <a:schemeClr val="accent5">
                    <a:lumMod val="75000"/>
                  </a:schemeClr>
                </a:solidFill>
              </a:rPr>
              <a:t>10.4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67116"/>
            <a:ext cx="356388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34596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10.1 ADC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基础理论知识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3635896" y="1355526"/>
            <a:ext cx="2180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思源黑体旧字形 ExtraLight" panose="020B0200000000000000" pitchFamily="34" charset="-128"/>
              </a:rPr>
              <a:t>目  录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思源黑体旧字形 ExtraLight" panose="020B0200000000000000" pitchFamily="34" charset="-128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007688" y="1995686"/>
            <a:ext cx="705780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941229" y="2427734"/>
            <a:ext cx="2789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10.1.1 A/D</a:t>
            </a:r>
            <a:r>
              <a:rPr lang="zh-CN" altLang="en-US" sz="2400" b="1" dirty="0"/>
              <a:t>转换过程</a:t>
            </a:r>
          </a:p>
        </p:txBody>
      </p:sp>
      <p:sp>
        <p:nvSpPr>
          <p:cNvPr id="15" name="矩形 14"/>
          <p:cNvSpPr/>
          <p:nvPr/>
        </p:nvSpPr>
        <p:spPr>
          <a:xfrm>
            <a:off x="3187884" y="3219822"/>
            <a:ext cx="4336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10.1.2 A/D</a:t>
            </a:r>
            <a:r>
              <a:rPr lang="zh-CN" altLang="en-US" sz="2400" b="1" dirty="0"/>
              <a:t>转换的主要技术参数</a:t>
            </a:r>
          </a:p>
        </p:txBody>
      </p:sp>
      <p:sp>
        <p:nvSpPr>
          <p:cNvPr id="16" name="十字箭头标注 15"/>
          <p:cNvSpPr/>
          <p:nvPr/>
        </p:nvSpPr>
        <p:spPr>
          <a:xfrm>
            <a:off x="1221149" y="2406538"/>
            <a:ext cx="720080" cy="504056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7" name="十字箭头标注 16"/>
          <p:cNvSpPr/>
          <p:nvPr/>
        </p:nvSpPr>
        <p:spPr>
          <a:xfrm>
            <a:off x="2467804" y="3219822"/>
            <a:ext cx="720080" cy="504056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44150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617952" y="2905684"/>
            <a:ext cx="845839" cy="4320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采样</a:t>
            </a:r>
            <a:endParaRPr lang="zh-CN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993929" y="2905684"/>
            <a:ext cx="845839" cy="43204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保持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5369906" y="2905684"/>
            <a:ext cx="845839" cy="4320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量化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6745884" y="2905684"/>
            <a:ext cx="845839" cy="4320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编码</a:t>
            </a:r>
          </a:p>
        </p:txBody>
      </p:sp>
      <p:sp>
        <p:nvSpPr>
          <p:cNvPr id="7" name="右箭头 6"/>
          <p:cNvSpPr/>
          <p:nvPr/>
        </p:nvSpPr>
        <p:spPr>
          <a:xfrm>
            <a:off x="3535799" y="3049700"/>
            <a:ext cx="401773" cy="14401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4903951" y="3049700"/>
            <a:ext cx="401773" cy="14401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右箭头 25"/>
          <p:cNvSpPr/>
          <p:nvPr/>
        </p:nvSpPr>
        <p:spPr>
          <a:xfrm>
            <a:off x="6272103" y="3038081"/>
            <a:ext cx="401773" cy="14401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3608" y="1635646"/>
            <a:ext cx="2420183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对模拟信号周期性地抽取样</a:t>
            </a:r>
            <a:r>
              <a:rPr lang="zh-CN" altLang="en-US" b="1" dirty="0" smtClean="0"/>
              <a:t>值，要求满足抽样定理，即</a:t>
            </a:r>
            <a:r>
              <a:rPr lang="en-US" altLang="zh-CN" b="1" i="1" dirty="0" smtClean="0"/>
              <a:t>f</a:t>
            </a:r>
            <a:r>
              <a:rPr lang="en-US" altLang="zh-CN" b="1" baseline="-25000" dirty="0" smtClean="0"/>
              <a:t>S</a:t>
            </a:r>
            <a:r>
              <a:rPr lang="en-US" altLang="zh-CN" b="1" dirty="0"/>
              <a:t>≥2</a:t>
            </a:r>
            <a:r>
              <a:rPr lang="en-US" altLang="zh-CN" b="1" i="1" dirty="0"/>
              <a:t>f</a:t>
            </a:r>
            <a:r>
              <a:rPr lang="en-US" altLang="zh-CN" b="1" baseline="-25000" dirty="0"/>
              <a:t>Imax</a:t>
            </a:r>
            <a:endParaRPr lang="zh-CN" altLang="en-US" b="1" dirty="0"/>
          </a:p>
        </p:txBody>
      </p:sp>
      <p:sp>
        <p:nvSpPr>
          <p:cNvPr id="27" name="右箭头 26"/>
          <p:cNvSpPr/>
          <p:nvPr/>
        </p:nvSpPr>
        <p:spPr>
          <a:xfrm rot="5400000">
            <a:off x="2940428" y="2657714"/>
            <a:ext cx="200885" cy="14401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757169" y="1635646"/>
            <a:ext cx="1347668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转换过程中抽样信号不变</a:t>
            </a:r>
            <a:r>
              <a:rPr lang="zh-CN" altLang="en-US" b="1" dirty="0"/>
              <a:t>保持</a:t>
            </a:r>
          </a:p>
        </p:txBody>
      </p:sp>
      <p:sp>
        <p:nvSpPr>
          <p:cNvPr id="30" name="矩形 29"/>
          <p:cNvSpPr/>
          <p:nvPr/>
        </p:nvSpPr>
        <p:spPr>
          <a:xfrm>
            <a:off x="5050179" y="3711400"/>
            <a:ext cx="1440160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用</a:t>
            </a:r>
            <a:r>
              <a:rPr lang="zh-CN" altLang="en-US" b="1" dirty="0"/>
              <a:t>有限个电平来表示样值脉冲的</a:t>
            </a:r>
            <a:r>
              <a:rPr lang="zh-CN" altLang="en-US" b="1" dirty="0" smtClean="0"/>
              <a:t>过程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6683752" y="3711400"/>
            <a:ext cx="113387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将</a:t>
            </a:r>
            <a:r>
              <a:rPr lang="zh-CN" altLang="en-US" b="1" dirty="0"/>
              <a:t>量化后的信号转换成</a:t>
            </a:r>
            <a:r>
              <a:rPr lang="zh-CN" altLang="en-US" b="1" dirty="0" smtClean="0"/>
              <a:t>二进制代码</a:t>
            </a:r>
            <a:endParaRPr lang="zh-CN" altLang="en-US" b="1" dirty="0"/>
          </a:p>
        </p:txBody>
      </p:sp>
      <p:sp>
        <p:nvSpPr>
          <p:cNvPr id="31" name="右箭头 30"/>
          <p:cNvSpPr/>
          <p:nvPr/>
        </p:nvSpPr>
        <p:spPr>
          <a:xfrm rot="5400000">
            <a:off x="4322928" y="2672193"/>
            <a:ext cx="200885" cy="144016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右箭头 33"/>
          <p:cNvSpPr/>
          <p:nvPr/>
        </p:nvSpPr>
        <p:spPr>
          <a:xfrm rot="16200000">
            <a:off x="5670464" y="3464281"/>
            <a:ext cx="200885" cy="14401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右箭头 35"/>
          <p:cNvSpPr/>
          <p:nvPr/>
        </p:nvSpPr>
        <p:spPr>
          <a:xfrm rot="16200000">
            <a:off x="7140369" y="3446415"/>
            <a:ext cx="200885" cy="144016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左大括号 17"/>
          <p:cNvSpPr/>
          <p:nvPr/>
        </p:nvSpPr>
        <p:spPr>
          <a:xfrm rot="16200000">
            <a:off x="3548237" y="2768121"/>
            <a:ext cx="216024" cy="1521198"/>
          </a:xfrm>
          <a:prstGeom prst="leftBrace">
            <a:avLst>
              <a:gd name="adj1" fmla="val 28020"/>
              <a:gd name="adj2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左大括号 36"/>
          <p:cNvSpPr/>
          <p:nvPr/>
        </p:nvSpPr>
        <p:spPr>
          <a:xfrm rot="5400000">
            <a:off x="6364977" y="1961554"/>
            <a:ext cx="216024" cy="1521198"/>
          </a:xfrm>
          <a:prstGeom prst="leftBrace">
            <a:avLst>
              <a:gd name="adj1" fmla="val 28020"/>
              <a:gd name="adj2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080184" y="3988398"/>
            <a:ext cx="1152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采样保持电路</a:t>
            </a:r>
            <a:endParaRPr lang="zh-CN" altLang="en-US" b="1" dirty="0"/>
          </a:p>
        </p:txBody>
      </p:sp>
      <p:sp>
        <p:nvSpPr>
          <p:cNvPr id="39" name="右箭头 38"/>
          <p:cNvSpPr/>
          <p:nvPr/>
        </p:nvSpPr>
        <p:spPr>
          <a:xfrm rot="5400000">
            <a:off x="3555805" y="3815948"/>
            <a:ext cx="200885" cy="14401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右箭头 39"/>
          <p:cNvSpPr/>
          <p:nvPr/>
        </p:nvSpPr>
        <p:spPr>
          <a:xfrm rot="16200000">
            <a:off x="6372547" y="2312153"/>
            <a:ext cx="200885" cy="14401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755410" y="1758807"/>
            <a:ext cx="1550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smtClean="0"/>
              <a:t>A/D</a:t>
            </a:r>
            <a:r>
              <a:rPr lang="zh-CN" altLang="en-US" b="1" dirty="0" smtClean="0"/>
              <a:t>转换器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323528" y="1059582"/>
            <a:ext cx="8712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ADC</a:t>
            </a:r>
            <a:r>
              <a:rPr lang="zh-CN" altLang="en-US" b="1" dirty="0"/>
              <a:t>（</a:t>
            </a:r>
            <a:r>
              <a:rPr lang="en-US" altLang="zh-CN" b="1" dirty="0"/>
              <a:t>Analog to Digital Converter</a:t>
            </a:r>
            <a:r>
              <a:rPr lang="zh-CN" altLang="en-US" b="1" dirty="0"/>
              <a:t>）即模数转换器，用来将模拟信号转换为数字信号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grpSp>
        <p:nvGrpSpPr>
          <p:cNvPr id="43" name="组合 42"/>
          <p:cNvGrpSpPr/>
          <p:nvPr/>
        </p:nvGrpSpPr>
        <p:grpSpPr>
          <a:xfrm rot="5400000">
            <a:off x="611558" y="3183608"/>
            <a:ext cx="1422186" cy="1422183"/>
            <a:chOff x="2871809" y="2252236"/>
            <a:chExt cx="1951143" cy="1951139"/>
          </a:xfrm>
        </p:grpSpPr>
        <p:sp>
          <p:nvSpPr>
            <p:cNvPr id="44" name="ïṧḷïḓê-任意多边形: 形状 2">
              <a:extLst>
                <a:ext uri="{FF2B5EF4-FFF2-40B4-BE49-F238E27FC236}">
                  <a16:creationId xmlns:a16="http://schemas.microsoft.com/office/drawing/2014/main" xmlns="" id="{B7EA278B-2D6F-4202-89AC-28C9D71241FD}"/>
                </a:ext>
              </a:extLst>
            </p:cNvPr>
            <p:cNvSpPr/>
            <p:nvPr/>
          </p:nvSpPr>
          <p:spPr>
            <a:xfrm>
              <a:off x="2871809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45" name="ïṧḷïḓê-Oval 3">
              <a:extLst>
                <a:ext uri="{FF2B5EF4-FFF2-40B4-BE49-F238E27FC236}">
                  <a16:creationId xmlns:a16="http://schemas.microsoft.com/office/drawing/2014/main" xmlns="" id="{36AF8AB7-F6B7-430D-A380-29D73DB8853E}"/>
                </a:ext>
              </a:extLst>
            </p:cNvPr>
            <p:cNvSpPr/>
            <p:nvPr/>
          </p:nvSpPr>
          <p:spPr>
            <a:xfrm>
              <a:off x="3242109" y="2622534"/>
              <a:ext cx="1210543" cy="121054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46" name="is1ide-任意多边形: 形状 23">
              <a:extLst>
                <a:ext uri="{FF2B5EF4-FFF2-40B4-BE49-F238E27FC236}">
                  <a16:creationId xmlns:a16="http://schemas.microsoft.com/office/drawing/2014/main" xmlns="" id="{C6AED1AC-4D16-4490-88C0-1E73F34D20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94335" y="3082987"/>
              <a:ext cx="306090" cy="291916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  <p:sp>
        <p:nvSpPr>
          <p:cNvPr id="47" name="矩形 46"/>
          <p:cNvSpPr/>
          <p:nvPr/>
        </p:nvSpPr>
        <p:spPr>
          <a:xfrm>
            <a:off x="2" y="339503"/>
            <a:ext cx="300575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25188" y="360766"/>
            <a:ext cx="2789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10.1.1 A/D</a:t>
            </a:r>
            <a:r>
              <a:rPr lang="zh-CN" altLang="en-US" sz="2400" b="1" dirty="0">
                <a:solidFill>
                  <a:schemeClr val="bg1"/>
                </a:solidFill>
              </a:rPr>
              <a:t>转换过程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40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323528" y="1059582"/>
            <a:ext cx="8712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ADC</a:t>
            </a:r>
            <a:r>
              <a:rPr lang="zh-CN" altLang="en-US" b="1" dirty="0"/>
              <a:t>（</a:t>
            </a:r>
            <a:r>
              <a:rPr lang="en-US" altLang="zh-CN" b="1" dirty="0"/>
              <a:t>Analog to Digital Converter</a:t>
            </a:r>
            <a:r>
              <a:rPr lang="zh-CN" altLang="en-US" b="1" dirty="0"/>
              <a:t>）即模数转换器，用来将模拟信号转换为数字信号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79662"/>
            <a:ext cx="5544616" cy="202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3727248" y="4227934"/>
            <a:ext cx="1499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A/D</a:t>
            </a:r>
            <a:r>
              <a:rPr lang="zh-CN" altLang="en-US" b="1" dirty="0"/>
              <a:t>转换过程</a:t>
            </a:r>
          </a:p>
        </p:txBody>
      </p:sp>
      <p:sp>
        <p:nvSpPr>
          <p:cNvPr id="32" name="矩形 31"/>
          <p:cNvSpPr/>
          <p:nvPr/>
        </p:nvSpPr>
        <p:spPr>
          <a:xfrm>
            <a:off x="2" y="339503"/>
            <a:ext cx="300575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25188" y="360766"/>
            <a:ext cx="2789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10.1.1 A/D</a:t>
            </a:r>
            <a:r>
              <a:rPr lang="zh-CN" altLang="en-US" sz="2400" b="1" dirty="0">
                <a:solidFill>
                  <a:schemeClr val="bg1"/>
                </a:solidFill>
              </a:rPr>
              <a:t>转换过程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31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39245" y="2689632"/>
            <a:ext cx="1588540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 smtClean="0"/>
              <a:t>      A/D</a:t>
            </a:r>
            <a:r>
              <a:rPr lang="zh-CN" altLang="en-US" b="1" dirty="0"/>
              <a:t>转换器对输入模拟量微小变化的</a:t>
            </a:r>
            <a:r>
              <a:rPr lang="zh-CN" altLang="en-US" b="1" dirty="0" smtClean="0"/>
              <a:t>分辨能力，通常</a:t>
            </a:r>
            <a:r>
              <a:rPr lang="zh-CN" altLang="en-US" b="1" dirty="0"/>
              <a:t>用二进制数的有效位表示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32" name="矩形 31"/>
          <p:cNvSpPr/>
          <p:nvPr/>
        </p:nvSpPr>
        <p:spPr>
          <a:xfrm>
            <a:off x="1" y="339503"/>
            <a:ext cx="449537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25188" y="360766"/>
            <a:ext cx="4336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10.1.2 </a:t>
            </a:r>
            <a:r>
              <a:rPr lang="en-US" altLang="zh-CN" sz="2400" b="1" dirty="0">
                <a:solidFill>
                  <a:schemeClr val="bg1"/>
                </a:solidFill>
              </a:rPr>
              <a:t>A/D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转换的主要技术参数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814053941"/>
              </p:ext>
            </p:extLst>
          </p:nvPr>
        </p:nvGraphicFramePr>
        <p:xfrm>
          <a:off x="1094213" y="843558"/>
          <a:ext cx="6802329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缺角矩形 3"/>
          <p:cNvSpPr/>
          <p:nvPr/>
        </p:nvSpPr>
        <p:spPr>
          <a:xfrm>
            <a:off x="551009" y="2348204"/>
            <a:ext cx="976471" cy="432048"/>
          </a:xfrm>
          <a:prstGeom prst="plaqu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分辨率</a:t>
            </a:r>
          </a:p>
        </p:txBody>
      </p:sp>
      <p:sp>
        <p:nvSpPr>
          <p:cNvPr id="6" name="矩形 5"/>
          <p:cNvSpPr/>
          <p:nvPr/>
        </p:nvSpPr>
        <p:spPr>
          <a:xfrm>
            <a:off x="3059832" y="2401402"/>
            <a:ext cx="5544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     在</a:t>
            </a:r>
            <a:r>
              <a:rPr lang="zh-CN" altLang="en-US" b="1" dirty="0">
                <a:solidFill>
                  <a:prstClr val="black"/>
                </a:solidFill>
              </a:rPr>
              <a:t>最大输入电压一定时，位数越多，量化单位越小，误差越小，分辨率越</a:t>
            </a:r>
            <a:r>
              <a:rPr lang="zh-CN" altLang="en-US" b="1" dirty="0" smtClean="0">
                <a:solidFill>
                  <a:prstClr val="black"/>
                </a:solidFill>
              </a:rPr>
              <a:t>高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266439"/>
              </p:ext>
            </p:extLst>
          </p:nvPr>
        </p:nvGraphicFramePr>
        <p:xfrm>
          <a:off x="3203847" y="3076663"/>
          <a:ext cx="5256585" cy="1778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5808"/>
                <a:gridCol w="978514"/>
                <a:gridCol w="1316794"/>
                <a:gridCol w="2145469"/>
              </a:tblGrid>
              <a:tr h="2853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位数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级数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分辨率（精度）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说明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8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2</a:t>
                      </a:r>
                      <a:r>
                        <a:rPr lang="en-US" sz="1400" b="1" kern="0" baseline="30000">
                          <a:effectLst/>
                        </a:rPr>
                        <a:t>8 </a:t>
                      </a:r>
                      <a:r>
                        <a:rPr lang="en-US" sz="1400" b="1" kern="0">
                          <a:effectLst/>
                        </a:rPr>
                        <a:t>= 256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39.1 mV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8</a:t>
                      </a:r>
                      <a:r>
                        <a:rPr lang="zh-CN" sz="1400" b="1" kern="0">
                          <a:effectLst/>
                        </a:rPr>
                        <a:t>位、</a:t>
                      </a:r>
                      <a:r>
                        <a:rPr lang="en-US" sz="1400" b="1" kern="0">
                          <a:effectLst/>
                        </a:rPr>
                        <a:t>12</a:t>
                      </a:r>
                      <a:r>
                        <a:rPr lang="zh-CN" sz="1400" b="1" kern="0">
                          <a:effectLst/>
                        </a:rPr>
                        <a:t>位</a:t>
                      </a:r>
                      <a:r>
                        <a:rPr lang="en-US" sz="1400" b="1" kern="0">
                          <a:effectLst/>
                        </a:rPr>
                        <a:t>ADC</a:t>
                      </a:r>
                      <a:r>
                        <a:rPr lang="zh-CN" sz="1400" b="1" kern="0">
                          <a:effectLst/>
                        </a:rPr>
                        <a:t>常用于工控领域、语音处理领域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10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2</a:t>
                      </a:r>
                      <a:r>
                        <a:rPr lang="en-US" sz="1400" b="1" kern="0" baseline="30000">
                          <a:effectLst/>
                        </a:rPr>
                        <a:t>10 </a:t>
                      </a:r>
                      <a:r>
                        <a:rPr lang="en-US" sz="1400" b="1" kern="0">
                          <a:effectLst/>
                        </a:rPr>
                        <a:t>= 1024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9.77 mV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12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2</a:t>
                      </a:r>
                      <a:r>
                        <a:rPr lang="en-US" sz="1400" b="1" kern="0" baseline="30000">
                          <a:effectLst/>
                        </a:rPr>
                        <a:t>12 </a:t>
                      </a:r>
                      <a:r>
                        <a:rPr lang="en-US" sz="1400" b="1" kern="0">
                          <a:effectLst/>
                        </a:rPr>
                        <a:t>= 4096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2.44 mV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14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2</a:t>
                      </a:r>
                      <a:r>
                        <a:rPr lang="en-US" sz="1400" b="1" kern="0" baseline="30000">
                          <a:effectLst/>
                        </a:rPr>
                        <a:t>14 </a:t>
                      </a:r>
                      <a:r>
                        <a:rPr lang="en-US" sz="1400" b="1" kern="0">
                          <a:effectLst/>
                        </a:rPr>
                        <a:t>= 16384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0.61 mV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16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2</a:t>
                      </a:r>
                      <a:r>
                        <a:rPr lang="en-US" sz="1400" b="1" kern="0" baseline="30000">
                          <a:effectLst/>
                        </a:rPr>
                        <a:t>16 </a:t>
                      </a:r>
                      <a:r>
                        <a:rPr lang="en-US" sz="1400" b="1" kern="0">
                          <a:effectLst/>
                        </a:rPr>
                        <a:t>=65536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0.15 mV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16</a:t>
                      </a:r>
                      <a:r>
                        <a:rPr lang="zh-CN" sz="1400" b="1" kern="0" dirty="0">
                          <a:effectLst/>
                        </a:rPr>
                        <a:t>位或更高的</a:t>
                      </a:r>
                      <a:r>
                        <a:rPr lang="en-US" sz="1400" b="1" kern="0" dirty="0">
                          <a:effectLst/>
                        </a:rPr>
                        <a:t>ADC</a:t>
                      </a:r>
                      <a:r>
                        <a:rPr lang="zh-CN" sz="1400" b="1" kern="0" dirty="0">
                          <a:effectLst/>
                        </a:rPr>
                        <a:t>常用于医学领域中微弱生理信号的采集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027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0566" y="1648420"/>
            <a:ext cx="3933402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/>
              <a:t>    </a:t>
            </a:r>
            <a:r>
              <a:rPr lang="zh-CN" altLang="en-US" b="1" dirty="0" smtClean="0">
                <a:solidFill>
                  <a:srgbClr val="FF0000"/>
                </a:solidFill>
              </a:rPr>
              <a:t>转换时间</a:t>
            </a:r>
            <a:r>
              <a:rPr lang="zh-CN" altLang="en-US" b="1" dirty="0" smtClean="0"/>
              <a:t>是指从</a:t>
            </a:r>
            <a:r>
              <a:rPr lang="zh-CN" altLang="en-US" b="1" dirty="0"/>
              <a:t>转换控制信号到来到</a:t>
            </a:r>
            <a:r>
              <a:rPr lang="en-US" altLang="zh-CN" b="1" dirty="0"/>
              <a:t>A/D</a:t>
            </a:r>
            <a:r>
              <a:rPr lang="zh-CN" altLang="en-US" b="1" dirty="0"/>
              <a:t>转换器输出端得到稳定的数字量所需要的时间</a:t>
            </a:r>
            <a:r>
              <a:rPr lang="zh-CN" altLang="en-US" b="1" dirty="0" smtClean="0"/>
              <a:t>。</a:t>
            </a:r>
            <a:r>
              <a:rPr lang="zh-CN" altLang="en-US" b="1" dirty="0">
                <a:solidFill>
                  <a:prstClr val="black"/>
                </a:solidFill>
              </a:rPr>
              <a:t>转换时间的倒数即为</a:t>
            </a:r>
            <a:r>
              <a:rPr lang="zh-CN" altLang="en-US" b="1" dirty="0">
                <a:solidFill>
                  <a:srgbClr val="FF0000"/>
                </a:solidFill>
              </a:rPr>
              <a:t>转换速率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  <a:endParaRPr lang="zh-CN" altLang="en-US" b="1" dirty="0"/>
          </a:p>
        </p:txBody>
      </p:sp>
      <p:sp>
        <p:nvSpPr>
          <p:cNvPr id="32" name="矩形 31"/>
          <p:cNvSpPr/>
          <p:nvPr/>
        </p:nvSpPr>
        <p:spPr>
          <a:xfrm>
            <a:off x="1" y="339503"/>
            <a:ext cx="449537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25188" y="360766"/>
            <a:ext cx="4336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10.1.2 </a:t>
            </a:r>
            <a:r>
              <a:rPr lang="en-US" altLang="zh-CN" sz="2400" b="1" dirty="0">
                <a:solidFill>
                  <a:schemeClr val="bg1"/>
                </a:solidFill>
              </a:rPr>
              <a:t>A/D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转换的主要技术参数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缺角矩形 3"/>
          <p:cNvSpPr/>
          <p:nvPr/>
        </p:nvSpPr>
        <p:spPr>
          <a:xfrm>
            <a:off x="780022" y="1059582"/>
            <a:ext cx="3024335" cy="419115"/>
          </a:xfrm>
          <a:prstGeom prst="plaqu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转换时间</a:t>
            </a:r>
            <a:r>
              <a:rPr lang="en-US" altLang="zh-CN" b="1" dirty="0"/>
              <a:t>/</a:t>
            </a:r>
            <a:r>
              <a:rPr lang="zh-CN" altLang="zh-CN" b="1" dirty="0"/>
              <a:t>转换速率</a:t>
            </a:r>
            <a:endParaRPr lang="zh-CN" altLang="en-US" b="1" dirty="0" smtClean="0"/>
          </a:p>
        </p:txBody>
      </p:sp>
      <p:sp>
        <p:nvSpPr>
          <p:cNvPr id="2" name="矩形 1"/>
          <p:cNvSpPr/>
          <p:nvPr/>
        </p:nvSpPr>
        <p:spPr>
          <a:xfrm>
            <a:off x="350566" y="2931790"/>
            <a:ext cx="3933402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    转换时间</a:t>
            </a:r>
            <a:r>
              <a:rPr lang="zh-CN" altLang="en-US" b="1" dirty="0">
                <a:solidFill>
                  <a:prstClr val="black"/>
                </a:solidFill>
              </a:rPr>
              <a:t>与</a:t>
            </a:r>
            <a:r>
              <a:rPr lang="en-US" altLang="zh-CN" b="1" dirty="0">
                <a:solidFill>
                  <a:prstClr val="black"/>
                </a:solidFill>
              </a:rPr>
              <a:t>A/D</a:t>
            </a:r>
            <a:r>
              <a:rPr lang="zh-CN" altLang="en-US" b="1" dirty="0">
                <a:solidFill>
                  <a:prstClr val="black"/>
                </a:solidFill>
              </a:rPr>
              <a:t>转换器类型</a:t>
            </a:r>
            <a:r>
              <a:rPr lang="zh-CN" altLang="en-US" b="1" dirty="0" smtClean="0">
                <a:solidFill>
                  <a:prstClr val="black"/>
                </a:solidFill>
              </a:rPr>
              <a:t>有关：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FF0000"/>
                </a:solidFill>
              </a:rPr>
              <a:t>双</a:t>
            </a:r>
            <a:r>
              <a:rPr lang="zh-CN" altLang="en-US" b="1" dirty="0">
                <a:solidFill>
                  <a:srgbClr val="FF0000"/>
                </a:solidFill>
              </a:rPr>
              <a:t>积分型</a:t>
            </a:r>
            <a:r>
              <a:rPr lang="en-US" altLang="zh-CN" b="1" dirty="0">
                <a:solidFill>
                  <a:srgbClr val="FF0000"/>
                </a:solidFill>
              </a:rPr>
              <a:t>A/D</a:t>
            </a:r>
            <a:r>
              <a:rPr lang="zh-CN" altLang="en-US" b="1" dirty="0">
                <a:solidFill>
                  <a:srgbClr val="FF0000"/>
                </a:solidFill>
              </a:rPr>
              <a:t>转换器</a:t>
            </a:r>
            <a:r>
              <a:rPr lang="zh-CN" altLang="en-US" b="1" dirty="0">
                <a:solidFill>
                  <a:prstClr val="black"/>
                </a:solidFill>
              </a:rPr>
              <a:t>的转换时间一般在几十毫秒数量级，属于低速</a:t>
            </a:r>
            <a:r>
              <a:rPr lang="en-US" altLang="zh-CN" b="1" dirty="0">
                <a:solidFill>
                  <a:prstClr val="black"/>
                </a:solidFill>
              </a:rPr>
              <a:t>A/D</a:t>
            </a:r>
            <a:r>
              <a:rPr lang="zh-CN" altLang="en-US" b="1" dirty="0" smtClean="0">
                <a:solidFill>
                  <a:prstClr val="black"/>
                </a:solidFill>
              </a:rPr>
              <a:t>转换器；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FF0000"/>
                </a:solidFill>
              </a:rPr>
              <a:t>逐次</a:t>
            </a:r>
            <a:r>
              <a:rPr lang="zh-CN" altLang="en-US" b="1" dirty="0">
                <a:solidFill>
                  <a:srgbClr val="FF0000"/>
                </a:solidFill>
              </a:rPr>
              <a:t>比较型</a:t>
            </a:r>
            <a:r>
              <a:rPr lang="zh-CN" altLang="en-US" b="1" dirty="0">
                <a:solidFill>
                  <a:prstClr val="black"/>
                </a:solidFill>
              </a:rPr>
              <a:t>在几十微秒，属于中速</a:t>
            </a:r>
            <a:r>
              <a:rPr lang="en-US" altLang="zh-CN" b="1" dirty="0">
                <a:solidFill>
                  <a:prstClr val="black"/>
                </a:solidFill>
              </a:rPr>
              <a:t>A/D</a:t>
            </a:r>
            <a:r>
              <a:rPr lang="zh-CN" altLang="en-US" b="1" dirty="0" smtClean="0">
                <a:solidFill>
                  <a:prstClr val="black"/>
                </a:solidFill>
              </a:rPr>
              <a:t>转换器；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FF0000"/>
                </a:solidFill>
              </a:rPr>
              <a:t>并行</a:t>
            </a:r>
            <a:r>
              <a:rPr lang="zh-CN" altLang="en-US" b="1" dirty="0">
                <a:solidFill>
                  <a:srgbClr val="FF0000"/>
                </a:solidFill>
              </a:rPr>
              <a:t>比较型</a:t>
            </a:r>
            <a:r>
              <a:rPr lang="zh-CN" altLang="en-US" b="1" dirty="0">
                <a:solidFill>
                  <a:prstClr val="black"/>
                </a:solidFill>
              </a:rPr>
              <a:t>一般在几十纳秒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76056" y="1654077"/>
            <a:ext cx="3241292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/>
              <a:t>     由于</a:t>
            </a:r>
            <a:r>
              <a:rPr lang="en-US" altLang="zh-CN" b="1" dirty="0"/>
              <a:t>A/D</a:t>
            </a:r>
            <a:r>
              <a:rPr lang="zh-CN" altLang="en-US" b="1" dirty="0"/>
              <a:t>转换器的有限分辨率而引起的误差，反映</a:t>
            </a:r>
            <a:r>
              <a:rPr lang="en-US" altLang="zh-CN" b="1" dirty="0"/>
              <a:t>A/D</a:t>
            </a:r>
            <a:r>
              <a:rPr lang="zh-CN" altLang="en-US" b="1" dirty="0"/>
              <a:t>转换器实际输出数字量和理想输出之间的</a:t>
            </a:r>
            <a:r>
              <a:rPr lang="zh-CN" altLang="en-US" b="1" dirty="0" smtClean="0"/>
              <a:t>差异。</a:t>
            </a:r>
            <a:endParaRPr lang="zh-CN" altLang="en-US" b="1" dirty="0"/>
          </a:p>
        </p:txBody>
      </p:sp>
      <p:sp>
        <p:nvSpPr>
          <p:cNvPr id="11" name="缺角矩形 10"/>
          <p:cNvSpPr/>
          <p:nvPr/>
        </p:nvSpPr>
        <p:spPr>
          <a:xfrm>
            <a:off x="5220073" y="1065239"/>
            <a:ext cx="2880319" cy="419115"/>
          </a:xfrm>
          <a:prstGeom prst="plaque">
            <a:avLst/>
          </a:prstGeom>
          <a:solidFill>
            <a:schemeClr val="accent3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转换误差</a:t>
            </a:r>
            <a:endParaRPr lang="zh-CN" altLang="en-US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5092085" y="3049672"/>
            <a:ext cx="1365560" cy="17543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     通常</a:t>
            </a:r>
            <a:r>
              <a:rPr lang="zh-CN" altLang="en-US" b="1" dirty="0">
                <a:solidFill>
                  <a:prstClr val="black"/>
                </a:solidFill>
              </a:rPr>
              <a:t>为</a:t>
            </a:r>
            <a:r>
              <a:rPr lang="en-US" altLang="zh-CN" b="1" dirty="0">
                <a:solidFill>
                  <a:prstClr val="black"/>
                </a:solidFill>
              </a:rPr>
              <a:t>1</a:t>
            </a:r>
            <a:r>
              <a:rPr lang="zh-CN" altLang="en-US" b="1" dirty="0">
                <a:solidFill>
                  <a:prstClr val="black"/>
                </a:solidFill>
              </a:rPr>
              <a:t>个或半个最小数字量的模拟变化量，表示为</a:t>
            </a:r>
            <a:r>
              <a:rPr lang="en-US" altLang="zh-CN" b="1" dirty="0">
                <a:solidFill>
                  <a:prstClr val="black"/>
                </a:solidFill>
              </a:rPr>
              <a:t>1LSB</a:t>
            </a:r>
            <a:r>
              <a:rPr lang="zh-CN" altLang="en-US" b="1" dirty="0">
                <a:solidFill>
                  <a:prstClr val="black"/>
                </a:solidFill>
              </a:rPr>
              <a:t>、 </a:t>
            </a:r>
            <a:r>
              <a:rPr lang="en-US" altLang="zh-CN" b="1" dirty="0" smtClean="0">
                <a:solidFill>
                  <a:prstClr val="black"/>
                </a:solidFill>
              </a:rPr>
              <a:t>1/2LSB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7009968" y="3314301"/>
            <a:ext cx="1245674" cy="1225069"/>
            <a:chOff x="2871809" y="2252236"/>
            <a:chExt cx="1951143" cy="1951139"/>
          </a:xfrm>
        </p:grpSpPr>
        <p:sp>
          <p:nvSpPr>
            <p:cNvPr id="15" name="ïṧḷïḓê-任意多边形: 形状 2">
              <a:extLst>
                <a:ext uri="{FF2B5EF4-FFF2-40B4-BE49-F238E27FC236}">
                  <a16:creationId xmlns:a16="http://schemas.microsoft.com/office/drawing/2014/main" xmlns="" id="{B7EA278B-2D6F-4202-89AC-28C9D71241FD}"/>
                </a:ext>
              </a:extLst>
            </p:cNvPr>
            <p:cNvSpPr/>
            <p:nvPr/>
          </p:nvSpPr>
          <p:spPr>
            <a:xfrm>
              <a:off x="2871809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6" name="ïṧḷïḓê-Oval 3">
              <a:extLst>
                <a:ext uri="{FF2B5EF4-FFF2-40B4-BE49-F238E27FC236}">
                  <a16:creationId xmlns:a16="http://schemas.microsoft.com/office/drawing/2014/main" xmlns="" id="{36AF8AB7-F6B7-430D-A380-29D73DB8853E}"/>
                </a:ext>
              </a:extLst>
            </p:cNvPr>
            <p:cNvSpPr/>
            <p:nvPr/>
          </p:nvSpPr>
          <p:spPr>
            <a:xfrm>
              <a:off x="3242109" y="2622534"/>
              <a:ext cx="1210543" cy="121054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7" name="is1ide-任意多边形: 形状 23">
              <a:extLst>
                <a:ext uri="{FF2B5EF4-FFF2-40B4-BE49-F238E27FC236}">
                  <a16:creationId xmlns:a16="http://schemas.microsoft.com/office/drawing/2014/main" xmlns="" id="{C6AED1AC-4D16-4490-88C0-1E73F34D20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94335" y="3082987"/>
              <a:ext cx="306090" cy="291916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351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67116"/>
            <a:ext cx="315015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7584" y="1242977"/>
            <a:ext cx="22344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集成有三个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12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位</a:t>
            </a:r>
            <a:r>
              <a:rPr lang="en-US" altLang="zh-CN" b="1" dirty="0" smtClean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ADC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逐次逼近型的</a:t>
            </a:r>
            <a:r>
              <a:rPr lang="en-GB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A/D</a:t>
            </a:r>
            <a:r>
              <a:rPr lang="zh-CN" altLang="en-GB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转换器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994130" y="1242977"/>
            <a:ext cx="22612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GB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多达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18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个</a:t>
            </a:r>
            <a:r>
              <a:rPr lang="zh-CN" altLang="en-US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通道，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可实现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16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个外部模拟输入通道和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个内部信号源的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A/D</a:t>
            </a:r>
            <a:r>
              <a:rPr lang="zh-CN" altLang="en-US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转换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6012160" y="2964231"/>
            <a:ext cx="228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各通道的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A/D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转换可采用单次、连续、扫描或间断模式执行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60024" y="2964231"/>
            <a:ext cx="2502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转换结果是一个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12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位的二进制数，可以以左对齐或右对齐两种方式存储在</a:t>
            </a:r>
            <a:r>
              <a:rPr lang="en-US" altLang="zh-CN" b="1" dirty="0">
                <a:solidFill>
                  <a:prstClr val="black"/>
                </a:solidFill>
                <a:latin typeface="Calibri" pitchFamily="34" charset="0"/>
                <a:ea typeface="宋体" pitchFamily="2" charset="-122"/>
                <a:cs typeface="Times New Roman" pitchFamily="18" charset="0"/>
              </a:rPr>
              <a:t>16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位数据寄存器</a:t>
            </a:r>
            <a:r>
              <a:rPr lang="zh-CN" altLang="en-US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</a:t>
            </a:r>
            <a:endParaRPr lang="zh-CN" altLang="en-US" sz="4000" b="1" dirty="0">
              <a:solidFill>
                <a:prstClr val="black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150148" y="1320409"/>
            <a:ext cx="2662115" cy="2467002"/>
            <a:chOff x="3019011" y="1275607"/>
            <a:chExt cx="3105980" cy="2962384"/>
          </a:xfrm>
        </p:grpSpPr>
        <p:grpSp>
          <p:nvGrpSpPr>
            <p:cNvPr id="26" name="Group 38"/>
            <p:cNvGrpSpPr/>
            <p:nvPr/>
          </p:nvGrpSpPr>
          <p:grpSpPr>
            <a:xfrm flipH="1" flipV="1">
              <a:off x="3019011" y="3052206"/>
              <a:ext cx="1212601" cy="1185785"/>
              <a:chOff x="4724404" y="1514475"/>
              <a:chExt cx="1384755" cy="1354133"/>
            </a:xfrm>
          </p:grpSpPr>
          <p:sp>
            <p:nvSpPr>
              <p:cNvPr id="68" name="Freeform: Shape 43"/>
              <p:cNvSpPr>
                <a:spLocks/>
              </p:cNvSpPr>
              <p:nvPr/>
            </p:nvSpPr>
            <p:spPr bwMode="auto">
              <a:xfrm>
                <a:off x="4724404" y="1990723"/>
                <a:ext cx="877887" cy="877885"/>
              </a:xfrm>
              <a:custGeom>
                <a:avLst/>
                <a:gdLst/>
                <a:ahLst/>
                <a:cxnLst>
                  <a:cxn ang="0">
                    <a:pos x="158" y="73"/>
                  </a:cxn>
                  <a:cxn ang="0">
                    <a:pos x="86" y="0"/>
                  </a:cxn>
                  <a:cxn ang="0">
                    <a:pos x="0" y="87"/>
                  </a:cxn>
                  <a:cxn ang="0">
                    <a:pos x="69" y="158"/>
                  </a:cxn>
                  <a:cxn ang="0">
                    <a:pos x="158" y="73"/>
                  </a:cxn>
                </a:cxnLst>
                <a:rect l="0" t="0" r="r" b="b"/>
                <a:pathLst>
                  <a:path w="158" h="158">
                    <a:moveTo>
                      <a:pt x="158" y="73"/>
                    </a:moveTo>
                    <a:cubicBezTo>
                      <a:pt x="86" y="0"/>
                      <a:pt x="86" y="0"/>
                      <a:pt x="86" y="0"/>
                    </a:cubicBezTo>
                    <a:cubicBezTo>
                      <a:pt x="85" y="51"/>
                      <a:pt x="50" y="86"/>
                      <a:pt x="0" y="87"/>
                    </a:cubicBezTo>
                    <a:cubicBezTo>
                      <a:pt x="69" y="158"/>
                      <a:pt x="69" y="158"/>
                      <a:pt x="69" y="158"/>
                    </a:cubicBezTo>
                    <a:cubicBezTo>
                      <a:pt x="71" y="107"/>
                      <a:pt x="107" y="73"/>
                      <a:pt x="158" y="7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9" name="Group 40"/>
              <p:cNvGrpSpPr/>
              <p:nvPr/>
            </p:nvGrpSpPr>
            <p:grpSpPr>
              <a:xfrm>
                <a:off x="5172075" y="1514475"/>
                <a:ext cx="937084" cy="935102"/>
                <a:chOff x="3932238" y="1276350"/>
                <a:chExt cx="750888" cy="749300"/>
              </a:xfrm>
            </p:grpSpPr>
            <p:sp>
              <p:nvSpPr>
                <p:cNvPr id="70" name="Oval 41"/>
                <p:cNvSpPr>
                  <a:spLocks/>
                </p:cNvSpPr>
                <p:nvPr/>
              </p:nvSpPr>
              <p:spPr bwMode="auto">
                <a:xfrm>
                  <a:off x="3932238" y="1276350"/>
                  <a:ext cx="750888" cy="749300"/>
                </a:xfrm>
                <a:prstGeom prst="ellipse">
                  <a:avLst/>
                </a:prstGeom>
                <a:solidFill>
                  <a:schemeClr val="accent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Freeform: Shape 42"/>
                <p:cNvSpPr>
                  <a:spLocks/>
                </p:cNvSpPr>
                <p:nvPr/>
              </p:nvSpPr>
              <p:spPr bwMode="auto">
                <a:xfrm>
                  <a:off x="4025901" y="1369219"/>
                  <a:ext cx="563563" cy="563563"/>
                </a:xfrm>
                <a:custGeom>
                  <a:avLst/>
                  <a:gdLst/>
                  <a:ahLst/>
                  <a:cxnLst>
                    <a:cxn ang="0">
                      <a:pos x="106" y="52"/>
                    </a:cxn>
                    <a:cxn ang="0">
                      <a:pos x="54" y="105"/>
                    </a:cxn>
                    <a:cxn ang="0">
                      <a:pos x="0" y="53"/>
                    </a:cxn>
                    <a:cxn ang="0">
                      <a:pos x="53" y="0"/>
                    </a:cxn>
                    <a:cxn ang="0">
                      <a:pos x="106" y="52"/>
                    </a:cxn>
                  </a:cxnLst>
                  <a:rect l="0" t="0" r="r" b="b"/>
                  <a:pathLst>
                    <a:path w="106" h="106">
                      <a:moveTo>
                        <a:pt x="106" y="52"/>
                      </a:moveTo>
                      <a:cubicBezTo>
                        <a:pt x="106" y="82"/>
                        <a:pt x="83" y="105"/>
                        <a:pt x="54" y="105"/>
                      </a:cubicBezTo>
                      <a:cubicBezTo>
                        <a:pt x="24" y="106"/>
                        <a:pt x="1" y="82"/>
                        <a:pt x="0" y="53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7" name="Group 45"/>
            <p:cNvGrpSpPr/>
            <p:nvPr/>
          </p:nvGrpSpPr>
          <p:grpSpPr>
            <a:xfrm flipV="1">
              <a:off x="4912386" y="3052203"/>
              <a:ext cx="1212605" cy="1185788"/>
              <a:chOff x="4724400" y="1514475"/>
              <a:chExt cx="1384759" cy="1354136"/>
            </a:xfrm>
          </p:grpSpPr>
          <p:sp>
            <p:nvSpPr>
              <p:cNvPr id="64" name="Freeform: Shape 50"/>
              <p:cNvSpPr>
                <a:spLocks/>
              </p:cNvSpPr>
              <p:nvPr/>
            </p:nvSpPr>
            <p:spPr bwMode="auto">
              <a:xfrm>
                <a:off x="4724400" y="1990725"/>
                <a:ext cx="877886" cy="877886"/>
              </a:xfrm>
              <a:custGeom>
                <a:avLst/>
                <a:gdLst/>
                <a:ahLst/>
                <a:cxnLst>
                  <a:cxn ang="0">
                    <a:pos x="158" y="73"/>
                  </a:cxn>
                  <a:cxn ang="0">
                    <a:pos x="86" y="0"/>
                  </a:cxn>
                  <a:cxn ang="0">
                    <a:pos x="0" y="87"/>
                  </a:cxn>
                  <a:cxn ang="0">
                    <a:pos x="69" y="158"/>
                  </a:cxn>
                  <a:cxn ang="0">
                    <a:pos x="158" y="73"/>
                  </a:cxn>
                </a:cxnLst>
                <a:rect l="0" t="0" r="r" b="b"/>
                <a:pathLst>
                  <a:path w="158" h="158">
                    <a:moveTo>
                      <a:pt x="158" y="73"/>
                    </a:moveTo>
                    <a:cubicBezTo>
                      <a:pt x="86" y="0"/>
                      <a:pt x="86" y="0"/>
                      <a:pt x="86" y="0"/>
                    </a:cubicBezTo>
                    <a:cubicBezTo>
                      <a:pt x="85" y="51"/>
                      <a:pt x="50" y="86"/>
                      <a:pt x="0" y="87"/>
                    </a:cubicBezTo>
                    <a:cubicBezTo>
                      <a:pt x="69" y="158"/>
                      <a:pt x="69" y="158"/>
                      <a:pt x="69" y="158"/>
                    </a:cubicBezTo>
                    <a:cubicBezTo>
                      <a:pt x="71" y="107"/>
                      <a:pt x="107" y="73"/>
                      <a:pt x="158" y="7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5" name="Group 47"/>
              <p:cNvGrpSpPr/>
              <p:nvPr/>
            </p:nvGrpSpPr>
            <p:grpSpPr>
              <a:xfrm>
                <a:off x="5172075" y="1514475"/>
                <a:ext cx="937084" cy="935102"/>
                <a:chOff x="3932238" y="1276350"/>
                <a:chExt cx="750888" cy="749300"/>
              </a:xfrm>
            </p:grpSpPr>
            <p:sp>
              <p:nvSpPr>
                <p:cNvPr id="66" name="Oval 48"/>
                <p:cNvSpPr>
                  <a:spLocks/>
                </p:cNvSpPr>
                <p:nvPr/>
              </p:nvSpPr>
              <p:spPr bwMode="auto">
                <a:xfrm>
                  <a:off x="3932238" y="1276350"/>
                  <a:ext cx="750888" cy="749300"/>
                </a:xfrm>
                <a:prstGeom prst="ellipse">
                  <a:avLst/>
                </a:prstGeom>
                <a:solidFill>
                  <a:schemeClr val="accent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: Shape 49"/>
                <p:cNvSpPr>
                  <a:spLocks/>
                </p:cNvSpPr>
                <p:nvPr/>
              </p:nvSpPr>
              <p:spPr bwMode="auto">
                <a:xfrm>
                  <a:off x="4025901" y="1369219"/>
                  <a:ext cx="563563" cy="563563"/>
                </a:xfrm>
                <a:custGeom>
                  <a:avLst/>
                  <a:gdLst/>
                  <a:ahLst/>
                  <a:cxnLst>
                    <a:cxn ang="0">
                      <a:pos x="106" y="52"/>
                    </a:cxn>
                    <a:cxn ang="0">
                      <a:pos x="54" y="105"/>
                    </a:cxn>
                    <a:cxn ang="0">
                      <a:pos x="0" y="53"/>
                    </a:cxn>
                    <a:cxn ang="0">
                      <a:pos x="53" y="0"/>
                    </a:cxn>
                    <a:cxn ang="0">
                      <a:pos x="106" y="52"/>
                    </a:cxn>
                  </a:cxnLst>
                  <a:rect l="0" t="0" r="r" b="b"/>
                  <a:pathLst>
                    <a:path w="106" h="106">
                      <a:moveTo>
                        <a:pt x="106" y="52"/>
                      </a:moveTo>
                      <a:cubicBezTo>
                        <a:pt x="106" y="82"/>
                        <a:pt x="83" y="105"/>
                        <a:pt x="54" y="105"/>
                      </a:cubicBezTo>
                      <a:cubicBezTo>
                        <a:pt x="24" y="106"/>
                        <a:pt x="1" y="82"/>
                        <a:pt x="0" y="53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8" name="Group 52"/>
            <p:cNvGrpSpPr/>
            <p:nvPr/>
          </p:nvGrpSpPr>
          <p:grpSpPr>
            <a:xfrm flipH="1">
              <a:off x="3019018" y="1275607"/>
              <a:ext cx="1212604" cy="1185788"/>
              <a:chOff x="4724399" y="1514475"/>
              <a:chExt cx="1384760" cy="1354136"/>
            </a:xfrm>
          </p:grpSpPr>
          <p:sp>
            <p:nvSpPr>
              <p:cNvPr id="60" name="Freeform: Shape 77"/>
              <p:cNvSpPr>
                <a:spLocks/>
              </p:cNvSpPr>
              <p:nvPr/>
            </p:nvSpPr>
            <p:spPr bwMode="auto">
              <a:xfrm>
                <a:off x="4724399" y="1990725"/>
                <a:ext cx="877886" cy="877886"/>
              </a:xfrm>
              <a:custGeom>
                <a:avLst/>
                <a:gdLst/>
                <a:ahLst/>
                <a:cxnLst>
                  <a:cxn ang="0">
                    <a:pos x="158" y="73"/>
                  </a:cxn>
                  <a:cxn ang="0">
                    <a:pos x="86" y="0"/>
                  </a:cxn>
                  <a:cxn ang="0">
                    <a:pos x="0" y="87"/>
                  </a:cxn>
                  <a:cxn ang="0">
                    <a:pos x="69" y="158"/>
                  </a:cxn>
                  <a:cxn ang="0">
                    <a:pos x="158" y="73"/>
                  </a:cxn>
                </a:cxnLst>
                <a:rect l="0" t="0" r="r" b="b"/>
                <a:pathLst>
                  <a:path w="158" h="158">
                    <a:moveTo>
                      <a:pt x="158" y="73"/>
                    </a:moveTo>
                    <a:cubicBezTo>
                      <a:pt x="86" y="0"/>
                      <a:pt x="86" y="0"/>
                      <a:pt x="86" y="0"/>
                    </a:cubicBezTo>
                    <a:cubicBezTo>
                      <a:pt x="85" y="51"/>
                      <a:pt x="50" y="86"/>
                      <a:pt x="0" y="87"/>
                    </a:cubicBezTo>
                    <a:cubicBezTo>
                      <a:pt x="69" y="158"/>
                      <a:pt x="69" y="158"/>
                      <a:pt x="69" y="158"/>
                    </a:cubicBezTo>
                    <a:cubicBezTo>
                      <a:pt x="71" y="107"/>
                      <a:pt x="107" y="73"/>
                      <a:pt x="158" y="7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1" name="Group 74"/>
              <p:cNvGrpSpPr/>
              <p:nvPr/>
            </p:nvGrpSpPr>
            <p:grpSpPr>
              <a:xfrm>
                <a:off x="5172075" y="1514475"/>
                <a:ext cx="937084" cy="935102"/>
                <a:chOff x="3932238" y="1276350"/>
                <a:chExt cx="750888" cy="749300"/>
              </a:xfrm>
            </p:grpSpPr>
            <p:sp>
              <p:nvSpPr>
                <p:cNvPr id="62" name="Oval 75"/>
                <p:cNvSpPr>
                  <a:spLocks/>
                </p:cNvSpPr>
                <p:nvPr/>
              </p:nvSpPr>
              <p:spPr bwMode="auto">
                <a:xfrm>
                  <a:off x="3932238" y="1276350"/>
                  <a:ext cx="750888" cy="74930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: Shape 76"/>
                <p:cNvSpPr>
                  <a:spLocks/>
                </p:cNvSpPr>
                <p:nvPr/>
              </p:nvSpPr>
              <p:spPr bwMode="auto">
                <a:xfrm>
                  <a:off x="4025901" y="1369219"/>
                  <a:ext cx="563563" cy="563563"/>
                </a:xfrm>
                <a:custGeom>
                  <a:avLst/>
                  <a:gdLst/>
                  <a:ahLst/>
                  <a:cxnLst>
                    <a:cxn ang="0">
                      <a:pos x="106" y="52"/>
                    </a:cxn>
                    <a:cxn ang="0">
                      <a:pos x="54" y="105"/>
                    </a:cxn>
                    <a:cxn ang="0">
                      <a:pos x="0" y="53"/>
                    </a:cxn>
                    <a:cxn ang="0">
                      <a:pos x="53" y="0"/>
                    </a:cxn>
                    <a:cxn ang="0">
                      <a:pos x="106" y="52"/>
                    </a:cxn>
                  </a:cxnLst>
                  <a:rect l="0" t="0" r="r" b="b"/>
                  <a:pathLst>
                    <a:path w="106" h="106">
                      <a:moveTo>
                        <a:pt x="106" y="52"/>
                      </a:moveTo>
                      <a:cubicBezTo>
                        <a:pt x="106" y="82"/>
                        <a:pt x="83" y="105"/>
                        <a:pt x="54" y="105"/>
                      </a:cubicBezTo>
                      <a:cubicBezTo>
                        <a:pt x="24" y="106"/>
                        <a:pt x="1" y="82"/>
                        <a:pt x="0" y="53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9" name="Group 79"/>
            <p:cNvGrpSpPr/>
            <p:nvPr/>
          </p:nvGrpSpPr>
          <p:grpSpPr>
            <a:xfrm>
              <a:off x="4912386" y="1275607"/>
              <a:ext cx="1212605" cy="1185788"/>
              <a:chOff x="4724400" y="1514475"/>
              <a:chExt cx="1384759" cy="1354136"/>
            </a:xfrm>
          </p:grpSpPr>
          <p:sp>
            <p:nvSpPr>
              <p:cNvPr id="56" name="Freeform: Shape 84"/>
              <p:cNvSpPr>
                <a:spLocks/>
              </p:cNvSpPr>
              <p:nvPr/>
            </p:nvSpPr>
            <p:spPr bwMode="auto">
              <a:xfrm>
                <a:off x="4724400" y="1990725"/>
                <a:ext cx="877886" cy="877886"/>
              </a:xfrm>
              <a:custGeom>
                <a:avLst/>
                <a:gdLst/>
                <a:ahLst/>
                <a:cxnLst>
                  <a:cxn ang="0">
                    <a:pos x="158" y="73"/>
                  </a:cxn>
                  <a:cxn ang="0">
                    <a:pos x="86" y="0"/>
                  </a:cxn>
                  <a:cxn ang="0">
                    <a:pos x="0" y="87"/>
                  </a:cxn>
                  <a:cxn ang="0">
                    <a:pos x="69" y="158"/>
                  </a:cxn>
                  <a:cxn ang="0">
                    <a:pos x="158" y="73"/>
                  </a:cxn>
                </a:cxnLst>
                <a:rect l="0" t="0" r="r" b="b"/>
                <a:pathLst>
                  <a:path w="158" h="158">
                    <a:moveTo>
                      <a:pt x="158" y="73"/>
                    </a:moveTo>
                    <a:cubicBezTo>
                      <a:pt x="86" y="0"/>
                      <a:pt x="86" y="0"/>
                      <a:pt x="86" y="0"/>
                    </a:cubicBezTo>
                    <a:cubicBezTo>
                      <a:pt x="85" y="51"/>
                      <a:pt x="50" y="86"/>
                      <a:pt x="0" y="87"/>
                    </a:cubicBezTo>
                    <a:cubicBezTo>
                      <a:pt x="69" y="158"/>
                      <a:pt x="69" y="158"/>
                      <a:pt x="69" y="158"/>
                    </a:cubicBezTo>
                    <a:cubicBezTo>
                      <a:pt x="71" y="107"/>
                      <a:pt x="107" y="73"/>
                      <a:pt x="158" y="7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57" name="Group 81"/>
              <p:cNvGrpSpPr/>
              <p:nvPr/>
            </p:nvGrpSpPr>
            <p:grpSpPr>
              <a:xfrm>
                <a:off x="5172075" y="1514475"/>
                <a:ext cx="937084" cy="935102"/>
                <a:chOff x="3932238" y="1276350"/>
                <a:chExt cx="750888" cy="749300"/>
              </a:xfrm>
            </p:grpSpPr>
            <p:sp>
              <p:nvSpPr>
                <p:cNvPr id="58" name="Oval 82"/>
                <p:cNvSpPr>
                  <a:spLocks/>
                </p:cNvSpPr>
                <p:nvPr/>
              </p:nvSpPr>
              <p:spPr bwMode="auto">
                <a:xfrm>
                  <a:off x="3932238" y="1276350"/>
                  <a:ext cx="750888" cy="74930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Freeform: Shape 83"/>
                <p:cNvSpPr>
                  <a:spLocks/>
                </p:cNvSpPr>
                <p:nvPr/>
              </p:nvSpPr>
              <p:spPr bwMode="auto">
                <a:xfrm>
                  <a:off x="4025901" y="1369219"/>
                  <a:ext cx="563563" cy="563563"/>
                </a:xfrm>
                <a:custGeom>
                  <a:avLst/>
                  <a:gdLst/>
                  <a:ahLst/>
                  <a:cxnLst>
                    <a:cxn ang="0">
                      <a:pos x="106" y="52"/>
                    </a:cxn>
                    <a:cxn ang="0">
                      <a:pos x="54" y="105"/>
                    </a:cxn>
                    <a:cxn ang="0">
                      <a:pos x="0" y="53"/>
                    </a:cxn>
                    <a:cxn ang="0">
                      <a:pos x="53" y="0"/>
                    </a:cxn>
                    <a:cxn ang="0">
                      <a:pos x="106" y="52"/>
                    </a:cxn>
                  </a:cxnLst>
                  <a:rect l="0" t="0" r="r" b="b"/>
                  <a:pathLst>
                    <a:path w="106" h="106">
                      <a:moveTo>
                        <a:pt x="106" y="52"/>
                      </a:moveTo>
                      <a:cubicBezTo>
                        <a:pt x="106" y="82"/>
                        <a:pt x="83" y="105"/>
                        <a:pt x="54" y="105"/>
                      </a:cubicBezTo>
                      <a:cubicBezTo>
                        <a:pt x="24" y="106"/>
                        <a:pt x="1" y="82"/>
                        <a:pt x="0" y="53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0" name="Group 86"/>
            <p:cNvGrpSpPr/>
            <p:nvPr/>
          </p:nvGrpSpPr>
          <p:grpSpPr>
            <a:xfrm>
              <a:off x="3819734" y="2006123"/>
              <a:ext cx="1504533" cy="1501350"/>
              <a:chOff x="3867684" y="2281754"/>
              <a:chExt cx="1408633" cy="1405653"/>
            </a:xfrm>
          </p:grpSpPr>
          <p:sp>
            <p:nvSpPr>
              <p:cNvPr id="54" name="Oval 87"/>
              <p:cNvSpPr>
                <a:spLocks/>
              </p:cNvSpPr>
              <p:nvPr/>
            </p:nvSpPr>
            <p:spPr bwMode="auto">
              <a:xfrm>
                <a:off x="3867684" y="2281754"/>
                <a:ext cx="1408633" cy="1405653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Freeform: Shape 88"/>
              <p:cNvSpPr>
                <a:spLocks/>
              </p:cNvSpPr>
              <p:nvPr/>
            </p:nvSpPr>
            <p:spPr bwMode="auto">
              <a:xfrm>
                <a:off x="4043392" y="2455972"/>
                <a:ext cx="1057220" cy="1057219"/>
              </a:xfrm>
              <a:custGeom>
                <a:avLst/>
                <a:gdLst/>
                <a:ahLst/>
                <a:cxnLst>
                  <a:cxn ang="0">
                    <a:pos x="106" y="52"/>
                  </a:cxn>
                  <a:cxn ang="0">
                    <a:pos x="54" y="105"/>
                  </a:cxn>
                  <a:cxn ang="0">
                    <a:pos x="0" y="53"/>
                  </a:cxn>
                  <a:cxn ang="0">
                    <a:pos x="53" y="0"/>
                  </a:cxn>
                  <a:cxn ang="0">
                    <a:pos x="106" y="52"/>
                  </a:cxn>
                </a:cxnLst>
                <a:rect l="0" t="0" r="r" b="b"/>
                <a:pathLst>
                  <a:path w="106" h="106">
                    <a:moveTo>
                      <a:pt x="106" y="52"/>
                    </a:moveTo>
                    <a:cubicBezTo>
                      <a:pt x="106" y="82"/>
                      <a:pt x="83" y="105"/>
                      <a:pt x="54" y="105"/>
                    </a:cubicBezTo>
                    <a:cubicBezTo>
                      <a:pt x="24" y="106"/>
                      <a:pt x="1" y="82"/>
                      <a:pt x="0" y="53"/>
                    </a:cubicBezTo>
                    <a:cubicBezTo>
                      <a:pt x="0" y="24"/>
                      <a:pt x="24" y="0"/>
                      <a:pt x="53" y="0"/>
                    </a:cubicBezTo>
                    <a:cubicBezTo>
                      <a:pt x="82" y="0"/>
                      <a:pt x="106" y="23"/>
                      <a:pt x="106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89"/>
            <p:cNvGrpSpPr/>
            <p:nvPr/>
          </p:nvGrpSpPr>
          <p:grpSpPr>
            <a:xfrm>
              <a:off x="4345830" y="2533257"/>
              <a:ext cx="452345" cy="447085"/>
              <a:chOff x="3959226" y="1355724"/>
              <a:chExt cx="273050" cy="269875"/>
            </a:xfrm>
          </p:grpSpPr>
          <p:sp>
            <p:nvSpPr>
              <p:cNvPr id="50" name="Freeform: Shape 90"/>
              <p:cNvSpPr>
                <a:spLocks/>
              </p:cNvSpPr>
              <p:nvPr/>
            </p:nvSpPr>
            <p:spPr bwMode="auto">
              <a:xfrm>
                <a:off x="3983038" y="1376361"/>
                <a:ext cx="249238" cy="249238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25" y="9"/>
                  </a:cxn>
                  <a:cxn ang="0">
                    <a:pos x="25" y="10"/>
                  </a:cxn>
                  <a:cxn ang="0">
                    <a:pos x="30" y="16"/>
                  </a:cxn>
                  <a:cxn ang="0">
                    <a:pos x="32" y="16"/>
                  </a:cxn>
                  <a:cxn ang="0">
                    <a:pos x="54" y="10"/>
                  </a:cxn>
                  <a:cxn ang="0">
                    <a:pos x="99" y="54"/>
                  </a:cxn>
                  <a:cxn ang="0">
                    <a:pos x="54" y="99"/>
                  </a:cxn>
                  <a:cxn ang="0">
                    <a:pos x="10" y="54"/>
                  </a:cxn>
                  <a:cxn ang="0">
                    <a:pos x="14" y="34"/>
                  </a:cxn>
                  <a:cxn ang="0">
                    <a:pos x="15" y="32"/>
                  </a:cxn>
                  <a:cxn ang="0">
                    <a:pos x="9" y="27"/>
                  </a:cxn>
                  <a:cxn ang="0">
                    <a:pos x="7" y="27"/>
                  </a:cxn>
                  <a:cxn ang="0">
                    <a:pos x="0" y="54"/>
                  </a:cxn>
                  <a:cxn ang="0">
                    <a:pos x="54" y="109"/>
                  </a:cxn>
                  <a:cxn ang="0">
                    <a:pos x="109" y="54"/>
                  </a:cxn>
                  <a:cxn ang="0">
                    <a:pos x="54" y="0"/>
                  </a:cxn>
                </a:cxnLst>
                <a:rect l="0" t="0" r="r" b="b"/>
                <a:pathLst>
                  <a:path w="109" h="109">
                    <a:moveTo>
                      <a:pt x="54" y="0"/>
                    </a:moveTo>
                    <a:cubicBezTo>
                      <a:pt x="44" y="0"/>
                      <a:pt x="33" y="3"/>
                      <a:pt x="25" y="9"/>
                    </a:cubicBezTo>
                    <a:cubicBezTo>
                      <a:pt x="25" y="9"/>
                      <a:pt x="24" y="9"/>
                      <a:pt x="25" y="10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1" y="16"/>
                      <a:pt x="32" y="16"/>
                      <a:pt x="32" y="16"/>
                    </a:cubicBezTo>
                    <a:cubicBezTo>
                      <a:pt x="39" y="12"/>
                      <a:pt x="46" y="10"/>
                      <a:pt x="54" y="10"/>
                    </a:cubicBezTo>
                    <a:cubicBezTo>
                      <a:pt x="79" y="10"/>
                      <a:pt x="99" y="30"/>
                      <a:pt x="99" y="54"/>
                    </a:cubicBezTo>
                    <a:cubicBezTo>
                      <a:pt x="99" y="79"/>
                      <a:pt x="79" y="99"/>
                      <a:pt x="54" y="99"/>
                    </a:cubicBezTo>
                    <a:cubicBezTo>
                      <a:pt x="30" y="99"/>
                      <a:pt x="10" y="79"/>
                      <a:pt x="10" y="54"/>
                    </a:cubicBezTo>
                    <a:cubicBezTo>
                      <a:pt x="10" y="47"/>
                      <a:pt x="11" y="40"/>
                      <a:pt x="14" y="34"/>
                    </a:cubicBezTo>
                    <a:cubicBezTo>
                      <a:pt x="15" y="33"/>
                      <a:pt x="15" y="32"/>
                      <a:pt x="15" y="32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8" y="26"/>
                      <a:pt x="8" y="27"/>
                      <a:pt x="7" y="27"/>
                    </a:cubicBezTo>
                    <a:cubicBezTo>
                      <a:pt x="3" y="35"/>
                      <a:pt x="0" y="45"/>
                      <a:pt x="0" y="54"/>
                    </a:cubicBezTo>
                    <a:cubicBezTo>
                      <a:pt x="0" y="84"/>
                      <a:pt x="24" y="109"/>
                      <a:pt x="54" y="109"/>
                    </a:cubicBezTo>
                    <a:cubicBezTo>
                      <a:pt x="84" y="109"/>
                      <a:pt x="109" y="84"/>
                      <a:pt x="109" y="54"/>
                    </a:cubicBezTo>
                    <a:cubicBezTo>
                      <a:pt x="109" y="24"/>
                      <a:pt x="84" y="0"/>
                      <a:pt x="54" y="0"/>
                    </a:cubicBezTo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Freeform: Shape 91"/>
              <p:cNvSpPr>
                <a:spLocks/>
              </p:cNvSpPr>
              <p:nvPr/>
            </p:nvSpPr>
            <p:spPr bwMode="auto">
              <a:xfrm>
                <a:off x="3959226" y="1355724"/>
                <a:ext cx="153988" cy="153988"/>
              </a:xfrm>
              <a:custGeom>
                <a:avLst/>
                <a:gdLst/>
                <a:ahLst/>
                <a:cxnLst>
                  <a:cxn ang="0">
                    <a:pos x="63" y="67"/>
                  </a:cxn>
                  <a:cxn ang="0">
                    <a:pos x="58" y="65"/>
                  </a:cxn>
                  <a:cxn ang="0">
                    <a:pos x="17" y="24"/>
                  </a:cxn>
                  <a:cxn ang="0">
                    <a:pos x="13" y="22"/>
                  </a:cxn>
                  <a:cxn ang="0">
                    <a:pos x="8" y="21"/>
                  </a:cxn>
                  <a:cxn ang="0">
                    <a:pos x="1" y="13"/>
                  </a:cxn>
                  <a:cxn ang="0">
                    <a:pos x="2" y="10"/>
                  </a:cxn>
                  <a:cxn ang="0">
                    <a:pos x="5" y="9"/>
                  </a:cxn>
                  <a:cxn ang="0">
                    <a:pos x="9" y="5"/>
                  </a:cxn>
                  <a:cxn ang="0">
                    <a:pos x="10" y="2"/>
                  </a:cxn>
                  <a:cxn ang="0">
                    <a:pos x="13" y="2"/>
                  </a:cxn>
                  <a:cxn ang="0">
                    <a:pos x="20" y="9"/>
                  </a:cxn>
                  <a:cxn ang="0">
                    <a:pos x="22" y="13"/>
                  </a:cxn>
                  <a:cxn ang="0">
                    <a:pos x="23" y="17"/>
                  </a:cxn>
                  <a:cxn ang="0">
                    <a:pos x="64" y="58"/>
                  </a:cxn>
                  <a:cxn ang="0">
                    <a:pos x="67" y="64"/>
                  </a:cxn>
                  <a:cxn ang="0">
                    <a:pos x="67" y="64"/>
                  </a:cxn>
                  <a:cxn ang="0">
                    <a:pos x="64" y="67"/>
                  </a:cxn>
                  <a:cxn ang="0">
                    <a:pos x="63" y="67"/>
                  </a:cxn>
                </a:cxnLst>
                <a:rect l="0" t="0" r="r" b="b"/>
                <a:pathLst>
                  <a:path w="67" h="67">
                    <a:moveTo>
                      <a:pt x="63" y="67"/>
                    </a:moveTo>
                    <a:cubicBezTo>
                      <a:pt x="62" y="67"/>
                      <a:pt x="59" y="66"/>
                      <a:pt x="58" y="65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2"/>
                      <a:pt x="14" y="22"/>
                      <a:pt x="13" y="22"/>
                    </a:cubicBezTo>
                    <a:cubicBezTo>
                      <a:pt x="12" y="23"/>
                      <a:pt x="10" y="22"/>
                      <a:pt x="8" y="21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1"/>
                      <a:pt x="2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7" y="9"/>
                      <a:pt x="8" y="7"/>
                      <a:pt x="9" y="5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1"/>
                      <a:pt x="12" y="0"/>
                      <a:pt x="13" y="2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2" y="10"/>
                      <a:pt x="22" y="12"/>
                      <a:pt x="22" y="13"/>
                    </a:cubicBezTo>
                    <a:cubicBezTo>
                      <a:pt x="21" y="14"/>
                      <a:pt x="22" y="16"/>
                      <a:pt x="23" y="17"/>
                    </a:cubicBezTo>
                    <a:cubicBezTo>
                      <a:pt x="64" y="58"/>
                      <a:pt x="64" y="58"/>
                      <a:pt x="64" y="58"/>
                    </a:cubicBezTo>
                    <a:cubicBezTo>
                      <a:pt x="66" y="59"/>
                      <a:pt x="67" y="62"/>
                      <a:pt x="67" y="64"/>
                    </a:cubicBezTo>
                    <a:cubicBezTo>
                      <a:pt x="67" y="64"/>
                      <a:pt x="67" y="64"/>
                      <a:pt x="67" y="64"/>
                    </a:cubicBezTo>
                    <a:cubicBezTo>
                      <a:pt x="67" y="66"/>
                      <a:pt x="66" y="67"/>
                      <a:pt x="64" y="67"/>
                    </a:cubicBezTo>
                    <a:lnTo>
                      <a:pt x="63" y="6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Freeform: Shape 92"/>
              <p:cNvSpPr>
                <a:spLocks/>
              </p:cNvSpPr>
              <p:nvPr/>
            </p:nvSpPr>
            <p:spPr bwMode="auto">
              <a:xfrm>
                <a:off x="4071938" y="1465261"/>
                <a:ext cx="71438" cy="71438"/>
              </a:xfrm>
              <a:custGeom>
                <a:avLst/>
                <a:gdLst/>
                <a:ahLst/>
                <a:cxnLst>
                  <a:cxn ang="0">
                    <a:pos x="16" y="1"/>
                  </a:cxn>
                  <a:cxn ang="0">
                    <a:pos x="20" y="6"/>
                  </a:cxn>
                  <a:cxn ang="0">
                    <a:pos x="24" y="15"/>
                  </a:cxn>
                  <a:cxn ang="0">
                    <a:pos x="24" y="16"/>
                  </a:cxn>
                  <a:cxn ang="0">
                    <a:pos x="22" y="23"/>
                  </a:cxn>
                  <a:cxn ang="0">
                    <a:pos x="15" y="26"/>
                  </a:cxn>
                  <a:cxn ang="0">
                    <a:pos x="14" y="26"/>
                  </a:cxn>
                  <a:cxn ang="0">
                    <a:pos x="14" y="26"/>
                  </a:cxn>
                  <a:cxn ang="0">
                    <a:pos x="4" y="21"/>
                  </a:cxn>
                  <a:cxn ang="0">
                    <a:pos x="2" y="19"/>
                  </a:cxn>
                  <a:cxn ang="0">
                    <a:pos x="1" y="20"/>
                  </a:cxn>
                  <a:cxn ang="0">
                    <a:pos x="15" y="31"/>
                  </a:cxn>
                  <a:cxn ang="0">
                    <a:pos x="31" y="15"/>
                  </a:cxn>
                  <a:cxn ang="0">
                    <a:pos x="17" y="0"/>
                  </a:cxn>
                  <a:cxn ang="0">
                    <a:pos x="16" y="1"/>
                  </a:cxn>
                </a:cxnLst>
                <a:rect l="0" t="0" r="r" b="b"/>
                <a:pathLst>
                  <a:path w="31" h="31">
                    <a:moveTo>
                      <a:pt x="16" y="1"/>
                    </a:moveTo>
                    <a:cubicBezTo>
                      <a:pt x="20" y="6"/>
                      <a:pt x="20" y="6"/>
                      <a:pt x="20" y="6"/>
                    </a:cubicBezTo>
                    <a:cubicBezTo>
                      <a:pt x="22" y="8"/>
                      <a:pt x="24" y="12"/>
                      <a:pt x="24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9"/>
                      <a:pt x="24" y="21"/>
                      <a:pt x="22" y="23"/>
                    </a:cubicBezTo>
                    <a:cubicBezTo>
                      <a:pt x="20" y="25"/>
                      <a:pt x="18" y="26"/>
                      <a:pt x="15" y="26"/>
                    </a:cubicBezTo>
                    <a:cubicBezTo>
                      <a:pt x="15" y="26"/>
                      <a:pt x="14" y="26"/>
                      <a:pt x="14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0" y="26"/>
                      <a:pt x="6" y="24"/>
                      <a:pt x="4" y="21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0" y="17"/>
                      <a:pt x="0" y="19"/>
                      <a:pt x="1" y="20"/>
                    </a:cubicBezTo>
                    <a:cubicBezTo>
                      <a:pt x="2" y="26"/>
                      <a:pt x="8" y="31"/>
                      <a:pt x="15" y="31"/>
                    </a:cubicBezTo>
                    <a:cubicBezTo>
                      <a:pt x="24" y="31"/>
                      <a:pt x="31" y="24"/>
                      <a:pt x="31" y="15"/>
                    </a:cubicBezTo>
                    <a:cubicBezTo>
                      <a:pt x="31" y="8"/>
                      <a:pt x="25" y="1"/>
                      <a:pt x="17" y="0"/>
                    </a:cubicBezTo>
                    <a:cubicBezTo>
                      <a:pt x="17" y="0"/>
                      <a:pt x="14" y="0"/>
                      <a:pt x="16" y="1"/>
                    </a:cubicBezTo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Freeform: Shape 93"/>
              <p:cNvSpPr>
                <a:spLocks/>
              </p:cNvSpPr>
              <p:nvPr/>
            </p:nvSpPr>
            <p:spPr bwMode="auto">
              <a:xfrm>
                <a:off x="4025901" y="1419224"/>
                <a:ext cx="160338" cy="161925"/>
              </a:xfrm>
              <a:custGeom>
                <a:avLst/>
                <a:gdLst/>
                <a:ahLst/>
                <a:cxnLst>
                  <a:cxn ang="0">
                    <a:pos x="35" y="0"/>
                  </a:cxn>
                  <a:cxn ang="0">
                    <a:pos x="20" y="4"/>
                  </a:cxn>
                  <a:cxn ang="0">
                    <a:pos x="20" y="6"/>
                  </a:cxn>
                  <a:cxn ang="0">
                    <a:pos x="25" y="11"/>
                  </a:cxn>
                  <a:cxn ang="0">
                    <a:pos x="28" y="11"/>
                  </a:cxn>
                  <a:cxn ang="0">
                    <a:pos x="35" y="10"/>
                  </a:cxn>
                  <a:cxn ang="0">
                    <a:pos x="61" y="35"/>
                  </a:cxn>
                  <a:cxn ang="0">
                    <a:pos x="35" y="61"/>
                  </a:cxn>
                  <a:cxn ang="0">
                    <a:pos x="10" y="35"/>
                  </a:cxn>
                  <a:cxn ang="0">
                    <a:pos x="11" y="30"/>
                  </a:cxn>
                  <a:cxn ang="0">
                    <a:pos x="10" y="28"/>
                  </a:cxn>
                  <a:cxn ang="0">
                    <a:pos x="5" y="22"/>
                  </a:cxn>
                  <a:cxn ang="0">
                    <a:pos x="3" y="22"/>
                  </a:cxn>
                  <a:cxn ang="0">
                    <a:pos x="0" y="35"/>
                  </a:cxn>
                  <a:cxn ang="0">
                    <a:pos x="35" y="70"/>
                  </a:cxn>
                  <a:cxn ang="0">
                    <a:pos x="70" y="35"/>
                  </a:cxn>
                  <a:cxn ang="0">
                    <a:pos x="35" y="0"/>
                  </a:cxn>
                </a:cxnLst>
                <a:rect l="0" t="0" r="r" b="b"/>
                <a:pathLst>
                  <a:path w="70" h="70">
                    <a:moveTo>
                      <a:pt x="35" y="0"/>
                    </a:moveTo>
                    <a:cubicBezTo>
                      <a:pt x="30" y="0"/>
                      <a:pt x="25" y="2"/>
                      <a:pt x="20" y="4"/>
                    </a:cubicBezTo>
                    <a:cubicBezTo>
                      <a:pt x="20" y="4"/>
                      <a:pt x="19" y="4"/>
                      <a:pt x="20" y="6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6" y="12"/>
                      <a:pt x="27" y="12"/>
                      <a:pt x="28" y="11"/>
                    </a:cubicBezTo>
                    <a:cubicBezTo>
                      <a:pt x="30" y="11"/>
                      <a:pt x="33" y="10"/>
                      <a:pt x="35" y="10"/>
                    </a:cubicBezTo>
                    <a:cubicBezTo>
                      <a:pt x="49" y="10"/>
                      <a:pt x="61" y="22"/>
                      <a:pt x="61" y="35"/>
                    </a:cubicBezTo>
                    <a:cubicBezTo>
                      <a:pt x="61" y="49"/>
                      <a:pt x="49" y="61"/>
                      <a:pt x="35" y="61"/>
                    </a:cubicBezTo>
                    <a:cubicBezTo>
                      <a:pt x="21" y="61"/>
                      <a:pt x="10" y="49"/>
                      <a:pt x="10" y="35"/>
                    </a:cubicBezTo>
                    <a:cubicBezTo>
                      <a:pt x="10" y="33"/>
                      <a:pt x="10" y="32"/>
                      <a:pt x="11" y="30"/>
                    </a:cubicBezTo>
                    <a:cubicBezTo>
                      <a:pt x="11" y="29"/>
                      <a:pt x="11" y="29"/>
                      <a:pt x="10" y="28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4" y="21"/>
                      <a:pt x="3" y="22"/>
                      <a:pt x="3" y="22"/>
                    </a:cubicBezTo>
                    <a:cubicBezTo>
                      <a:pt x="1" y="26"/>
                      <a:pt x="0" y="31"/>
                      <a:pt x="0" y="35"/>
                    </a:cubicBezTo>
                    <a:cubicBezTo>
                      <a:pt x="0" y="55"/>
                      <a:pt x="16" y="70"/>
                      <a:pt x="35" y="70"/>
                    </a:cubicBezTo>
                    <a:cubicBezTo>
                      <a:pt x="55" y="70"/>
                      <a:pt x="70" y="55"/>
                      <a:pt x="70" y="35"/>
                    </a:cubicBezTo>
                    <a:cubicBezTo>
                      <a:pt x="70" y="16"/>
                      <a:pt x="55" y="0"/>
                      <a:pt x="35" y="0"/>
                    </a:cubicBezTo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2" name="Group 94"/>
            <p:cNvGrpSpPr/>
            <p:nvPr/>
          </p:nvGrpSpPr>
          <p:grpSpPr>
            <a:xfrm>
              <a:off x="3259532" y="1522557"/>
              <a:ext cx="339940" cy="321055"/>
              <a:chOff x="5530851" y="1866899"/>
              <a:chExt cx="285750" cy="269875"/>
            </a:xfrm>
            <a:solidFill>
              <a:schemeClr val="accent1"/>
            </a:solidFill>
          </p:grpSpPr>
          <p:sp>
            <p:nvSpPr>
              <p:cNvPr id="48" name="Oval 95"/>
              <p:cNvSpPr>
                <a:spLocks/>
              </p:cNvSpPr>
              <p:nvPr/>
            </p:nvSpPr>
            <p:spPr bwMode="auto">
              <a:xfrm>
                <a:off x="5661026" y="1912936"/>
                <a:ext cx="68263" cy="68263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Freeform: Shape 96"/>
              <p:cNvSpPr>
                <a:spLocks/>
              </p:cNvSpPr>
              <p:nvPr/>
            </p:nvSpPr>
            <p:spPr bwMode="auto">
              <a:xfrm>
                <a:off x="5530851" y="1866899"/>
                <a:ext cx="285750" cy="269875"/>
              </a:xfrm>
              <a:custGeom>
                <a:avLst/>
                <a:gdLst/>
                <a:ahLst/>
                <a:cxnLst>
                  <a:cxn ang="0">
                    <a:pos x="100" y="75"/>
                  </a:cxn>
                  <a:cxn ang="0">
                    <a:pos x="97" y="77"/>
                  </a:cxn>
                  <a:cxn ang="0">
                    <a:pos x="96" y="77"/>
                  </a:cxn>
                  <a:cxn ang="0">
                    <a:pos x="90" y="57"/>
                  </a:cxn>
                  <a:cxn ang="0">
                    <a:pos x="84" y="53"/>
                  </a:cxn>
                  <a:cxn ang="0">
                    <a:pos x="82" y="53"/>
                  </a:cxn>
                  <a:cxn ang="0">
                    <a:pos x="60" y="53"/>
                  </a:cxn>
                  <a:cxn ang="0">
                    <a:pos x="55" y="57"/>
                  </a:cxn>
                  <a:cxn ang="0">
                    <a:pos x="48" y="76"/>
                  </a:cxn>
                  <a:cxn ang="0">
                    <a:pos x="47" y="76"/>
                  </a:cxn>
                  <a:cxn ang="0">
                    <a:pos x="46" y="75"/>
                  </a:cxn>
                  <a:cxn ang="0">
                    <a:pos x="46" y="20"/>
                  </a:cxn>
                  <a:cxn ang="0">
                    <a:pos x="73" y="9"/>
                  </a:cxn>
                  <a:cxn ang="0">
                    <a:pos x="100" y="20"/>
                  </a:cxn>
                  <a:cxn ang="0">
                    <a:pos x="111" y="48"/>
                  </a:cxn>
                  <a:cxn ang="0">
                    <a:pos x="100" y="75"/>
                  </a:cxn>
                  <a:cxn ang="0">
                    <a:pos x="78" y="78"/>
                  </a:cxn>
                  <a:cxn ang="0">
                    <a:pos x="73" y="83"/>
                  </a:cxn>
                  <a:cxn ang="0">
                    <a:pos x="71" y="83"/>
                  </a:cxn>
                  <a:cxn ang="0">
                    <a:pos x="66" y="78"/>
                  </a:cxn>
                  <a:cxn ang="0">
                    <a:pos x="66" y="76"/>
                  </a:cxn>
                  <a:cxn ang="0">
                    <a:pos x="68" y="63"/>
                  </a:cxn>
                  <a:cxn ang="0">
                    <a:pos x="68" y="60"/>
                  </a:cxn>
                  <a:cxn ang="0">
                    <a:pos x="69" y="59"/>
                  </a:cxn>
                  <a:cxn ang="0">
                    <a:pos x="75" y="59"/>
                  </a:cxn>
                  <a:cxn ang="0">
                    <a:pos x="76" y="60"/>
                  </a:cxn>
                  <a:cxn ang="0">
                    <a:pos x="76" y="63"/>
                  </a:cxn>
                  <a:cxn ang="0">
                    <a:pos x="79" y="76"/>
                  </a:cxn>
                  <a:cxn ang="0">
                    <a:pos x="78" y="78"/>
                  </a:cxn>
                  <a:cxn ang="0">
                    <a:pos x="106" y="14"/>
                  </a:cxn>
                  <a:cxn ang="0">
                    <a:pos x="73" y="0"/>
                  </a:cxn>
                  <a:cxn ang="0">
                    <a:pos x="39" y="14"/>
                  </a:cxn>
                  <a:cxn ang="0">
                    <a:pos x="25" y="42"/>
                  </a:cxn>
                  <a:cxn ang="0">
                    <a:pos x="32" y="71"/>
                  </a:cxn>
                  <a:cxn ang="0">
                    <a:pos x="31" y="76"/>
                  </a:cxn>
                  <a:cxn ang="0">
                    <a:pos x="6" y="101"/>
                  </a:cxn>
                  <a:cxn ang="0">
                    <a:pos x="4" y="115"/>
                  </a:cxn>
                  <a:cxn ang="0">
                    <a:pos x="5" y="116"/>
                  </a:cxn>
                  <a:cxn ang="0">
                    <a:pos x="10" y="118"/>
                  </a:cxn>
                  <a:cxn ang="0">
                    <a:pos x="19" y="114"/>
                  </a:cxn>
                  <a:cxn ang="0">
                    <a:pos x="44" y="89"/>
                  </a:cxn>
                  <a:cxn ang="0">
                    <a:pos x="44" y="89"/>
                  </a:cxn>
                  <a:cxn ang="0">
                    <a:pos x="47" y="88"/>
                  </a:cxn>
                  <a:cxn ang="0">
                    <a:pos x="49" y="88"/>
                  </a:cxn>
                  <a:cxn ang="0">
                    <a:pos x="54" y="91"/>
                  </a:cxn>
                  <a:cxn ang="0">
                    <a:pos x="57" y="92"/>
                  </a:cxn>
                  <a:cxn ang="0">
                    <a:pos x="61" y="94"/>
                  </a:cxn>
                  <a:cxn ang="0">
                    <a:pos x="73" y="95"/>
                  </a:cxn>
                  <a:cxn ang="0">
                    <a:pos x="88" y="93"/>
                  </a:cxn>
                  <a:cxn ang="0">
                    <a:pos x="90" y="92"/>
                  </a:cxn>
                  <a:cxn ang="0">
                    <a:pos x="100" y="87"/>
                  </a:cxn>
                  <a:cxn ang="0">
                    <a:pos x="106" y="81"/>
                  </a:cxn>
                  <a:cxn ang="0">
                    <a:pos x="106" y="14"/>
                  </a:cxn>
                </a:cxnLst>
                <a:rect l="0" t="0" r="r" b="b"/>
                <a:pathLst>
                  <a:path w="125" h="118">
                    <a:moveTo>
                      <a:pt x="100" y="75"/>
                    </a:moveTo>
                    <a:cubicBezTo>
                      <a:pt x="99" y="75"/>
                      <a:pt x="98" y="76"/>
                      <a:pt x="97" y="77"/>
                    </a:cubicBezTo>
                    <a:cubicBezTo>
                      <a:pt x="97" y="77"/>
                      <a:pt x="97" y="77"/>
                      <a:pt x="96" y="77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89" y="55"/>
                      <a:pt x="86" y="53"/>
                      <a:pt x="84" y="53"/>
                    </a:cubicBezTo>
                    <a:cubicBezTo>
                      <a:pt x="83" y="53"/>
                      <a:pt x="83" y="53"/>
                      <a:pt x="82" y="53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58" y="53"/>
                      <a:pt x="55" y="55"/>
                      <a:pt x="55" y="57"/>
                    </a:cubicBezTo>
                    <a:cubicBezTo>
                      <a:pt x="48" y="76"/>
                      <a:pt x="48" y="76"/>
                      <a:pt x="48" y="76"/>
                    </a:cubicBezTo>
                    <a:cubicBezTo>
                      <a:pt x="48" y="77"/>
                      <a:pt x="48" y="77"/>
                      <a:pt x="47" y="76"/>
                    </a:cubicBezTo>
                    <a:cubicBezTo>
                      <a:pt x="47" y="76"/>
                      <a:pt x="46" y="75"/>
                      <a:pt x="46" y="75"/>
                    </a:cubicBezTo>
                    <a:cubicBezTo>
                      <a:pt x="31" y="60"/>
                      <a:pt x="31" y="35"/>
                      <a:pt x="46" y="20"/>
                    </a:cubicBezTo>
                    <a:cubicBezTo>
                      <a:pt x="53" y="13"/>
                      <a:pt x="62" y="9"/>
                      <a:pt x="73" y="9"/>
                    </a:cubicBezTo>
                    <a:cubicBezTo>
                      <a:pt x="83" y="9"/>
                      <a:pt x="93" y="13"/>
                      <a:pt x="100" y="20"/>
                    </a:cubicBezTo>
                    <a:cubicBezTo>
                      <a:pt x="107" y="28"/>
                      <a:pt x="111" y="37"/>
                      <a:pt x="111" y="48"/>
                    </a:cubicBezTo>
                    <a:cubicBezTo>
                      <a:pt x="111" y="58"/>
                      <a:pt x="107" y="67"/>
                      <a:pt x="100" y="75"/>
                    </a:cubicBezTo>
                    <a:moveTo>
                      <a:pt x="78" y="78"/>
                    </a:moveTo>
                    <a:cubicBezTo>
                      <a:pt x="73" y="83"/>
                      <a:pt x="73" y="83"/>
                      <a:pt x="73" y="83"/>
                    </a:cubicBezTo>
                    <a:cubicBezTo>
                      <a:pt x="73" y="83"/>
                      <a:pt x="72" y="83"/>
                      <a:pt x="71" y="83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6" y="78"/>
                      <a:pt x="65" y="77"/>
                      <a:pt x="66" y="76"/>
                    </a:cubicBezTo>
                    <a:cubicBezTo>
                      <a:pt x="66" y="76"/>
                      <a:pt x="68" y="66"/>
                      <a:pt x="68" y="63"/>
                    </a:cubicBezTo>
                    <a:cubicBezTo>
                      <a:pt x="68" y="63"/>
                      <a:pt x="68" y="60"/>
                      <a:pt x="68" y="60"/>
                    </a:cubicBezTo>
                    <a:cubicBezTo>
                      <a:pt x="68" y="60"/>
                      <a:pt x="69" y="59"/>
                      <a:pt x="69" y="59"/>
                    </a:cubicBezTo>
                    <a:cubicBezTo>
                      <a:pt x="75" y="59"/>
                      <a:pt x="75" y="59"/>
                      <a:pt x="75" y="59"/>
                    </a:cubicBezTo>
                    <a:cubicBezTo>
                      <a:pt x="76" y="59"/>
                      <a:pt x="76" y="60"/>
                      <a:pt x="76" y="60"/>
                    </a:cubicBezTo>
                    <a:cubicBezTo>
                      <a:pt x="76" y="60"/>
                      <a:pt x="76" y="63"/>
                      <a:pt x="76" y="63"/>
                    </a:cubicBezTo>
                    <a:cubicBezTo>
                      <a:pt x="77" y="66"/>
                      <a:pt x="79" y="76"/>
                      <a:pt x="79" y="76"/>
                    </a:cubicBezTo>
                    <a:cubicBezTo>
                      <a:pt x="79" y="77"/>
                      <a:pt x="79" y="78"/>
                      <a:pt x="78" y="78"/>
                    </a:cubicBezTo>
                    <a:moveTo>
                      <a:pt x="106" y="14"/>
                    </a:moveTo>
                    <a:cubicBezTo>
                      <a:pt x="97" y="5"/>
                      <a:pt x="85" y="0"/>
                      <a:pt x="73" y="0"/>
                    </a:cubicBezTo>
                    <a:cubicBezTo>
                      <a:pt x="60" y="0"/>
                      <a:pt x="48" y="5"/>
                      <a:pt x="39" y="14"/>
                    </a:cubicBezTo>
                    <a:cubicBezTo>
                      <a:pt x="31" y="21"/>
                      <a:pt x="26" y="31"/>
                      <a:pt x="25" y="42"/>
                    </a:cubicBezTo>
                    <a:cubicBezTo>
                      <a:pt x="24" y="52"/>
                      <a:pt x="26" y="62"/>
                      <a:pt x="32" y="71"/>
                    </a:cubicBezTo>
                    <a:cubicBezTo>
                      <a:pt x="32" y="73"/>
                      <a:pt x="33" y="75"/>
                      <a:pt x="31" y="76"/>
                    </a:cubicBezTo>
                    <a:cubicBezTo>
                      <a:pt x="6" y="101"/>
                      <a:pt x="6" y="101"/>
                      <a:pt x="6" y="101"/>
                    </a:cubicBezTo>
                    <a:cubicBezTo>
                      <a:pt x="2" y="105"/>
                      <a:pt x="0" y="111"/>
                      <a:pt x="4" y="115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6" y="117"/>
                      <a:pt x="8" y="118"/>
                      <a:pt x="10" y="118"/>
                    </a:cubicBezTo>
                    <a:cubicBezTo>
                      <a:pt x="13" y="118"/>
                      <a:pt x="16" y="117"/>
                      <a:pt x="19" y="114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5" y="88"/>
                      <a:pt x="46" y="88"/>
                      <a:pt x="47" y="88"/>
                    </a:cubicBezTo>
                    <a:cubicBezTo>
                      <a:pt x="48" y="88"/>
                      <a:pt x="49" y="88"/>
                      <a:pt x="49" y="88"/>
                    </a:cubicBezTo>
                    <a:cubicBezTo>
                      <a:pt x="51" y="90"/>
                      <a:pt x="52" y="90"/>
                      <a:pt x="54" y="91"/>
                    </a:cubicBezTo>
                    <a:cubicBezTo>
                      <a:pt x="55" y="92"/>
                      <a:pt x="56" y="92"/>
                      <a:pt x="57" y="92"/>
                    </a:cubicBezTo>
                    <a:cubicBezTo>
                      <a:pt x="58" y="93"/>
                      <a:pt x="59" y="93"/>
                      <a:pt x="61" y="94"/>
                    </a:cubicBezTo>
                    <a:cubicBezTo>
                      <a:pt x="65" y="95"/>
                      <a:pt x="69" y="95"/>
                      <a:pt x="73" y="95"/>
                    </a:cubicBezTo>
                    <a:cubicBezTo>
                      <a:pt x="78" y="95"/>
                      <a:pt x="83" y="94"/>
                      <a:pt x="88" y="93"/>
                    </a:cubicBezTo>
                    <a:cubicBezTo>
                      <a:pt x="89" y="93"/>
                      <a:pt x="89" y="92"/>
                      <a:pt x="90" y="92"/>
                    </a:cubicBezTo>
                    <a:cubicBezTo>
                      <a:pt x="94" y="91"/>
                      <a:pt x="97" y="89"/>
                      <a:pt x="100" y="87"/>
                    </a:cubicBezTo>
                    <a:cubicBezTo>
                      <a:pt x="102" y="85"/>
                      <a:pt x="104" y="83"/>
                      <a:pt x="106" y="81"/>
                    </a:cubicBezTo>
                    <a:cubicBezTo>
                      <a:pt x="125" y="63"/>
                      <a:pt x="125" y="32"/>
                      <a:pt x="106" y="1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Group 97"/>
            <p:cNvGrpSpPr/>
            <p:nvPr/>
          </p:nvGrpSpPr>
          <p:grpSpPr>
            <a:xfrm>
              <a:off x="3268941" y="3689187"/>
              <a:ext cx="324830" cy="279508"/>
              <a:chOff x="1941513" y="2401886"/>
              <a:chExt cx="273050" cy="234951"/>
            </a:xfrm>
            <a:solidFill>
              <a:schemeClr val="accent4"/>
            </a:solidFill>
          </p:grpSpPr>
          <p:sp>
            <p:nvSpPr>
              <p:cNvPr id="41" name="Oval 98"/>
              <p:cNvSpPr>
                <a:spLocks/>
              </p:cNvSpPr>
              <p:nvPr/>
            </p:nvSpPr>
            <p:spPr bwMode="auto">
              <a:xfrm>
                <a:off x="1941513" y="2401886"/>
                <a:ext cx="180975" cy="68263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Freeform: Shape 99"/>
              <p:cNvSpPr>
                <a:spLocks/>
              </p:cNvSpPr>
              <p:nvPr/>
            </p:nvSpPr>
            <p:spPr bwMode="auto">
              <a:xfrm>
                <a:off x="1941513" y="2459036"/>
                <a:ext cx="180975" cy="46038"/>
              </a:xfrm>
              <a:custGeom>
                <a:avLst/>
                <a:gdLst/>
                <a:ahLst/>
                <a:cxnLst>
                  <a:cxn ang="0">
                    <a:pos x="40" y="20"/>
                  </a:cxn>
                  <a:cxn ang="0">
                    <a:pos x="79" y="5"/>
                  </a:cxn>
                  <a:cxn ang="0">
                    <a:pos x="78" y="1"/>
                  </a:cxn>
                  <a:cxn ang="0">
                    <a:pos x="77" y="1"/>
                  </a:cxn>
                  <a:cxn ang="0">
                    <a:pos x="69" y="5"/>
                  </a:cxn>
                  <a:cxn ang="0">
                    <a:pos x="40" y="9"/>
                  </a:cxn>
                  <a:cxn ang="0">
                    <a:pos x="10" y="5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5"/>
                  </a:cxn>
                  <a:cxn ang="0">
                    <a:pos x="40" y="20"/>
                  </a:cxn>
                </a:cxnLst>
                <a:rect l="0" t="0" r="r" b="b"/>
                <a:pathLst>
                  <a:path w="79" h="20">
                    <a:moveTo>
                      <a:pt x="40" y="20"/>
                    </a:moveTo>
                    <a:cubicBezTo>
                      <a:pt x="61" y="20"/>
                      <a:pt x="79" y="13"/>
                      <a:pt x="79" y="5"/>
                    </a:cubicBezTo>
                    <a:cubicBezTo>
                      <a:pt x="79" y="3"/>
                      <a:pt x="79" y="2"/>
                      <a:pt x="78" y="1"/>
                    </a:cubicBezTo>
                    <a:cubicBezTo>
                      <a:pt x="78" y="1"/>
                      <a:pt x="77" y="0"/>
                      <a:pt x="77" y="1"/>
                    </a:cubicBezTo>
                    <a:cubicBezTo>
                      <a:pt x="74" y="2"/>
                      <a:pt x="72" y="3"/>
                      <a:pt x="69" y="5"/>
                    </a:cubicBezTo>
                    <a:cubicBezTo>
                      <a:pt x="61" y="8"/>
                      <a:pt x="51" y="9"/>
                      <a:pt x="40" y="9"/>
                    </a:cubicBezTo>
                    <a:cubicBezTo>
                      <a:pt x="29" y="9"/>
                      <a:pt x="18" y="8"/>
                      <a:pt x="10" y="5"/>
                    </a:cubicBezTo>
                    <a:cubicBezTo>
                      <a:pt x="7" y="3"/>
                      <a:pt x="5" y="2"/>
                      <a:pt x="2" y="0"/>
                    </a:cubicBezTo>
                    <a:cubicBezTo>
                      <a:pt x="2" y="0"/>
                      <a:pt x="2" y="1"/>
                      <a:pt x="1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13"/>
                      <a:pt x="18" y="20"/>
                      <a:pt x="40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Freeform: Shape 100"/>
              <p:cNvSpPr>
                <a:spLocks/>
              </p:cNvSpPr>
              <p:nvPr/>
            </p:nvSpPr>
            <p:spPr bwMode="auto">
              <a:xfrm>
                <a:off x="1941513" y="2562224"/>
                <a:ext cx="127000" cy="46038"/>
              </a:xfrm>
              <a:custGeom>
                <a:avLst/>
                <a:gdLst/>
                <a:ahLst/>
                <a:cxnLst>
                  <a:cxn ang="0">
                    <a:pos x="51" y="9"/>
                  </a:cxn>
                  <a:cxn ang="0">
                    <a:pos x="50" y="9"/>
                  </a:cxn>
                  <a:cxn ang="0">
                    <a:pos x="40" y="9"/>
                  </a:cxn>
                  <a:cxn ang="0">
                    <a:pos x="10" y="5"/>
                  </a:cxn>
                  <a:cxn ang="0">
                    <a:pos x="3" y="1"/>
                  </a:cxn>
                  <a:cxn ang="0">
                    <a:pos x="1" y="1"/>
                  </a:cxn>
                  <a:cxn ang="0">
                    <a:pos x="0" y="5"/>
                  </a:cxn>
                  <a:cxn ang="0">
                    <a:pos x="40" y="20"/>
                  </a:cxn>
                  <a:cxn ang="0">
                    <a:pos x="54" y="19"/>
                  </a:cxn>
                  <a:cxn ang="0">
                    <a:pos x="55" y="18"/>
                  </a:cxn>
                  <a:cxn ang="0">
                    <a:pos x="51" y="9"/>
                  </a:cxn>
                </a:cxnLst>
                <a:rect l="0" t="0" r="r" b="b"/>
                <a:pathLst>
                  <a:path w="55" h="20">
                    <a:moveTo>
                      <a:pt x="51" y="9"/>
                    </a:moveTo>
                    <a:cubicBezTo>
                      <a:pt x="51" y="9"/>
                      <a:pt x="51" y="9"/>
                      <a:pt x="50" y="9"/>
                    </a:cubicBezTo>
                    <a:cubicBezTo>
                      <a:pt x="47" y="9"/>
                      <a:pt x="43" y="9"/>
                      <a:pt x="40" y="9"/>
                    </a:cubicBezTo>
                    <a:cubicBezTo>
                      <a:pt x="29" y="9"/>
                      <a:pt x="18" y="8"/>
                      <a:pt x="10" y="5"/>
                    </a:cubicBezTo>
                    <a:cubicBezTo>
                      <a:pt x="7" y="3"/>
                      <a:pt x="5" y="3"/>
                      <a:pt x="3" y="1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13"/>
                      <a:pt x="18" y="20"/>
                      <a:pt x="40" y="20"/>
                    </a:cubicBezTo>
                    <a:cubicBezTo>
                      <a:pt x="44" y="20"/>
                      <a:pt x="50" y="20"/>
                      <a:pt x="54" y="19"/>
                    </a:cubicBezTo>
                    <a:cubicBezTo>
                      <a:pt x="55" y="19"/>
                      <a:pt x="55" y="19"/>
                      <a:pt x="55" y="18"/>
                    </a:cubicBezTo>
                    <a:cubicBezTo>
                      <a:pt x="53" y="16"/>
                      <a:pt x="51" y="12"/>
                      <a:pt x="51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Freeform: Shape 101"/>
              <p:cNvSpPr>
                <a:spLocks/>
              </p:cNvSpPr>
              <p:nvPr/>
            </p:nvSpPr>
            <p:spPr bwMode="auto">
              <a:xfrm>
                <a:off x="1941513" y="2527299"/>
                <a:ext cx="117475" cy="46038"/>
              </a:xfrm>
              <a:custGeom>
                <a:avLst/>
                <a:gdLst/>
                <a:ahLst/>
                <a:cxnLst>
                  <a:cxn ang="0">
                    <a:pos x="40" y="20"/>
                  </a:cxn>
                  <a:cxn ang="0">
                    <a:pos x="49" y="19"/>
                  </a:cxn>
                  <a:cxn ang="0">
                    <a:pos x="50" y="19"/>
                  </a:cxn>
                  <a:cxn ang="0">
                    <a:pos x="51" y="10"/>
                  </a:cxn>
                  <a:cxn ang="0">
                    <a:pos x="51" y="9"/>
                  </a:cxn>
                  <a:cxn ang="0">
                    <a:pos x="40" y="9"/>
                  </a:cxn>
                  <a:cxn ang="0">
                    <a:pos x="10" y="5"/>
                  </a:cxn>
                  <a:cxn ang="0">
                    <a:pos x="3" y="1"/>
                  </a:cxn>
                  <a:cxn ang="0">
                    <a:pos x="1" y="1"/>
                  </a:cxn>
                  <a:cxn ang="0">
                    <a:pos x="0" y="5"/>
                  </a:cxn>
                  <a:cxn ang="0">
                    <a:pos x="40" y="20"/>
                  </a:cxn>
                </a:cxnLst>
                <a:rect l="0" t="0" r="r" b="b"/>
                <a:pathLst>
                  <a:path w="51" h="20">
                    <a:moveTo>
                      <a:pt x="40" y="20"/>
                    </a:moveTo>
                    <a:cubicBezTo>
                      <a:pt x="44" y="20"/>
                      <a:pt x="47" y="20"/>
                      <a:pt x="49" y="19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50" y="16"/>
                      <a:pt x="50" y="13"/>
                      <a:pt x="51" y="10"/>
                    </a:cubicBezTo>
                    <a:cubicBezTo>
                      <a:pt x="51" y="9"/>
                      <a:pt x="51" y="9"/>
                      <a:pt x="51" y="9"/>
                    </a:cubicBezTo>
                    <a:cubicBezTo>
                      <a:pt x="47" y="9"/>
                      <a:pt x="44" y="9"/>
                      <a:pt x="40" y="9"/>
                    </a:cubicBezTo>
                    <a:cubicBezTo>
                      <a:pt x="29" y="9"/>
                      <a:pt x="18" y="8"/>
                      <a:pt x="10" y="5"/>
                    </a:cubicBezTo>
                    <a:cubicBezTo>
                      <a:pt x="7" y="3"/>
                      <a:pt x="5" y="3"/>
                      <a:pt x="3" y="1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13"/>
                      <a:pt x="18" y="20"/>
                      <a:pt x="40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Freeform: Shape 102"/>
              <p:cNvSpPr>
                <a:spLocks/>
              </p:cNvSpPr>
              <p:nvPr/>
            </p:nvSpPr>
            <p:spPr bwMode="auto">
              <a:xfrm>
                <a:off x="1941513" y="2492374"/>
                <a:ext cx="142875" cy="46038"/>
              </a:xfrm>
              <a:custGeom>
                <a:avLst/>
                <a:gdLst/>
                <a:ahLst/>
                <a:cxnLst>
                  <a:cxn ang="0">
                    <a:pos x="61" y="8"/>
                  </a:cxn>
                  <a:cxn ang="0">
                    <a:pos x="61" y="7"/>
                  </a:cxn>
                  <a:cxn ang="0">
                    <a:pos x="40" y="9"/>
                  </a:cxn>
                  <a:cxn ang="0">
                    <a:pos x="10" y="5"/>
                  </a:cxn>
                  <a:cxn ang="0">
                    <a:pos x="3" y="1"/>
                  </a:cxn>
                  <a:cxn ang="0">
                    <a:pos x="1" y="1"/>
                  </a:cxn>
                  <a:cxn ang="0">
                    <a:pos x="0" y="5"/>
                  </a:cxn>
                  <a:cxn ang="0">
                    <a:pos x="40" y="20"/>
                  </a:cxn>
                  <a:cxn ang="0">
                    <a:pos x="52" y="19"/>
                  </a:cxn>
                  <a:cxn ang="0">
                    <a:pos x="53" y="18"/>
                  </a:cxn>
                  <a:cxn ang="0">
                    <a:pos x="61" y="8"/>
                  </a:cxn>
                </a:cxnLst>
                <a:rect l="0" t="0" r="r" b="b"/>
                <a:pathLst>
                  <a:path w="62" h="20">
                    <a:moveTo>
                      <a:pt x="61" y="8"/>
                    </a:moveTo>
                    <a:cubicBezTo>
                      <a:pt x="61" y="8"/>
                      <a:pt x="62" y="7"/>
                      <a:pt x="61" y="7"/>
                    </a:cubicBezTo>
                    <a:cubicBezTo>
                      <a:pt x="54" y="9"/>
                      <a:pt x="48" y="9"/>
                      <a:pt x="40" y="9"/>
                    </a:cubicBezTo>
                    <a:cubicBezTo>
                      <a:pt x="29" y="9"/>
                      <a:pt x="18" y="8"/>
                      <a:pt x="10" y="5"/>
                    </a:cubicBezTo>
                    <a:cubicBezTo>
                      <a:pt x="7" y="3"/>
                      <a:pt x="5" y="2"/>
                      <a:pt x="3" y="1"/>
                    </a:cubicBezTo>
                    <a:cubicBezTo>
                      <a:pt x="2" y="0"/>
                      <a:pt x="2" y="1"/>
                      <a:pt x="1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13"/>
                      <a:pt x="18" y="20"/>
                      <a:pt x="40" y="20"/>
                    </a:cubicBezTo>
                    <a:cubicBezTo>
                      <a:pt x="44" y="20"/>
                      <a:pt x="48" y="20"/>
                      <a:pt x="52" y="19"/>
                    </a:cubicBezTo>
                    <a:cubicBezTo>
                      <a:pt x="53" y="19"/>
                      <a:pt x="53" y="18"/>
                      <a:pt x="53" y="18"/>
                    </a:cubicBezTo>
                    <a:cubicBezTo>
                      <a:pt x="55" y="14"/>
                      <a:pt x="58" y="11"/>
                      <a:pt x="61" y="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03"/>
              <p:cNvSpPr>
                <a:spLocks/>
              </p:cNvSpPr>
              <p:nvPr/>
            </p:nvSpPr>
            <p:spPr bwMode="auto">
              <a:xfrm>
                <a:off x="2125663" y="2528887"/>
                <a:ext cx="36512" cy="76200"/>
              </a:xfrm>
              <a:custGeom>
                <a:avLst/>
                <a:gdLst/>
                <a:ahLst/>
                <a:cxnLst>
                  <a:cxn ang="0">
                    <a:pos x="10" y="14"/>
                  </a:cxn>
                  <a:cxn ang="0">
                    <a:pos x="5" y="10"/>
                  </a:cxn>
                  <a:cxn ang="0">
                    <a:pos x="9" y="8"/>
                  </a:cxn>
                  <a:cxn ang="0">
                    <a:pos x="13" y="9"/>
                  </a:cxn>
                  <a:cxn ang="0">
                    <a:pos x="13" y="9"/>
                  </a:cxn>
                  <a:cxn ang="0">
                    <a:pos x="15" y="8"/>
                  </a:cxn>
                  <a:cxn ang="0">
                    <a:pos x="15" y="6"/>
                  </a:cxn>
                  <a:cxn ang="0">
                    <a:pos x="15" y="5"/>
                  </a:cxn>
                  <a:cxn ang="0">
                    <a:pos x="10" y="4"/>
                  </a:cxn>
                  <a:cxn ang="0">
                    <a:pos x="10" y="4"/>
                  </a:cxn>
                  <a:cxn ang="0">
                    <a:pos x="10" y="1"/>
                  </a:cxn>
                  <a:cxn ang="0">
                    <a:pos x="9" y="0"/>
                  </a:cxn>
                  <a:cxn ang="0">
                    <a:pos x="8" y="0"/>
                  </a:cxn>
                  <a:cxn ang="0">
                    <a:pos x="7" y="1"/>
                  </a:cxn>
                  <a:cxn ang="0">
                    <a:pos x="7" y="4"/>
                  </a:cxn>
                  <a:cxn ang="0">
                    <a:pos x="6" y="4"/>
                  </a:cxn>
                  <a:cxn ang="0">
                    <a:pos x="1" y="11"/>
                  </a:cxn>
                  <a:cxn ang="0">
                    <a:pos x="7" y="18"/>
                  </a:cxn>
                  <a:cxn ang="0">
                    <a:pos x="11" y="22"/>
                  </a:cxn>
                  <a:cxn ang="0">
                    <a:pos x="7" y="25"/>
                  </a:cxn>
                  <a:cxn ang="0">
                    <a:pos x="3" y="24"/>
                  </a:cxn>
                  <a:cxn ang="0">
                    <a:pos x="2" y="23"/>
                  </a:cxn>
                  <a:cxn ang="0">
                    <a:pos x="1" y="24"/>
                  </a:cxn>
                  <a:cxn ang="0">
                    <a:pos x="0" y="26"/>
                  </a:cxn>
                  <a:cxn ang="0">
                    <a:pos x="1" y="27"/>
                  </a:cxn>
                  <a:cxn ang="0">
                    <a:pos x="6" y="29"/>
                  </a:cxn>
                  <a:cxn ang="0">
                    <a:pos x="6" y="29"/>
                  </a:cxn>
                  <a:cxn ang="0">
                    <a:pos x="6" y="31"/>
                  </a:cxn>
                  <a:cxn ang="0">
                    <a:pos x="8" y="33"/>
                  </a:cxn>
                  <a:cxn ang="0">
                    <a:pos x="9" y="33"/>
                  </a:cxn>
                  <a:cxn ang="0">
                    <a:pos x="10" y="31"/>
                  </a:cxn>
                  <a:cxn ang="0">
                    <a:pos x="10" y="29"/>
                  </a:cxn>
                  <a:cxn ang="0">
                    <a:pos x="10" y="28"/>
                  </a:cxn>
                  <a:cxn ang="0">
                    <a:pos x="16" y="21"/>
                  </a:cxn>
                  <a:cxn ang="0">
                    <a:pos x="10" y="14"/>
                  </a:cxn>
                </a:cxnLst>
                <a:rect l="0" t="0" r="r" b="b"/>
                <a:pathLst>
                  <a:path w="16" h="33">
                    <a:moveTo>
                      <a:pt x="10" y="14"/>
                    </a:moveTo>
                    <a:cubicBezTo>
                      <a:pt x="6" y="13"/>
                      <a:pt x="5" y="12"/>
                      <a:pt x="5" y="10"/>
                    </a:cubicBezTo>
                    <a:cubicBezTo>
                      <a:pt x="5" y="9"/>
                      <a:pt x="6" y="8"/>
                      <a:pt x="9" y="8"/>
                    </a:cubicBezTo>
                    <a:cubicBezTo>
                      <a:pt x="11" y="8"/>
                      <a:pt x="13" y="9"/>
                      <a:pt x="13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4" y="9"/>
                      <a:pt x="14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5"/>
                      <a:pt x="15" y="5"/>
                    </a:cubicBezTo>
                    <a:cubicBezTo>
                      <a:pt x="13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0"/>
                      <a:pt x="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1"/>
                      <a:pt x="7" y="1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6" y="4"/>
                      <a:pt x="6" y="4"/>
                    </a:cubicBezTo>
                    <a:cubicBezTo>
                      <a:pt x="3" y="5"/>
                      <a:pt x="1" y="7"/>
                      <a:pt x="1" y="11"/>
                    </a:cubicBezTo>
                    <a:cubicBezTo>
                      <a:pt x="1" y="15"/>
                      <a:pt x="4" y="16"/>
                      <a:pt x="7" y="18"/>
                    </a:cubicBezTo>
                    <a:cubicBezTo>
                      <a:pt x="10" y="19"/>
                      <a:pt x="11" y="20"/>
                      <a:pt x="11" y="22"/>
                    </a:cubicBezTo>
                    <a:cubicBezTo>
                      <a:pt x="11" y="24"/>
                      <a:pt x="10" y="25"/>
                      <a:pt x="7" y="25"/>
                    </a:cubicBezTo>
                    <a:cubicBezTo>
                      <a:pt x="5" y="25"/>
                      <a:pt x="3" y="24"/>
                      <a:pt x="3" y="24"/>
                    </a:cubicBezTo>
                    <a:cubicBezTo>
                      <a:pt x="3" y="23"/>
                      <a:pt x="2" y="23"/>
                      <a:pt x="2" y="23"/>
                    </a:cubicBezTo>
                    <a:cubicBezTo>
                      <a:pt x="2" y="23"/>
                      <a:pt x="1" y="24"/>
                      <a:pt x="1" y="24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1" y="27"/>
                      <a:pt x="1" y="27"/>
                    </a:cubicBezTo>
                    <a:cubicBezTo>
                      <a:pt x="3" y="28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6" y="32"/>
                      <a:pt x="7" y="33"/>
                      <a:pt x="8" y="33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9" y="33"/>
                      <a:pt x="10" y="32"/>
                      <a:pt x="10" y="31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4" y="28"/>
                      <a:pt x="16" y="25"/>
                      <a:pt x="16" y="21"/>
                    </a:cubicBezTo>
                    <a:cubicBezTo>
                      <a:pt x="16" y="18"/>
                      <a:pt x="14" y="16"/>
                      <a:pt x="10" y="1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Freeform: Shape 104"/>
              <p:cNvSpPr>
                <a:spLocks/>
              </p:cNvSpPr>
              <p:nvPr/>
            </p:nvSpPr>
            <p:spPr bwMode="auto">
              <a:xfrm>
                <a:off x="2074863" y="2497137"/>
                <a:ext cx="139700" cy="139700"/>
              </a:xfrm>
              <a:custGeom>
                <a:avLst/>
                <a:gdLst/>
                <a:ahLst/>
                <a:cxnLst>
                  <a:cxn ang="0">
                    <a:pos x="30" y="54"/>
                  </a:cxn>
                  <a:cxn ang="0">
                    <a:pos x="7" y="30"/>
                  </a:cxn>
                  <a:cxn ang="0">
                    <a:pos x="30" y="7"/>
                  </a:cxn>
                  <a:cxn ang="0">
                    <a:pos x="54" y="30"/>
                  </a:cxn>
                  <a:cxn ang="0">
                    <a:pos x="30" y="54"/>
                  </a:cxn>
                  <a:cxn ang="0">
                    <a:pos x="30" y="0"/>
                  </a:cxn>
                  <a:cxn ang="0">
                    <a:pos x="0" y="30"/>
                  </a:cxn>
                  <a:cxn ang="0">
                    <a:pos x="30" y="61"/>
                  </a:cxn>
                  <a:cxn ang="0">
                    <a:pos x="61" y="30"/>
                  </a:cxn>
                  <a:cxn ang="0">
                    <a:pos x="30" y="0"/>
                  </a:cxn>
                </a:cxnLst>
                <a:rect l="0" t="0" r="r" b="b"/>
                <a:pathLst>
                  <a:path w="61" h="61">
                    <a:moveTo>
                      <a:pt x="30" y="54"/>
                    </a:moveTo>
                    <a:cubicBezTo>
                      <a:pt x="17" y="54"/>
                      <a:pt x="7" y="43"/>
                      <a:pt x="7" y="30"/>
                    </a:cubicBezTo>
                    <a:cubicBezTo>
                      <a:pt x="7" y="17"/>
                      <a:pt x="17" y="7"/>
                      <a:pt x="30" y="7"/>
                    </a:cubicBezTo>
                    <a:cubicBezTo>
                      <a:pt x="43" y="7"/>
                      <a:pt x="54" y="17"/>
                      <a:pt x="54" y="30"/>
                    </a:cubicBezTo>
                    <a:cubicBezTo>
                      <a:pt x="54" y="43"/>
                      <a:pt x="43" y="54"/>
                      <a:pt x="30" y="54"/>
                    </a:cubicBezTo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1"/>
                      <a:pt x="30" y="61"/>
                    </a:cubicBezTo>
                    <a:cubicBezTo>
                      <a:pt x="47" y="61"/>
                      <a:pt x="61" y="47"/>
                      <a:pt x="61" y="30"/>
                    </a:cubicBezTo>
                    <a:cubicBezTo>
                      <a:pt x="61" y="13"/>
                      <a:pt x="47" y="0"/>
                      <a:pt x="30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Group 108"/>
            <p:cNvGrpSpPr/>
            <p:nvPr/>
          </p:nvGrpSpPr>
          <p:grpSpPr>
            <a:xfrm>
              <a:off x="5558073" y="1512258"/>
              <a:ext cx="322939" cy="347492"/>
              <a:chOff x="1066800" y="2373312"/>
              <a:chExt cx="271462" cy="292100"/>
            </a:xfrm>
            <a:solidFill>
              <a:schemeClr val="accent2"/>
            </a:solidFill>
          </p:grpSpPr>
          <p:sp>
            <p:nvSpPr>
              <p:cNvPr id="38" name="Oval 109"/>
              <p:cNvSpPr>
                <a:spLocks/>
              </p:cNvSpPr>
              <p:nvPr/>
            </p:nvSpPr>
            <p:spPr bwMode="auto">
              <a:xfrm>
                <a:off x="1152525" y="2373312"/>
                <a:ext cx="95250" cy="93663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10"/>
              <p:cNvSpPr>
                <a:spLocks/>
              </p:cNvSpPr>
              <p:nvPr/>
            </p:nvSpPr>
            <p:spPr bwMode="auto">
              <a:xfrm>
                <a:off x="1116013" y="2481262"/>
                <a:ext cx="165100" cy="109538"/>
              </a:xfrm>
              <a:custGeom>
                <a:avLst/>
                <a:gdLst/>
                <a:ahLst/>
                <a:cxnLst>
                  <a:cxn ang="0">
                    <a:pos x="44" y="33"/>
                  </a:cxn>
                  <a:cxn ang="0">
                    <a:pos x="37" y="40"/>
                  </a:cxn>
                  <a:cxn ang="0">
                    <a:pos x="36" y="40"/>
                  </a:cxn>
                  <a:cxn ang="0">
                    <a:pos x="35" y="40"/>
                  </a:cxn>
                  <a:cxn ang="0">
                    <a:pos x="28" y="33"/>
                  </a:cxn>
                  <a:cxn ang="0">
                    <a:pos x="27" y="31"/>
                  </a:cxn>
                  <a:cxn ang="0">
                    <a:pos x="31" y="14"/>
                  </a:cxn>
                  <a:cxn ang="0">
                    <a:pos x="31" y="12"/>
                  </a:cxn>
                  <a:cxn ang="0">
                    <a:pos x="31" y="9"/>
                  </a:cxn>
                  <a:cxn ang="0">
                    <a:pos x="32" y="7"/>
                  </a:cxn>
                  <a:cxn ang="0">
                    <a:pos x="40" y="7"/>
                  </a:cxn>
                  <a:cxn ang="0">
                    <a:pos x="42" y="9"/>
                  </a:cxn>
                  <a:cxn ang="0">
                    <a:pos x="41" y="12"/>
                  </a:cxn>
                  <a:cxn ang="0">
                    <a:pos x="42" y="14"/>
                  </a:cxn>
                  <a:cxn ang="0">
                    <a:pos x="45" y="31"/>
                  </a:cxn>
                  <a:cxn ang="0">
                    <a:pos x="44" y="33"/>
                  </a:cxn>
                  <a:cxn ang="0">
                    <a:pos x="72" y="33"/>
                  </a:cxn>
                  <a:cxn ang="0">
                    <a:pos x="62" y="7"/>
                  </a:cxn>
                  <a:cxn ang="0">
                    <a:pos x="53" y="0"/>
                  </a:cxn>
                  <a:cxn ang="0">
                    <a:pos x="52" y="0"/>
                  </a:cxn>
                  <a:cxn ang="0">
                    <a:pos x="36" y="0"/>
                  </a:cxn>
                  <a:cxn ang="0">
                    <a:pos x="20" y="0"/>
                  </a:cxn>
                  <a:cxn ang="0">
                    <a:pos x="19" y="0"/>
                  </a:cxn>
                  <a:cxn ang="0">
                    <a:pos x="10" y="7"/>
                  </a:cxn>
                  <a:cxn ang="0">
                    <a:pos x="1" y="33"/>
                  </a:cxn>
                  <a:cxn ang="0">
                    <a:pos x="2" y="37"/>
                  </a:cxn>
                  <a:cxn ang="0">
                    <a:pos x="10" y="41"/>
                  </a:cxn>
                  <a:cxn ang="0">
                    <a:pos x="13" y="40"/>
                  </a:cxn>
                  <a:cxn ang="0">
                    <a:pos x="18" y="27"/>
                  </a:cxn>
                  <a:cxn ang="0">
                    <a:pos x="18" y="27"/>
                  </a:cxn>
                  <a:cxn ang="0">
                    <a:pos x="18" y="40"/>
                  </a:cxn>
                  <a:cxn ang="0">
                    <a:pos x="20" y="44"/>
                  </a:cxn>
                  <a:cxn ang="0">
                    <a:pos x="36" y="48"/>
                  </a:cxn>
                  <a:cxn ang="0">
                    <a:pos x="52" y="44"/>
                  </a:cxn>
                  <a:cxn ang="0">
                    <a:pos x="54" y="40"/>
                  </a:cxn>
                  <a:cxn ang="0">
                    <a:pos x="54" y="27"/>
                  </a:cxn>
                  <a:cxn ang="0">
                    <a:pos x="55" y="27"/>
                  </a:cxn>
                  <a:cxn ang="0">
                    <a:pos x="60" y="40"/>
                  </a:cxn>
                  <a:cxn ang="0">
                    <a:pos x="62" y="41"/>
                  </a:cxn>
                  <a:cxn ang="0">
                    <a:pos x="70" y="37"/>
                  </a:cxn>
                  <a:cxn ang="0">
                    <a:pos x="72" y="33"/>
                  </a:cxn>
                </a:cxnLst>
                <a:rect l="0" t="0" r="r" b="b"/>
                <a:pathLst>
                  <a:path w="72" h="48">
                    <a:moveTo>
                      <a:pt x="44" y="33"/>
                    </a:move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6" y="40"/>
                    </a:cubicBezTo>
                    <a:cubicBezTo>
                      <a:pt x="36" y="40"/>
                      <a:pt x="35" y="40"/>
                      <a:pt x="35" y="40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7" y="33"/>
                      <a:pt x="27" y="32"/>
                      <a:pt x="27" y="31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3"/>
                      <a:pt x="31" y="12"/>
                      <a:pt x="31" y="12"/>
                    </a:cubicBezTo>
                    <a:cubicBezTo>
                      <a:pt x="31" y="11"/>
                      <a:pt x="31" y="9"/>
                      <a:pt x="31" y="9"/>
                    </a:cubicBezTo>
                    <a:cubicBezTo>
                      <a:pt x="31" y="8"/>
                      <a:pt x="31" y="7"/>
                      <a:pt x="32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1" y="7"/>
                      <a:pt x="42" y="8"/>
                      <a:pt x="42" y="9"/>
                    </a:cubicBezTo>
                    <a:cubicBezTo>
                      <a:pt x="42" y="9"/>
                      <a:pt x="42" y="11"/>
                      <a:pt x="41" y="12"/>
                    </a:cubicBezTo>
                    <a:cubicBezTo>
                      <a:pt x="41" y="12"/>
                      <a:pt x="42" y="13"/>
                      <a:pt x="42" y="14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moveTo>
                      <a:pt x="72" y="33"/>
                    </a:moveTo>
                    <a:cubicBezTo>
                      <a:pt x="62" y="7"/>
                      <a:pt x="62" y="7"/>
                      <a:pt x="62" y="7"/>
                    </a:cubicBezTo>
                    <a:cubicBezTo>
                      <a:pt x="62" y="7"/>
                      <a:pt x="60" y="0"/>
                      <a:pt x="53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44" y="0"/>
                      <a:pt x="36" y="0"/>
                    </a:cubicBezTo>
                    <a:cubicBezTo>
                      <a:pt x="28" y="0"/>
                      <a:pt x="21" y="0"/>
                      <a:pt x="2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3" y="0"/>
                      <a:pt x="11" y="7"/>
                      <a:pt x="10" y="7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4"/>
                      <a:pt x="1" y="36"/>
                      <a:pt x="2" y="37"/>
                    </a:cubicBezTo>
                    <a:cubicBezTo>
                      <a:pt x="4" y="39"/>
                      <a:pt x="7" y="41"/>
                      <a:pt x="10" y="41"/>
                    </a:cubicBezTo>
                    <a:cubicBezTo>
                      <a:pt x="12" y="41"/>
                      <a:pt x="13" y="40"/>
                      <a:pt x="13" y="40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27"/>
                      <a:pt x="18" y="24"/>
                      <a:pt x="18" y="27"/>
                    </a:cubicBezTo>
                    <a:cubicBezTo>
                      <a:pt x="18" y="30"/>
                      <a:pt x="18" y="36"/>
                      <a:pt x="18" y="40"/>
                    </a:cubicBezTo>
                    <a:cubicBezTo>
                      <a:pt x="18" y="42"/>
                      <a:pt x="19" y="43"/>
                      <a:pt x="20" y="44"/>
                    </a:cubicBezTo>
                    <a:cubicBezTo>
                      <a:pt x="26" y="48"/>
                      <a:pt x="30" y="48"/>
                      <a:pt x="36" y="48"/>
                    </a:cubicBezTo>
                    <a:cubicBezTo>
                      <a:pt x="42" y="48"/>
                      <a:pt x="47" y="48"/>
                      <a:pt x="52" y="44"/>
                    </a:cubicBezTo>
                    <a:cubicBezTo>
                      <a:pt x="54" y="43"/>
                      <a:pt x="54" y="42"/>
                      <a:pt x="54" y="40"/>
                    </a:cubicBezTo>
                    <a:cubicBezTo>
                      <a:pt x="54" y="36"/>
                      <a:pt x="54" y="30"/>
                      <a:pt x="54" y="27"/>
                    </a:cubicBezTo>
                    <a:cubicBezTo>
                      <a:pt x="54" y="24"/>
                      <a:pt x="55" y="27"/>
                      <a:pt x="55" y="27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40"/>
                      <a:pt x="60" y="41"/>
                      <a:pt x="62" y="41"/>
                    </a:cubicBezTo>
                    <a:cubicBezTo>
                      <a:pt x="65" y="41"/>
                      <a:pt x="68" y="39"/>
                      <a:pt x="70" y="37"/>
                    </a:cubicBezTo>
                    <a:cubicBezTo>
                      <a:pt x="72" y="36"/>
                      <a:pt x="72" y="34"/>
                      <a:pt x="72" y="3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Freeform: Shape 122"/>
              <p:cNvSpPr>
                <a:spLocks/>
              </p:cNvSpPr>
              <p:nvPr/>
            </p:nvSpPr>
            <p:spPr bwMode="auto">
              <a:xfrm>
                <a:off x="1066800" y="2562224"/>
                <a:ext cx="271462" cy="103188"/>
              </a:xfrm>
              <a:custGeom>
                <a:avLst/>
                <a:gdLst/>
                <a:ahLst/>
                <a:cxnLst>
                  <a:cxn ang="0">
                    <a:pos x="113" y="9"/>
                  </a:cxn>
                  <a:cxn ang="0">
                    <a:pos x="112" y="9"/>
                  </a:cxn>
                  <a:cxn ang="0">
                    <a:pos x="111" y="9"/>
                  </a:cxn>
                  <a:cxn ang="0">
                    <a:pos x="105" y="2"/>
                  </a:cxn>
                  <a:cxn ang="0">
                    <a:pos x="100" y="0"/>
                  </a:cxn>
                  <a:cxn ang="0">
                    <a:pos x="98" y="3"/>
                  </a:cxn>
                  <a:cxn ang="0">
                    <a:pos x="58" y="20"/>
                  </a:cxn>
                  <a:cxn ang="0">
                    <a:pos x="19" y="4"/>
                  </a:cxn>
                  <a:cxn ang="0">
                    <a:pos x="18" y="2"/>
                  </a:cxn>
                  <a:cxn ang="0">
                    <a:pos x="14" y="2"/>
                  </a:cxn>
                  <a:cxn ang="0">
                    <a:pos x="7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0" y="15"/>
                  </a:cxn>
                  <a:cxn ang="0">
                    <a:pos x="5" y="20"/>
                  </a:cxn>
                  <a:cxn ang="0">
                    <a:pos x="11" y="15"/>
                  </a:cxn>
                  <a:cxn ang="0">
                    <a:pos x="11" y="15"/>
                  </a:cxn>
                  <a:cxn ang="0">
                    <a:pos x="11" y="13"/>
                  </a:cxn>
                  <a:cxn ang="0">
                    <a:pos x="14" y="10"/>
                  </a:cxn>
                  <a:cxn ang="0">
                    <a:pos x="16" y="10"/>
                  </a:cxn>
                  <a:cxn ang="0">
                    <a:pos x="54" y="26"/>
                  </a:cxn>
                  <a:cxn ang="0">
                    <a:pos x="56" y="27"/>
                  </a:cxn>
                  <a:cxn ang="0">
                    <a:pos x="56" y="34"/>
                  </a:cxn>
                  <a:cxn ang="0">
                    <a:pos x="55" y="35"/>
                  </a:cxn>
                  <a:cxn ang="0">
                    <a:pos x="53" y="39"/>
                  </a:cxn>
                  <a:cxn ang="0">
                    <a:pos x="59" y="45"/>
                  </a:cxn>
                  <a:cxn ang="0">
                    <a:pos x="64" y="39"/>
                  </a:cxn>
                  <a:cxn ang="0">
                    <a:pos x="62" y="35"/>
                  </a:cxn>
                  <a:cxn ang="0">
                    <a:pos x="62" y="34"/>
                  </a:cxn>
                  <a:cxn ang="0">
                    <a:pos x="62" y="27"/>
                  </a:cxn>
                  <a:cxn ang="0">
                    <a:pos x="63" y="26"/>
                  </a:cxn>
                  <a:cxn ang="0">
                    <a:pos x="101" y="9"/>
                  </a:cxn>
                  <a:cxn ang="0">
                    <a:pos x="103" y="9"/>
                  </a:cxn>
                  <a:cxn ang="0">
                    <a:pos x="107" y="13"/>
                  </a:cxn>
                  <a:cxn ang="0">
                    <a:pos x="108" y="15"/>
                  </a:cxn>
                  <a:cxn ang="0">
                    <a:pos x="108" y="15"/>
                  </a:cxn>
                  <a:cxn ang="0">
                    <a:pos x="113" y="20"/>
                  </a:cxn>
                  <a:cxn ang="0">
                    <a:pos x="119" y="15"/>
                  </a:cxn>
                  <a:cxn ang="0">
                    <a:pos x="113" y="9"/>
                  </a:cxn>
                </a:cxnLst>
                <a:rect l="0" t="0" r="r" b="b"/>
                <a:pathLst>
                  <a:path w="119" h="45">
                    <a:moveTo>
                      <a:pt x="113" y="9"/>
                    </a:moveTo>
                    <a:cubicBezTo>
                      <a:pt x="113" y="9"/>
                      <a:pt x="113" y="9"/>
                      <a:pt x="112" y="9"/>
                    </a:cubicBezTo>
                    <a:cubicBezTo>
                      <a:pt x="112" y="9"/>
                      <a:pt x="112" y="9"/>
                      <a:pt x="111" y="9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4" y="1"/>
                      <a:pt x="103" y="0"/>
                      <a:pt x="100" y="0"/>
                    </a:cubicBezTo>
                    <a:cubicBezTo>
                      <a:pt x="99" y="1"/>
                      <a:pt x="99" y="3"/>
                      <a:pt x="98" y="3"/>
                    </a:cubicBezTo>
                    <a:cubicBezTo>
                      <a:pt x="95" y="12"/>
                      <a:pt x="76" y="20"/>
                      <a:pt x="58" y="20"/>
                    </a:cubicBezTo>
                    <a:cubicBezTo>
                      <a:pt x="40" y="20"/>
                      <a:pt x="23" y="13"/>
                      <a:pt x="19" y="4"/>
                    </a:cubicBezTo>
                    <a:cubicBezTo>
                      <a:pt x="19" y="3"/>
                      <a:pt x="18" y="3"/>
                      <a:pt x="18" y="2"/>
                    </a:cubicBezTo>
                    <a:cubicBezTo>
                      <a:pt x="17" y="1"/>
                      <a:pt x="15" y="1"/>
                      <a:pt x="14" y="2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2" y="9"/>
                      <a:pt x="0" y="12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8" y="20"/>
                      <a:pt x="11" y="18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14"/>
                      <a:pt x="11" y="14"/>
                      <a:pt x="11" y="13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5" y="9"/>
                      <a:pt x="16" y="10"/>
                      <a:pt x="16" y="10"/>
                    </a:cubicBezTo>
                    <a:cubicBezTo>
                      <a:pt x="24" y="19"/>
                      <a:pt x="38" y="25"/>
                      <a:pt x="54" y="26"/>
                    </a:cubicBezTo>
                    <a:cubicBezTo>
                      <a:pt x="55" y="26"/>
                      <a:pt x="56" y="26"/>
                      <a:pt x="56" y="27"/>
                    </a:cubicBezTo>
                    <a:cubicBezTo>
                      <a:pt x="56" y="34"/>
                      <a:pt x="56" y="34"/>
                      <a:pt x="56" y="34"/>
                    </a:cubicBezTo>
                    <a:cubicBezTo>
                      <a:pt x="56" y="35"/>
                      <a:pt x="55" y="35"/>
                      <a:pt x="55" y="35"/>
                    </a:cubicBezTo>
                    <a:cubicBezTo>
                      <a:pt x="54" y="36"/>
                      <a:pt x="53" y="38"/>
                      <a:pt x="53" y="39"/>
                    </a:cubicBezTo>
                    <a:cubicBezTo>
                      <a:pt x="53" y="42"/>
                      <a:pt x="56" y="45"/>
                      <a:pt x="59" y="45"/>
                    </a:cubicBezTo>
                    <a:cubicBezTo>
                      <a:pt x="62" y="45"/>
                      <a:pt x="64" y="42"/>
                      <a:pt x="64" y="39"/>
                    </a:cubicBezTo>
                    <a:cubicBezTo>
                      <a:pt x="64" y="38"/>
                      <a:pt x="63" y="36"/>
                      <a:pt x="62" y="35"/>
                    </a:cubicBezTo>
                    <a:cubicBezTo>
                      <a:pt x="62" y="35"/>
                      <a:pt x="62" y="35"/>
                      <a:pt x="62" y="34"/>
                    </a:cubicBezTo>
                    <a:cubicBezTo>
                      <a:pt x="62" y="27"/>
                      <a:pt x="62" y="27"/>
                      <a:pt x="62" y="27"/>
                    </a:cubicBezTo>
                    <a:cubicBezTo>
                      <a:pt x="62" y="26"/>
                      <a:pt x="63" y="26"/>
                      <a:pt x="63" y="26"/>
                    </a:cubicBezTo>
                    <a:cubicBezTo>
                      <a:pt x="80" y="24"/>
                      <a:pt x="94" y="18"/>
                      <a:pt x="101" y="9"/>
                    </a:cubicBezTo>
                    <a:cubicBezTo>
                      <a:pt x="102" y="9"/>
                      <a:pt x="102" y="8"/>
                      <a:pt x="103" y="9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8" y="14"/>
                      <a:pt x="108" y="14"/>
                      <a:pt x="108" y="15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8" y="18"/>
                      <a:pt x="110" y="20"/>
                      <a:pt x="113" y="20"/>
                    </a:cubicBezTo>
                    <a:cubicBezTo>
                      <a:pt x="116" y="20"/>
                      <a:pt x="119" y="18"/>
                      <a:pt x="119" y="15"/>
                    </a:cubicBezTo>
                    <a:cubicBezTo>
                      <a:pt x="119" y="12"/>
                      <a:pt x="116" y="9"/>
                      <a:pt x="113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123"/>
            <p:cNvGrpSpPr/>
            <p:nvPr/>
          </p:nvGrpSpPr>
          <p:grpSpPr>
            <a:xfrm>
              <a:off x="5548654" y="3668613"/>
              <a:ext cx="321053" cy="321053"/>
              <a:chOff x="5535613" y="2382837"/>
              <a:chExt cx="269875" cy="269875"/>
            </a:xfrm>
            <a:solidFill>
              <a:schemeClr val="accent3"/>
            </a:solidFill>
          </p:grpSpPr>
          <p:sp>
            <p:nvSpPr>
              <p:cNvPr id="36" name="Freeform: Shape 124"/>
              <p:cNvSpPr>
                <a:spLocks/>
              </p:cNvSpPr>
              <p:nvPr/>
            </p:nvSpPr>
            <p:spPr bwMode="auto">
              <a:xfrm>
                <a:off x="5535613" y="2382837"/>
                <a:ext cx="269875" cy="269875"/>
              </a:xfrm>
              <a:custGeom>
                <a:avLst/>
                <a:gdLst/>
                <a:ahLst/>
                <a:cxnLst>
                  <a:cxn ang="0">
                    <a:pos x="59" y="107"/>
                  </a:cxn>
                  <a:cxn ang="0">
                    <a:pos x="11" y="59"/>
                  </a:cxn>
                  <a:cxn ang="0">
                    <a:pos x="23" y="27"/>
                  </a:cxn>
                  <a:cxn ang="0">
                    <a:pos x="59" y="11"/>
                  </a:cxn>
                  <a:cxn ang="0">
                    <a:pos x="107" y="59"/>
                  </a:cxn>
                  <a:cxn ang="0">
                    <a:pos x="107" y="64"/>
                  </a:cxn>
                  <a:cxn ang="0">
                    <a:pos x="59" y="107"/>
                  </a:cxn>
                  <a:cxn ang="0">
                    <a:pos x="59" y="0"/>
                  </a:cxn>
                  <a:cxn ang="0">
                    <a:pos x="15" y="20"/>
                  </a:cxn>
                  <a:cxn ang="0">
                    <a:pos x="0" y="59"/>
                  </a:cxn>
                  <a:cxn ang="0">
                    <a:pos x="59" y="118"/>
                  </a:cxn>
                  <a:cxn ang="0">
                    <a:pos x="118" y="64"/>
                  </a:cxn>
                  <a:cxn ang="0">
                    <a:pos x="118" y="59"/>
                  </a:cxn>
                  <a:cxn ang="0">
                    <a:pos x="59" y="0"/>
                  </a:cxn>
                </a:cxnLst>
                <a:rect l="0" t="0" r="r" b="b"/>
                <a:pathLst>
                  <a:path w="118" h="118">
                    <a:moveTo>
                      <a:pt x="59" y="107"/>
                    </a:moveTo>
                    <a:cubicBezTo>
                      <a:pt x="33" y="107"/>
                      <a:pt x="11" y="86"/>
                      <a:pt x="11" y="59"/>
                    </a:cubicBezTo>
                    <a:cubicBezTo>
                      <a:pt x="11" y="47"/>
                      <a:pt x="16" y="36"/>
                      <a:pt x="23" y="27"/>
                    </a:cubicBezTo>
                    <a:cubicBezTo>
                      <a:pt x="32" y="17"/>
                      <a:pt x="45" y="11"/>
                      <a:pt x="59" y="11"/>
                    </a:cubicBezTo>
                    <a:cubicBezTo>
                      <a:pt x="86" y="11"/>
                      <a:pt x="107" y="33"/>
                      <a:pt x="107" y="59"/>
                    </a:cubicBezTo>
                    <a:cubicBezTo>
                      <a:pt x="107" y="61"/>
                      <a:pt x="107" y="62"/>
                      <a:pt x="107" y="64"/>
                    </a:cubicBezTo>
                    <a:cubicBezTo>
                      <a:pt x="104" y="88"/>
                      <a:pt x="84" y="107"/>
                      <a:pt x="59" y="107"/>
                    </a:cubicBezTo>
                    <a:moveTo>
                      <a:pt x="59" y="0"/>
                    </a:moveTo>
                    <a:cubicBezTo>
                      <a:pt x="42" y="0"/>
                      <a:pt x="26" y="8"/>
                      <a:pt x="15" y="20"/>
                    </a:cubicBezTo>
                    <a:cubicBezTo>
                      <a:pt x="6" y="30"/>
                      <a:pt x="0" y="44"/>
                      <a:pt x="0" y="59"/>
                    </a:cubicBezTo>
                    <a:cubicBezTo>
                      <a:pt x="0" y="92"/>
                      <a:pt x="26" y="118"/>
                      <a:pt x="59" y="118"/>
                    </a:cubicBezTo>
                    <a:cubicBezTo>
                      <a:pt x="90" y="118"/>
                      <a:pt x="116" y="94"/>
                      <a:pt x="118" y="64"/>
                    </a:cubicBezTo>
                    <a:cubicBezTo>
                      <a:pt x="118" y="62"/>
                      <a:pt x="118" y="61"/>
                      <a:pt x="118" y="59"/>
                    </a:cubicBezTo>
                    <a:cubicBezTo>
                      <a:pt x="118" y="27"/>
                      <a:pt x="92" y="0"/>
                      <a:pt x="59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25"/>
              <p:cNvSpPr>
                <a:spLocks/>
              </p:cNvSpPr>
              <p:nvPr/>
            </p:nvSpPr>
            <p:spPr bwMode="auto">
              <a:xfrm>
                <a:off x="5584825" y="2425699"/>
                <a:ext cx="179387" cy="185738"/>
              </a:xfrm>
              <a:custGeom>
                <a:avLst/>
                <a:gdLst/>
                <a:ahLst/>
                <a:cxnLst>
                  <a:cxn ang="0">
                    <a:pos x="77" y="44"/>
                  </a:cxn>
                  <a:cxn ang="0">
                    <a:pos x="78" y="40"/>
                  </a:cxn>
                  <a:cxn ang="0">
                    <a:pos x="37" y="0"/>
                  </a:cxn>
                  <a:cxn ang="0">
                    <a:pos x="7" y="13"/>
                  </a:cxn>
                  <a:cxn ang="0">
                    <a:pos x="1" y="23"/>
                  </a:cxn>
                  <a:cxn ang="0">
                    <a:pos x="2" y="27"/>
                  </a:cxn>
                  <a:cxn ang="0">
                    <a:pos x="35" y="40"/>
                  </a:cxn>
                  <a:cxn ang="0">
                    <a:pos x="37" y="43"/>
                  </a:cxn>
                  <a:cxn ang="0">
                    <a:pos x="37" y="78"/>
                  </a:cxn>
                  <a:cxn ang="0">
                    <a:pos x="40" y="81"/>
                  </a:cxn>
                  <a:cxn ang="0">
                    <a:pos x="77" y="44"/>
                  </a:cxn>
                </a:cxnLst>
                <a:rect l="0" t="0" r="r" b="b"/>
                <a:pathLst>
                  <a:path w="78" h="81">
                    <a:moveTo>
                      <a:pt x="77" y="44"/>
                    </a:moveTo>
                    <a:cubicBezTo>
                      <a:pt x="78" y="43"/>
                      <a:pt x="78" y="42"/>
                      <a:pt x="78" y="40"/>
                    </a:cubicBezTo>
                    <a:cubicBezTo>
                      <a:pt x="78" y="18"/>
                      <a:pt x="60" y="0"/>
                      <a:pt x="37" y="0"/>
                    </a:cubicBezTo>
                    <a:cubicBezTo>
                      <a:pt x="25" y="0"/>
                      <a:pt x="15" y="5"/>
                      <a:pt x="7" y="13"/>
                    </a:cubicBezTo>
                    <a:cubicBezTo>
                      <a:pt x="4" y="16"/>
                      <a:pt x="2" y="19"/>
                      <a:pt x="1" y="23"/>
                    </a:cubicBezTo>
                    <a:cubicBezTo>
                      <a:pt x="0" y="25"/>
                      <a:pt x="0" y="26"/>
                      <a:pt x="2" y="27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7" y="40"/>
                      <a:pt x="37" y="43"/>
                    </a:cubicBezTo>
                    <a:cubicBezTo>
                      <a:pt x="37" y="78"/>
                      <a:pt x="37" y="78"/>
                      <a:pt x="37" y="78"/>
                    </a:cubicBezTo>
                    <a:cubicBezTo>
                      <a:pt x="37" y="80"/>
                      <a:pt x="39" y="81"/>
                      <a:pt x="40" y="81"/>
                    </a:cubicBezTo>
                    <a:cubicBezTo>
                      <a:pt x="61" y="79"/>
                      <a:pt x="76" y="64"/>
                      <a:pt x="77" y="4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056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67116"/>
            <a:ext cx="313183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" name="图片 10" descr="C:\Users\DELL\Desktop\Snipaste_2019-04-20_22-36-39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9889"/>
            <a:ext cx="3722177" cy="43924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3689405727"/>
              </p:ext>
            </p:extLst>
          </p:nvPr>
        </p:nvGraphicFramePr>
        <p:xfrm>
          <a:off x="395536" y="1203598"/>
          <a:ext cx="3888432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411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67116"/>
            <a:ext cx="313183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5536" y="1347614"/>
            <a:ext cx="180020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b="1" dirty="0" smtClean="0"/>
              <a:t>信号输入</a:t>
            </a:r>
          </a:p>
        </p:txBody>
      </p:sp>
      <p:sp>
        <p:nvSpPr>
          <p:cNvPr id="12" name="矩形 11"/>
          <p:cNvSpPr/>
          <p:nvPr/>
        </p:nvSpPr>
        <p:spPr>
          <a:xfrm>
            <a:off x="395536" y="1789826"/>
            <a:ext cx="1800200" cy="25351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输入信号经</a:t>
            </a:r>
            <a:r>
              <a:rPr lang="en-US" altLang="zh-CN" b="1" dirty="0" smtClean="0"/>
              <a:t>ADC</a:t>
            </a:r>
            <a:r>
              <a:rPr lang="zh-CN" altLang="en-US" b="1" dirty="0" smtClean="0"/>
              <a:t>的输入通道</a:t>
            </a:r>
            <a:r>
              <a:rPr lang="en-US" altLang="zh-CN" b="1" dirty="0" smtClean="0"/>
              <a:t>ADCx_IN0~ADCx_IN15</a:t>
            </a:r>
            <a:r>
              <a:rPr lang="zh-CN" altLang="en-US" b="1" dirty="0" smtClean="0"/>
              <a:t>送入模拟至数字转换器功能模块。</a:t>
            </a:r>
          </a:p>
        </p:txBody>
      </p:sp>
      <p:sp>
        <p:nvSpPr>
          <p:cNvPr id="20" name="矩形 19"/>
          <p:cNvSpPr/>
          <p:nvPr/>
        </p:nvSpPr>
        <p:spPr>
          <a:xfrm>
            <a:off x="2555776" y="1347614"/>
            <a:ext cx="1800200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b="1" dirty="0" smtClean="0"/>
              <a:t>触发信号</a:t>
            </a:r>
          </a:p>
        </p:txBody>
      </p:sp>
      <p:sp>
        <p:nvSpPr>
          <p:cNvPr id="21" name="矩形 20"/>
          <p:cNvSpPr/>
          <p:nvPr/>
        </p:nvSpPr>
        <p:spPr>
          <a:xfrm>
            <a:off x="2555776" y="1789826"/>
            <a:ext cx="1800200" cy="2535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软件触发</a:t>
            </a:r>
            <a:r>
              <a:rPr lang="zh-CN" altLang="en-US" b="1" dirty="0"/>
              <a:t>或</a:t>
            </a:r>
            <a:r>
              <a:rPr lang="en-US" b="1" dirty="0" smtClean="0"/>
              <a:t>EXTI</a:t>
            </a:r>
            <a:r>
              <a:rPr lang="zh-CN" altLang="en-US" b="1" dirty="0" smtClean="0"/>
              <a:t>外部触发或定时器触发</a:t>
            </a:r>
            <a:r>
              <a:rPr lang="zh-CN" altLang="en-US" b="1" dirty="0"/>
              <a:t>。将硬件触发源分为两类：规则通道和注入</a:t>
            </a:r>
            <a:r>
              <a:rPr lang="zh-CN" altLang="en-US" b="1" dirty="0" smtClean="0"/>
              <a:t>通道。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4788024" y="1347614"/>
            <a:ext cx="1800200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b="1" dirty="0"/>
              <a:t>A/D</a:t>
            </a:r>
            <a:r>
              <a:rPr lang="zh-CN" altLang="en-US" b="1" dirty="0"/>
              <a:t>转换</a:t>
            </a:r>
            <a:endParaRPr lang="zh-CN" altLang="en-US" b="1" dirty="0" smtClean="0"/>
          </a:p>
        </p:txBody>
      </p:sp>
      <p:sp>
        <p:nvSpPr>
          <p:cNvPr id="23" name="矩形 22"/>
          <p:cNvSpPr/>
          <p:nvPr/>
        </p:nvSpPr>
        <p:spPr>
          <a:xfrm>
            <a:off x="4788024" y="1789826"/>
            <a:ext cx="1800200" cy="2582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在</a:t>
            </a:r>
            <a:r>
              <a:rPr lang="en-US" altLang="zh-CN" b="1" dirty="0"/>
              <a:t>ADC</a:t>
            </a:r>
            <a:r>
              <a:rPr lang="zh-CN" altLang="en-US" b="1" dirty="0"/>
              <a:t>时钟</a:t>
            </a:r>
            <a:r>
              <a:rPr lang="en-US" altLang="zh-CN" b="1" dirty="0"/>
              <a:t>ADCCLK</a:t>
            </a:r>
            <a:r>
              <a:rPr lang="zh-CN" altLang="en-US" b="1" dirty="0"/>
              <a:t>的驱动下，对输入通道的信号进行</a:t>
            </a:r>
            <a:r>
              <a:rPr lang="en-US" altLang="zh-CN" b="1" dirty="0"/>
              <a:t>A/D</a:t>
            </a:r>
            <a:r>
              <a:rPr lang="zh-CN" altLang="en-US" b="1" dirty="0"/>
              <a:t>转换，即完成采样</a:t>
            </a:r>
            <a:r>
              <a:rPr lang="en-US" altLang="zh-CN" b="1" dirty="0"/>
              <a:t>—</a:t>
            </a:r>
            <a:r>
              <a:rPr lang="zh-CN" altLang="en-US" b="1" dirty="0"/>
              <a:t>量化</a:t>
            </a:r>
            <a:r>
              <a:rPr lang="en-US" altLang="zh-CN" b="1" dirty="0"/>
              <a:t>—</a:t>
            </a:r>
            <a:r>
              <a:rPr lang="zh-CN" altLang="en-US" b="1" dirty="0"/>
              <a:t>编码等</a:t>
            </a:r>
            <a:r>
              <a:rPr lang="zh-CN" altLang="en-US" b="1" dirty="0" smtClean="0"/>
              <a:t>工作。</a:t>
            </a:r>
            <a:endParaRPr lang="zh-CN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6948264" y="1347614"/>
            <a:ext cx="1800200" cy="4320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b="1" dirty="0" smtClean="0"/>
              <a:t>数据保存</a:t>
            </a:r>
          </a:p>
        </p:txBody>
      </p:sp>
      <p:sp>
        <p:nvSpPr>
          <p:cNvPr id="25" name="矩形 24"/>
          <p:cNvSpPr/>
          <p:nvPr/>
        </p:nvSpPr>
        <p:spPr>
          <a:xfrm>
            <a:off x="6948264" y="1789826"/>
            <a:ext cx="1800200" cy="25821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25000"/>
              </a:lnSpc>
            </a:pPr>
            <a:r>
              <a:rPr lang="en-US" altLang="zh-CN" b="1" dirty="0"/>
              <a:t>A/D</a:t>
            </a:r>
            <a:r>
              <a:rPr lang="zh-CN" altLang="en-US" b="1" dirty="0"/>
              <a:t>转换结束后，将转换结果的</a:t>
            </a:r>
            <a:r>
              <a:rPr lang="en-US" altLang="zh-CN" b="1" dirty="0"/>
              <a:t>12</a:t>
            </a:r>
            <a:r>
              <a:rPr lang="zh-CN" altLang="en-US" b="1" dirty="0"/>
              <a:t>位数据以左对齐或右对齐的方式保存到</a:t>
            </a:r>
            <a:r>
              <a:rPr lang="en-US" altLang="zh-CN" b="1" dirty="0"/>
              <a:t>16</a:t>
            </a:r>
            <a:r>
              <a:rPr lang="zh-CN" altLang="en-US" b="1" dirty="0"/>
              <a:t>位的寄存器</a:t>
            </a:r>
            <a:r>
              <a:rPr lang="zh-CN" altLang="en-US" b="1" dirty="0" smtClean="0"/>
              <a:t>中。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2267744" y="2596782"/>
            <a:ext cx="216024" cy="244593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7" name="右箭头 26"/>
          <p:cNvSpPr/>
          <p:nvPr/>
        </p:nvSpPr>
        <p:spPr>
          <a:xfrm>
            <a:off x="4463988" y="2596782"/>
            <a:ext cx="216024" cy="24459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8" name="右箭头 27"/>
          <p:cNvSpPr/>
          <p:nvPr/>
        </p:nvSpPr>
        <p:spPr>
          <a:xfrm>
            <a:off x="6660232" y="2596782"/>
            <a:ext cx="216024" cy="244593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54056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67116"/>
            <a:ext cx="364417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3608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六边形 12"/>
          <p:cNvSpPr/>
          <p:nvPr/>
        </p:nvSpPr>
        <p:spPr>
          <a:xfrm>
            <a:off x="3143240" y="2285998"/>
            <a:ext cx="1643074" cy="1357322"/>
          </a:xfrm>
          <a:prstGeom prst="hexagon">
            <a:avLst>
              <a:gd name="adj" fmla="val 2857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>
                <a:solidFill>
                  <a:schemeClr val="tx1"/>
                </a:solidFill>
              </a:rPr>
              <a:t>10.2.3 ADC</a:t>
            </a:r>
            <a:r>
              <a:rPr lang="zh-CN" altLang="en-US" b="1" dirty="0" smtClean="0">
                <a:solidFill>
                  <a:schemeClr val="tx1"/>
                </a:solidFill>
              </a:rPr>
              <a:t>中断和</a:t>
            </a:r>
            <a:r>
              <a:rPr lang="en-US" b="1" dirty="0" smtClean="0">
                <a:solidFill>
                  <a:schemeClr val="tx1"/>
                </a:solidFill>
              </a:rPr>
              <a:t>DMA</a:t>
            </a:r>
            <a:r>
              <a:rPr lang="zh-CN" altLang="en-US" b="1" dirty="0" smtClean="0">
                <a:solidFill>
                  <a:schemeClr val="tx1"/>
                </a:solidFill>
              </a:rPr>
              <a:t>请求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4" name="六边形 13"/>
          <p:cNvSpPr/>
          <p:nvPr/>
        </p:nvSpPr>
        <p:spPr>
          <a:xfrm>
            <a:off x="1857356" y="1571618"/>
            <a:ext cx="1643074" cy="1357322"/>
          </a:xfrm>
          <a:prstGeom prst="hexagon">
            <a:avLst>
              <a:gd name="adj" fmla="val 2857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altLang="en-US" b="1" dirty="0" smtClean="0">
                <a:solidFill>
                  <a:schemeClr val="tx1"/>
                </a:solidFill>
              </a:rPr>
              <a:t>10.2.2 ADC</a:t>
            </a:r>
            <a:r>
              <a:rPr lang="zh-CN" altLang="en-US" b="1" dirty="0" smtClean="0">
                <a:solidFill>
                  <a:schemeClr val="tx1"/>
                </a:solidFill>
              </a:rPr>
              <a:t>通道选择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六边形 14"/>
          <p:cNvSpPr/>
          <p:nvPr/>
        </p:nvSpPr>
        <p:spPr>
          <a:xfrm>
            <a:off x="571472" y="2285998"/>
            <a:ext cx="1643074" cy="1357322"/>
          </a:xfrm>
          <a:prstGeom prst="hexagon">
            <a:avLst>
              <a:gd name="adj" fmla="val 2857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altLang="en-US" b="1" dirty="0" smtClean="0">
                <a:solidFill>
                  <a:schemeClr val="tx1"/>
                </a:solidFill>
              </a:rPr>
              <a:t>10.2.1 ADC</a:t>
            </a:r>
            <a:r>
              <a:rPr lang="zh-CN" altLang="en-US" b="1" dirty="0" smtClean="0">
                <a:solidFill>
                  <a:schemeClr val="tx1"/>
                </a:solidFill>
              </a:rPr>
              <a:t>的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zh-CN" altLang="en-US" b="1" dirty="0" smtClean="0">
                <a:solidFill>
                  <a:schemeClr val="tx1"/>
                </a:solidFill>
              </a:rPr>
              <a:t>引脚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6" name="六边形 15"/>
          <p:cNvSpPr/>
          <p:nvPr/>
        </p:nvSpPr>
        <p:spPr>
          <a:xfrm>
            <a:off x="4429124" y="1571618"/>
            <a:ext cx="1643074" cy="1357322"/>
          </a:xfrm>
          <a:prstGeom prst="hexagon">
            <a:avLst>
              <a:gd name="adj" fmla="val 2857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>
                <a:solidFill>
                  <a:schemeClr val="tx1"/>
                </a:solidFill>
              </a:rPr>
              <a:t>10.2.4 ADC</a:t>
            </a:r>
            <a:r>
              <a:rPr lang="zh-CN" altLang="en-US" b="1" dirty="0" smtClean="0">
                <a:solidFill>
                  <a:schemeClr val="tx1"/>
                </a:solidFill>
              </a:rPr>
              <a:t>转换时间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7" name="六边形 16"/>
          <p:cNvSpPr/>
          <p:nvPr/>
        </p:nvSpPr>
        <p:spPr>
          <a:xfrm>
            <a:off x="4429124" y="3000378"/>
            <a:ext cx="1643074" cy="1357322"/>
          </a:xfrm>
          <a:prstGeom prst="hexagon">
            <a:avLst>
              <a:gd name="adj" fmla="val 2857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>
                <a:solidFill>
                  <a:schemeClr val="tx1"/>
                </a:solidFill>
              </a:rPr>
              <a:t>10.2.5 ADC</a:t>
            </a:r>
            <a:r>
              <a:rPr lang="zh-CN" altLang="en-US" b="1" dirty="0" smtClean="0">
                <a:solidFill>
                  <a:schemeClr val="tx1"/>
                </a:solidFill>
              </a:rPr>
              <a:t>数据对齐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8" name="六边形 17"/>
          <p:cNvSpPr/>
          <p:nvPr/>
        </p:nvSpPr>
        <p:spPr>
          <a:xfrm>
            <a:off x="5715008" y="2285998"/>
            <a:ext cx="1643074" cy="1357322"/>
          </a:xfrm>
          <a:prstGeom prst="hexagon">
            <a:avLst>
              <a:gd name="adj" fmla="val 2857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>
                <a:solidFill>
                  <a:schemeClr val="tx1"/>
                </a:solidFill>
              </a:rPr>
              <a:t>10.2.6 ADC</a:t>
            </a:r>
            <a:r>
              <a:rPr lang="zh-CN" altLang="en-US" b="1" dirty="0" smtClean="0">
                <a:solidFill>
                  <a:schemeClr val="tx1"/>
                </a:solidFill>
              </a:rPr>
              <a:t>的转换模式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9" name="六边形 18"/>
          <p:cNvSpPr/>
          <p:nvPr/>
        </p:nvSpPr>
        <p:spPr>
          <a:xfrm>
            <a:off x="7000892" y="1571618"/>
            <a:ext cx="1643074" cy="1357322"/>
          </a:xfrm>
          <a:prstGeom prst="hexagon">
            <a:avLst>
              <a:gd name="adj" fmla="val 2857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>
                <a:solidFill>
                  <a:schemeClr val="tx1"/>
                </a:solidFill>
              </a:rPr>
              <a:t>10.2.7 ADC</a:t>
            </a:r>
            <a:r>
              <a:rPr lang="zh-CN" altLang="en-US" b="1" dirty="0" smtClean="0">
                <a:solidFill>
                  <a:schemeClr val="tx1"/>
                </a:solidFill>
              </a:rPr>
              <a:t>校准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56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271860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593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10.2.1 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的引脚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31882" y="987574"/>
            <a:ext cx="2054843" cy="387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17780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ADCx_IN0~ADCx_IN15</a:t>
            </a:r>
            <a:r>
              <a:rPr lang="zh-CN" altLang="en-US" b="1" dirty="0">
                <a:solidFill>
                  <a:prstClr val="black"/>
                </a:solidFill>
              </a:rPr>
              <a:t>为</a:t>
            </a:r>
            <a:r>
              <a:rPr lang="en-US" altLang="zh-CN" b="1" dirty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的输入信号通道，即为</a:t>
            </a:r>
            <a:r>
              <a:rPr lang="en-US" altLang="zh-CN" b="1" dirty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的输入</a:t>
            </a:r>
            <a:r>
              <a:rPr lang="en-US" altLang="zh-CN" b="1" dirty="0">
                <a:solidFill>
                  <a:prstClr val="black"/>
                </a:solidFill>
              </a:rPr>
              <a:t>GPIO</a:t>
            </a:r>
            <a:r>
              <a:rPr lang="zh-CN" altLang="en-US" b="1" dirty="0">
                <a:solidFill>
                  <a:prstClr val="black"/>
                </a:solidFill>
              </a:rPr>
              <a:t>引脚，</a:t>
            </a:r>
            <a:r>
              <a:rPr lang="en-US" altLang="zh-CN" b="1" dirty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GPIO</a:t>
            </a:r>
            <a:r>
              <a:rPr lang="zh-CN" altLang="en-US" b="1" dirty="0">
                <a:solidFill>
                  <a:prstClr val="black"/>
                </a:solidFill>
              </a:rPr>
              <a:t>引脚均为复用功能，使用时需配置为模拟输入模式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indent="177800">
              <a:lnSpc>
                <a:spcPct val="125000"/>
              </a:lnSpc>
            </a:pPr>
            <a:r>
              <a:rPr lang="en-US" altLang="zh-CN" b="1" dirty="0"/>
              <a:t>ADC1</a:t>
            </a:r>
            <a:r>
              <a:rPr lang="zh-CN" altLang="zh-CN" b="1" dirty="0"/>
              <a:t>还有两个内部通道：温度传感器通道和</a:t>
            </a:r>
            <a:r>
              <a:rPr lang="en-US" altLang="zh-CN" b="1" dirty="0" smtClean="0"/>
              <a:t>V</a:t>
            </a:r>
            <a:r>
              <a:rPr lang="en-US" altLang="zh-CN" b="1" baseline="-25000" dirty="0" smtClean="0"/>
              <a:t>REFINT</a:t>
            </a:r>
            <a:r>
              <a:rPr lang="zh-CN" altLang="en-US" b="1" dirty="0">
                <a:solidFill>
                  <a:prstClr val="black"/>
                </a:solidFill>
              </a:rPr>
              <a:t> 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773920"/>
              </p:ext>
            </p:extLst>
          </p:nvPr>
        </p:nvGraphicFramePr>
        <p:xfrm>
          <a:off x="2843808" y="548260"/>
          <a:ext cx="6048671" cy="426720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18123"/>
                <a:gridCol w="1286295"/>
                <a:gridCol w="1371565"/>
                <a:gridCol w="127268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通道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ADC1</a:t>
                      </a:r>
                      <a:endParaRPr lang="zh-CN" sz="2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（复用引脚）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ADC2</a:t>
                      </a:r>
                      <a:endParaRPr lang="zh-CN" sz="2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（复用引脚）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ADC3</a:t>
                      </a:r>
                      <a:endParaRPr lang="zh-CN" sz="2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（复用引脚）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0(ADC_Channel_0)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1(ADC_Channel_1)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2(ADC_Channel_2) 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PA2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PA2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PA2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3(ADC_Channel_3)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PA3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PA3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PA3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573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4(ADC_Channel_4)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PA4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PA4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PF6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5(ADC_Channel_5)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PA5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PA5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PF7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6(ADC_Channel_6)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PA6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PA6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PF8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7(ADC_Channel_7)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PA7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PA7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PF9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8(ADC_Channel_8)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PB0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PB0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PF10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9(ADC_Channel_9)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PB1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PB1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 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10(ADC_Channel_10)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PC0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11(ADC_Channel_11)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PC1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12(ADC_Channel_12)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PC2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PC2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PC2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13(ADC_Channel_13)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PC3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PC3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PC3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14(ADC_Channel_14)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PC4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PC4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 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15(ADC_Channel_15)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PC5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PC5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 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16(ADC_Channel_16)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温度传感器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 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 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通道</a:t>
                      </a:r>
                      <a:r>
                        <a:rPr lang="en-US" sz="1400" b="1" kern="0">
                          <a:effectLst/>
                        </a:rPr>
                        <a:t>17(ADC_Channel_17)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内部参考电压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 </a:t>
                      </a:r>
                      <a:endParaRPr lang="zh-CN" sz="2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 </a:t>
                      </a:r>
                      <a:endParaRPr lang="zh-CN" sz="2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51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820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10.2.2 ADC</a:t>
            </a:r>
            <a:r>
              <a:rPr lang="zh-CN" altLang="en-US" sz="2400" b="1" dirty="0">
                <a:solidFill>
                  <a:schemeClr val="bg1"/>
                </a:solidFill>
              </a:rPr>
              <a:t>通道选择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38672" y="994832"/>
            <a:ext cx="7133728" cy="78483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按</a:t>
            </a:r>
            <a:r>
              <a:rPr lang="zh-CN" altLang="en-US" b="1" dirty="0">
                <a:solidFill>
                  <a:prstClr val="black"/>
                </a:solidFill>
              </a:rPr>
              <a:t>组进行转换的模式，可以由程序设置实现对多个模拟通道自动地进行逐个采样转换，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分为两种组转换</a:t>
            </a:r>
            <a:r>
              <a:rPr lang="zh-CN" altLang="en-US" b="1" dirty="0" smtClean="0">
                <a:solidFill>
                  <a:prstClr val="black"/>
                </a:solidFill>
              </a:rPr>
              <a:t>模式：</a:t>
            </a:r>
            <a:r>
              <a:rPr lang="zh-CN" altLang="en-US" b="1" dirty="0">
                <a:solidFill>
                  <a:prstClr val="black"/>
                </a:solidFill>
              </a:rPr>
              <a:t>规则</a:t>
            </a:r>
            <a:r>
              <a:rPr lang="zh-CN" altLang="en-US" b="1" dirty="0" smtClean="0">
                <a:solidFill>
                  <a:prstClr val="black"/>
                </a:solidFill>
              </a:rPr>
              <a:t>组和注入组。</a:t>
            </a:r>
            <a:endParaRPr lang="zh-CN" altLang="en-US" b="1" dirty="0"/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>
            <a:off x="3707904" y="2004070"/>
            <a:ext cx="1431776" cy="143177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规则组</a:t>
            </a:r>
            <a:endParaRPr lang="zh-CN" altLang="en-US" dirty="0" smtClean="0"/>
          </a:p>
        </p:txBody>
      </p:sp>
      <p:sp>
        <p:nvSpPr>
          <p:cNvPr id="2" name="矩形 1"/>
          <p:cNvSpPr/>
          <p:nvPr/>
        </p:nvSpPr>
        <p:spPr>
          <a:xfrm>
            <a:off x="5364088" y="2327543"/>
            <a:ext cx="3240360" cy="7848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可</a:t>
            </a:r>
            <a:r>
              <a:rPr lang="zh-CN" altLang="en-US" b="1" dirty="0">
                <a:solidFill>
                  <a:prstClr val="black"/>
                </a:solidFill>
              </a:rPr>
              <a:t>通过编程来设定规则通道的数量</a:t>
            </a:r>
            <a:r>
              <a:rPr lang="en-US" altLang="zh-CN" b="1" dirty="0">
                <a:solidFill>
                  <a:prstClr val="black"/>
                </a:solidFill>
              </a:rPr>
              <a:t>n</a:t>
            </a:r>
            <a:r>
              <a:rPr lang="zh-CN" altLang="en-US" b="1" dirty="0">
                <a:solidFill>
                  <a:prstClr val="black"/>
                </a:solidFill>
              </a:rPr>
              <a:t>，</a:t>
            </a:r>
            <a:r>
              <a:rPr lang="en-US" altLang="zh-CN" b="1" dirty="0">
                <a:solidFill>
                  <a:prstClr val="black"/>
                </a:solidFill>
              </a:rPr>
              <a:t>n</a:t>
            </a:r>
            <a:r>
              <a:rPr lang="zh-CN" altLang="en-US" b="1" dirty="0">
                <a:solidFill>
                  <a:prstClr val="black"/>
                </a:solidFill>
              </a:rPr>
              <a:t>最多可设定为</a:t>
            </a:r>
            <a:r>
              <a:rPr lang="en-US" altLang="zh-CN" b="1" dirty="0">
                <a:solidFill>
                  <a:prstClr val="black"/>
                </a:solidFill>
              </a:rPr>
              <a:t>16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1560" y="2327543"/>
            <a:ext cx="2664296" cy="7848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规则</a:t>
            </a:r>
            <a:r>
              <a:rPr lang="zh-CN" altLang="en-US" b="1" dirty="0">
                <a:solidFill>
                  <a:prstClr val="black"/>
                </a:solidFill>
              </a:rPr>
              <a:t>通道组最多允许</a:t>
            </a:r>
            <a:r>
              <a:rPr lang="en-US" altLang="zh-CN" b="1" dirty="0">
                <a:solidFill>
                  <a:prstClr val="black"/>
                </a:solidFill>
              </a:rPr>
              <a:t>16</a:t>
            </a:r>
            <a:r>
              <a:rPr lang="zh-CN" altLang="en-US" b="1" dirty="0">
                <a:solidFill>
                  <a:prstClr val="black"/>
                </a:solidFill>
              </a:rPr>
              <a:t>个规则通道进行</a:t>
            </a:r>
            <a:r>
              <a:rPr lang="zh-CN" altLang="en-US" b="1" dirty="0" smtClean="0">
                <a:solidFill>
                  <a:prstClr val="black"/>
                </a:solidFill>
              </a:rPr>
              <a:t>转换</a:t>
            </a:r>
            <a:endParaRPr lang="en-US" altLang="zh-CN" b="1" dirty="0" smtClean="0">
              <a:solidFill>
                <a:prstClr val="black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31640" y="3723878"/>
            <a:ext cx="640871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转换</a:t>
            </a:r>
            <a:r>
              <a:rPr lang="zh-CN" altLang="en-US" b="1" dirty="0">
                <a:solidFill>
                  <a:prstClr val="black"/>
                </a:solidFill>
              </a:rPr>
              <a:t>结果保存在同一个</a:t>
            </a:r>
            <a:r>
              <a:rPr lang="en-US" altLang="zh-CN" b="1" dirty="0">
                <a:solidFill>
                  <a:prstClr val="black"/>
                </a:solidFill>
              </a:rPr>
              <a:t>16</a:t>
            </a:r>
            <a:r>
              <a:rPr lang="zh-CN" altLang="en-US" b="1" dirty="0">
                <a:solidFill>
                  <a:prstClr val="black"/>
                </a:solidFill>
              </a:rPr>
              <a:t>位的规则通道数据寄存器</a:t>
            </a:r>
            <a:r>
              <a:rPr lang="en-US" altLang="zh-CN" b="1" dirty="0">
                <a:solidFill>
                  <a:prstClr val="black"/>
                </a:solidFill>
              </a:rPr>
              <a:t>ADC_DR</a:t>
            </a:r>
            <a:r>
              <a:rPr lang="zh-CN" altLang="en-US" b="1" dirty="0">
                <a:solidFill>
                  <a:prstClr val="black"/>
                </a:solidFill>
              </a:rPr>
              <a:t>中，同时，</a:t>
            </a:r>
            <a:r>
              <a:rPr lang="en-US" altLang="zh-CN" b="1" dirty="0">
                <a:solidFill>
                  <a:prstClr val="black"/>
                </a:solidFill>
              </a:rPr>
              <a:t>EOC</a:t>
            </a:r>
            <a:r>
              <a:rPr lang="zh-CN" altLang="en-US" b="1" dirty="0">
                <a:solidFill>
                  <a:prstClr val="black"/>
                </a:solidFill>
              </a:rPr>
              <a:t>标志被置位，产生相应的中断或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请求。</a:t>
            </a:r>
          </a:p>
        </p:txBody>
      </p:sp>
    </p:spTree>
    <p:extLst>
      <p:ext uri="{BB962C8B-B14F-4D97-AF65-F5344CB8AC3E}">
        <p14:creationId xmlns:p14="http://schemas.microsoft.com/office/powerpoint/2010/main" val="274739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820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10.2.2 ADC</a:t>
            </a:r>
            <a:r>
              <a:rPr lang="zh-CN" altLang="en-US" sz="2400" b="1" dirty="0">
                <a:solidFill>
                  <a:schemeClr val="bg1"/>
                </a:solidFill>
              </a:rPr>
              <a:t>通道选择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>
            <a:off x="7380312" y="230930"/>
            <a:ext cx="1431776" cy="143177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规则组</a:t>
            </a:r>
            <a:endParaRPr lang="zh-CN" altLang="en-US" dirty="0" smtClean="0"/>
          </a:p>
        </p:txBody>
      </p:sp>
      <p:sp>
        <p:nvSpPr>
          <p:cNvPr id="2" name="矩形 1"/>
          <p:cNvSpPr/>
          <p:nvPr/>
        </p:nvSpPr>
        <p:spPr>
          <a:xfrm>
            <a:off x="1115616" y="969124"/>
            <a:ext cx="576064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例如：设定</a:t>
            </a:r>
            <a:r>
              <a:rPr lang="en-US" altLang="zh-CN" b="1" dirty="0">
                <a:solidFill>
                  <a:prstClr val="black"/>
                </a:solidFill>
              </a:rPr>
              <a:t>n=3</a:t>
            </a:r>
            <a:r>
              <a:rPr lang="zh-CN" altLang="en-US" b="1" dirty="0">
                <a:solidFill>
                  <a:prstClr val="black"/>
                </a:solidFill>
              </a:rPr>
              <a:t>，规则通道组由</a:t>
            </a:r>
            <a:r>
              <a:rPr lang="en-US" altLang="zh-CN" b="1" dirty="0">
                <a:solidFill>
                  <a:prstClr val="black"/>
                </a:solidFill>
              </a:rPr>
              <a:t>1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2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3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5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6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7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9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US" altLang="zh-CN" b="1" dirty="0">
                <a:solidFill>
                  <a:prstClr val="black"/>
                </a:solidFill>
              </a:rPr>
              <a:t>11</a:t>
            </a:r>
            <a:r>
              <a:rPr lang="zh-CN" altLang="en-US" b="1" dirty="0">
                <a:solidFill>
                  <a:prstClr val="black"/>
                </a:solidFill>
              </a:rPr>
              <a:t>通道组成</a:t>
            </a:r>
            <a:r>
              <a:rPr lang="zh-CN" altLang="en-US" b="1" dirty="0" smtClean="0">
                <a:solidFill>
                  <a:prstClr val="black"/>
                </a:solidFill>
              </a:rPr>
              <a:t>：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graphicFrame>
        <p:nvGraphicFramePr>
          <p:cNvPr id="14" name="图示 13"/>
          <p:cNvGraphicFramePr/>
          <p:nvPr>
            <p:extLst>
              <p:ext uri="{D42A27DB-BD31-4B8C-83A1-F6EECF244321}">
                <p14:modId xmlns:p14="http://schemas.microsoft.com/office/powerpoint/2010/main" val="2756217301"/>
              </p:ext>
            </p:extLst>
          </p:nvPr>
        </p:nvGraphicFramePr>
        <p:xfrm>
          <a:off x="611560" y="1333757"/>
          <a:ext cx="7704856" cy="3554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11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820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10.2.2 ADC</a:t>
            </a:r>
            <a:r>
              <a:rPr lang="zh-CN" altLang="en-US" sz="2400" b="1" dirty="0">
                <a:solidFill>
                  <a:schemeClr val="bg1"/>
                </a:solidFill>
              </a:rPr>
              <a:t>通道选择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3275856" y="1924718"/>
            <a:ext cx="2232248" cy="2232248"/>
            <a:chOff x="4333877" y="1890716"/>
            <a:chExt cx="3536950" cy="3536947"/>
          </a:xfrm>
        </p:grpSpPr>
        <p:sp>
          <p:nvSpPr>
            <p:cNvPr id="11" name="箭头1"/>
            <p:cNvSpPr>
              <a:spLocks noChangeAspect="1"/>
            </p:cNvSpPr>
            <p:nvPr/>
          </p:nvSpPr>
          <p:spPr bwMode="auto">
            <a:xfrm>
              <a:off x="6130927" y="1890716"/>
              <a:ext cx="1739900" cy="2003425"/>
            </a:xfrm>
            <a:custGeom>
              <a:avLst/>
              <a:gdLst>
                <a:gd name="T0" fmla="*/ 66738974 w 1260"/>
                <a:gd name="T1" fmla="*/ 1906775 h 1451"/>
                <a:gd name="T2" fmla="*/ 190680612 w 1260"/>
                <a:gd name="T3" fmla="*/ 11437886 h 1451"/>
                <a:gd name="T4" fmla="*/ 308902675 w 1260"/>
                <a:gd name="T5" fmla="*/ 24782547 h 1451"/>
                <a:gd name="T6" fmla="*/ 429031723 w 1260"/>
                <a:gd name="T7" fmla="*/ 43847531 h 1451"/>
                <a:gd name="T8" fmla="*/ 543441195 w 1260"/>
                <a:gd name="T9" fmla="*/ 70536852 h 1451"/>
                <a:gd name="T10" fmla="*/ 657849286 w 1260"/>
                <a:gd name="T11" fmla="*/ 101038342 h 1451"/>
                <a:gd name="T12" fmla="*/ 770351772 w 1260"/>
                <a:gd name="T13" fmla="*/ 137260156 h 1451"/>
                <a:gd name="T14" fmla="*/ 879038906 w 1260"/>
                <a:gd name="T15" fmla="*/ 179200912 h 1451"/>
                <a:gd name="T16" fmla="*/ 985820436 w 1260"/>
                <a:gd name="T17" fmla="*/ 226860612 h 1451"/>
                <a:gd name="T18" fmla="*/ 1090694979 w 1260"/>
                <a:gd name="T19" fmla="*/ 276425706 h 1451"/>
                <a:gd name="T20" fmla="*/ 1191756933 w 1260"/>
                <a:gd name="T21" fmla="*/ 333617897 h 1451"/>
                <a:gd name="T22" fmla="*/ 1289003534 w 1260"/>
                <a:gd name="T23" fmla="*/ 392715483 h 1451"/>
                <a:gd name="T24" fmla="*/ 1384344531 w 1260"/>
                <a:gd name="T25" fmla="*/ 457533393 h 1451"/>
                <a:gd name="T26" fmla="*/ 1475871556 w 1260"/>
                <a:gd name="T27" fmla="*/ 528068864 h 1451"/>
                <a:gd name="T28" fmla="*/ 1563584610 w 1260"/>
                <a:gd name="T29" fmla="*/ 602419266 h 1451"/>
                <a:gd name="T30" fmla="*/ 1651297664 w 1260"/>
                <a:gd name="T31" fmla="*/ 678673681 h 1451"/>
                <a:gd name="T32" fmla="*/ 1731384156 w 1260"/>
                <a:gd name="T33" fmla="*/ 758743025 h 1451"/>
                <a:gd name="T34" fmla="*/ 1807656677 w 1260"/>
                <a:gd name="T35" fmla="*/ 846436707 h 1451"/>
                <a:gd name="T36" fmla="*/ 1880115227 w 1260"/>
                <a:gd name="T37" fmla="*/ 934130389 h 1451"/>
                <a:gd name="T38" fmla="*/ 1950666791 w 1260"/>
                <a:gd name="T39" fmla="*/ 1025636239 h 1451"/>
                <a:gd name="T40" fmla="*/ 2015498779 w 1260"/>
                <a:gd name="T41" fmla="*/ 1122862413 h 1451"/>
                <a:gd name="T42" fmla="*/ 2074609810 w 1260"/>
                <a:gd name="T43" fmla="*/ 1220088586 h 1451"/>
                <a:gd name="T44" fmla="*/ 2129906870 w 1260"/>
                <a:gd name="T45" fmla="*/ 1321126929 h 1451"/>
                <a:gd name="T46" fmla="*/ 2147483646 w 1260"/>
                <a:gd name="T47" fmla="*/ 1425978820 h 1451"/>
                <a:gd name="T48" fmla="*/ 2147483646 w 1260"/>
                <a:gd name="T49" fmla="*/ 1532736105 h 1451"/>
                <a:gd name="T50" fmla="*/ 2147483646 w 1260"/>
                <a:gd name="T51" fmla="*/ 1641400165 h 1451"/>
                <a:gd name="T52" fmla="*/ 2147483646 w 1260"/>
                <a:gd name="T53" fmla="*/ 1755783168 h 1451"/>
                <a:gd name="T54" fmla="*/ 2147483646 w 1260"/>
                <a:gd name="T55" fmla="*/ 1868260777 h 1451"/>
                <a:gd name="T56" fmla="*/ 2147483646 w 1260"/>
                <a:gd name="T57" fmla="*/ 1986455949 h 1451"/>
                <a:gd name="T58" fmla="*/ 2147483646 w 1260"/>
                <a:gd name="T59" fmla="*/ 2104652501 h 1451"/>
                <a:gd name="T60" fmla="*/ 2147483646 w 1260"/>
                <a:gd name="T61" fmla="*/ 2147483646 h 1451"/>
                <a:gd name="T62" fmla="*/ 2147483646 w 1260"/>
                <a:gd name="T63" fmla="*/ 2147483646 h 1451"/>
                <a:gd name="T64" fmla="*/ 1756172208 w 1260"/>
                <a:gd name="T65" fmla="*/ 2147483646 h 1451"/>
                <a:gd name="T66" fmla="*/ 1186035976 w 1260"/>
                <a:gd name="T67" fmla="*/ 2147483646 h 1451"/>
                <a:gd name="T68" fmla="*/ 1174595443 w 1260"/>
                <a:gd name="T69" fmla="*/ 2147483646 h 1451"/>
                <a:gd name="T70" fmla="*/ 1159340939 w 1260"/>
                <a:gd name="T71" fmla="*/ 2147483646 h 1451"/>
                <a:gd name="T72" fmla="*/ 1138365478 w 1260"/>
                <a:gd name="T73" fmla="*/ 2089401066 h 1451"/>
                <a:gd name="T74" fmla="*/ 1121203988 w 1260"/>
                <a:gd name="T75" fmla="*/ 2034115648 h 1451"/>
                <a:gd name="T76" fmla="*/ 1090694979 w 1260"/>
                <a:gd name="T77" fmla="*/ 1954047684 h 1451"/>
                <a:gd name="T78" fmla="*/ 1065906928 w 1260"/>
                <a:gd name="T79" fmla="*/ 1902575816 h 1451"/>
                <a:gd name="T80" fmla="*/ 1027771358 w 1260"/>
                <a:gd name="T81" fmla="*/ 1828226795 h 1451"/>
                <a:gd name="T82" fmla="*/ 997262349 w 1260"/>
                <a:gd name="T83" fmla="*/ 1780567096 h 1451"/>
                <a:gd name="T84" fmla="*/ 949591851 w 1260"/>
                <a:gd name="T85" fmla="*/ 1711937018 h 1451"/>
                <a:gd name="T86" fmla="*/ 915268872 w 1260"/>
                <a:gd name="T87" fmla="*/ 1666182712 h 1451"/>
                <a:gd name="T88" fmla="*/ 879038906 w 1260"/>
                <a:gd name="T89" fmla="*/ 1624243336 h 1451"/>
                <a:gd name="T90" fmla="*/ 821834861 w 1260"/>
                <a:gd name="T91" fmla="*/ 1565144370 h 1451"/>
                <a:gd name="T92" fmla="*/ 760816844 w 1260"/>
                <a:gd name="T93" fmla="*/ 1507953559 h 1451"/>
                <a:gd name="T94" fmla="*/ 715053331 w 1260"/>
                <a:gd name="T95" fmla="*/ 1473638520 h 1451"/>
                <a:gd name="T96" fmla="*/ 671196804 w 1260"/>
                <a:gd name="T97" fmla="*/ 1439323481 h 1451"/>
                <a:gd name="T98" fmla="*/ 625433292 w 1260"/>
                <a:gd name="T99" fmla="*/ 1408820610 h 1451"/>
                <a:gd name="T100" fmla="*/ 552974742 w 1260"/>
                <a:gd name="T101" fmla="*/ 1364974460 h 1451"/>
                <a:gd name="T102" fmla="*/ 503397258 w 1260"/>
                <a:gd name="T103" fmla="*/ 1338285139 h 1451"/>
                <a:gd name="T104" fmla="*/ 425219132 w 1260"/>
                <a:gd name="T105" fmla="*/ 1303970100 h 1451"/>
                <a:gd name="T106" fmla="*/ 345132640 w 1260"/>
                <a:gd name="T107" fmla="*/ 1275374004 h 1451"/>
                <a:gd name="T108" fmla="*/ 261233557 w 1260"/>
                <a:gd name="T109" fmla="*/ 1250590076 h 1451"/>
                <a:gd name="T110" fmla="*/ 205935116 w 1260"/>
                <a:gd name="T111" fmla="*/ 1237245416 h 1451"/>
                <a:gd name="T112" fmla="*/ 120129048 w 1260"/>
                <a:gd name="T113" fmla="*/ 1223900755 h 1451"/>
                <a:gd name="T114" fmla="*/ 59111031 w 1260"/>
                <a:gd name="T115" fmla="*/ 1218181812 h 1451"/>
                <a:gd name="T116" fmla="*/ 0 w 1260"/>
                <a:gd name="T117" fmla="*/ 1214369643 h 1451"/>
                <a:gd name="T118" fmla="*/ 5720957 w 1260"/>
                <a:gd name="T119" fmla="*/ 0 h 145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260"/>
                <a:gd name="T181" fmla="*/ 0 h 1451"/>
                <a:gd name="T182" fmla="*/ 1260 w 1260"/>
                <a:gd name="T183" fmla="*/ 1451 h 145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260" h="1451">
                  <a:moveTo>
                    <a:pt x="3" y="0"/>
                  </a:moveTo>
                  <a:lnTo>
                    <a:pt x="35" y="1"/>
                  </a:lnTo>
                  <a:lnTo>
                    <a:pt x="68" y="3"/>
                  </a:lnTo>
                  <a:lnTo>
                    <a:pt x="100" y="6"/>
                  </a:lnTo>
                  <a:lnTo>
                    <a:pt x="131" y="9"/>
                  </a:lnTo>
                  <a:lnTo>
                    <a:pt x="162" y="13"/>
                  </a:lnTo>
                  <a:lnTo>
                    <a:pt x="193" y="18"/>
                  </a:lnTo>
                  <a:lnTo>
                    <a:pt x="225" y="23"/>
                  </a:lnTo>
                  <a:lnTo>
                    <a:pt x="255" y="30"/>
                  </a:lnTo>
                  <a:lnTo>
                    <a:pt x="285" y="37"/>
                  </a:lnTo>
                  <a:lnTo>
                    <a:pt x="315" y="44"/>
                  </a:lnTo>
                  <a:lnTo>
                    <a:pt x="345" y="53"/>
                  </a:lnTo>
                  <a:lnTo>
                    <a:pt x="374" y="62"/>
                  </a:lnTo>
                  <a:lnTo>
                    <a:pt x="404" y="72"/>
                  </a:lnTo>
                  <a:lnTo>
                    <a:pt x="433" y="83"/>
                  </a:lnTo>
                  <a:lnTo>
                    <a:pt x="461" y="94"/>
                  </a:lnTo>
                  <a:lnTo>
                    <a:pt x="489" y="106"/>
                  </a:lnTo>
                  <a:lnTo>
                    <a:pt x="517" y="119"/>
                  </a:lnTo>
                  <a:lnTo>
                    <a:pt x="545" y="132"/>
                  </a:lnTo>
                  <a:lnTo>
                    <a:pt x="572" y="145"/>
                  </a:lnTo>
                  <a:lnTo>
                    <a:pt x="599" y="160"/>
                  </a:lnTo>
                  <a:lnTo>
                    <a:pt x="625" y="175"/>
                  </a:lnTo>
                  <a:lnTo>
                    <a:pt x="651" y="190"/>
                  </a:lnTo>
                  <a:lnTo>
                    <a:pt x="676" y="206"/>
                  </a:lnTo>
                  <a:lnTo>
                    <a:pt x="702" y="223"/>
                  </a:lnTo>
                  <a:lnTo>
                    <a:pt x="726" y="240"/>
                  </a:lnTo>
                  <a:lnTo>
                    <a:pt x="751" y="259"/>
                  </a:lnTo>
                  <a:lnTo>
                    <a:pt x="774" y="277"/>
                  </a:lnTo>
                  <a:lnTo>
                    <a:pt x="798" y="296"/>
                  </a:lnTo>
                  <a:lnTo>
                    <a:pt x="820" y="316"/>
                  </a:lnTo>
                  <a:lnTo>
                    <a:pt x="843" y="336"/>
                  </a:lnTo>
                  <a:lnTo>
                    <a:pt x="866" y="356"/>
                  </a:lnTo>
                  <a:lnTo>
                    <a:pt x="887" y="377"/>
                  </a:lnTo>
                  <a:lnTo>
                    <a:pt x="908" y="398"/>
                  </a:lnTo>
                  <a:lnTo>
                    <a:pt x="928" y="421"/>
                  </a:lnTo>
                  <a:lnTo>
                    <a:pt x="948" y="444"/>
                  </a:lnTo>
                  <a:lnTo>
                    <a:pt x="967" y="467"/>
                  </a:lnTo>
                  <a:lnTo>
                    <a:pt x="986" y="490"/>
                  </a:lnTo>
                  <a:lnTo>
                    <a:pt x="1004" y="514"/>
                  </a:lnTo>
                  <a:lnTo>
                    <a:pt x="1023" y="538"/>
                  </a:lnTo>
                  <a:lnTo>
                    <a:pt x="1040" y="564"/>
                  </a:lnTo>
                  <a:lnTo>
                    <a:pt x="1057" y="589"/>
                  </a:lnTo>
                  <a:lnTo>
                    <a:pt x="1073" y="614"/>
                  </a:lnTo>
                  <a:lnTo>
                    <a:pt x="1088" y="640"/>
                  </a:lnTo>
                  <a:lnTo>
                    <a:pt x="1103" y="666"/>
                  </a:lnTo>
                  <a:lnTo>
                    <a:pt x="1117" y="693"/>
                  </a:lnTo>
                  <a:lnTo>
                    <a:pt x="1131" y="720"/>
                  </a:lnTo>
                  <a:lnTo>
                    <a:pt x="1144" y="748"/>
                  </a:lnTo>
                  <a:lnTo>
                    <a:pt x="1156" y="776"/>
                  </a:lnTo>
                  <a:lnTo>
                    <a:pt x="1168" y="804"/>
                  </a:lnTo>
                  <a:lnTo>
                    <a:pt x="1180" y="833"/>
                  </a:lnTo>
                  <a:lnTo>
                    <a:pt x="1190" y="861"/>
                  </a:lnTo>
                  <a:lnTo>
                    <a:pt x="1200" y="891"/>
                  </a:lnTo>
                  <a:lnTo>
                    <a:pt x="1209" y="921"/>
                  </a:lnTo>
                  <a:lnTo>
                    <a:pt x="1217" y="950"/>
                  </a:lnTo>
                  <a:lnTo>
                    <a:pt x="1224" y="980"/>
                  </a:lnTo>
                  <a:lnTo>
                    <a:pt x="1231" y="1010"/>
                  </a:lnTo>
                  <a:lnTo>
                    <a:pt x="1237" y="1042"/>
                  </a:lnTo>
                  <a:lnTo>
                    <a:pt x="1243" y="1073"/>
                  </a:lnTo>
                  <a:lnTo>
                    <a:pt x="1248" y="1104"/>
                  </a:lnTo>
                  <a:lnTo>
                    <a:pt x="1252" y="1135"/>
                  </a:lnTo>
                  <a:lnTo>
                    <a:pt x="1255" y="1166"/>
                  </a:lnTo>
                  <a:lnTo>
                    <a:pt x="1257" y="1198"/>
                  </a:lnTo>
                  <a:lnTo>
                    <a:pt x="1259" y="1231"/>
                  </a:lnTo>
                  <a:lnTo>
                    <a:pt x="1260" y="1263"/>
                  </a:lnTo>
                  <a:lnTo>
                    <a:pt x="921" y="1451"/>
                  </a:lnTo>
                  <a:lnTo>
                    <a:pt x="622" y="1246"/>
                  </a:lnTo>
                  <a:lnTo>
                    <a:pt x="622" y="1231"/>
                  </a:lnTo>
                  <a:lnTo>
                    <a:pt x="620" y="1215"/>
                  </a:lnTo>
                  <a:lnTo>
                    <a:pt x="616" y="1184"/>
                  </a:lnTo>
                  <a:lnTo>
                    <a:pt x="611" y="1154"/>
                  </a:lnTo>
                  <a:lnTo>
                    <a:pt x="608" y="1139"/>
                  </a:lnTo>
                  <a:lnTo>
                    <a:pt x="605" y="1125"/>
                  </a:lnTo>
                  <a:lnTo>
                    <a:pt x="597" y="1096"/>
                  </a:lnTo>
                  <a:lnTo>
                    <a:pt x="593" y="1082"/>
                  </a:lnTo>
                  <a:lnTo>
                    <a:pt x="588" y="1067"/>
                  </a:lnTo>
                  <a:lnTo>
                    <a:pt x="577" y="1039"/>
                  </a:lnTo>
                  <a:lnTo>
                    <a:pt x="572" y="1025"/>
                  </a:lnTo>
                  <a:lnTo>
                    <a:pt x="566" y="1012"/>
                  </a:lnTo>
                  <a:lnTo>
                    <a:pt x="559" y="998"/>
                  </a:lnTo>
                  <a:lnTo>
                    <a:pt x="553" y="985"/>
                  </a:lnTo>
                  <a:lnTo>
                    <a:pt x="539" y="959"/>
                  </a:lnTo>
                  <a:lnTo>
                    <a:pt x="530" y="947"/>
                  </a:lnTo>
                  <a:lnTo>
                    <a:pt x="523" y="934"/>
                  </a:lnTo>
                  <a:lnTo>
                    <a:pt x="506" y="910"/>
                  </a:lnTo>
                  <a:lnTo>
                    <a:pt x="498" y="898"/>
                  </a:lnTo>
                  <a:lnTo>
                    <a:pt x="489" y="887"/>
                  </a:lnTo>
                  <a:lnTo>
                    <a:pt x="480" y="874"/>
                  </a:lnTo>
                  <a:lnTo>
                    <a:pt x="471" y="863"/>
                  </a:lnTo>
                  <a:lnTo>
                    <a:pt x="461" y="852"/>
                  </a:lnTo>
                  <a:lnTo>
                    <a:pt x="451" y="841"/>
                  </a:lnTo>
                  <a:lnTo>
                    <a:pt x="431" y="821"/>
                  </a:lnTo>
                  <a:lnTo>
                    <a:pt x="410" y="801"/>
                  </a:lnTo>
                  <a:lnTo>
                    <a:pt x="399" y="791"/>
                  </a:lnTo>
                  <a:lnTo>
                    <a:pt x="388" y="782"/>
                  </a:lnTo>
                  <a:lnTo>
                    <a:pt x="375" y="773"/>
                  </a:lnTo>
                  <a:lnTo>
                    <a:pt x="364" y="764"/>
                  </a:lnTo>
                  <a:lnTo>
                    <a:pt x="352" y="755"/>
                  </a:lnTo>
                  <a:lnTo>
                    <a:pt x="340" y="747"/>
                  </a:lnTo>
                  <a:lnTo>
                    <a:pt x="328" y="739"/>
                  </a:lnTo>
                  <a:lnTo>
                    <a:pt x="315" y="731"/>
                  </a:lnTo>
                  <a:lnTo>
                    <a:pt x="290" y="716"/>
                  </a:lnTo>
                  <a:lnTo>
                    <a:pt x="277" y="709"/>
                  </a:lnTo>
                  <a:lnTo>
                    <a:pt x="264" y="702"/>
                  </a:lnTo>
                  <a:lnTo>
                    <a:pt x="237" y="690"/>
                  </a:lnTo>
                  <a:lnTo>
                    <a:pt x="223" y="684"/>
                  </a:lnTo>
                  <a:lnTo>
                    <a:pt x="209" y="678"/>
                  </a:lnTo>
                  <a:lnTo>
                    <a:pt x="181" y="669"/>
                  </a:lnTo>
                  <a:lnTo>
                    <a:pt x="152" y="660"/>
                  </a:lnTo>
                  <a:lnTo>
                    <a:pt x="137" y="656"/>
                  </a:lnTo>
                  <a:lnTo>
                    <a:pt x="123" y="653"/>
                  </a:lnTo>
                  <a:lnTo>
                    <a:pt x="108" y="649"/>
                  </a:lnTo>
                  <a:lnTo>
                    <a:pt x="93" y="647"/>
                  </a:lnTo>
                  <a:lnTo>
                    <a:pt x="63" y="642"/>
                  </a:lnTo>
                  <a:lnTo>
                    <a:pt x="47" y="640"/>
                  </a:lnTo>
                  <a:lnTo>
                    <a:pt x="31" y="639"/>
                  </a:lnTo>
                  <a:lnTo>
                    <a:pt x="16" y="638"/>
                  </a:lnTo>
                  <a:lnTo>
                    <a:pt x="0" y="637"/>
                  </a:lnTo>
                  <a:lnTo>
                    <a:pt x="197" y="34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rIns="0" anchor="ctr"/>
            <a:lstStyle/>
            <a:p>
              <a:endParaRPr lang="zh-CN" altLang="en-US"/>
            </a:p>
          </p:txBody>
        </p:sp>
        <p:sp>
          <p:nvSpPr>
            <p:cNvPr id="12" name="箭头4"/>
            <p:cNvSpPr>
              <a:spLocks noChangeAspect="1"/>
            </p:cNvSpPr>
            <p:nvPr/>
          </p:nvSpPr>
          <p:spPr bwMode="auto">
            <a:xfrm>
              <a:off x="4333877" y="1892300"/>
              <a:ext cx="1974851" cy="1828800"/>
            </a:xfrm>
            <a:custGeom>
              <a:avLst/>
              <a:gdLst>
                <a:gd name="T0" fmla="*/ 1213188582 w 1431"/>
                <a:gd name="T1" fmla="*/ 2147483646 h 1325"/>
                <a:gd name="T2" fmla="*/ 1213188582 w 1431"/>
                <a:gd name="T3" fmla="*/ 2147483646 h 1325"/>
                <a:gd name="T4" fmla="*/ 1218901985 w 1431"/>
                <a:gd name="T5" fmla="*/ 2147483646 h 1325"/>
                <a:gd name="T6" fmla="*/ 1230330170 w 1431"/>
                <a:gd name="T7" fmla="*/ 2147483646 h 1325"/>
                <a:gd name="T8" fmla="*/ 1247470377 w 1431"/>
                <a:gd name="T9" fmla="*/ 2143153467 h 1325"/>
                <a:gd name="T10" fmla="*/ 1262706118 w 1431"/>
                <a:gd name="T11" fmla="*/ 2086002432 h 1325"/>
                <a:gd name="T12" fmla="*/ 1291274510 w 1431"/>
                <a:gd name="T13" fmla="*/ 2004085994 h 1325"/>
                <a:gd name="T14" fmla="*/ 1312225033 w 1431"/>
                <a:gd name="T15" fmla="*/ 1950745764 h 1325"/>
                <a:gd name="T16" fmla="*/ 1348411295 w 1431"/>
                <a:gd name="T17" fmla="*/ 1872640132 h 1325"/>
                <a:gd name="T18" fmla="*/ 1378882776 w 1431"/>
                <a:gd name="T19" fmla="*/ 1823109326 h 1325"/>
                <a:gd name="T20" fmla="*/ 1407451168 w 1431"/>
                <a:gd name="T21" fmla="*/ 1775483234 h 1325"/>
                <a:gd name="T22" fmla="*/ 1439828496 w 1431"/>
                <a:gd name="T23" fmla="*/ 1727857141 h 1325"/>
                <a:gd name="T24" fmla="*/ 1472205823 w 1431"/>
                <a:gd name="T25" fmla="*/ 1684041854 h 1325"/>
                <a:gd name="T26" fmla="*/ 1508392086 w 1431"/>
                <a:gd name="T27" fmla="*/ 1638321854 h 1325"/>
                <a:gd name="T28" fmla="*/ 1565527491 w 1431"/>
                <a:gd name="T29" fmla="*/ 1575455301 h 1325"/>
                <a:gd name="T30" fmla="*/ 1605522689 w 1431"/>
                <a:gd name="T31" fmla="*/ 1537355531 h 1325"/>
                <a:gd name="T32" fmla="*/ 1670277344 w 1431"/>
                <a:gd name="T33" fmla="*/ 1482109208 h 1325"/>
                <a:gd name="T34" fmla="*/ 1715985944 w 1431"/>
                <a:gd name="T35" fmla="*/ 1447818863 h 1325"/>
                <a:gd name="T36" fmla="*/ 1786454002 w 1431"/>
                <a:gd name="T37" fmla="*/ 1400192770 h 1325"/>
                <a:gd name="T38" fmla="*/ 1858826527 w 1431"/>
                <a:gd name="T39" fmla="*/ 1354472770 h 1325"/>
                <a:gd name="T40" fmla="*/ 1910248530 w 1431"/>
                <a:gd name="T41" fmla="*/ 1329707368 h 1325"/>
                <a:gd name="T42" fmla="*/ 1961670533 w 1431"/>
                <a:gd name="T43" fmla="*/ 1306846678 h 1325"/>
                <a:gd name="T44" fmla="*/ 2016902851 w 1431"/>
                <a:gd name="T45" fmla="*/ 1285892080 h 1325"/>
                <a:gd name="T46" fmla="*/ 2127366106 w 1431"/>
                <a:gd name="T47" fmla="*/ 1251601735 h 1325"/>
                <a:gd name="T48" fmla="*/ 2147483646 w 1431"/>
                <a:gd name="T49" fmla="*/ 1236361275 h 1325"/>
                <a:gd name="T50" fmla="*/ 2147483646 w 1431"/>
                <a:gd name="T51" fmla="*/ 1223025528 h 1325"/>
                <a:gd name="T52" fmla="*/ 2147483646 w 1431"/>
                <a:gd name="T53" fmla="*/ 1215405298 h 1325"/>
                <a:gd name="T54" fmla="*/ 2147483646 w 1431"/>
                <a:gd name="T55" fmla="*/ 636278856 h 1325"/>
                <a:gd name="T56" fmla="*/ 2147483646 w 1431"/>
                <a:gd name="T57" fmla="*/ 1904712 h 1325"/>
                <a:gd name="T58" fmla="*/ 2147483646 w 1431"/>
                <a:gd name="T59" fmla="*/ 11429655 h 1325"/>
                <a:gd name="T60" fmla="*/ 2056898048 w 1431"/>
                <a:gd name="T61" fmla="*/ 28574827 h 1325"/>
                <a:gd name="T62" fmla="*/ 1938816923 w 1431"/>
                <a:gd name="T63" fmla="*/ 49530805 h 1325"/>
                <a:gd name="T64" fmla="*/ 1822640265 w 1431"/>
                <a:gd name="T65" fmla="*/ 76200920 h 1325"/>
                <a:gd name="T66" fmla="*/ 1710272542 w 1431"/>
                <a:gd name="T67" fmla="*/ 108586553 h 1325"/>
                <a:gd name="T68" fmla="*/ 1597904819 w 1431"/>
                <a:gd name="T69" fmla="*/ 144781610 h 1325"/>
                <a:gd name="T70" fmla="*/ 1491250498 w 1431"/>
                <a:gd name="T71" fmla="*/ 190502990 h 1325"/>
                <a:gd name="T72" fmla="*/ 1386502026 w 1431"/>
                <a:gd name="T73" fmla="*/ 238127703 h 1325"/>
                <a:gd name="T74" fmla="*/ 1281752173 w 1431"/>
                <a:gd name="T75" fmla="*/ 289563221 h 1325"/>
                <a:gd name="T76" fmla="*/ 1180811255 w 1431"/>
                <a:gd name="T77" fmla="*/ 346714256 h 1325"/>
                <a:gd name="T78" fmla="*/ 1085585119 w 1431"/>
                <a:gd name="T79" fmla="*/ 407674716 h 1325"/>
                <a:gd name="T80" fmla="*/ 990357604 w 1431"/>
                <a:gd name="T81" fmla="*/ 476256786 h 1325"/>
                <a:gd name="T82" fmla="*/ 898940404 w 1431"/>
                <a:gd name="T83" fmla="*/ 546742189 h 1325"/>
                <a:gd name="T84" fmla="*/ 813236606 w 1431"/>
                <a:gd name="T85" fmla="*/ 619133684 h 1325"/>
                <a:gd name="T86" fmla="*/ 727532808 w 1431"/>
                <a:gd name="T87" fmla="*/ 697239317 h 1325"/>
                <a:gd name="T88" fmla="*/ 649446880 w 1431"/>
                <a:gd name="T89" fmla="*/ 781060467 h 1325"/>
                <a:gd name="T90" fmla="*/ 573265420 w 1431"/>
                <a:gd name="T91" fmla="*/ 866786329 h 1325"/>
                <a:gd name="T92" fmla="*/ 500892895 w 1431"/>
                <a:gd name="T93" fmla="*/ 956322997 h 1325"/>
                <a:gd name="T94" fmla="*/ 432329304 w 1431"/>
                <a:gd name="T95" fmla="*/ 1047764377 h 1325"/>
                <a:gd name="T96" fmla="*/ 369479116 w 1431"/>
                <a:gd name="T97" fmla="*/ 1146824607 h 1325"/>
                <a:gd name="T98" fmla="*/ 310439244 w 1431"/>
                <a:gd name="T99" fmla="*/ 1243981505 h 1325"/>
                <a:gd name="T100" fmla="*/ 257112774 w 1431"/>
                <a:gd name="T101" fmla="*/ 1346852540 h 1325"/>
                <a:gd name="T102" fmla="*/ 207593858 w 1431"/>
                <a:gd name="T103" fmla="*/ 1451629668 h 1325"/>
                <a:gd name="T104" fmla="*/ 163789726 w 1431"/>
                <a:gd name="T105" fmla="*/ 1560214841 h 1325"/>
                <a:gd name="T106" fmla="*/ 121890060 w 1431"/>
                <a:gd name="T107" fmla="*/ 1668801394 h 1325"/>
                <a:gd name="T108" fmla="*/ 89512733 w 1431"/>
                <a:gd name="T109" fmla="*/ 1783103464 h 1325"/>
                <a:gd name="T110" fmla="*/ 59041253 w 1431"/>
                <a:gd name="T111" fmla="*/ 1897405534 h 1325"/>
                <a:gd name="T112" fmla="*/ 36186263 w 1431"/>
                <a:gd name="T113" fmla="*/ 2015517029 h 1325"/>
                <a:gd name="T114" fmla="*/ 19044675 w 1431"/>
                <a:gd name="T115" fmla="*/ 2133628525 h 1325"/>
                <a:gd name="T116" fmla="*/ 7617870 w 1431"/>
                <a:gd name="T117" fmla="*/ 2147483646 h 1325"/>
                <a:gd name="T118" fmla="*/ 1904468 w 1431"/>
                <a:gd name="T119" fmla="*/ 2147483646 h 1325"/>
                <a:gd name="T120" fmla="*/ 1904468 w 1431"/>
                <a:gd name="T121" fmla="*/ 2147483646 h 1325"/>
                <a:gd name="T122" fmla="*/ 638018695 w 1431"/>
                <a:gd name="T123" fmla="*/ 2147483646 h 13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431"/>
                <a:gd name="T187" fmla="*/ 0 h 1325"/>
                <a:gd name="T188" fmla="*/ 1431 w 1431"/>
                <a:gd name="T189" fmla="*/ 1325 h 1325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431" h="1325">
                  <a:moveTo>
                    <a:pt x="638" y="1324"/>
                  </a:moveTo>
                  <a:lnTo>
                    <a:pt x="637" y="1302"/>
                  </a:lnTo>
                  <a:lnTo>
                    <a:pt x="637" y="1280"/>
                  </a:lnTo>
                  <a:lnTo>
                    <a:pt x="637" y="1248"/>
                  </a:lnTo>
                  <a:lnTo>
                    <a:pt x="638" y="1232"/>
                  </a:lnTo>
                  <a:lnTo>
                    <a:pt x="640" y="1217"/>
                  </a:lnTo>
                  <a:lnTo>
                    <a:pt x="644" y="1185"/>
                  </a:lnTo>
                  <a:lnTo>
                    <a:pt x="646" y="1170"/>
                  </a:lnTo>
                  <a:lnTo>
                    <a:pt x="649" y="1154"/>
                  </a:lnTo>
                  <a:lnTo>
                    <a:pt x="655" y="1125"/>
                  </a:lnTo>
                  <a:lnTo>
                    <a:pt x="659" y="1110"/>
                  </a:lnTo>
                  <a:lnTo>
                    <a:pt x="663" y="1095"/>
                  </a:lnTo>
                  <a:lnTo>
                    <a:pt x="673" y="1067"/>
                  </a:lnTo>
                  <a:lnTo>
                    <a:pt x="678" y="1052"/>
                  </a:lnTo>
                  <a:lnTo>
                    <a:pt x="683" y="1038"/>
                  </a:lnTo>
                  <a:lnTo>
                    <a:pt x="689" y="1024"/>
                  </a:lnTo>
                  <a:lnTo>
                    <a:pt x="695" y="1010"/>
                  </a:lnTo>
                  <a:lnTo>
                    <a:pt x="708" y="983"/>
                  </a:lnTo>
                  <a:lnTo>
                    <a:pt x="715" y="970"/>
                  </a:lnTo>
                  <a:lnTo>
                    <a:pt x="724" y="957"/>
                  </a:lnTo>
                  <a:lnTo>
                    <a:pt x="731" y="944"/>
                  </a:lnTo>
                  <a:lnTo>
                    <a:pt x="739" y="932"/>
                  </a:lnTo>
                  <a:lnTo>
                    <a:pt x="747" y="920"/>
                  </a:lnTo>
                  <a:lnTo>
                    <a:pt x="756" y="907"/>
                  </a:lnTo>
                  <a:lnTo>
                    <a:pt x="764" y="895"/>
                  </a:lnTo>
                  <a:lnTo>
                    <a:pt x="773" y="884"/>
                  </a:lnTo>
                  <a:lnTo>
                    <a:pt x="783" y="871"/>
                  </a:lnTo>
                  <a:lnTo>
                    <a:pt x="792" y="860"/>
                  </a:lnTo>
                  <a:lnTo>
                    <a:pt x="812" y="838"/>
                  </a:lnTo>
                  <a:lnTo>
                    <a:pt x="822" y="827"/>
                  </a:lnTo>
                  <a:lnTo>
                    <a:pt x="832" y="817"/>
                  </a:lnTo>
                  <a:lnTo>
                    <a:pt x="843" y="807"/>
                  </a:lnTo>
                  <a:lnTo>
                    <a:pt x="854" y="797"/>
                  </a:lnTo>
                  <a:lnTo>
                    <a:pt x="877" y="778"/>
                  </a:lnTo>
                  <a:lnTo>
                    <a:pt x="889" y="769"/>
                  </a:lnTo>
                  <a:lnTo>
                    <a:pt x="901" y="760"/>
                  </a:lnTo>
                  <a:lnTo>
                    <a:pt x="925" y="743"/>
                  </a:lnTo>
                  <a:lnTo>
                    <a:pt x="938" y="735"/>
                  </a:lnTo>
                  <a:lnTo>
                    <a:pt x="951" y="727"/>
                  </a:lnTo>
                  <a:lnTo>
                    <a:pt x="976" y="711"/>
                  </a:lnTo>
                  <a:lnTo>
                    <a:pt x="990" y="705"/>
                  </a:lnTo>
                  <a:lnTo>
                    <a:pt x="1003" y="698"/>
                  </a:lnTo>
                  <a:lnTo>
                    <a:pt x="1017" y="692"/>
                  </a:lnTo>
                  <a:lnTo>
                    <a:pt x="1030" y="686"/>
                  </a:lnTo>
                  <a:lnTo>
                    <a:pt x="1045" y="680"/>
                  </a:lnTo>
                  <a:lnTo>
                    <a:pt x="1059" y="675"/>
                  </a:lnTo>
                  <a:lnTo>
                    <a:pt x="1088" y="665"/>
                  </a:lnTo>
                  <a:lnTo>
                    <a:pt x="1117" y="657"/>
                  </a:lnTo>
                  <a:lnTo>
                    <a:pt x="1132" y="653"/>
                  </a:lnTo>
                  <a:lnTo>
                    <a:pt x="1147" y="649"/>
                  </a:lnTo>
                  <a:lnTo>
                    <a:pt x="1177" y="644"/>
                  </a:lnTo>
                  <a:lnTo>
                    <a:pt x="1192" y="642"/>
                  </a:lnTo>
                  <a:lnTo>
                    <a:pt x="1209" y="640"/>
                  </a:lnTo>
                  <a:lnTo>
                    <a:pt x="1224" y="638"/>
                  </a:lnTo>
                  <a:lnTo>
                    <a:pt x="1240" y="637"/>
                  </a:lnTo>
                  <a:lnTo>
                    <a:pt x="1431" y="334"/>
                  </a:lnTo>
                  <a:lnTo>
                    <a:pt x="1239" y="0"/>
                  </a:lnTo>
                  <a:lnTo>
                    <a:pt x="1207" y="1"/>
                  </a:lnTo>
                  <a:lnTo>
                    <a:pt x="1174" y="3"/>
                  </a:lnTo>
                  <a:lnTo>
                    <a:pt x="1142" y="6"/>
                  </a:lnTo>
                  <a:lnTo>
                    <a:pt x="1111" y="10"/>
                  </a:lnTo>
                  <a:lnTo>
                    <a:pt x="1080" y="15"/>
                  </a:lnTo>
                  <a:lnTo>
                    <a:pt x="1049" y="20"/>
                  </a:lnTo>
                  <a:lnTo>
                    <a:pt x="1018" y="26"/>
                  </a:lnTo>
                  <a:lnTo>
                    <a:pt x="987" y="32"/>
                  </a:lnTo>
                  <a:lnTo>
                    <a:pt x="957" y="40"/>
                  </a:lnTo>
                  <a:lnTo>
                    <a:pt x="928" y="48"/>
                  </a:lnTo>
                  <a:lnTo>
                    <a:pt x="898" y="57"/>
                  </a:lnTo>
                  <a:lnTo>
                    <a:pt x="868" y="66"/>
                  </a:lnTo>
                  <a:lnTo>
                    <a:pt x="839" y="76"/>
                  </a:lnTo>
                  <a:lnTo>
                    <a:pt x="811" y="88"/>
                  </a:lnTo>
                  <a:lnTo>
                    <a:pt x="783" y="100"/>
                  </a:lnTo>
                  <a:lnTo>
                    <a:pt x="755" y="112"/>
                  </a:lnTo>
                  <a:lnTo>
                    <a:pt x="728" y="125"/>
                  </a:lnTo>
                  <a:lnTo>
                    <a:pt x="699" y="138"/>
                  </a:lnTo>
                  <a:lnTo>
                    <a:pt x="673" y="152"/>
                  </a:lnTo>
                  <a:lnTo>
                    <a:pt x="646" y="167"/>
                  </a:lnTo>
                  <a:lnTo>
                    <a:pt x="620" y="182"/>
                  </a:lnTo>
                  <a:lnTo>
                    <a:pt x="595" y="198"/>
                  </a:lnTo>
                  <a:lnTo>
                    <a:pt x="570" y="214"/>
                  </a:lnTo>
                  <a:lnTo>
                    <a:pt x="544" y="231"/>
                  </a:lnTo>
                  <a:lnTo>
                    <a:pt x="520" y="250"/>
                  </a:lnTo>
                  <a:lnTo>
                    <a:pt x="496" y="268"/>
                  </a:lnTo>
                  <a:lnTo>
                    <a:pt x="472" y="287"/>
                  </a:lnTo>
                  <a:lnTo>
                    <a:pt x="449" y="306"/>
                  </a:lnTo>
                  <a:lnTo>
                    <a:pt x="427" y="325"/>
                  </a:lnTo>
                  <a:lnTo>
                    <a:pt x="405" y="346"/>
                  </a:lnTo>
                  <a:lnTo>
                    <a:pt x="382" y="366"/>
                  </a:lnTo>
                  <a:lnTo>
                    <a:pt x="361" y="388"/>
                  </a:lnTo>
                  <a:lnTo>
                    <a:pt x="341" y="410"/>
                  </a:lnTo>
                  <a:lnTo>
                    <a:pt x="320" y="433"/>
                  </a:lnTo>
                  <a:lnTo>
                    <a:pt x="301" y="455"/>
                  </a:lnTo>
                  <a:lnTo>
                    <a:pt x="282" y="478"/>
                  </a:lnTo>
                  <a:lnTo>
                    <a:pt x="263" y="502"/>
                  </a:lnTo>
                  <a:lnTo>
                    <a:pt x="245" y="526"/>
                  </a:lnTo>
                  <a:lnTo>
                    <a:pt x="227" y="550"/>
                  </a:lnTo>
                  <a:lnTo>
                    <a:pt x="210" y="576"/>
                  </a:lnTo>
                  <a:lnTo>
                    <a:pt x="194" y="602"/>
                  </a:lnTo>
                  <a:lnTo>
                    <a:pt x="178" y="627"/>
                  </a:lnTo>
                  <a:lnTo>
                    <a:pt x="163" y="653"/>
                  </a:lnTo>
                  <a:lnTo>
                    <a:pt x="149" y="680"/>
                  </a:lnTo>
                  <a:lnTo>
                    <a:pt x="135" y="707"/>
                  </a:lnTo>
                  <a:lnTo>
                    <a:pt x="122" y="735"/>
                  </a:lnTo>
                  <a:lnTo>
                    <a:pt x="109" y="762"/>
                  </a:lnTo>
                  <a:lnTo>
                    <a:pt x="97" y="790"/>
                  </a:lnTo>
                  <a:lnTo>
                    <a:pt x="86" y="819"/>
                  </a:lnTo>
                  <a:lnTo>
                    <a:pt x="74" y="847"/>
                  </a:lnTo>
                  <a:lnTo>
                    <a:pt x="64" y="876"/>
                  </a:lnTo>
                  <a:lnTo>
                    <a:pt x="55" y="906"/>
                  </a:lnTo>
                  <a:lnTo>
                    <a:pt x="47" y="936"/>
                  </a:lnTo>
                  <a:lnTo>
                    <a:pt x="39" y="966"/>
                  </a:lnTo>
                  <a:lnTo>
                    <a:pt x="31" y="996"/>
                  </a:lnTo>
                  <a:lnTo>
                    <a:pt x="25" y="1026"/>
                  </a:lnTo>
                  <a:lnTo>
                    <a:pt x="19" y="1058"/>
                  </a:lnTo>
                  <a:lnTo>
                    <a:pt x="14" y="1089"/>
                  </a:lnTo>
                  <a:lnTo>
                    <a:pt x="10" y="1120"/>
                  </a:lnTo>
                  <a:lnTo>
                    <a:pt x="6" y="1151"/>
                  </a:lnTo>
                  <a:lnTo>
                    <a:pt x="4" y="1183"/>
                  </a:lnTo>
                  <a:lnTo>
                    <a:pt x="2" y="1215"/>
                  </a:lnTo>
                  <a:lnTo>
                    <a:pt x="1" y="1247"/>
                  </a:lnTo>
                  <a:lnTo>
                    <a:pt x="0" y="1280"/>
                  </a:lnTo>
                  <a:lnTo>
                    <a:pt x="1" y="1302"/>
                  </a:lnTo>
                  <a:lnTo>
                    <a:pt x="2" y="1325"/>
                  </a:lnTo>
                  <a:lnTo>
                    <a:pt x="335" y="1129"/>
                  </a:lnTo>
                  <a:lnTo>
                    <a:pt x="638" y="132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" name="箭头3"/>
            <p:cNvSpPr>
              <a:spLocks noChangeAspect="1"/>
            </p:cNvSpPr>
            <p:nvPr/>
          </p:nvSpPr>
          <p:spPr bwMode="auto">
            <a:xfrm>
              <a:off x="4338639" y="3543300"/>
              <a:ext cx="1790700" cy="1884363"/>
            </a:xfrm>
            <a:custGeom>
              <a:avLst/>
              <a:gdLst>
                <a:gd name="T0" fmla="*/ 2095640308 w 1295"/>
                <a:gd name="T1" fmla="*/ 1952432160 h 1364"/>
                <a:gd name="T2" fmla="*/ 2147483646 w 1295"/>
                <a:gd name="T3" fmla="*/ 1389413783 h 1364"/>
                <a:gd name="T4" fmla="*/ 2147483646 w 1295"/>
                <a:gd name="T5" fmla="*/ 1385596705 h 1364"/>
                <a:gd name="T6" fmla="*/ 2147483646 w 1295"/>
                <a:gd name="T7" fmla="*/ 1377962548 h 1364"/>
                <a:gd name="T8" fmla="*/ 2147483646 w 1295"/>
                <a:gd name="T9" fmla="*/ 1356969307 h 1364"/>
                <a:gd name="T10" fmla="*/ 2109024235 w 1295"/>
                <a:gd name="T11" fmla="*/ 1343608842 h 1364"/>
                <a:gd name="T12" fmla="*/ 2007684443 w 1295"/>
                <a:gd name="T13" fmla="*/ 1311164366 h 1364"/>
                <a:gd name="T14" fmla="*/ 1956058354 w 1295"/>
                <a:gd name="T15" fmla="*/ 1292078974 h 1364"/>
                <a:gd name="T16" fmla="*/ 1860454333 w 1295"/>
                <a:gd name="T17" fmla="*/ 1246274033 h 1364"/>
                <a:gd name="T18" fmla="*/ 1814564016 w 1295"/>
                <a:gd name="T19" fmla="*/ 1217646635 h 1364"/>
                <a:gd name="T20" fmla="*/ 1724695766 w 1295"/>
                <a:gd name="T21" fmla="*/ 1160390459 h 1364"/>
                <a:gd name="T22" fmla="*/ 1682630218 w 1295"/>
                <a:gd name="T23" fmla="*/ 1127944602 h 1364"/>
                <a:gd name="T24" fmla="*/ 1600411506 w 1295"/>
                <a:gd name="T25" fmla="*/ 1061146420 h 1364"/>
                <a:gd name="T26" fmla="*/ 1527751953 w 1295"/>
                <a:gd name="T27" fmla="*/ 986712700 h 1364"/>
                <a:gd name="T28" fmla="*/ 1493334560 w 1295"/>
                <a:gd name="T29" fmla="*/ 946634067 h 1364"/>
                <a:gd name="T30" fmla="*/ 1428324545 w 1295"/>
                <a:gd name="T31" fmla="*/ 860750494 h 1364"/>
                <a:gd name="T32" fmla="*/ 1386257614 w 1295"/>
                <a:gd name="T33" fmla="*/ 795860160 h 1364"/>
                <a:gd name="T34" fmla="*/ 1344192066 w 1295"/>
                <a:gd name="T35" fmla="*/ 725243519 h 1364"/>
                <a:gd name="T36" fmla="*/ 1300214134 w 1295"/>
                <a:gd name="T37" fmla="*/ 629816558 h 1364"/>
                <a:gd name="T38" fmla="*/ 1281094436 w 1295"/>
                <a:gd name="T39" fmla="*/ 578286690 h 1364"/>
                <a:gd name="T40" fmla="*/ 1256236201 w 1295"/>
                <a:gd name="T41" fmla="*/ 501945122 h 1364"/>
                <a:gd name="T42" fmla="*/ 1235204118 w 1295"/>
                <a:gd name="T43" fmla="*/ 421786475 h 1364"/>
                <a:gd name="T44" fmla="*/ 615689675 w 1295"/>
                <a:gd name="T45" fmla="*/ 0 h 1364"/>
                <a:gd name="T46" fmla="*/ 3824769 w 1295"/>
                <a:gd name="T47" fmla="*/ 423695705 h 1364"/>
                <a:gd name="T48" fmla="*/ 19121081 w 1295"/>
                <a:gd name="T49" fmla="*/ 538206676 h 1364"/>
                <a:gd name="T50" fmla="*/ 40153163 w 1295"/>
                <a:gd name="T51" fmla="*/ 654628259 h 1364"/>
                <a:gd name="T52" fmla="*/ 66922400 w 1295"/>
                <a:gd name="T53" fmla="*/ 765323533 h 1364"/>
                <a:gd name="T54" fmla="*/ 97516406 w 1295"/>
                <a:gd name="T55" fmla="*/ 874109577 h 1364"/>
                <a:gd name="T56" fmla="*/ 131933798 w 1295"/>
                <a:gd name="T57" fmla="*/ 984804852 h 1364"/>
                <a:gd name="T58" fmla="*/ 173999346 w 1295"/>
                <a:gd name="T59" fmla="*/ 1089773818 h 1364"/>
                <a:gd name="T60" fmla="*/ 219889663 w 1295"/>
                <a:gd name="T61" fmla="*/ 1190927086 h 1364"/>
                <a:gd name="T62" fmla="*/ 269603367 w 1295"/>
                <a:gd name="T63" fmla="*/ 1293988204 h 1364"/>
                <a:gd name="T64" fmla="*/ 323141840 w 1295"/>
                <a:gd name="T65" fmla="*/ 1391323013 h 1364"/>
                <a:gd name="T66" fmla="*/ 382416084 w 1295"/>
                <a:gd name="T67" fmla="*/ 1486749974 h 1364"/>
                <a:gd name="T68" fmla="*/ 445515098 w 1295"/>
                <a:gd name="T69" fmla="*/ 1580267704 h 1364"/>
                <a:gd name="T70" fmla="*/ 512437498 w 1295"/>
                <a:gd name="T71" fmla="*/ 1668060508 h 1364"/>
                <a:gd name="T72" fmla="*/ 583184667 w 1295"/>
                <a:gd name="T73" fmla="*/ 1753944082 h 1364"/>
                <a:gd name="T74" fmla="*/ 657755223 w 1295"/>
                <a:gd name="T75" fmla="*/ 1836011958 h 1364"/>
                <a:gd name="T76" fmla="*/ 736150547 w 1295"/>
                <a:gd name="T77" fmla="*/ 1916170605 h 1364"/>
                <a:gd name="T78" fmla="*/ 818370642 w 1295"/>
                <a:gd name="T79" fmla="*/ 1990602944 h 1364"/>
                <a:gd name="T80" fmla="*/ 904414122 w 1295"/>
                <a:gd name="T81" fmla="*/ 2063127434 h 1364"/>
                <a:gd name="T82" fmla="*/ 992369988 w 1295"/>
                <a:gd name="T83" fmla="*/ 2129926997 h 1364"/>
                <a:gd name="T84" fmla="*/ 1084149240 w 1295"/>
                <a:gd name="T85" fmla="*/ 2147483646 h 1364"/>
                <a:gd name="T86" fmla="*/ 1177840876 w 1295"/>
                <a:gd name="T87" fmla="*/ 2147483646 h 1364"/>
                <a:gd name="T88" fmla="*/ 1275357282 w 1295"/>
                <a:gd name="T89" fmla="*/ 2147483646 h 1364"/>
                <a:gd name="T90" fmla="*/ 1376698457 w 1295"/>
                <a:gd name="T91" fmla="*/ 2147483646 h 1364"/>
                <a:gd name="T92" fmla="*/ 1479950634 w 1295"/>
                <a:gd name="T93" fmla="*/ 2147483646 h 1364"/>
                <a:gd name="T94" fmla="*/ 1583202810 w 1295"/>
                <a:gd name="T95" fmla="*/ 2147483646 h 1364"/>
                <a:gd name="T96" fmla="*/ 1692190758 w 1295"/>
                <a:gd name="T97" fmla="*/ 2147483646 h 1364"/>
                <a:gd name="T98" fmla="*/ 1801180089 w 1295"/>
                <a:gd name="T99" fmla="*/ 2147483646 h 1364"/>
                <a:gd name="T100" fmla="*/ 1913992806 w 1295"/>
                <a:gd name="T101" fmla="*/ 2147483646 h 1364"/>
                <a:gd name="T102" fmla="*/ 2028716525 w 1295"/>
                <a:gd name="T103" fmla="*/ 2147483646 h 1364"/>
                <a:gd name="T104" fmla="*/ 2143441627 w 1295"/>
                <a:gd name="T105" fmla="*/ 2147483646 h 1364"/>
                <a:gd name="T106" fmla="*/ 2147483646 w 1295"/>
                <a:gd name="T107" fmla="*/ 2147483646 h 1364"/>
                <a:gd name="T108" fmla="*/ 2147483646 w 1295"/>
                <a:gd name="T109" fmla="*/ 2147483646 h 1364"/>
                <a:gd name="T110" fmla="*/ 2147483646 w 1295"/>
                <a:gd name="T111" fmla="*/ 2147483646 h 1364"/>
                <a:gd name="T112" fmla="*/ 2147483646 w 1295"/>
                <a:gd name="T113" fmla="*/ 2147483646 h 136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295"/>
                <a:gd name="T172" fmla="*/ 0 h 1364"/>
                <a:gd name="T173" fmla="*/ 1295 w 1295"/>
                <a:gd name="T174" fmla="*/ 1364 h 136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295" h="1364">
                  <a:moveTo>
                    <a:pt x="1295" y="1362"/>
                  </a:moveTo>
                  <a:lnTo>
                    <a:pt x="1096" y="1023"/>
                  </a:lnTo>
                  <a:lnTo>
                    <a:pt x="1295" y="727"/>
                  </a:lnTo>
                  <a:lnTo>
                    <a:pt x="1276" y="728"/>
                  </a:lnTo>
                  <a:lnTo>
                    <a:pt x="1246" y="727"/>
                  </a:lnTo>
                  <a:lnTo>
                    <a:pt x="1232" y="726"/>
                  </a:lnTo>
                  <a:lnTo>
                    <a:pt x="1217" y="725"/>
                  </a:lnTo>
                  <a:lnTo>
                    <a:pt x="1187" y="722"/>
                  </a:lnTo>
                  <a:lnTo>
                    <a:pt x="1159" y="717"/>
                  </a:lnTo>
                  <a:lnTo>
                    <a:pt x="1131" y="711"/>
                  </a:lnTo>
                  <a:lnTo>
                    <a:pt x="1117" y="708"/>
                  </a:lnTo>
                  <a:lnTo>
                    <a:pt x="1103" y="704"/>
                  </a:lnTo>
                  <a:lnTo>
                    <a:pt x="1076" y="696"/>
                  </a:lnTo>
                  <a:lnTo>
                    <a:pt x="1050" y="687"/>
                  </a:lnTo>
                  <a:lnTo>
                    <a:pt x="1037" y="682"/>
                  </a:lnTo>
                  <a:lnTo>
                    <a:pt x="1023" y="677"/>
                  </a:lnTo>
                  <a:lnTo>
                    <a:pt x="998" y="665"/>
                  </a:lnTo>
                  <a:lnTo>
                    <a:pt x="973" y="653"/>
                  </a:lnTo>
                  <a:lnTo>
                    <a:pt x="961" y="646"/>
                  </a:lnTo>
                  <a:lnTo>
                    <a:pt x="949" y="638"/>
                  </a:lnTo>
                  <a:lnTo>
                    <a:pt x="925" y="623"/>
                  </a:lnTo>
                  <a:lnTo>
                    <a:pt x="902" y="608"/>
                  </a:lnTo>
                  <a:lnTo>
                    <a:pt x="891" y="600"/>
                  </a:lnTo>
                  <a:lnTo>
                    <a:pt x="880" y="591"/>
                  </a:lnTo>
                  <a:lnTo>
                    <a:pt x="858" y="574"/>
                  </a:lnTo>
                  <a:lnTo>
                    <a:pt x="837" y="556"/>
                  </a:lnTo>
                  <a:lnTo>
                    <a:pt x="818" y="537"/>
                  </a:lnTo>
                  <a:lnTo>
                    <a:pt x="799" y="517"/>
                  </a:lnTo>
                  <a:lnTo>
                    <a:pt x="790" y="506"/>
                  </a:lnTo>
                  <a:lnTo>
                    <a:pt x="781" y="496"/>
                  </a:lnTo>
                  <a:lnTo>
                    <a:pt x="764" y="473"/>
                  </a:lnTo>
                  <a:lnTo>
                    <a:pt x="747" y="451"/>
                  </a:lnTo>
                  <a:lnTo>
                    <a:pt x="732" y="428"/>
                  </a:lnTo>
                  <a:lnTo>
                    <a:pt x="725" y="417"/>
                  </a:lnTo>
                  <a:lnTo>
                    <a:pt x="718" y="405"/>
                  </a:lnTo>
                  <a:lnTo>
                    <a:pt x="703" y="380"/>
                  </a:lnTo>
                  <a:lnTo>
                    <a:pt x="691" y="355"/>
                  </a:lnTo>
                  <a:lnTo>
                    <a:pt x="680" y="330"/>
                  </a:lnTo>
                  <a:lnTo>
                    <a:pt x="675" y="316"/>
                  </a:lnTo>
                  <a:lnTo>
                    <a:pt x="670" y="303"/>
                  </a:lnTo>
                  <a:lnTo>
                    <a:pt x="661" y="276"/>
                  </a:lnTo>
                  <a:lnTo>
                    <a:pt x="657" y="263"/>
                  </a:lnTo>
                  <a:lnTo>
                    <a:pt x="653" y="249"/>
                  </a:lnTo>
                  <a:lnTo>
                    <a:pt x="646" y="221"/>
                  </a:lnTo>
                  <a:lnTo>
                    <a:pt x="641" y="193"/>
                  </a:lnTo>
                  <a:lnTo>
                    <a:pt x="322" y="0"/>
                  </a:lnTo>
                  <a:lnTo>
                    <a:pt x="0" y="191"/>
                  </a:lnTo>
                  <a:lnTo>
                    <a:pt x="2" y="222"/>
                  </a:lnTo>
                  <a:lnTo>
                    <a:pt x="6" y="252"/>
                  </a:lnTo>
                  <a:lnTo>
                    <a:pt x="10" y="282"/>
                  </a:lnTo>
                  <a:lnTo>
                    <a:pt x="15" y="312"/>
                  </a:lnTo>
                  <a:lnTo>
                    <a:pt x="21" y="343"/>
                  </a:lnTo>
                  <a:lnTo>
                    <a:pt x="27" y="372"/>
                  </a:lnTo>
                  <a:lnTo>
                    <a:pt x="35" y="401"/>
                  </a:lnTo>
                  <a:lnTo>
                    <a:pt x="42" y="430"/>
                  </a:lnTo>
                  <a:lnTo>
                    <a:pt x="51" y="458"/>
                  </a:lnTo>
                  <a:lnTo>
                    <a:pt x="60" y="488"/>
                  </a:lnTo>
                  <a:lnTo>
                    <a:pt x="69" y="516"/>
                  </a:lnTo>
                  <a:lnTo>
                    <a:pt x="81" y="543"/>
                  </a:lnTo>
                  <a:lnTo>
                    <a:pt x="91" y="571"/>
                  </a:lnTo>
                  <a:lnTo>
                    <a:pt x="103" y="598"/>
                  </a:lnTo>
                  <a:lnTo>
                    <a:pt x="115" y="624"/>
                  </a:lnTo>
                  <a:lnTo>
                    <a:pt x="128" y="652"/>
                  </a:lnTo>
                  <a:lnTo>
                    <a:pt x="141" y="678"/>
                  </a:lnTo>
                  <a:lnTo>
                    <a:pt x="155" y="704"/>
                  </a:lnTo>
                  <a:lnTo>
                    <a:pt x="169" y="729"/>
                  </a:lnTo>
                  <a:lnTo>
                    <a:pt x="184" y="754"/>
                  </a:lnTo>
                  <a:lnTo>
                    <a:pt x="200" y="779"/>
                  </a:lnTo>
                  <a:lnTo>
                    <a:pt x="216" y="803"/>
                  </a:lnTo>
                  <a:lnTo>
                    <a:pt x="233" y="828"/>
                  </a:lnTo>
                  <a:lnTo>
                    <a:pt x="251" y="851"/>
                  </a:lnTo>
                  <a:lnTo>
                    <a:pt x="268" y="874"/>
                  </a:lnTo>
                  <a:lnTo>
                    <a:pt x="287" y="897"/>
                  </a:lnTo>
                  <a:lnTo>
                    <a:pt x="305" y="919"/>
                  </a:lnTo>
                  <a:lnTo>
                    <a:pt x="324" y="941"/>
                  </a:lnTo>
                  <a:lnTo>
                    <a:pt x="344" y="962"/>
                  </a:lnTo>
                  <a:lnTo>
                    <a:pt x="364" y="984"/>
                  </a:lnTo>
                  <a:lnTo>
                    <a:pt x="385" y="1004"/>
                  </a:lnTo>
                  <a:lnTo>
                    <a:pt x="407" y="1024"/>
                  </a:lnTo>
                  <a:lnTo>
                    <a:pt x="428" y="1043"/>
                  </a:lnTo>
                  <a:lnTo>
                    <a:pt x="450" y="1062"/>
                  </a:lnTo>
                  <a:lnTo>
                    <a:pt x="473" y="1081"/>
                  </a:lnTo>
                  <a:lnTo>
                    <a:pt x="495" y="1099"/>
                  </a:lnTo>
                  <a:lnTo>
                    <a:pt x="519" y="1116"/>
                  </a:lnTo>
                  <a:lnTo>
                    <a:pt x="542" y="1134"/>
                  </a:lnTo>
                  <a:lnTo>
                    <a:pt x="567" y="1151"/>
                  </a:lnTo>
                  <a:lnTo>
                    <a:pt x="592" y="1166"/>
                  </a:lnTo>
                  <a:lnTo>
                    <a:pt x="616" y="1182"/>
                  </a:lnTo>
                  <a:lnTo>
                    <a:pt x="642" y="1196"/>
                  </a:lnTo>
                  <a:lnTo>
                    <a:pt x="667" y="1211"/>
                  </a:lnTo>
                  <a:lnTo>
                    <a:pt x="693" y="1224"/>
                  </a:lnTo>
                  <a:lnTo>
                    <a:pt x="720" y="1237"/>
                  </a:lnTo>
                  <a:lnTo>
                    <a:pt x="747" y="1250"/>
                  </a:lnTo>
                  <a:lnTo>
                    <a:pt x="774" y="1262"/>
                  </a:lnTo>
                  <a:lnTo>
                    <a:pt x="801" y="1273"/>
                  </a:lnTo>
                  <a:lnTo>
                    <a:pt x="828" y="1283"/>
                  </a:lnTo>
                  <a:lnTo>
                    <a:pt x="856" y="1294"/>
                  </a:lnTo>
                  <a:lnTo>
                    <a:pt x="885" y="1304"/>
                  </a:lnTo>
                  <a:lnTo>
                    <a:pt x="914" y="1312"/>
                  </a:lnTo>
                  <a:lnTo>
                    <a:pt x="942" y="1321"/>
                  </a:lnTo>
                  <a:lnTo>
                    <a:pt x="971" y="1328"/>
                  </a:lnTo>
                  <a:lnTo>
                    <a:pt x="1001" y="1335"/>
                  </a:lnTo>
                  <a:lnTo>
                    <a:pt x="1030" y="1341"/>
                  </a:lnTo>
                  <a:lnTo>
                    <a:pt x="1061" y="1346"/>
                  </a:lnTo>
                  <a:lnTo>
                    <a:pt x="1091" y="1351"/>
                  </a:lnTo>
                  <a:lnTo>
                    <a:pt x="1121" y="1355"/>
                  </a:lnTo>
                  <a:lnTo>
                    <a:pt x="1151" y="1358"/>
                  </a:lnTo>
                  <a:lnTo>
                    <a:pt x="1182" y="1361"/>
                  </a:lnTo>
                  <a:lnTo>
                    <a:pt x="1214" y="1363"/>
                  </a:lnTo>
                  <a:lnTo>
                    <a:pt x="1245" y="1364"/>
                  </a:lnTo>
                  <a:lnTo>
                    <a:pt x="1276" y="1364"/>
                  </a:lnTo>
                  <a:lnTo>
                    <a:pt x="1281" y="1364"/>
                  </a:lnTo>
                  <a:lnTo>
                    <a:pt x="1285" y="1363"/>
                  </a:lnTo>
                  <a:lnTo>
                    <a:pt x="1290" y="1362"/>
                  </a:lnTo>
                  <a:lnTo>
                    <a:pt x="1295" y="1362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" name="箭头2"/>
            <p:cNvSpPr>
              <a:spLocks noChangeAspect="1"/>
            </p:cNvSpPr>
            <p:nvPr/>
          </p:nvSpPr>
          <p:spPr bwMode="auto">
            <a:xfrm>
              <a:off x="5956301" y="3721100"/>
              <a:ext cx="1912939" cy="1703388"/>
            </a:xfrm>
            <a:custGeom>
              <a:avLst/>
              <a:gdLst>
                <a:gd name="T0" fmla="*/ 0 w 1385"/>
                <a:gd name="T1" fmla="*/ 1723410062 h 1233"/>
                <a:gd name="T2" fmla="*/ 421593580 w 1385"/>
                <a:gd name="T3" fmla="*/ 1122220473 h 1233"/>
                <a:gd name="T4" fmla="*/ 499808573 w 1385"/>
                <a:gd name="T5" fmla="*/ 1105044299 h 1233"/>
                <a:gd name="T6" fmla="*/ 576114772 w 1385"/>
                <a:gd name="T7" fmla="*/ 1082141812 h 1233"/>
                <a:gd name="T8" fmla="*/ 675314074 w 1385"/>
                <a:gd name="T9" fmla="*/ 1045878851 h 1233"/>
                <a:gd name="T10" fmla="*/ 745896652 w 1385"/>
                <a:gd name="T11" fmla="*/ 1013434352 h 1233"/>
                <a:gd name="T12" fmla="*/ 814573198 w 1385"/>
                <a:gd name="T13" fmla="*/ 975263540 h 1233"/>
                <a:gd name="T14" fmla="*/ 900417845 w 1385"/>
                <a:gd name="T15" fmla="*/ 919915173 h 1233"/>
                <a:gd name="T16" fmla="*/ 965278183 w 1385"/>
                <a:gd name="T17" fmla="*/ 874110199 h 1233"/>
                <a:gd name="T18" fmla="*/ 1003431973 w 1385"/>
                <a:gd name="T19" fmla="*/ 841665700 h 1233"/>
                <a:gd name="T20" fmla="*/ 1041585763 w 1385"/>
                <a:gd name="T21" fmla="*/ 807311970 h 1233"/>
                <a:gd name="T22" fmla="*/ 1077830759 w 1385"/>
                <a:gd name="T23" fmla="*/ 772958240 h 1233"/>
                <a:gd name="T24" fmla="*/ 1114077136 w 1385"/>
                <a:gd name="T25" fmla="*/ 734787428 h 1233"/>
                <a:gd name="T26" fmla="*/ 1163675406 w 1385"/>
                <a:gd name="T27" fmla="*/ 673714130 h 1233"/>
                <a:gd name="T28" fmla="*/ 1224720917 w 1385"/>
                <a:gd name="T29" fmla="*/ 591647576 h 1233"/>
                <a:gd name="T30" fmla="*/ 1280044189 w 1385"/>
                <a:gd name="T31" fmla="*/ 503854710 h 1233"/>
                <a:gd name="T32" fmla="*/ 1314381772 w 1385"/>
                <a:gd name="T33" fmla="*/ 435147250 h 1233"/>
                <a:gd name="T34" fmla="*/ 1344904527 w 1385"/>
                <a:gd name="T35" fmla="*/ 360713477 h 1233"/>
                <a:gd name="T36" fmla="*/ 1379242110 w 1385"/>
                <a:gd name="T37" fmla="*/ 263378599 h 1233"/>
                <a:gd name="T38" fmla="*/ 1405950039 w 1385"/>
                <a:gd name="T39" fmla="*/ 160317408 h 1233"/>
                <a:gd name="T40" fmla="*/ 1423118140 w 1385"/>
                <a:gd name="T41" fmla="*/ 53439136 h 1233"/>
                <a:gd name="T42" fmla="*/ 1426934347 w 1385"/>
                <a:gd name="T43" fmla="*/ 0 h 1233"/>
                <a:gd name="T44" fmla="*/ 2147483646 w 1385"/>
                <a:gd name="T45" fmla="*/ 7634162 h 1233"/>
                <a:gd name="T46" fmla="*/ 2147483646 w 1385"/>
                <a:gd name="T47" fmla="*/ 125963678 h 1233"/>
                <a:gd name="T48" fmla="*/ 2147483646 w 1385"/>
                <a:gd name="T49" fmla="*/ 240476112 h 1233"/>
                <a:gd name="T50" fmla="*/ 2147483646 w 1385"/>
                <a:gd name="T51" fmla="*/ 353079315 h 1233"/>
                <a:gd name="T52" fmla="*/ 2147483646 w 1385"/>
                <a:gd name="T53" fmla="*/ 467591749 h 1233"/>
                <a:gd name="T54" fmla="*/ 2147483646 w 1385"/>
                <a:gd name="T55" fmla="*/ 576379252 h 1233"/>
                <a:gd name="T56" fmla="*/ 2147483646 w 1385"/>
                <a:gd name="T57" fmla="*/ 685165374 h 1233"/>
                <a:gd name="T58" fmla="*/ 2147483646 w 1385"/>
                <a:gd name="T59" fmla="*/ 790134414 h 1233"/>
                <a:gd name="T60" fmla="*/ 2147483646 w 1385"/>
                <a:gd name="T61" fmla="*/ 893195605 h 1233"/>
                <a:gd name="T62" fmla="*/ 2147483646 w 1385"/>
                <a:gd name="T63" fmla="*/ 996256796 h 1233"/>
                <a:gd name="T64" fmla="*/ 2147483646 w 1385"/>
                <a:gd name="T65" fmla="*/ 1093593055 h 1233"/>
                <a:gd name="T66" fmla="*/ 2147483646 w 1385"/>
                <a:gd name="T67" fmla="*/ 1189020084 h 1233"/>
                <a:gd name="T68" fmla="*/ 2147483646 w 1385"/>
                <a:gd name="T69" fmla="*/ 1280630031 h 1233"/>
                <a:gd name="T70" fmla="*/ 2147483646 w 1385"/>
                <a:gd name="T71" fmla="*/ 1372239979 h 1233"/>
                <a:gd name="T72" fmla="*/ 2096524801 w 1385"/>
                <a:gd name="T73" fmla="*/ 1458123613 h 1233"/>
                <a:gd name="T74" fmla="*/ 2025940841 w 1385"/>
                <a:gd name="T75" fmla="*/ 1542099399 h 1233"/>
                <a:gd name="T76" fmla="*/ 1951542056 w 1385"/>
                <a:gd name="T77" fmla="*/ 1624165952 h 1233"/>
                <a:gd name="T78" fmla="*/ 1873327062 w 1385"/>
                <a:gd name="T79" fmla="*/ 1700507575 h 1233"/>
                <a:gd name="T80" fmla="*/ 1791298623 w 1385"/>
                <a:gd name="T81" fmla="*/ 1773032117 h 1233"/>
                <a:gd name="T82" fmla="*/ 1707360009 w 1385"/>
                <a:gd name="T83" fmla="*/ 1841739577 h 1233"/>
                <a:gd name="T84" fmla="*/ 1619607949 w 1385"/>
                <a:gd name="T85" fmla="*/ 1908539188 h 1233"/>
                <a:gd name="T86" fmla="*/ 1528039681 w 1385"/>
                <a:gd name="T87" fmla="*/ 1969612486 h 1233"/>
                <a:gd name="T88" fmla="*/ 1434564001 w 1385"/>
                <a:gd name="T89" fmla="*/ 2028776553 h 1233"/>
                <a:gd name="T90" fmla="*/ 1337273493 w 1385"/>
                <a:gd name="T91" fmla="*/ 2080307839 h 1233"/>
                <a:gd name="T92" fmla="*/ 1238075573 w 1385"/>
                <a:gd name="T93" fmla="*/ 2129929894 h 1233"/>
                <a:gd name="T94" fmla="*/ 1135061444 w 1385"/>
                <a:gd name="T95" fmla="*/ 2147483646 h 1233"/>
                <a:gd name="T96" fmla="*/ 1032047316 w 1385"/>
                <a:gd name="T97" fmla="*/ 2147483646 h 1233"/>
                <a:gd name="T98" fmla="*/ 925218361 w 1385"/>
                <a:gd name="T99" fmla="*/ 2147483646 h 1233"/>
                <a:gd name="T100" fmla="*/ 816480612 w 1385"/>
                <a:gd name="T101" fmla="*/ 2147483646 h 1233"/>
                <a:gd name="T102" fmla="*/ 705836830 w 1385"/>
                <a:gd name="T103" fmla="*/ 2147483646 h 1233"/>
                <a:gd name="T104" fmla="*/ 593284254 w 1385"/>
                <a:gd name="T105" fmla="*/ 2147483646 h 1233"/>
                <a:gd name="T106" fmla="*/ 478824265 w 1385"/>
                <a:gd name="T107" fmla="*/ 2147483646 h 1233"/>
                <a:gd name="T108" fmla="*/ 364364276 w 1385"/>
                <a:gd name="T109" fmla="*/ 2147483646 h 12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385"/>
                <a:gd name="T166" fmla="*/ 0 h 1233"/>
                <a:gd name="T167" fmla="*/ 1385 w 1385"/>
                <a:gd name="T168" fmla="*/ 1233 h 123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385" h="1233">
                  <a:moveTo>
                    <a:pt x="191" y="1233"/>
                  </a:moveTo>
                  <a:lnTo>
                    <a:pt x="0" y="903"/>
                  </a:lnTo>
                  <a:lnTo>
                    <a:pt x="194" y="592"/>
                  </a:lnTo>
                  <a:lnTo>
                    <a:pt x="221" y="588"/>
                  </a:lnTo>
                  <a:lnTo>
                    <a:pt x="248" y="582"/>
                  </a:lnTo>
                  <a:lnTo>
                    <a:pt x="262" y="579"/>
                  </a:lnTo>
                  <a:lnTo>
                    <a:pt x="275" y="575"/>
                  </a:lnTo>
                  <a:lnTo>
                    <a:pt x="302" y="567"/>
                  </a:lnTo>
                  <a:lnTo>
                    <a:pt x="327" y="558"/>
                  </a:lnTo>
                  <a:lnTo>
                    <a:pt x="354" y="548"/>
                  </a:lnTo>
                  <a:lnTo>
                    <a:pt x="379" y="537"/>
                  </a:lnTo>
                  <a:lnTo>
                    <a:pt x="391" y="531"/>
                  </a:lnTo>
                  <a:lnTo>
                    <a:pt x="403" y="525"/>
                  </a:lnTo>
                  <a:lnTo>
                    <a:pt x="427" y="511"/>
                  </a:lnTo>
                  <a:lnTo>
                    <a:pt x="450" y="497"/>
                  </a:lnTo>
                  <a:lnTo>
                    <a:pt x="472" y="482"/>
                  </a:lnTo>
                  <a:lnTo>
                    <a:pt x="494" y="467"/>
                  </a:lnTo>
                  <a:lnTo>
                    <a:pt x="506" y="458"/>
                  </a:lnTo>
                  <a:lnTo>
                    <a:pt x="516" y="450"/>
                  </a:lnTo>
                  <a:lnTo>
                    <a:pt x="526" y="441"/>
                  </a:lnTo>
                  <a:lnTo>
                    <a:pt x="536" y="432"/>
                  </a:lnTo>
                  <a:lnTo>
                    <a:pt x="546" y="423"/>
                  </a:lnTo>
                  <a:lnTo>
                    <a:pt x="556" y="414"/>
                  </a:lnTo>
                  <a:lnTo>
                    <a:pt x="565" y="405"/>
                  </a:lnTo>
                  <a:lnTo>
                    <a:pt x="575" y="395"/>
                  </a:lnTo>
                  <a:lnTo>
                    <a:pt x="584" y="385"/>
                  </a:lnTo>
                  <a:lnTo>
                    <a:pt x="593" y="375"/>
                  </a:lnTo>
                  <a:lnTo>
                    <a:pt x="610" y="353"/>
                  </a:lnTo>
                  <a:lnTo>
                    <a:pt x="626" y="332"/>
                  </a:lnTo>
                  <a:lnTo>
                    <a:pt x="642" y="310"/>
                  </a:lnTo>
                  <a:lnTo>
                    <a:pt x="656" y="287"/>
                  </a:lnTo>
                  <a:lnTo>
                    <a:pt x="671" y="264"/>
                  </a:lnTo>
                  <a:lnTo>
                    <a:pt x="683" y="240"/>
                  </a:lnTo>
                  <a:lnTo>
                    <a:pt x="689" y="228"/>
                  </a:lnTo>
                  <a:lnTo>
                    <a:pt x="695" y="215"/>
                  </a:lnTo>
                  <a:lnTo>
                    <a:pt x="705" y="189"/>
                  </a:lnTo>
                  <a:lnTo>
                    <a:pt x="715" y="164"/>
                  </a:lnTo>
                  <a:lnTo>
                    <a:pt x="723" y="138"/>
                  </a:lnTo>
                  <a:lnTo>
                    <a:pt x="731" y="111"/>
                  </a:lnTo>
                  <a:lnTo>
                    <a:pt x="737" y="84"/>
                  </a:lnTo>
                  <a:lnTo>
                    <a:pt x="742" y="57"/>
                  </a:lnTo>
                  <a:lnTo>
                    <a:pt x="746" y="28"/>
                  </a:lnTo>
                  <a:lnTo>
                    <a:pt x="747" y="14"/>
                  </a:lnTo>
                  <a:lnTo>
                    <a:pt x="748" y="0"/>
                  </a:lnTo>
                  <a:lnTo>
                    <a:pt x="1032" y="202"/>
                  </a:lnTo>
                  <a:lnTo>
                    <a:pt x="1385" y="4"/>
                  </a:lnTo>
                  <a:lnTo>
                    <a:pt x="1384" y="36"/>
                  </a:lnTo>
                  <a:lnTo>
                    <a:pt x="1382" y="66"/>
                  </a:lnTo>
                  <a:lnTo>
                    <a:pt x="1379" y="96"/>
                  </a:lnTo>
                  <a:lnTo>
                    <a:pt x="1375" y="126"/>
                  </a:lnTo>
                  <a:lnTo>
                    <a:pt x="1371" y="156"/>
                  </a:lnTo>
                  <a:lnTo>
                    <a:pt x="1366" y="185"/>
                  </a:lnTo>
                  <a:lnTo>
                    <a:pt x="1360" y="216"/>
                  </a:lnTo>
                  <a:lnTo>
                    <a:pt x="1354" y="245"/>
                  </a:lnTo>
                  <a:lnTo>
                    <a:pt x="1347" y="273"/>
                  </a:lnTo>
                  <a:lnTo>
                    <a:pt x="1339" y="302"/>
                  </a:lnTo>
                  <a:lnTo>
                    <a:pt x="1331" y="330"/>
                  </a:lnTo>
                  <a:lnTo>
                    <a:pt x="1322" y="359"/>
                  </a:lnTo>
                  <a:lnTo>
                    <a:pt x="1313" y="387"/>
                  </a:lnTo>
                  <a:lnTo>
                    <a:pt x="1301" y="414"/>
                  </a:lnTo>
                  <a:lnTo>
                    <a:pt x="1291" y="441"/>
                  </a:lnTo>
                  <a:lnTo>
                    <a:pt x="1279" y="468"/>
                  </a:lnTo>
                  <a:lnTo>
                    <a:pt x="1268" y="494"/>
                  </a:lnTo>
                  <a:lnTo>
                    <a:pt x="1255" y="522"/>
                  </a:lnTo>
                  <a:lnTo>
                    <a:pt x="1242" y="547"/>
                  </a:lnTo>
                  <a:lnTo>
                    <a:pt x="1228" y="573"/>
                  </a:lnTo>
                  <a:lnTo>
                    <a:pt x="1214" y="598"/>
                  </a:lnTo>
                  <a:lnTo>
                    <a:pt x="1200" y="623"/>
                  </a:lnTo>
                  <a:lnTo>
                    <a:pt x="1184" y="647"/>
                  </a:lnTo>
                  <a:lnTo>
                    <a:pt x="1169" y="671"/>
                  </a:lnTo>
                  <a:lnTo>
                    <a:pt x="1152" y="696"/>
                  </a:lnTo>
                  <a:lnTo>
                    <a:pt x="1135" y="719"/>
                  </a:lnTo>
                  <a:lnTo>
                    <a:pt x="1117" y="742"/>
                  </a:lnTo>
                  <a:lnTo>
                    <a:pt x="1099" y="764"/>
                  </a:lnTo>
                  <a:lnTo>
                    <a:pt x="1081" y="786"/>
                  </a:lnTo>
                  <a:lnTo>
                    <a:pt x="1062" y="808"/>
                  </a:lnTo>
                  <a:lnTo>
                    <a:pt x="1043" y="829"/>
                  </a:lnTo>
                  <a:lnTo>
                    <a:pt x="1023" y="851"/>
                  </a:lnTo>
                  <a:lnTo>
                    <a:pt x="1003" y="871"/>
                  </a:lnTo>
                  <a:lnTo>
                    <a:pt x="982" y="891"/>
                  </a:lnTo>
                  <a:lnTo>
                    <a:pt x="961" y="910"/>
                  </a:lnTo>
                  <a:lnTo>
                    <a:pt x="939" y="929"/>
                  </a:lnTo>
                  <a:lnTo>
                    <a:pt x="917" y="947"/>
                  </a:lnTo>
                  <a:lnTo>
                    <a:pt x="895" y="965"/>
                  </a:lnTo>
                  <a:lnTo>
                    <a:pt x="872" y="982"/>
                  </a:lnTo>
                  <a:lnTo>
                    <a:pt x="849" y="1000"/>
                  </a:lnTo>
                  <a:lnTo>
                    <a:pt x="826" y="1017"/>
                  </a:lnTo>
                  <a:lnTo>
                    <a:pt x="801" y="1032"/>
                  </a:lnTo>
                  <a:lnTo>
                    <a:pt x="776" y="1048"/>
                  </a:lnTo>
                  <a:lnTo>
                    <a:pt x="752" y="1063"/>
                  </a:lnTo>
                  <a:lnTo>
                    <a:pt x="727" y="1077"/>
                  </a:lnTo>
                  <a:lnTo>
                    <a:pt x="701" y="1090"/>
                  </a:lnTo>
                  <a:lnTo>
                    <a:pt x="676" y="1104"/>
                  </a:lnTo>
                  <a:lnTo>
                    <a:pt x="649" y="1116"/>
                  </a:lnTo>
                  <a:lnTo>
                    <a:pt x="622" y="1128"/>
                  </a:lnTo>
                  <a:lnTo>
                    <a:pt x="595" y="1139"/>
                  </a:lnTo>
                  <a:lnTo>
                    <a:pt x="568" y="1150"/>
                  </a:lnTo>
                  <a:lnTo>
                    <a:pt x="541" y="1161"/>
                  </a:lnTo>
                  <a:lnTo>
                    <a:pt x="514" y="1171"/>
                  </a:lnTo>
                  <a:lnTo>
                    <a:pt x="485" y="1180"/>
                  </a:lnTo>
                  <a:lnTo>
                    <a:pt x="456" y="1188"/>
                  </a:lnTo>
                  <a:lnTo>
                    <a:pt x="428" y="1196"/>
                  </a:lnTo>
                  <a:lnTo>
                    <a:pt x="399" y="1203"/>
                  </a:lnTo>
                  <a:lnTo>
                    <a:pt x="370" y="1209"/>
                  </a:lnTo>
                  <a:lnTo>
                    <a:pt x="340" y="1215"/>
                  </a:lnTo>
                  <a:lnTo>
                    <a:pt x="311" y="1220"/>
                  </a:lnTo>
                  <a:lnTo>
                    <a:pt x="281" y="1224"/>
                  </a:lnTo>
                  <a:lnTo>
                    <a:pt x="251" y="1228"/>
                  </a:lnTo>
                  <a:lnTo>
                    <a:pt x="221" y="1231"/>
                  </a:lnTo>
                  <a:lnTo>
                    <a:pt x="191" y="1233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33605" rIns="0" bIns="33605" anchor="ctr"/>
            <a:lstStyle/>
            <a:p>
              <a:endParaRPr lang="zh-CN" altLang="en-US"/>
            </a:p>
          </p:txBody>
        </p:sp>
        <p:sp>
          <p:nvSpPr>
            <p:cNvPr id="16" name="中心文本"/>
            <p:cNvSpPr txBox="1">
              <a:spLocks noChangeArrowheads="1"/>
            </p:cNvSpPr>
            <p:nvPr/>
          </p:nvSpPr>
          <p:spPr bwMode="auto">
            <a:xfrm>
              <a:off x="5287965" y="3413126"/>
              <a:ext cx="1682752" cy="597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注入组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467544" y="1218781"/>
            <a:ext cx="2808312" cy="1823576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最多</a:t>
            </a:r>
            <a:r>
              <a:rPr lang="zh-CN" altLang="en-US" b="1" dirty="0">
                <a:solidFill>
                  <a:prstClr val="black"/>
                </a:solidFill>
              </a:rPr>
              <a:t>允许</a:t>
            </a:r>
            <a:r>
              <a:rPr lang="en-US" altLang="zh-CN" b="1" dirty="0">
                <a:solidFill>
                  <a:prstClr val="black"/>
                </a:solidFill>
              </a:rPr>
              <a:t>4</a:t>
            </a:r>
            <a:r>
              <a:rPr lang="zh-CN" altLang="en-US" b="1" dirty="0">
                <a:solidFill>
                  <a:prstClr val="black"/>
                </a:solidFill>
              </a:rPr>
              <a:t>个通道进行转换，并且对应有</a:t>
            </a:r>
            <a:r>
              <a:rPr lang="en-US" altLang="zh-CN" b="1" dirty="0">
                <a:solidFill>
                  <a:prstClr val="black"/>
                </a:solidFill>
              </a:rPr>
              <a:t>4</a:t>
            </a:r>
            <a:r>
              <a:rPr lang="zh-CN" altLang="en-US" b="1" dirty="0">
                <a:solidFill>
                  <a:prstClr val="black"/>
                </a:solidFill>
              </a:rPr>
              <a:t>个注入通道寄存器用来存放注入通道的转换结果，因此注入通道组没有</a:t>
            </a:r>
            <a:r>
              <a:rPr lang="en-US" altLang="zh-CN" b="1" dirty="0">
                <a:solidFill>
                  <a:prstClr val="black"/>
                </a:solidFill>
              </a:rPr>
              <a:t>DMA</a:t>
            </a:r>
            <a:r>
              <a:rPr lang="zh-CN" altLang="en-US" b="1" dirty="0">
                <a:solidFill>
                  <a:prstClr val="black"/>
                </a:solidFill>
              </a:rPr>
              <a:t>请求。</a:t>
            </a:r>
          </a:p>
        </p:txBody>
      </p:sp>
      <p:sp>
        <p:nvSpPr>
          <p:cNvPr id="19" name="矩形 18"/>
          <p:cNvSpPr/>
          <p:nvPr/>
        </p:nvSpPr>
        <p:spPr>
          <a:xfrm>
            <a:off x="5499597" y="1187054"/>
            <a:ext cx="2982099" cy="1823576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转换</a:t>
            </a:r>
            <a:r>
              <a:rPr lang="zh-CN" altLang="en-US" b="1" dirty="0">
                <a:solidFill>
                  <a:prstClr val="black"/>
                </a:solidFill>
              </a:rPr>
              <a:t>结果</a:t>
            </a:r>
            <a:r>
              <a:rPr lang="zh-CN" altLang="en-US" b="1" dirty="0" smtClean="0">
                <a:solidFill>
                  <a:prstClr val="black"/>
                </a:solidFill>
              </a:rPr>
              <a:t>保存数据</a:t>
            </a:r>
            <a:r>
              <a:rPr lang="zh-CN" altLang="en-US" b="1" dirty="0">
                <a:solidFill>
                  <a:prstClr val="black"/>
                </a:solidFill>
              </a:rPr>
              <a:t>寄存器</a:t>
            </a:r>
            <a:r>
              <a:rPr lang="en-US" altLang="zh-CN" b="1" dirty="0" err="1">
                <a:solidFill>
                  <a:prstClr val="black"/>
                </a:solidFill>
              </a:rPr>
              <a:t>ADC_JDRx</a:t>
            </a:r>
            <a:r>
              <a:rPr lang="zh-CN" altLang="en-US" b="1" dirty="0">
                <a:solidFill>
                  <a:prstClr val="black"/>
                </a:solidFill>
              </a:rPr>
              <a:t>中，同时产生</a:t>
            </a:r>
            <a:r>
              <a:rPr lang="en-US" altLang="zh-CN" b="1" dirty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注入转换结束事件，即</a:t>
            </a:r>
            <a:r>
              <a:rPr lang="en-US" altLang="zh-CN" b="1" dirty="0">
                <a:solidFill>
                  <a:prstClr val="black"/>
                </a:solidFill>
              </a:rPr>
              <a:t>JEOC</a:t>
            </a:r>
            <a:r>
              <a:rPr lang="zh-CN" altLang="en-US" b="1" dirty="0">
                <a:solidFill>
                  <a:prstClr val="black"/>
                </a:solidFill>
              </a:rPr>
              <a:t>标志被置位，产生相应的</a:t>
            </a:r>
            <a:r>
              <a:rPr lang="zh-CN" altLang="en-US" b="1" dirty="0" smtClean="0">
                <a:solidFill>
                  <a:prstClr val="black"/>
                </a:solidFill>
              </a:rPr>
              <a:t>中断。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7544" y="3148654"/>
            <a:ext cx="2811317" cy="784830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注入通道组的触发转换序列和规则通道一样</a:t>
            </a:r>
          </a:p>
        </p:txBody>
      </p:sp>
      <p:sp>
        <p:nvSpPr>
          <p:cNvPr id="21" name="矩形 20"/>
          <p:cNvSpPr/>
          <p:nvPr/>
        </p:nvSpPr>
        <p:spPr>
          <a:xfrm>
            <a:off x="5497449" y="3110646"/>
            <a:ext cx="2978287" cy="1477328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规则</a:t>
            </a:r>
            <a:r>
              <a:rPr lang="zh-CN" altLang="en-US" b="1" dirty="0">
                <a:solidFill>
                  <a:prstClr val="black"/>
                </a:solidFill>
              </a:rPr>
              <a:t>通道组转换好比是程序的正常执行，注入通道组的转换则好比是一个中断处理程序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4859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10.2.3 ADC</a:t>
            </a:r>
            <a:r>
              <a:rPr lang="zh-CN" altLang="en-US" sz="2400" b="1" dirty="0">
                <a:solidFill>
                  <a:schemeClr val="bg1"/>
                </a:solidFill>
              </a:rPr>
              <a:t>中断和</a:t>
            </a:r>
            <a:r>
              <a:rPr lang="en-US" altLang="zh-CN" sz="2400" b="1" dirty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请求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1981510"/>
            <a:ext cx="1368152" cy="923330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转换的触发</a:t>
            </a:r>
            <a:r>
              <a:rPr lang="zh-CN" altLang="en-US" b="1" dirty="0" smtClean="0">
                <a:solidFill>
                  <a:prstClr val="black"/>
                </a:solidFill>
              </a:rPr>
              <a:t>信号的产生方式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195736" y="3052338"/>
            <a:ext cx="1584176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prstClr val="black"/>
                </a:solidFill>
              </a:rPr>
              <a:t>外部触发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95736" y="1495119"/>
            <a:ext cx="1584176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软件触发</a:t>
            </a:r>
            <a:r>
              <a:rPr lang="zh-CN" altLang="en-US" b="1" dirty="0" smtClean="0">
                <a:solidFill>
                  <a:prstClr val="black"/>
                </a:solidFill>
              </a:rPr>
              <a:t>转换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67944" y="2320195"/>
            <a:ext cx="4248472" cy="923330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规则通道组的外部触发源可以是定时器的</a:t>
            </a:r>
            <a:r>
              <a:rPr lang="en-US" altLang="zh-CN" b="1" dirty="0">
                <a:solidFill>
                  <a:prstClr val="black"/>
                </a:solidFill>
              </a:rPr>
              <a:t>TIM1_CH1~TIM1_CH3</a:t>
            </a:r>
            <a:r>
              <a:rPr lang="zh-CN" altLang="en-US" b="1" dirty="0">
                <a:solidFill>
                  <a:prstClr val="black"/>
                </a:solidFill>
              </a:rPr>
              <a:t>，或者由外部中断线</a:t>
            </a:r>
            <a:r>
              <a:rPr lang="en-US" altLang="zh-CN" b="1" dirty="0">
                <a:solidFill>
                  <a:prstClr val="black"/>
                </a:solidFill>
              </a:rPr>
              <a:t>EXTI_11</a:t>
            </a:r>
            <a:r>
              <a:rPr lang="zh-CN" altLang="en-US" b="1" dirty="0">
                <a:solidFill>
                  <a:prstClr val="black"/>
                </a:solidFill>
              </a:rPr>
              <a:t>触发；</a:t>
            </a:r>
            <a:endParaRPr lang="zh-CN" alt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4067944" y="3637694"/>
            <a:ext cx="4248472" cy="646331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注入组的外部触发源可以是外部中断线</a:t>
            </a:r>
            <a:r>
              <a:rPr lang="en-US" altLang="zh-CN" b="1" dirty="0" smtClean="0">
                <a:solidFill>
                  <a:prstClr val="black"/>
                </a:solidFill>
              </a:rPr>
              <a:t>EXTI_15</a:t>
            </a:r>
            <a:r>
              <a:rPr lang="zh-CN" altLang="en-US" b="1" dirty="0" smtClean="0">
                <a:solidFill>
                  <a:prstClr val="black"/>
                </a:solidFill>
              </a:rPr>
              <a:t>或</a:t>
            </a:r>
            <a:r>
              <a:rPr lang="en-US" altLang="zh-CN" b="1" dirty="0" smtClean="0">
                <a:solidFill>
                  <a:prstClr val="black"/>
                </a:solidFill>
              </a:rPr>
              <a:t>TIM1_CH4</a:t>
            </a:r>
            <a:r>
              <a:rPr lang="zh-CN" altLang="en-US" b="1" dirty="0" smtClean="0">
                <a:solidFill>
                  <a:prstClr val="black"/>
                </a:solidFill>
              </a:rPr>
              <a:t>定时器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67944" y="1491630"/>
            <a:ext cx="4248472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prstClr val="black"/>
                </a:solidFill>
              </a:rPr>
              <a:t>由</a:t>
            </a:r>
            <a:r>
              <a:rPr lang="zh-CN" altLang="en-US" b="1" dirty="0">
                <a:solidFill>
                  <a:prstClr val="black"/>
                </a:solidFill>
              </a:rPr>
              <a:t>软件编程控制，使能触发启动</a:t>
            </a:r>
            <a:r>
              <a:rPr lang="zh-CN" altLang="en-US" b="1" dirty="0" smtClean="0">
                <a:solidFill>
                  <a:prstClr val="black"/>
                </a:solidFill>
              </a:rPr>
              <a:t>位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cxnSp>
        <p:nvCxnSpPr>
          <p:cNvPr id="3" name="直接连接符 2"/>
          <p:cNvCxnSpPr>
            <a:stCxn id="20" idx="1"/>
            <a:endCxn id="17" idx="3"/>
          </p:cNvCxnSpPr>
          <p:nvPr/>
        </p:nvCxnSpPr>
        <p:spPr>
          <a:xfrm flipH="1">
            <a:off x="1979712" y="1679785"/>
            <a:ext cx="216024" cy="76339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9" idx="1"/>
            <a:endCxn id="17" idx="3"/>
          </p:cNvCxnSpPr>
          <p:nvPr/>
        </p:nvCxnSpPr>
        <p:spPr>
          <a:xfrm flipH="1" flipV="1">
            <a:off x="1979712" y="2443175"/>
            <a:ext cx="216024" cy="793829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20" idx="3"/>
            <a:endCxn id="18" idx="1"/>
          </p:cNvCxnSpPr>
          <p:nvPr/>
        </p:nvCxnSpPr>
        <p:spPr>
          <a:xfrm flipV="1">
            <a:off x="3779912" y="1676296"/>
            <a:ext cx="288032" cy="3489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9" idx="3"/>
            <a:endCxn id="21" idx="1"/>
          </p:cNvCxnSpPr>
          <p:nvPr/>
        </p:nvCxnSpPr>
        <p:spPr>
          <a:xfrm flipV="1">
            <a:off x="3779912" y="2781860"/>
            <a:ext cx="288032" cy="455144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9" idx="3"/>
            <a:endCxn id="14" idx="1"/>
          </p:cNvCxnSpPr>
          <p:nvPr/>
        </p:nvCxnSpPr>
        <p:spPr>
          <a:xfrm>
            <a:off x="3779912" y="3237004"/>
            <a:ext cx="288032" cy="723856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54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41212" y="1419622"/>
            <a:ext cx="8479260" cy="30620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10.2.3 ADC</a:t>
            </a:r>
            <a:r>
              <a:rPr lang="zh-CN" altLang="en-US" sz="2400" b="1" dirty="0">
                <a:solidFill>
                  <a:schemeClr val="bg1"/>
                </a:solidFill>
              </a:rPr>
              <a:t>中断和</a:t>
            </a:r>
            <a:r>
              <a:rPr lang="en-US" altLang="zh-CN" sz="2400" b="1" dirty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请求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58876053"/>
              </p:ext>
            </p:extLst>
          </p:nvPr>
        </p:nvGraphicFramePr>
        <p:xfrm>
          <a:off x="683568" y="915566"/>
          <a:ext cx="7776864" cy="3494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24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10.2.3 ADC</a:t>
            </a:r>
            <a:r>
              <a:rPr lang="zh-CN" altLang="en-US" sz="2400" b="1" dirty="0">
                <a:solidFill>
                  <a:schemeClr val="bg1"/>
                </a:solidFill>
              </a:rPr>
              <a:t>中断和</a:t>
            </a:r>
            <a:r>
              <a:rPr lang="en-US" altLang="zh-CN" sz="2400" b="1" dirty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请求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94"/>
              </p:ext>
            </p:extLst>
          </p:nvPr>
        </p:nvGraphicFramePr>
        <p:xfrm>
          <a:off x="827584" y="2095118"/>
          <a:ext cx="7488832" cy="2348840"/>
        </p:xfrm>
        <a:graphic>
          <a:graphicData uri="http://schemas.openxmlformats.org/drawingml/2006/table">
            <a:tbl>
              <a:tblPr firstRow="1" firstCol="1" bandRow="1"/>
              <a:tblGrid>
                <a:gridCol w="2729574"/>
                <a:gridCol w="3079519"/>
                <a:gridCol w="1679739"/>
              </a:tblGrid>
              <a:tr h="36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中断事件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事件标志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使能控制位</a:t>
                      </a:r>
                      <a:endParaRPr lang="zh-CN" sz="3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规则组转换结束中断</a:t>
                      </a:r>
                      <a:r>
                        <a:rPr lang="en-US" sz="1800" b="1" ker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ADC_IT_EOC</a:t>
                      </a:r>
                      <a:endParaRPr lang="zh-CN" sz="3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EOC</a:t>
                      </a:r>
                      <a:r>
                        <a:rPr lang="zh-CN" sz="1800" b="1" kern="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中断</a:t>
                      </a:r>
                      <a:endParaRPr lang="en-US" altLang="zh-CN" sz="1800" b="1" kern="0" dirty="0" smtClean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（</a:t>
                      </a: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End of </a:t>
                      </a:r>
                      <a:r>
                        <a:rPr lang="en-US" sz="1800" b="1" kern="0" dirty="0" err="1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Coversion</a:t>
                      </a:r>
                      <a:r>
                        <a:rPr lang="zh-CN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）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EOCIE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注入组转换结束中断</a:t>
                      </a: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ADC_IT_JEOC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JEOC</a:t>
                      </a:r>
                      <a:r>
                        <a:rPr lang="zh-CN" sz="1800" b="1" kern="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中断</a:t>
                      </a:r>
                      <a:endParaRPr lang="en-US" altLang="zh-CN" sz="1800" b="1" kern="0" dirty="0" smtClean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（</a:t>
                      </a: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End of injected </a:t>
                      </a:r>
                      <a:r>
                        <a:rPr lang="en-US" sz="1800" b="1" kern="0" dirty="0" err="1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Coversion</a:t>
                      </a:r>
                      <a:r>
                        <a:rPr lang="zh-CN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）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JEOCIE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模拟看门狗中断</a:t>
                      </a: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ADC_IT_AWD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AWD</a:t>
                      </a:r>
                      <a:r>
                        <a:rPr lang="zh-CN" sz="1800" b="1" kern="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中断</a:t>
                      </a:r>
                      <a:endParaRPr lang="en-US" altLang="zh-CN" sz="1800" b="1" kern="0" dirty="0" smtClean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0" dirty="0" smtClean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（</a:t>
                      </a: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Analog </a:t>
                      </a:r>
                      <a:r>
                        <a:rPr lang="en-US" sz="1800" b="1" kern="0" dirty="0" err="1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WatchDOG</a:t>
                      </a:r>
                      <a:r>
                        <a:rPr lang="zh-CN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）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AWDIE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403648" y="1159014"/>
            <a:ext cx="6480720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 ADC</a:t>
            </a:r>
            <a:r>
              <a:rPr lang="zh-CN" altLang="en-US" b="1" dirty="0"/>
              <a:t>中断事件主要有三个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ADC_IT_EOC</a:t>
            </a:r>
            <a:r>
              <a:rPr lang="zh-CN" altLang="en-US" b="1" dirty="0"/>
              <a:t>中断针对规则通道，</a:t>
            </a:r>
            <a:r>
              <a:rPr lang="en-US" altLang="zh-CN" b="1" dirty="0"/>
              <a:t>ADC_IT_JEOC</a:t>
            </a:r>
            <a:r>
              <a:rPr lang="zh-CN" altLang="en-US" b="1" dirty="0"/>
              <a:t>中断针对注入通道。</a:t>
            </a:r>
          </a:p>
        </p:txBody>
      </p:sp>
    </p:spTree>
    <p:extLst>
      <p:ext uri="{BB962C8B-B14F-4D97-AF65-F5344CB8AC3E}">
        <p14:creationId xmlns:p14="http://schemas.microsoft.com/office/powerpoint/2010/main" val="95666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10.2.3 ADC</a:t>
            </a:r>
            <a:r>
              <a:rPr lang="zh-CN" altLang="en-US" sz="2400" b="1" dirty="0">
                <a:solidFill>
                  <a:schemeClr val="bg1"/>
                </a:solidFill>
              </a:rPr>
              <a:t>中断和</a:t>
            </a:r>
            <a:r>
              <a:rPr lang="en-US" altLang="zh-CN" sz="2400" b="1" dirty="0">
                <a:solidFill>
                  <a:schemeClr val="bg1"/>
                </a:solidFill>
              </a:rPr>
              <a:t>DMA</a:t>
            </a:r>
            <a:r>
              <a:rPr lang="zh-CN" altLang="en-US" sz="2400" b="1" dirty="0">
                <a:solidFill>
                  <a:schemeClr val="bg1"/>
                </a:solidFill>
              </a:rPr>
              <a:t>请求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83568" y="1779662"/>
            <a:ext cx="3600400" cy="13681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</a:pPr>
            <a:r>
              <a:rPr lang="zh-CN" altLang="en-US" b="1" dirty="0"/>
              <a:t>只有</a:t>
            </a:r>
            <a:r>
              <a:rPr lang="en-US" altLang="zh-CN" b="1" dirty="0"/>
              <a:t>ADC1</a:t>
            </a:r>
            <a:r>
              <a:rPr lang="zh-CN" altLang="en-US" b="1" dirty="0"/>
              <a:t>和</a:t>
            </a:r>
            <a:r>
              <a:rPr lang="en-US" altLang="zh-CN" b="1" dirty="0"/>
              <a:t>ADC3</a:t>
            </a:r>
            <a:r>
              <a:rPr lang="zh-CN" altLang="en-US" b="1" dirty="0"/>
              <a:t>能产生</a:t>
            </a:r>
            <a:r>
              <a:rPr lang="en-US" altLang="zh-CN" b="1" dirty="0"/>
              <a:t>DMA</a:t>
            </a:r>
            <a:r>
              <a:rPr lang="zh-CN" altLang="en-US" b="1" dirty="0"/>
              <a:t>请求，</a:t>
            </a:r>
            <a:r>
              <a:rPr lang="en-US" altLang="zh-CN" b="1" dirty="0"/>
              <a:t>ADC2</a:t>
            </a:r>
            <a:r>
              <a:rPr lang="zh-CN" altLang="en-US" b="1" dirty="0"/>
              <a:t>转换数据可以在双</a:t>
            </a:r>
            <a:r>
              <a:rPr lang="en-US" altLang="zh-CN" b="1" dirty="0"/>
              <a:t>ADC</a:t>
            </a:r>
            <a:r>
              <a:rPr lang="zh-CN" altLang="en-US" b="1" dirty="0"/>
              <a:t>模式中使用</a:t>
            </a:r>
            <a:r>
              <a:rPr lang="en-US" altLang="zh-CN" b="1" dirty="0"/>
              <a:t>ADC1</a:t>
            </a:r>
            <a:r>
              <a:rPr lang="zh-CN" altLang="en-US" b="1" dirty="0"/>
              <a:t>的</a:t>
            </a:r>
            <a:r>
              <a:rPr lang="en-US" altLang="zh-CN" b="1" dirty="0"/>
              <a:t>DMA</a:t>
            </a:r>
            <a:r>
              <a:rPr lang="zh-CN" altLang="en-US" b="1" dirty="0"/>
              <a:t>请求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1727684" y="3651870"/>
            <a:ext cx="5580620" cy="129614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</a:pPr>
            <a:r>
              <a:rPr lang="zh-CN" altLang="en-US" b="1" dirty="0"/>
              <a:t>在每次产生转换结束事件</a:t>
            </a:r>
            <a:r>
              <a:rPr lang="en-US" altLang="zh-CN" b="1" dirty="0"/>
              <a:t>EOC</a:t>
            </a:r>
            <a:r>
              <a:rPr lang="zh-CN" altLang="en-US" b="1" dirty="0"/>
              <a:t>标志后，</a:t>
            </a:r>
            <a:r>
              <a:rPr lang="en-US" altLang="zh-CN" b="1" dirty="0"/>
              <a:t>DMA</a:t>
            </a:r>
            <a:r>
              <a:rPr lang="zh-CN" altLang="en-US" b="1" dirty="0"/>
              <a:t>控制器会把保存在</a:t>
            </a:r>
            <a:r>
              <a:rPr lang="en-US" altLang="zh-CN" b="1" dirty="0"/>
              <a:t>ADC_DR</a:t>
            </a:r>
            <a:r>
              <a:rPr lang="zh-CN" altLang="en-US" b="1" dirty="0"/>
              <a:t>寄存器中的规则组通道的转换数据传送到</a:t>
            </a:r>
            <a:r>
              <a:rPr lang="en-US" altLang="zh-CN" b="1" dirty="0"/>
              <a:t>SRAM</a:t>
            </a:r>
            <a:r>
              <a:rPr lang="zh-CN" altLang="en-US" b="1" dirty="0"/>
              <a:t>中（用户指定的目标</a:t>
            </a:r>
            <a:r>
              <a:rPr lang="zh-CN" altLang="en-US" b="1" dirty="0" smtClean="0"/>
              <a:t>地址）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4572000" y="1203598"/>
            <a:ext cx="4176464" cy="208823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</a:pPr>
            <a:r>
              <a:rPr lang="zh-CN" altLang="en-US" b="1" dirty="0" smtClean="0"/>
              <a:t>规则</a:t>
            </a:r>
            <a:r>
              <a:rPr lang="zh-CN" altLang="en-US" b="1" dirty="0"/>
              <a:t>通道的转换只有一个数据</a:t>
            </a:r>
            <a:r>
              <a:rPr lang="zh-CN" altLang="en-US" b="1" dirty="0" smtClean="0"/>
              <a:t>寄存器</a:t>
            </a:r>
            <a:r>
              <a:rPr lang="en-US" altLang="zh-CN" b="1" dirty="0" smtClean="0"/>
              <a:t>ADC_DR</a:t>
            </a:r>
            <a:r>
              <a:rPr lang="zh-CN" altLang="en-US" b="1" dirty="0"/>
              <a:t>，每个通道转换完成后，将覆盖以前的数据，所以</a:t>
            </a:r>
            <a:r>
              <a:rPr lang="zh-CN" altLang="en-US" b="1" dirty="0" smtClean="0"/>
              <a:t>，</a:t>
            </a:r>
            <a:r>
              <a:rPr lang="zh-CN" altLang="en-US" b="1" dirty="0"/>
              <a:t>可以</a:t>
            </a:r>
            <a:r>
              <a:rPr lang="zh-CN" altLang="en-US" b="1" dirty="0" smtClean="0"/>
              <a:t>使用</a:t>
            </a:r>
            <a:r>
              <a:rPr lang="en-US" altLang="zh-CN" b="1" dirty="0"/>
              <a:t>DMA</a:t>
            </a:r>
            <a:r>
              <a:rPr lang="zh-CN" altLang="en-US" b="1" dirty="0"/>
              <a:t>方式处理</a:t>
            </a:r>
            <a:r>
              <a:rPr lang="zh-CN" altLang="en-US" b="1" dirty="0" smtClean="0"/>
              <a:t>数据及时</a:t>
            </a:r>
            <a:r>
              <a:rPr lang="zh-CN" altLang="en-US" b="1" dirty="0"/>
              <a:t>地将已完成转换的数据读出。</a:t>
            </a:r>
            <a:endParaRPr lang="zh-CN" altLang="en-US" dirty="0"/>
          </a:p>
        </p:txBody>
      </p:sp>
      <p:sp>
        <p:nvSpPr>
          <p:cNvPr id="3" name="流程图: 磁盘 2"/>
          <p:cNvSpPr/>
          <p:nvPr/>
        </p:nvSpPr>
        <p:spPr>
          <a:xfrm>
            <a:off x="395536" y="1419622"/>
            <a:ext cx="1152128" cy="504056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适用情况</a:t>
            </a:r>
          </a:p>
        </p:txBody>
      </p:sp>
      <p:sp>
        <p:nvSpPr>
          <p:cNvPr id="11" name="流程图: 磁盘 10"/>
          <p:cNvSpPr/>
          <p:nvPr/>
        </p:nvSpPr>
        <p:spPr>
          <a:xfrm>
            <a:off x="4283968" y="843558"/>
            <a:ext cx="1152128" cy="504056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使用原因</a:t>
            </a:r>
          </a:p>
        </p:txBody>
      </p:sp>
      <p:sp>
        <p:nvSpPr>
          <p:cNvPr id="13" name="流程图: 磁盘 12"/>
          <p:cNvSpPr/>
          <p:nvPr/>
        </p:nvSpPr>
        <p:spPr>
          <a:xfrm>
            <a:off x="1403648" y="3291830"/>
            <a:ext cx="1152128" cy="504056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6" name="矩形 5"/>
          <p:cNvSpPr/>
          <p:nvPr/>
        </p:nvSpPr>
        <p:spPr>
          <a:xfrm>
            <a:off x="403175" y="968838"/>
            <a:ext cx="113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DMA</a:t>
            </a:r>
            <a:r>
              <a:rPr lang="zh-CN" altLang="en-US" b="1" dirty="0">
                <a:solidFill>
                  <a:srgbClr val="C00000"/>
                </a:solidFill>
              </a:rPr>
              <a:t>请求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62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05983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820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10.2.4 ADC</a:t>
            </a:r>
            <a:r>
              <a:rPr lang="zh-CN" altLang="en-US" sz="2400" b="1" dirty="0">
                <a:solidFill>
                  <a:schemeClr val="bg1"/>
                </a:solidFill>
              </a:rPr>
              <a:t>转换时间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187624" y="1779662"/>
            <a:ext cx="6840760" cy="74430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</a:pPr>
            <a:r>
              <a:rPr lang="en-US" altLang="zh-CN" b="1" dirty="0" smtClean="0"/>
              <a:t>ADC</a:t>
            </a:r>
            <a:r>
              <a:rPr lang="zh-CN" altLang="en-US" b="1" dirty="0"/>
              <a:t>总的转换时间可以表示为：</a:t>
            </a:r>
          </a:p>
          <a:p>
            <a:pPr lvl="0" algn="ctr">
              <a:lnSpc>
                <a:spcPct val="125000"/>
              </a:lnSpc>
            </a:pPr>
            <a:r>
              <a:rPr lang="en-US" altLang="zh-CN" b="1" dirty="0"/>
              <a:t>ADC</a:t>
            </a:r>
            <a:r>
              <a:rPr lang="zh-CN" altLang="en-US" b="1" dirty="0"/>
              <a:t>总的转换时间</a:t>
            </a:r>
            <a:r>
              <a:rPr lang="en-US" altLang="zh-CN" b="1" dirty="0"/>
              <a:t>=</a:t>
            </a:r>
            <a:r>
              <a:rPr lang="zh-CN" altLang="en-US" b="1" dirty="0"/>
              <a:t>采样时间</a:t>
            </a:r>
            <a:r>
              <a:rPr lang="en-US" altLang="zh-CN" b="1" dirty="0"/>
              <a:t>+12.5</a:t>
            </a:r>
            <a:r>
              <a:rPr lang="zh-CN" altLang="en-US" b="1" dirty="0"/>
              <a:t>个</a:t>
            </a:r>
            <a:r>
              <a:rPr lang="zh-CN" altLang="en-US" b="1" dirty="0" smtClean="0"/>
              <a:t>周期</a:t>
            </a:r>
            <a:endParaRPr lang="zh-CN" altLang="en-US" b="1" dirty="0"/>
          </a:p>
        </p:txBody>
      </p:sp>
      <p:sp>
        <p:nvSpPr>
          <p:cNvPr id="12" name="圆角矩形 11"/>
          <p:cNvSpPr/>
          <p:nvPr/>
        </p:nvSpPr>
        <p:spPr>
          <a:xfrm>
            <a:off x="1034710" y="923820"/>
            <a:ext cx="7268825" cy="7920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</a:pPr>
            <a:r>
              <a:rPr lang="en-US" altLang="zh-CN" b="1" dirty="0" smtClean="0"/>
              <a:t>     STM32</a:t>
            </a:r>
            <a:r>
              <a:rPr lang="zh-CN" altLang="en-US" b="1" dirty="0"/>
              <a:t>的</a:t>
            </a:r>
            <a:r>
              <a:rPr lang="en-US" altLang="zh-CN" b="1" dirty="0" smtClean="0"/>
              <a:t>ADC</a:t>
            </a:r>
            <a:r>
              <a:rPr lang="zh-CN" altLang="en-US" b="1" dirty="0" smtClean="0"/>
              <a:t>的采样时间</a:t>
            </a:r>
            <a:r>
              <a:rPr lang="zh-CN" altLang="en-US" b="1" dirty="0"/>
              <a:t>可选择为采样周期的</a:t>
            </a:r>
            <a:r>
              <a:rPr lang="en-US" altLang="zh-CN" b="1" dirty="0"/>
              <a:t>1.5</a:t>
            </a:r>
            <a:r>
              <a:rPr lang="zh-CN" altLang="en-US" b="1" dirty="0"/>
              <a:t>、</a:t>
            </a:r>
            <a:r>
              <a:rPr lang="en-US" altLang="zh-CN" b="1" dirty="0"/>
              <a:t>7.5</a:t>
            </a:r>
            <a:r>
              <a:rPr lang="zh-CN" altLang="en-US" b="1" dirty="0"/>
              <a:t>、</a:t>
            </a:r>
            <a:r>
              <a:rPr lang="en-US" altLang="zh-CN" b="1" dirty="0"/>
              <a:t>13.5</a:t>
            </a:r>
            <a:r>
              <a:rPr lang="zh-CN" altLang="en-US" b="1" dirty="0"/>
              <a:t>、</a:t>
            </a:r>
            <a:r>
              <a:rPr lang="en-US" altLang="zh-CN" b="1" dirty="0"/>
              <a:t>28.5</a:t>
            </a:r>
            <a:r>
              <a:rPr lang="zh-CN" altLang="en-US" b="1" dirty="0"/>
              <a:t>、</a:t>
            </a:r>
            <a:r>
              <a:rPr lang="en-US" altLang="zh-CN" b="1" dirty="0"/>
              <a:t>41.5</a:t>
            </a:r>
            <a:r>
              <a:rPr lang="zh-CN" altLang="en-US" b="1" dirty="0"/>
              <a:t>、</a:t>
            </a:r>
            <a:r>
              <a:rPr lang="en-US" altLang="zh-CN" b="1" dirty="0"/>
              <a:t>55.5</a:t>
            </a:r>
            <a:r>
              <a:rPr lang="zh-CN" altLang="en-US" b="1" dirty="0"/>
              <a:t>、</a:t>
            </a:r>
            <a:r>
              <a:rPr lang="en-US" altLang="zh-CN" b="1" dirty="0"/>
              <a:t>71.5</a:t>
            </a:r>
            <a:r>
              <a:rPr lang="zh-CN" altLang="en-US" b="1" dirty="0"/>
              <a:t>或</a:t>
            </a:r>
            <a:r>
              <a:rPr lang="en-US" altLang="zh-CN" b="1" dirty="0"/>
              <a:t>239.5</a:t>
            </a:r>
            <a:r>
              <a:rPr lang="zh-CN" altLang="en-US" b="1" dirty="0"/>
              <a:t>倍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6084167" y="2916798"/>
            <a:ext cx="2592289" cy="18235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smtClean="0"/>
              <a:t>        ADC</a:t>
            </a:r>
            <a:r>
              <a:rPr lang="zh-CN" altLang="en-US" b="1" dirty="0"/>
              <a:t>的时钟</a:t>
            </a:r>
            <a:r>
              <a:rPr lang="en-US" altLang="zh-CN" b="1" dirty="0"/>
              <a:t>ADCCLK</a:t>
            </a:r>
            <a:r>
              <a:rPr lang="zh-CN" altLang="en-US" b="1" dirty="0"/>
              <a:t>最大不能超过</a:t>
            </a:r>
            <a:r>
              <a:rPr lang="en-US" altLang="zh-CN" b="1" dirty="0"/>
              <a:t>14MHz</a:t>
            </a:r>
            <a:r>
              <a:rPr lang="zh-CN" altLang="en-US" b="1" dirty="0"/>
              <a:t>，因此</a:t>
            </a:r>
            <a:r>
              <a:rPr lang="en-US" altLang="zh-CN" b="1" dirty="0"/>
              <a:t>STM32F103</a:t>
            </a:r>
            <a:r>
              <a:rPr lang="zh-CN" altLang="en-US" b="1" dirty="0"/>
              <a:t>系列微控制器的</a:t>
            </a:r>
            <a:r>
              <a:rPr lang="en-US" altLang="zh-CN" b="1" dirty="0"/>
              <a:t>ADC</a:t>
            </a:r>
            <a:r>
              <a:rPr lang="zh-CN" altLang="en-US" b="1" dirty="0"/>
              <a:t>最短转换时间为</a:t>
            </a:r>
            <a:r>
              <a:rPr lang="en-US" altLang="zh-CN" b="1" dirty="0"/>
              <a:t>1us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531731" y="2764398"/>
            <a:ext cx="5048381" cy="182357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 若</a:t>
            </a:r>
            <a:r>
              <a:rPr lang="zh-CN" altLang="en-US" b="1" dirty="0">
                <a:solidFill>
                  <a:prstClr val="black"/>
                </a:solidFill>
              </a:rPr>
              <a:t>采样时间为</a:t>
            </a:r>
            <a:r>
              <a:rPr lang="en-US" altLang="zh-CN" b="1" dirty="0">
                <a:solidFill>
                  <a:prstClr val="black"/>
                </a:solidFill>
              </a:rPr>
              <a:t>1.5</a:t>
            </a:r>
            <a:r>
              <a:rPr lang="zh-CN" altLang="en-US" b="1" dirty="0">
                <a:solidFill>
                  <a:prstClr val="black"/>
                </a:solidFill>
              </a:rPr>
              <a:t>个周期</a:t>
            </a:r>
            <a:r>
              <a:rPr lang="zh-CN" altLang="en-US" b="1" dirty="0" smtClean="0">
                <a:solidFill>
                  <a:prstClr val="black"/>
                </a:solidFill>
              </a:rPr>
              <a:t>，</a:t>
            </a:r>
            <a:r>
              <a:rPr lang="en-US" altLang="zh-CN" b="1" dirty="0" smtClean="0">
                <a:solidFill>
                  <a:prstClr val="black"/>
                </a:solidFill>
              </a:rPr>
              <a:t>PCLK2=72MHz</a:t>
            </a:r>
            <a:r>
              <a:rPr lang="zh-CN" altLang="en-US" b="1" dirty="0" smtClean="0">
                <a:solidFill>
                  <a:prstClr val="black"/>
                </a:solidFill>
              </a:rPr>
              <a:t>，且</a:t>
            </a:r>
            <a:r>
              <a:rPr lang="en-US" altLang="zh-CN" b="1" dirty="0">
                <a:solidFill>
                  <a:prstClr val="black"/>
                </a:solidFill>
              </a:rPr>
              <a:t>ADCCLK</a:t>
            </a:r>
            <a:r>
              <a:rPr lang="zh-CN" altLang="en-US" b="1" dirty="0">
                <a:solidFill>
                  <a:prstClr val="black"/>
                </a:solidFill>
              </a:rPr>
              <a:t>为</a:t>
            </a:r>
            <a:r>
              <a:rPr lang="en-US" altLang="zh-CN" b="1" dirty="0" smtClean="0">
                <a:solidFill>
                  <a:prstClr val="black"/>
                </a:solidFill>
              </a:rPr>
              <a:t>APB2</a:t>
            </a:r>
            <a:r>
              <a:rPr lang="zh-CN" altLang="en-US" b="1" dirty="0" smtClean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6</a:t>
            </a:r>
            <a:r>
              <a:rPr lang="zh-CN" altLang="en-US" b="1" dirty="0">
                <a:solidFill>
                  <a:prstClr val="black"/>
                </a:solidFill>
              </a:rPr>
              <a:t>分频，即</a:t>
            </a:r>
            <a:r>
              <a:rPr lang="en-US" altLang="zh-CN" b="1" dirty="0">
                <a:solidFill>
                  <a:prstClr val="black"/>
                </a:solidFill>
              </a:rPr>
              <a:t>12MHz</a:t>
            </a:r>
            <a:r>
              <a:rPr lang="zh-CN" altLang="en-US" b="1" dirty="0">
                <a:solidFill>
                  <a:prstClr val="black"/>
                </a:solidFill>
              </a:rPr>
              <a:t>，</a:t>
            </a:r>
            <a:r>
              <a:rPr lang="zh-CN" altLang="en-US" b="1" dirty="0" smtClean="0">
                <a:solidFill>
                  <a:prstClr val="black"/>
                </a:solidFill>
              </a:rPr>
              <a:t>则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总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的转换时间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1.5+12.5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/12MHz=1.17us</a:t>
            </a:r>
          </a:p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如果</a:t>
            </a:r>
            <a:r>
              <a:rPr lang="en-US" altLang="zh-CN" b="1" dirty="0">
                <a:solidFill>
                  <a:prstClr val="black"/>
                </a:solidFill>
              </a:rPr>
              <a:t>ADCCLK=14MHz</a:t>
            </a:r>
            <a:r>
              <a:rPr lang="zh-CN" altLang="en-US" b="1" dirty="0">
                <a:solidFill>
                  <a:prstClr val="black"/>
                </a:solidFill>
              </a:rPr>
              <a:t>，采样时间为</a:t>
            </a:r>
            <a:r>
              <a:rPr lang="en-US" altLang="zh-CN" b="1" dirty="0">
                <a:solidFill>
                  <a:prstClr val="black"/>
                </a:solidFill>
              </a:rPr>
              <a:t>1.5</a:t>
            </a:r>
            <a:r>
              <a:rPr lang="zh-CN" altLang="en-US" b="1" dirty="0">
                <a:solidFill>
                  <a:prstClr val="black"/>
                </a:solidFill>
              </a:rPr>
              <a:t>个周期，则</a:t>
            </a:r>
          </a:p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总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的转换时间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1.5+12.5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/14MHz=1us</a:t>
            </a:r>
          </a:p>
        </p:txBody>
      </p:sp>
      <p:sp>
        <p:nvSpPr>
          <p:cNvPr id="15" name="泪滴形 14"/>
          <p:cNvSpPr/>
          <p:nvPr/>
        </p:nvSpPr>
        <p:spPr>
          <a:xfrm>
            <a:off x="243967" y="2445022"/>
            <a:ext cx="783191" cy="638752"/>
          </a:xfrm>
          <a:prstGeom prst="teardrop">
            <a:avLst>
              <a:gd name="adj" fmla="val 102254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举例</a:t>
            </a:r>
          </a:p>
        </p:txBody>
      </p:sp>
      <p:sp>
        <p:nvSpPr>
          <p:cNvPr id="16" name="泪滴形 15"/>
          <p:cNvSpPr/>
          <p:nvPr/>
        </p:nvSpPr>
        <p:spPr>
          <a:xfrm>
            <a:off x="5692572" y="2597422"/>
            <a:ext cx="783191" cy="638752"/>
          </a:xfrm>
          <a:prstGeom prst="teardrop">
            <a:avLst>
              <a:gd name="adj" fmla="val 102254"/>
            </a:avLst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72837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>
            <a:spLocks noChangeAspect="1"/>
          </p:cNvSpPr>
          <p:nvPr/>
        </p:nvSpPr>
        <p:spPr>
          <a:xfrm>
            <a:off x="3743907" y="1722007"/>
            <a:ext cx="1080120" cy="108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9" name="右箭头 8"/>
          <p:cNvSpPr/>
          <p:nvPr/>
        </p:nvSpPr>
        <p:spPr>
          <a:xfrm>
            <a:off x="3131839" y="2117342"/>
            <a:ext cx="504056" cy="336233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2" name="矩形 11"/>
          <p:cNvSpPr/>
          <p:nvPr/>
        </p:nvSpPr>
        <p:spPr>
          <a:xfrm>
            <a:off x="2" y="339503"/>
            <a:ext cx="305983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25188" y="360766"/>
            <a:ext cx="2820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10.2.5 ADC</a:t>
            </a:r>
            <a:r>
              <a:rPr lang="zh-CN" altLang="en-US" sz="2400" b="1" dirty="0">
                <a:solidFill>
                  <a:schemeClr val="bg1"/>
                </a:solidFill>
              </a:rPr>
              <a:t>数据对齐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33818" y="1486453"/>
            <a:ext cx="1127833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</a:rPr>
              <a:t>转换结果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</a:rPr>
              <a:t>12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</a:rPr>
              <a:t>位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33818" y="2285459"/>
            <a:ext cx="1127833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</a:rPr>
              <a:t>数据寄存器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</a:rPr>
              <a:t>16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位</a:t>
            </a:r>
          </a:p>
        </p:txBody>
      </p:sp>
      <p:sp>
        <p:nvSpPr>
          <p:cNvPr id="22" name="矩形 21"/>
          <p:cNvSpPr/>
          <p:nvPr/>
        </p:nvSpPr>
        <p:spPr>
          <a:xfrm>
            <a:off x="3726763" y="1965510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/>
              <a:t>数据对齐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问题</a:t>
            </a:r>
            <a:endParaRPr lang="zh-CN" altLang="en-US" b="1" dirty="0"/>
          </a:p>
        </p:txBody>
      </p:sp>
      <p:sp>
        <p:nvSpPr>
          <p:cNvPr id="24" name="左大括号 23"/>
          <p:cNvSpPr/>
          <p:nvPr/>
        </p:nvSpPr>
        <p:spPr>
          <a:xfrm>
            <a:off x="5508103" y="1719848"/>
            <a:ext cx="308094" cy="1114674"/>
          </a:xfrm>
          <a:prstGeom prst="leftBrace">
            <a:avLst>
              <a:gd name="adj1" fmla="val 26380"/>
              <a:gd name="adj2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940151" y="1619529"/>
            <a:ext cx="1584176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/>
            <a:r>
              <a:rPr lang="zh-CN" altLang="en-US" b="1" dirty="0" smtClean="0"/>
              <a:t>右对齐方式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40151" y="2523469"/>
            <a:ext cx="1584177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左对齐方式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3507854"/>
            <a:ext cx="730408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一般</a:t>
            </a:r>
            <a:r>
              <a:rPr lang="zh-CN" altLang="en-US" b="1" dirty="0"/>
              <a:t>建议采用</a:t>
            </a:r>
            <a:r>
              <a:rPr lang="zh-CN" altLang="en-US" b="1" dirty="0">
                <a:solidFill>
                  <a:srgbClr val="C00000"/>
                </a:solidFill>
              </a:rPr>
              <a:t>右对齐</a:t>
            </a:r>
            <a:r>
              <a:rPr lang="zh-CN" altLang="en-US" b="1" dirty="0"/>
              <a:t>，因为数据传输一般是从</a:t>
            </a:r>
            <a:r>
              <a:rPr lang="zh-CN" altLang="en-US" b="1" dirty="0">
                <a:solidFill>
                  <a:srgbClr val="C00000"/>
                </a:solidFill>
              </a:rPr>
              <a:t>最低位</a:t>
            </a:r>
            <a:r>
              <a:rPr lang="zh-CN" altLang="en-US" b="1" dirty="0"/>
              <a:t>开始（也即右边开始），如果数据位是从高位开始传输的，可以采用左对齐方式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19" name="左大括号 18"/>
          <p:cNvSpPr/>
          <p:nvPr/>
        </p:nvSpPr>
        <p:spPr>
          <a:xfrm rot="10800000">
            <a:off x="2699791" y="1657751"/>
            <a:ext cx="308094" cy="1255416"/>
          </a:xfrm>
          <a:prstGeom prst="leftBrace">
            <a:avLst>
              <a:gd name="adj1" fmla="val 26380"/>
              <a:gd name="adj2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4932039" y="2093890"/>
            <a:ext cx="504056" cy="336233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251390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34786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129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10.2.6 ADC</a:t>
            </a:r>
            <a:r>
              <a:rPr lang="zh-CN" altLang="en-US" sz="2400" b="1" dirty="0">
                <a:solidFill>
                  <a:schemeClr val="bg1"/>
                </a:solidFill>
              </a:rPr>
              <a:t>的转换模式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Freeform 7"/>
          <p:cNvSpPr>
            <a:spLocks/>
          </p:cNvSpPr>
          <p:nvPr/>
        </p:nvSpPr>
        <p:spPr bwMode="auto">
          <a:xfrm>
            <a:off x="3945697" y="987574"/>
            <a:ext cx="847575" cy="3390888"/>
          </a:xfrm>
          <a:custGeom>
            <a:avLst/>
            <a:gdLst>
              <a:gd name="T0" fmla="*/ 0 w 777"/>
              <a:gd name="T1" fmla="*/ 2974 h 2974"/>
              <a:gd name="T2" fmla="*/ 507 w 777"/>
              <a:gd name="T3" fmla="*/ 2467 h 2974"/>
              <a:gd name="T4" fmla="*/ 388 w 777"/>
              <a:gd name="T5" fmla="*/ 2138 h 2974"/>
              <a:gd name="T6" fmla="*/ 277 w 777"/>
              <a:gd name="T7" fmla="*/ 1818 h 2974"/>
              <a:gd name="T8" fmla="*/ 398 w 777"/>
              <a:gd name="T9" fmla="*/ 1488 h 2974"/>
              <a:gd name="T10" fmla="*/ 507 w 777"/>
              <a:gd name="T11" fmla="*/ 1171 h 2974"/>
              <a:gd name="T12" fmla="*/ 390 w 777"/>
              <a:gd name="T13" fmla="*/ 844 h 2974"/>
              <a:gd name="T14" fmla="*/ 267 w 777"/>
              <a:gd name="T15" fmla="*/ 511 h 2974"/>
              <a:gd name="T16" fmla="*/ 777 w 777"/>
              <a:gd name="T17" fmla="*/ 0 h 2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77" h="2974">
                <a:moveTo>
                  <a:pt x="0" y="2974"/>
                </a:moveTo>
                <a:cubicBezTo>
                  <a:pt x="280" y="2974"/>
                  <a:pt x="507" y="2747"/>
                  <a:pt x="507" y="2467"/>
                </a:cubicBezTo>
                <a:cubicBezTo>
                  <a:pt x="507" y="2342"/>
                  <a:pt x="459" y="2227"/>
                  <a:pt x="388" y="2138"/>
                </a:cubicBezTo>
                <a:cubicBezTo>
                  <a:pt x="317" y="2049"/>
                  <a:pt x="277" y="1939"/>
                  <a:pt x="277" y="1818"/>
                </a:cubicBezTo>
                <a:cubicBezTo>
                  <a:pt x="277" y="1692"/>
                  <a:pt x="326" y="1577"/>
                  <a:pt x="398" y="1488"/>
                </a:cubicBezTo>
                <a:cubicBezTo>
                  <a:pt x="469" y="1400"/>
                  <a:pt x="507" y="1290"/>
                  <a:pt x="507" y="1171"/>
                </a:cubicBezTo>
                <a:cubicBezTo>
                  <a:pt x="507" y="1047"/>
                  <a:pt x="465" y="933"/>
                  <a:pt x="390" y="844"/>
                </a:cubicBezTo>
                <a:cubicBezTo>
                  <a:pt x="315" y="754"/>
                  <a:pt x="267" y="638"/>
                  <a:pt x="267" y="511"/>
                </a:cubicBezTo>
                <a:cubicBezTo>
                  <a:pt x="267" y="229"/>
                  <a:pt x="496" y="0"/>
                  <a:pt x="777" y="0"/>
                </a:cubicBezTo>
              </a:path>
            </a:pathLst>
          </a:cu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5" name="Oval 12"/>
          <p:cNvSpPr>
            <a:spLocks noChangeArrowheads="1"/>
          </p:cNvSpPr>
          <p:nvPr/>
        </p:nvSpPr>
        <p:spPr bwMode="auto">
          <a:xfrm>
            <a:off x="4193272" y="1345678"/>
            <a:ext cx="118707" cy="12451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4459323" y="2270378"/>
            <a:ext cx="119169" cy="124033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4186806" y="2968247"/>
            <a:ext cx="118707" cy="1240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4426529" y="3966655"/>
            <a:ext cx="119169" cy="124033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 flipH="1">
            <a:off x="3448237" y="1408419"/>
            <a:ext cx="745035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 flipH="1">
            <a:off x="4578492" y="2331671"/>
            <a:ext cx="745035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  <a:headEnd type="oval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 flipH="1">
            <a:off x="3131840" y="3030505"/>
            <a:ext cx="1055890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H="1">
            <a:off x="4544312" y="4007811"/>
            <a:ext cx="744111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  <a:headEnd type="oval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370005" y="1121218"/>
            <a:ext cx="859353" cy="89823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zh-CN" sz="1600" b="1" dirty="0">
                <a:solidFill>
                  <a:schemeClr val="tx1"/>
                </a:solidFill>
              </a:rPr>
              <a:t>单次模式</a:t>
            </a:r>
            <a:endParaRPr lang="zh-CN" altLang="en-US" sz="1600" dirty="0">
              <a:solidFill>
                <a:schemeClr val="tx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517231" y="1872899"/>
            <a:ext cx="859353" cy="898238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zh-CN" sz="1600" b="1" dirty="0"/>
              <a:t>连续模式</a:t>
            </a:r>
            <a:endParaRPr lang="zh-CN" altLang="en-US" sz="16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369485" y="2581144"/>
            <a:ext cx="859353" cy="89823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zh-CN" sz="1600" b="1" dirty="0">
                <a:solidFill>
                  <a:schemeClr val="tx1"/>
                </a:solidFill>
              </a:rPr>
              <a:t>扫描模式</a:t>
            </a:r>
            <a:endParaRPr lang="zh-CN" altLang="en-US" sz="1600" dirty="0">
              <a:solidFill>
                <a:schemeClr val="tx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515646" y="3351647"/>
            <a:ext cx="859353" cy="898238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zh-CN" sz="1600" b="1" dirty="0"/>
              <a:t>间断模式</a:t>
            </a:r>
            <a:endParaRPr lang="zh-CN" altLang="en-US" sz="16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323527" y="1345678"/>
            <a:ext cx="2304256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ADC</a:t>
            </a:r>
            <a:r>
              <a:rPr lang="zh-CN" altLang="zh-CN" b="1" dirty="0"/>
              <a:t>只执行一次转换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878585" y="1998852"/>
            <a:ext cx="25667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b="1" dirty="0"/>
              <a:t>当前</a:t>
            </a:r>
            <a:r>
              <a:rPr lang="en-US" altLang="zh-CN" b="1" dirty="0"/>
              <a:t>ADC</a:t>
            </a:r>
            <a:r>
              <a:rPr lang="zh-CN" altLang="en-US" b="1" dirty="0"/>
              <a:t>转换一结束就会立即启动下一个转换</a:t>
            </a:r>
          </a:p>
        </p:txBody>
      </p:sp>
      <p:sp>
        <p:nvSpPr>
          <p:cNvPr id="31" name="矩形 30"/>
          <p:cNvSpPr/>
          <p:nvPr/>
        </p:nvSpPr>
        <p:spPr>
          <a:xfrm>
            <a:off x="5464299" y="2274346"/>
            <a:ext cx="343483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扫描</a:t>
            </a:r>
            <a:r>
              <a:rPr lang="zh-CN" altLang="en-US" b="1" dirty="0"/>
              <a:t>一组模拟</a:t>
            </a:r>
            <a:r>
              <a:rPr lang="zh-CN" altLang="en-US" b="1" dirty="0" smtClean="0"/>
              <a:t>通道：</a:t>
            </a:r>
            <a:endParaRPr lang="en-US" altLang="zh-CN" b="1" dirty="0" smtClean="0"/>
          </a:p>
          <a:p>
            <a:pPr marL="285750" indent="-285750"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单次模式：扫描</a:t>
            </a:r>
            <a:r>
              <a:rPr lang="zh-CN" altLang="en-US" b="1" dirty="0"/>
              <a:t>完本组所有通道后，</a:t>
            </a:r>
            <a:r>
              <a:rPr lang="en-US" altLang="zh-CN" b="1" dirty="0"/>
              <a:t>ADC</a:t>
            </a:r>
            <a:r>
              <a:rPr lang="zh-CN" altLang="en-US" b="1" dirty="0"/>
              <a:t>自动停止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285750" indent="-285750"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连续模式：扫描</a:t>
            </a:r>
            <a:r>
              <a:rPr lang="zh-CN" altLang="en-US" b="1" dirty="0"/>
              <a:t>完本组所有通道后，再从第一个通道继续扫描。</a:t>
            </a:r>
          </a:p>
        </p:txBody>
      </p:sp>
      <p:sp>
        <p:nvSpPr>
          <p:cNvPr id="32" name="矩形 31"/>
          <p:cNvSpPr/>
          <p:nvPr/>
        </p:nvSpPr>
        <p:spPr>
          <a:xfrm>
            <a:off x="1049530" y="3503308"/>
            <a:ext cx="2310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用于多个通道的规则组和注入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4988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34786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129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10.2.6 ADC</a:t>
            </a:r>
            <a:r>
              <a:rPr lang="zh-CN" altLang="en-US" sz="2400" b="1" dirty="0">
                <a:solidFill>
                  <a:schemeClr val="bg1"/>
                </a:solidFill>
              </a:rPr>
              <a:t>的转换模式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94494" y="987574"/>
            <a:ext cx="859353" cy="898238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zh-CN" sz="1600" b="1" dirty="0"/>
              <a:t>间断模式</a:t>
            </a:r>
            <a:endParaRPr lang="zh-CN" altLang="en-US" sz="16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52120" y="987574"/>
            <a:ext cx="3168352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</a:t>
            </a:r>
            <a:r>
              <a:rPr lang="zh-CN" altLang="zh-CN" b="1" dirty="0" smtClean="0"/>
              <a:t>在</a:t>
            </a:r>
            <a:r>
              <a:rPr lang="zh-CN" altLang="zh-CN" b="1" dirty="0"/>
              <a:t>间断模式下，转换也有其特殊的规则：</a:t>
            </a:r>
          </a:p>
          <a:p>
            <a:pPr marL="285750" lvl="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zh-CN" b="1" dirty="0"/>
              <a:t>当以间断模式转换一个规则组时，转换序列结束后不自动从头开始</a:t>
            </a:r>
            <a:r>
              <a:rPr lang="zh-CN" altLang="zh-CN" b="1" dirty="0" smtClean="0"/>
              <a:t>；</a:t>
            </a:r>
            <a:endParaRPr lang="en-US" altLang="zh-CN" b="1" dirty="0" smtClean="0"/>
          </a:p>
          <a:p>
            <a:pPr marL="285750" lvl="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zh-CN" b="1" dirty="0" smtClean="0"/>
              <a:t>当</a:t>
            </a:r>
            <a:r>
              <a:rPr lang="zh-CN" altLang="zh-CN" b="1" dirty="0"/>
              <a:t>所有子组被转换完成，下一次触发启动第一个子组的</a:t>
            </a:r>
            <a:r>
              <a:rPr lang="zh-CN" altLang="zh-CN" b="1" dirty="0" smtClean="0"/>
              <a:t>转换；</a:t>
            </a:r>
            <a:endParaRPr lang="en-US" altLang="zh-CN" b="1" dirty="0" smtClean="0"/>
          </a:p>
          <a:p>
            <a:pPr marL="285750" lvl="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zh-CN" b="1" dirty="0" smtClean="0"/>
              <a:t>规则</a:t>
            </a:r>
            <a:r>
              <a:rPr lang="zh-CN" altLang="zh-CN" b="1" dirty="0"/>
              <a:t>组和注入组不能同时设置为间断模式。</a:t>
            </a:r>
          </a:p>
        </p:txBody>
      </p:sp>
      <p:sp>
        <p:nvSpPr>
          <p:cNvPr id="8" name="矩形 7"/>
          <p:cNvSpPr/>
          <p:nvPr/>
        </p:nvSpPr>
        <p:spPr>
          <a:xfrm>
            <a:off x="1530598" y="1059582"/>
            <a:ext cx="31134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US" altLang="zh-CN" b="1" dirty="0" smtClean="0">
                <a:solidFill>
                  <a:prstClr val="black"/>
                </a:solidFill>
              </a:rPr>
              <a:t>    </a:t>
            </a:r>
            <a:r>
              <a:rPr lang="zh-CN" altLang="zh-CN" b="1" dirty="0" smtClean="0">
                <a:solidFill>
                  <a:prstClr val="black"/>
                </a:solidFill>
              </a:rPr>
              <a:t>以</a:t>
            </a:r>
            <a:r>
              <a:rPr lang="zh-CN" altLang="zh-CN" b="1" dirty="0">
                <a:solidFill>
                  <a:prstClr val="black"/>
                </a:solidFill>
              </a:rPr>
              <a:t>规则组为例，若被转换的通道为</a:t>
            </a:r>
            <a:r>
              <a:rPr lang="en-US" altLang="zh-CN" b="1" dirty="0">
                <a:solidFill>
                  <a:prstClr val="black"/>
                </a:solidFill>
              </a:rPr>
              <a:t>0</a:t>
            </a:r>
            <a:r>
              <a:rPr lang="zh-CN" altLang="zh-CN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1</a:t>
            </a:r>
            <a:r>
              <a:rPr lang="zh-CN" altLang="zh-CN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2</a:t>
            </a:r>
            <a:r>
              <a:rPr lang="zh-CN" altLang="zh-CN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3</a:t>
            </a:r>
            <a:r>
              <a:rPr lang="zh-CN" altLang="zh-CN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6</a:t>
            </a:r>
            <a:r>
              <a:rPr lang="zh-CN" altLang="zh-CN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7</a:t>
            </a:r>
            <a:r>
              <a:rPr lang="zh-CN" altLang="zh-CN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9</a:t>
            </a:r>
            <a:r>
              <a:rPr lang="zh-CN" altLang="zh-CN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10</a:t>
            </a:r>
            <a:r>
              <a:rPr lang="zh-CN" altLang="zh-CN" b="1" dirty="0">
                <a:solidFill>
                  <a:prstClr val="black"/>
                </a:solidFill>
              </a:rPr>
              <a:t>，</a:t>
            </a:r>
            <a:r>
              <a:rPr lang="en-US" altLang="zh-CN" b="1" dirty="0">
                <a:solidFill>
                  <a:prstClr val="black"/>
                </a:solidFill>
              </a:rPr>
              <a:t>n=3</a:t>
            </a:r>
            <a:r>
              <a:rPr lang="zh-CN" altLang="zh-CN" b="1" dirty="0">
                <a:solidFill>
                  <a:prstClr val="black"/>
                </a:solidFill>
              </a:rPr>
              <a:t>，</a:t>
            </a:r>
            <a:r>
              <a:rPr lang="zh-CN" altLang="zh-CN" b="1" dirty="0" smtClean="0">
                <a:solidFill>
                  <a:prstClr val="black"/>
                </a:solidFill>
              </a:rPr>
              <a:t>则</a:t>
            </a:r>
            <a:endParaRPr lang="zh-CN" altLang="zh-CN" b="1" dirty="0">
              <a:solidFill>
                <a:prstClr val="black"/>
              </a:solidFill>
            </a:endParaRPr>
          </a:p>
        </p:txBody>
      </p:sp>
      <p:graphicFrame>
        <p:nvGraphicFramePr>
          <p:cNvPr id="45" name="图示 44"/>
          <p:cNvGraphicFramePr/>
          <p:nvPr>
            <p:extLst>
              <p:ext uri="{D42A27DB-BD31-4B8C-83A1-F6EECF244321}">
                <p14:modId xmlns:p14="http://schemas.microsoft.com/office/powerpoint/2010/main" val="2203043825"/>
              </p:ext>
            </p:extLst>
          </p:nvPr>
        </p:nvGraphicFramePr>
        <p:xfrm>
          <a:off x="467544" y="2139702"/>
          <a:ext cx="4896544" cy="2664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45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241175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2201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10.2.7 ADC</a:t>
            </a:r>
            <a:r>
              <a:rPr lang="zh-CN" altLang="en-US" sz="2400" b="1" dirty="0">
                <a:solidFill>
                  <a:schemeClr val="bg1"/>
                </a:solidFill>
              </a:rPr>
              <a:t>校准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655" y="1928171"/>
            <a:ext cx="2184193" cy="216982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</a:t>
            </a:r>
            <a:r>
              <a:rPr lang="en-US" altLang="zh-CN" b="1" dirty="0" smtClean="0"/>
              <a:t> A/D</a:t>
            </a:r>
            <a:r>
              <a:rPr lang="zh-CN" altLang="en-US" b="1" dirty="0"/>
              <a:t>转换过程需要一定的转换时间，对</a:t>
            </a:r>
            <a:r>
              <a:rPr lang="en-US" altLang="zh-CN" b="1" dirty="0"/>
              <a:t>ADC</a:t>
            </a:r>
            <a:r>
              <a:rPr lang="zh-CN" altLang="en-US" b="1" dirty="0"/>
              <a:t>进行校准可以</a:t>
            </a:r>
            <a:r>
              <a:rPr lang="zh-CN" altLang="en-US" b="1" dirty="0">
                <a:solidFill>
                  <a:srgbClr val="C00000"/>
                </a:solidFill>
              </a:rPr>
              <a:t>减少</a:t>
            </a:r>
            <a:r>
              <a:rPr lang="zh-CN" altLang="en-US" b="1" dirty="0"/>
              <a:t>因内部电容的变化而导致的</a:t>
            </a:r>
            <a:r>
              <a:rPr lang="zh-CN" altLang="en-US" b="1" dirty="0">
                <a:solidFill>
                  <a:srgbClr val="C00000"/>
                </a:solidFill>
              </a:rPr>
              <a:t>误差</a:t>
            </a:r>
            <a:r>
              <a:rPr lang="zh-CN" altLang="en-US" b="1" dirty="0" smtClean="0"/>
              <a:t>。</a:t>
            </a:r>
            <a:endParaRPr lang="zh-CN" altLang="zh-CN" b="1" dirty="0"/>
          </a:p>
        </p:txBody>
      </p:sp>
      <p:sp>
        <p:nvSpPr>
          <p:cNvPr id="10" name="矩形 9"/>
          <p:cNvSpPr/>
          <p:nvPr/>
        </p:nvSpPr>
        <p:spPr>
          <a:xfrm>
            <a:off x="3845596" y="987574"/>
            <a:ext cx="2664297" cy="177489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STM32</a:t>
            </a:r>
            <a:r>
              <a:rPr lang="zh-CN" altLang="en-US" b="1" dirty="0"/>
              <a:t>的</a:t>
            </a:r>
            <a:r>
              <a:rPr lang="en-US" altLang="zh-CN" b="1" dirty="0"/>
              <a:t>ADC</a:t>
            </a:r>
            <a:r>
              <a:rPr lang="zh-CN" altLang="en-US" b="1" dirty="0"/>
              <a:t>具有内置的自校准模式，</a:t>
            </a:r>
            <a:r>
              <a:rPr lang="en-US" altLang="zh-CN" b="1" dirty="0"/>
              <a:t>ADC</a:t>
            </a:r>
            <a:r>
              <a:rPr lang="zh-CN" altLang="en-US" b="1" dirty="0"/>
              <a:t>在上电后至少</a:t>
            </a:r>
            <a:r>
              <a:rPr lang="en-US" altLang="zh-CN" b="1" dirty="0"/>
              <a:t>2</a:t>
            </a:r>
            <a:r>
              <a:rPr lang="zh-CN" altLang="en-US" b="1" dirty="0"/>
              <a:t>个</a:t>
            </a:r>
            <a:r>
              <a:rPr lang="en-US" altLang="zh-CN" b="1" dirty="0"/>
              <a:t>ADC</a:t>
            </a:r>
            <a:r>
              <a:rPr lang="zh-CN" altLang="en-US" b="1" dirty="0"/>
              <a:t>时钟周期才能开始</a:t>
            </a:r>
            <a:r>
              <a:rPr lang="zh-CN" altLang="en-US" b="1" dirty="0" smtClean="0"/>
              <a:t>校准</a:t>
            </a:r>
            <a:endParaRPr lang="zh-CN" altLang="zh-CN" b="1" dirty="0"/>
          </a:p>
        </p:txBody>
      </p:sp>
      <p:sp>
        <p:nvSpPr>
          <p:cNvPr id="11" name="矩形 10"/>
          <p:cNvSpPr/>
          <p:nvPr/>
        </p:nvSpPr>
        <p:spPr>
          <a:xfrm>
            <a:off x="659615" y="1525231"/>
            <a:ext cx="720080" cy="57606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校准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目的</a:t>
            </a:r>
          </a:p>
        </p:txBody>
      </p:sp>
      <p:sp>
        <p:nvSpPr>
          <p:cNvPr id="16" name="矩形 15"/>
          <p:cNvSpPr/>
          <p:nvPr/>
        </p:nvSpPr>
        <p:spPr>
          <a:xfrm>
            <a:off x="3413549" y="699542"/>
            <a:ext cx="720080" cy="57606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校准实现</a:t>
            </a:r>
          </a:p>
        </p:txBody>
      </p:sp>
      <p:sp>
        <p:nvSpPr>
          <p:cNvPr id="17" name="矩形 16"/>
          <p:cNvSpPr/>
          <p:nvPr/>
        </p:nvSpPr>
        <p:spPr>
          <a:xfrm>
            <a:off x="5204621" y="3200288"/>
            <a:ext cx="2679747" cy="138768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建议</a:t>
            </a:r>
            <a:r>
              <a:rPr lang="zh-CN" altLang="en-US" b="1" dirty="0"/>
              <a:t>每次上电后都执行一次</a:t>
            </a:r>
            <a:r>
              <a:rPr lang="en-US" altLang="zh-CN" b="1" dirty="0"/>
              <a:t>ADC</a:t>
            </a:r>
            <a:r>
              <a:rPr lang="zh-CN" altLang="en-US" b="1" dirty="0"/>
              <a:t>校准，以保证采集数据的准确性。</a:t>
            </a:r>
          </a:p>
        </p:txBody>
      </p:sp>
      <p:sp>
        <p:nvSpPr>
          <p:cNvPr id="18" name="矩形 17"/>
          <p:cNvSpPr/>
          <p:nvPr/>
        </p:nvSpPr>
        <p:spPr>
          <a:xfrm>
            <a:off x="7524328" y="2797059"/>
            <a:ext cx="720080" cy="57606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校准</a:t>
            </a:r>
            <a:endParaRPr lang="en-US" altLang="zh-CN" b="1" dirty="0" smtClean="0"/>
          </a:p>
          <a:p>
            <a:pPr algn="ctr"/>
            <a:r>
              <a:rPr lang="zh-CN" altLang="en-US" b="1" dirty="0"/>
              <a:t>要求</a:t>
            </a:r>
            <a:endParaRPr lang="zh-CN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96597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26508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62295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10.3 ADC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模块的标准外设库接口函数及应用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656659" y="1503589"/>
            <a:ext cx="745953" cy="686830"/>
          </a:xfrm>
          <a:custGeom>
            <a:avLst/>
            <a:gdLst>
              <a:gd name="T0" fmla="*/ 593 w 593"/>
              <a:gd name="T1" fmla="*/ 248 h 546"/>
              <a:gd name="T2" fmla="*/ 295 w 593"/>
              <a:gd name="T3" fmla="*/ 546 h 546"/>
              <a:gd name="T4" fmla="*/ 0 w 593"/>
              <a:gd name="T5" fmla="*/ 248 h 546"/>
              <a:gd name="T6" fmla="*/ 0 w 593"/>
              <a:gd name="T7" fmla="*/ 0 h 546"/>
              <a:gd name="T8" fmla="*/ 295 w 593"/>
              <a:gd name="T9" fmla="*/ 298 h 546"/>
              <a:gd name="T10" fmla="*/ 593 w 593"/>
              <a:gd name="T11" fmla="*/ 0 h 546"/>
              <a:gd name="T12" fmla="*/ 593 w 593"/>
              <a:gd name="T13" fmla="*/ 248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6">
                <a:moveTo>
                  <a:pt x="593" y="248"/>
                </a:moveTo>
                <a:lnTo>
                  <a:pt x="295" y="546"/>
                </a:lnTo>
                <a:lnTo>
                  <a:pt x="0" y="248"/>
                </a:lnTo>
                <a:lnTo>
                  <a:pt x="0" y="0"/>
                </a:lnTo>
                <a:lnTo>
                  <a:pt x="295" y="298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1644609" y="2504852"/>
            <a:ext cx="745953" cy="685572"/>
          </a:xfrm>
          <a:custGeom>
            <a:avLst/>
            <a:gdLst>
              <a:gd name="T0" fmla="*/ 593 w 593"/>
              <a:gd name="T1" fmla="*/ 248 h 545"/>
              <a:gd name="T2" fmla="*/ 295 w 593"/>
              <a:gd name="T3" fmla="*/ 545 h 545"/>
              <a:gd name="T4" fmla="*/ 0 w 593"/>
              <a:gd name="T5" fmla="*/ 248 h 545"/>
              <a:gd name="T6" fmla="*/ 0 w 593"/>
              <a:gd name="T7" fmla="*/ 0 h 545"/>
              <a:gd name="T8" fmla="*/ 295 w 593"/>
              <a:gd name="T9" fmla="*/ 297 h 545"/>
              <a:gd name="T10" fmla="*/ 593 w 593"/>
              <a:gd name="T11" fmla="*/ 0 h 545"/>
              <a:gd name="T12" fmla="*/ 593 w 593"/>
              <a:gd name="T13" fmla="*/ 248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5">
                <a:moveTo>
                  <a:pt x="593" y="248"/>
                </a:moveTo>
                <a:lnTo>
                  <a:pt x="295" y="545"/>
                </a:lnTo>
                <a:lnTo>
                  <a:pt x="0" y="248"/>
                </a:lnTo>
                <a:lnTo>
                  <a:pt x="0" y="0"/>
                </a:lnTo>
                <a:lnTo>
                  <a:pt x="295" y="297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1633270" y="3482172"/>
            <a:ext cx="745953" cy="686830"/>
          </a:xfrm>
          <a:custGeom>
            <a:avLst/>
            <a:gdLst>
              <a:gd name="T0" fmla="*/ 593 w 593"/>
              <a:gd name="T1" fmla="*/ 248 h 546"/>
              <a:gd name="T2" fmla="*/ 295 w 593"/>
              <a:gd name="T3" fmla="*/ 546 h 546"/>
              <a:gd name="T4" fmla="*/ 0 w 593"/>
              <a:gd name="T5" fmla="*/ 248 h 546"/>
              <a:gd name="T6" fmla="*/ 0 w 593"/>
              <a:gd name="T7" fmla="*/ 0 h 546"/>
              <a:gd name="T8" fmla="*/ 295 w 593"/>
              <a:gd name="T9" fmla="*/ 298 h 546"/>
              <a:gd name="T10" fmla="*/ 593 w 593"/>
              <a:gd name="T11" fmla="*/ 0 h 546"/>
              <a:gd name="T12" fmla="*/ 593 w 593"/>
              <a:gd name="T13" fmla="*/ 248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6">
                <a:moveTo>
                  <a:pt x="593" y="248"/>
                </a:moveTo>
                <a:lnTo>
                  <a:pt x="295" y="546"/>
                </a:lnTo>
                <a:lnTo>
                  <a:pt x="0" y="248"/>
                </a:lnTo>
                <a:lnTo>
                  <a:pt x="0" y="0"/>
                </a:lnTo>
                <a:lnTo>
                  <a:pt x="295" y="298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9" name="Freeform 13"/>
          <p:cNvSpPr>
            <a:spLocks/>
          </p:cNvSpPr>
          <p:nvPr/>
        </p:nvSpPr>
        <p:spPr bwMode="auto">
          <a:xfrm>
            <a:off x="1879675" y="2523390"/>
            <a:ext cx="275822" cy="173728"/>
          </a:xfrm>
          <a:custGeom>
            <a:avLst/>
            <a:gdLst/>
            <a:ahLst/>
            <a:cxnLst/>
            <a:rect l="l" t="t" r="r" b="b"/>
            <a:pathLst>
              <a:path w="686185" h="432198">
                <a:moveTo>
                  <a:pt x="101600" y="338535"/>
                </a:moveTo>
                <a:lnTo>
                  <a:pt x="101600" y="432198"/>
                </a:lnTo>
                <a:lnTo>
                  <a:pt x="30163" y="432198"/>
                </a:lnTo>
                <a:lnTo>
                  <a:pt x="30163" y="402036"/>
                </a:lnTo>
                <a:close/>
                <a:moveTo>
                  <a:pt x="206375" y="236935"/>
                </a:moveTo>
                <a:lnTo>
                  <a:pt x="206375" y="432198"/>
                </a:lnTo>
                <a:lnTo>
                  <a:pt x="134938" y="432198"/>
                </a:lnTo>
                <a:lnTo>
                  <a:pt x="134938" y="305198"/>
                </a:lnTo>
                <a:close/>
                <a:moveTo>
                  <a:pt x="520700" y="187723"/>
                </a:moveTo>
                <a:lnTo>
                  <a:pt x="520700" y="432198"/>
                </a:lnTo>
                <a:lnTo>
                  <a:pt x="446088" y="432198"/>
                </a:lnTo>
                <a:lnTo>
                  <a:pt x="446088" y="255986"/>
                </a:lnTo>
                <a:close/>
                <a:moveTo>
                  <a:pt x="341313" y="176610"/>
                </a:moveTo>
                <a:lnTo>
                  <a:pt x="363538" y="198835"/>
                </a:lnTo>
                <a:lnTo>
                  <a:pt x="415925" y="255985"/>
                </a:lnTo>
                <a:lnTo>
                  <a:pt x="415925" y="432198"/>
                </a:lnTo>
                <a:lnTo>
                  <a:pt x="363538" y="432198"/>
                </a:lnTo>
                <a:lnTo>
                  <a:pt x="341313" y="432198"/>
                </a:lnTo>
                <a:close/>
                <a:moveTo>
                  <a:pt x="311150" y="140098"/>
                </a:moveTo>
                <a:lnTo>
                  <a:pt x="311150" y="143273"/>
                </a:lnTo>
                <a:lnTo>
                  <a:pt x="311150" y="432198"/>
                </a:lnTo>
                <a:lnTo>
                  <a:pt x="239713" y="432198"/>
                </a:lnTo>
                <a:lnTo>
                  <a:pt x="239713" y="206773"/>
                </a:lnTo>
                <a:close/>
                <a:moveTo>
                  <a:pt x="625475" y="90885"/>
                </a:moveTo>
                <a:lnTo>
                  <a:pt x="625475" y="432198"/>
                </a:lnTo>
                <a:lnTo>
                  <a:pt x="550863" y="432198"/>
                </a:lnTo>
                <a:lnTo>
                  <a:pt x="550863" y="157560"/>
                </a:lnTo>
                <a:close/>
                <a:moveTo>
                  <a:pt x="666509" y="976"/>
                </a:moveTo>
                <a:cubicBezTo>
                  <a:pt x="681486" y="-2777"/>
                  <a:pt x="688975" y="4730"/>
                  <a:pt x="685231" y="15991"/>
                </a:cubicBezTo>
                <a:cubicBezTo>
                  <a:pt x="681486" y="31005"/>
                  <a:pt x="677742" y="49774"/>
                  <a:pt x="673998" y="61034"/>
                </a:cubicBezTo>
                <a:lnTo>
                  <a:pt x="670253" y="64788"/>
                </a:lnTo>
                <a:cubicBezTo>
                  <a:pt x="666509" y="76049"/>
                  <a:pt x="659020" y="79803"/>
                  <a:pt x="651531" y="68542"/>
                </a:cubicBezTo>
                <a:cubicBezTo>
                  <a:pt x="644042" y="64788"/>
                  <a:pt x="640298" y="61034"/>
                  <a:pt x="640298" y="57281"/>
                </a:cubicBezTo>
                <a:cubicBezTo>
                  <a:pt x="640287" y="57291"/>
                  <a:pt x="638821" y="58656"/>
                  <a:pt x="430610" y="252470"/>
                </a:cubicBezTo>
                <a:cubicBezTo>
                  <a:pt x="430599" y="252458"/>
                  <a:pt x="429766" y="251578"/>
                  <a:pt x="363210" y="181151"/>
                </a:cubicBezTo>
                <a:cubicBezTo>
                  <a:pt x="363202" y="181142"/>
                  <a:pt x="362552" y="180444"/>
                  <a:pt x="310787" y="124846"/>
                </a:cubicBezTo>
                <a:cubicBezTo>
                  <a:pt x="310773" y="124860"/>
                  <a:pt x="308720" y="126761"/>
                  <a:pt x="14977" y="398861"/>
                </a:cubicBezTo>
                <a:cubicBezTo>
                  <a:pt x="14973" y="398858"/>
                  <a:pt x="14886" y="398792"/>
                  <a:pt x="13105" y="397454"/>
                </a:cubicBezTo>
                <a:lnTo>
                  <a:pt x="0" y="387600"/>
                </a:lnTo>
                <a:cubicBezTo>
                  <a:pt x="15" y="387586"/>
                  <a:pt x="2181" y="385572"/>
                  <a:pt x="310787" y="98571"/>
                </a:cubicBezTo>
                <a:cubicBezTo>
                  <a:pt x="310796" y="98580"/>
                  <a:pt x="311449" y="99281"/>
                  <a:pt x="363210" y="154875"/>
                </a:cubicBezTo>
                <a:cubicBezTo>
                  <a:pt x="363221" y="154887"/>
                  <a:pt x="364066" y="155781"/>
                  <a:pt x="430610" y="226194"/>
                </a:cubicBezTo>
                <a:cubicBezTo>
                  <a:pt x="430620" y="226185"/>
                  <a:pt x="432012" y="224897"/>
                  <a:pt x="625320" y="46020"/>
                </a:cubicBezTo>
                <a:cubicBezTo>
                  <a:pt x="621576" y="42266"/>
                  <a:pt x="621576" y="38513"/>
                  <a:pt x="617831" y="34759"/>
                </a:cubicBezTo>
                <a:lnTo>
                  <a:pt x="614087" y="31005"/>
                </a:lnTo>
                <a:cubicBezTo>
                  <a:pt x="606598" y="23498"/>
                  <a:pt x="610342" y="15991"/>
                  <a:pt x="621576" y="12237"/>
                </a:cubicBezTo>
                <a:cubicBezTo>
                  <a:pt x="636553" y="8484"/>
                  <a:pt x="655275" y="4730"/>
                  <a:pt x="666509" y="9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0" name="Freeform 20"/>
          <p:cNvSpPr>
            <a:spLocks/>
          </p:cNvSpPr>
          <p:nvPr/>
        </p:nvSpPr>
        <p:spPr bwMode="auto">
          <a:xfrm>
            <a:off x="1930235" y="1503589"/>
            <a:ext cx="198801" cy="233226"/>
          </a:xfrm>
          <a:custGeom>
            <a:avLst/>
            <a:gdLst/>
            <a:ahLst/>
            <a:cxnLst/>
            <a:rect l="l" t="t" r="r" b="b"/>
            <a:pathLst>
              <a:path w="422194" h="495300">
                <a:moveTo>
                  <a:pt x="221309" y="211137"/>
                </a:moveTo>
                <a:cubicBezTo>
                  <a:pt x="228811" y="211137"/>
                  <a:pt x="236313" y="218615"/>
                  <a:pt x="236313" y="226093"/>
                </a:cubicBezTo>
                <a:cubicBezTo>
                  <a:pt x="236313" y="229832"/>
                  <a:pt x="236313" y="233571"/>
                  <a:pt x="232562" y="237310"/>
                </a:cubicBezTo>
                <a:cubicBezTo>
                  <a:pt x="232562" y="237310"/>
                  <a:pt x="232562" y="237310"/>
                  <a:pt x="243815" y="349480"/>
                </a:cubicBezTo>
                <a:cubicBezTo>
                  <a:pt x="243815" y="349480"/>
                  <a:pt x="243815" y="349480"/>
                  <a:pt x="221309" y="409304"/>
                </a:cubicBezTo>
                <a:cubicBezTo>
                  <a:pt x="221309" y="409304"/>
                  <a:pt x="221309" y="409304"/>
                  <a:pt x="262570" y="304612"/>
                </a:cubicBezTo>
                <a:cubicBezTo>
                  <a:pt x="262570" y="304612"/>
                  <a:pt x="262570" y="304612"/>
                  <a:pt x="300080" y="214876"/>
                </a:cubicBezTo>
                <a:cubicBezTo>
                  <a:pt x="300080" y="214876"/>
                  <a:pt x="300080" y="214876"/>
                  <a:pt x="333838" y="214876"/>
                </a:cubicBezTo>
                <a:cubicBezTo>
                  <a:pt x="352593" y="218615"/>
                  <a:pt x="390103" y="226093"/>
                  <a:pt x="408858" y="270961"/>
                </a:cubicBezTo>
                <a:cubicBezTo>
                  <a:pt x="423862" y="297134"/>
                  <a:pt x="423862" y="409304"/>
                  <a:pt x="420111" y="495300"/>
                </a:cubicBezTo>
                <a:cubicBezTo>
                  <a:pt x="420111" y="495300"/>
                  <a:pt x="420111" y="495300"/>
                  <a:pt x="352593" y="495300"/>
                </a:cubicBezTo>
                <a:cubicBezTo>
                  <a:pt x="352593" y="495300"/>
                  <a:pt x="352593" y="495300"/>
                  <a:pt x="348842" y="330785"/>
                </a:cubicBezTo>
                <a:cubicBezTo>
                  <a:pt x="348842" y="330785"/>
                  <a:pt x="348842" y="329850"/>
                  <a:pt x="347436" y="329383"/>
                </a:cubicBezTo>
                <a:lnTo>
                  <a:pt x="337589" y="330785"/>
                </a:lnTo>
                <a:lnTo>
                  <a:pt x="333838" y="327046"/>
                </a:lnTo>
                <a:cubicBezTo>
                  <a:pt x="333838" y="327046"/>
                  <a:pt x="333838" y="327046"/>
                  <a:pt x="337589" y="495300"/>
                </a:cubicBezTo>
                <a:cubicBezTo>
                  <a:pt x="337589" y="495300"/>
                  <a:pt x="337589" y="495300"/>
                  <a:pt x="213807" y="495300"/>
                </a:cubicBezTo>
                <a:cubicBezTo>
                  <a:pt x="213807" y="495300"/>
                  <a:pt x="213807" y="495300"/>
                  <a:pt x="86273" y="495300"/>
                </a:cubicBezTo>
                <a:cubicBezTo>
                  <a:pt x="86273" y="495300"/>
                  <a:pt x="86273" y="495300"/>
                  <a:pt x="86273" y="330785"/>
                </a:cubicBezTo>
                <a:cubicBezTo>
                  <a:pt x="75050" y="327056"/>
                  <a:pt x="75020" y="330765"/>
                  <a:pt x="75020" y="330785"/>
                </a:cubicBezTo>
                <a:cubicBezTo>
                  <a:pt x="75020" y="330785"/>
                  <a:pt x="75020" y="330785"/>
                  <a:pt x="71269" y="495300"/>
                </a:cubicBezTo>
                <a:cubicBezTo>
                  <a:pt x="71269" y="495300"/>
                  <a:pt x="71269" y="495300"/>
                  <a:pt x="0" y="495300"/>
                </a:cubicBezTo>
                <a:cubicBezTo>
                  <a:pt x="0" y="409304"/>
                  <a:pt x="0" y="297134"/>
                  <a:pt x="11253" y="270961"/>
                </a:cubicBezTo>
                <a:cubicBezTo>
                  <a:pt x="22506" y="233571"/>
                  <a:pt x="56265" y="218615"/>
                  <a:pt x="86273" y="214876"/>
                </a:cubicBezTo>
                <a:cubicBezTo>
                  <a:pt x="86273" y="214876"/>
                  <a:pt x="86273" y="214876"/>
                  <a:pt x="142538" y="214876"/>
                </a:cubicBezTo>
                <a:cubicBezTo>
                  <a:pt x="142538" y="214876"/>
                  <a:pt x="142538" y="214876"/>
                  <a:pt x="180048" y="300873"/>
                </a:cubicBezTo>
                <a:cubicBezTo>
                  <a:pt x="180048" y="300873"/>
                  <a:pt x="180048" y="300873"/>
                  <a:pt x="195052" y="345741"/>
                </a:cubicBezTo>
                <a:cubicBezTo>
                  <a:pt x="195052" y="345741"/>
                  <a:pt x="195052" y="345741"/>
                  <a:pt x="206305" y="237310"/>
                </a:cubicBezTo>
                <a:cubicBezTo>
                  <a:pt x="206305" y="233571"/>
                  <a:pt x="202554" y="229832"/>
                  <a:pt x="202554" y="226093"/>
                </a:cubicBezTo>
                <a:cubicBezTo>
                  <a:pt x="202554" y="222354"/>
                  <a:pt x="206305" y="214876"/>
                  <a:pt x="213807" y="214876"/>
                </a:cubicBezTo>
                <a:cubicBezTo>
                  <a:pt x="213807" y="211137"/>
                  <a:pt x="217558" y="211137"/>
                  <a:pt x="221309" y="211137"/>
                </a:cubicBezTo>
                <a:close/>
                <a:moveTo>
                  <a:pt x="213438" y="0"/>
                </a:moveTo>
                <a:lnTo>
                  <a:pt x="220954" y="0"/>
                </a:lnTo>
                <a:cubicBezTo>
                  <a:pt x="269810" y="0"/>
                  <a:pt x="311150" y="41474"/>
                  <a:pt x="311150" y="90488"/>
                </a:cubicBezTo>
                <a:cubicBezTo>
                  <a:pt x="311150" y="139502"/>
                  <a:pt x="269810" y="180975"/>
                  <a:pt x="220954" y="180975"/>
                </a:cubicBezTo>
                <a:cubicBezTo>
                  <a:pt x="217196" y="180975"/>
                  <a:pt x="213438" y="180975"/>
                  <a:pt x="213438" y="177205"/>
                </a:cubicBezTo>
                <a:cubicBezTo>
                  <a:pt x="164582" y="173435"/>
                  <a:pt x="127000" y="135731"/>
                  <a:pt x="127000" y="90488"/>
                </a:cubicBezTo>
                <a:cubicBezTo>
                  <a:pt x="127000" y="41474"/>
                  <a:pt x="164582" y="3771"/>
                  <a:pt x="213438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1" name="Freeform 22"/>
          <p:cNvSpPr>
            <a:spLocks noEditPoints="1"/>
          </p:cNvSpPr>
          <p:nvPr/>
        </p:nvSpPr>
        <p:spPr bwMode="auto">
          <a:xfrm>
            <a:off x="1931724" y="3503695"/>
            <a:ext cx="149045" cy="258424"/>
          </a:xfrm>
          <a:custGeom>
            <a:avLst/>
            <a:gdLst>
              <a:gd name="T0" fmla="*/ 45 w 105"/>
              <a:gd name="T1" fmla="*/ 139 h 182"/>
              <a:gd name="T2" fmla="*/ 45 w 105"/>
              <a:gd name="T3" fmla="*/ 96 h 182"/>
              <a:gd name="T4" fmla="*/ 14 w 105"/>
              <a:gd name="T5" fmla="*/ 79 h 182"/>
              <a:gd name="T6" fmla="*/ 4 w 105"/>
              <a:gd name="T7" fmla="*/ 51 h 182"/>
              <a:gd name="T8" fmla="*/ 15 w 105"/>
              <a:gd name="T9" fmla="*/ 23 h 182"/>
              <a:gd name="T10" fmla="*/ 45 w 105"/>
              <a:gd name="T11" fmla="*/ 10 h 182"/>
              <a:gd name="T12" fmla="*/ 45 w 105"/>
              <a:gd name="T13" fmla="*/ 0 h 182"/>
              <a:gd name="T14" fmla="*/ 60 w 105"/>
              <a:gd name="T15" fmla="*/ 0 h 182"/>
              <a:gd name="T16" fmla="*/ 60 w 105"/>
              <a:gd name="T17" fmla="*/ 10 h 182"/>
              <a:gd name="T18" fmla="*/ 87 w 105"/>
              <a:gd name="T19" fmla="*/ 21 h 182"/>
              <a:gd name="T20" fmla="*/ 100 w 105"/>
              <a:gd name="T21" fmla="*/ 45 h 182"/>
              <a:gd name="T22" fmla="*/ 73 w 105"/>
              <a:gd name="T23" fmla="*/ 49 h 182"/>
              <a:gd name="T24" fmla="*/ 60 w 105"/>
              <a:gd name="T25" fmla="*/ 32 h 182"/>
              <a:gd name="T26" fmla="*/ 60 w 105"/>
              <a:gd name="T27" fmla="*/ 72 h 182"/>
              <a:gd name="T28" fmla="*/ 95 w 105"/>
              <a:gd name="T29" fmla="*/ 89 h 182"/>
              <a:gd name="T30" fmla="*/ 105 w 105"/>
              <a:gd name="T31" fmla="*/ 116 h 182"/>
              <a:gd name="T32" fmla="*/ 93 w 105"/>
              <a:gd name="T33" fmla="*/ 147 h 182"/>
              <a:gd name="T34" fmla="*/ 60 w 105"/>
              <a:gd name="T35" fmla="*/ 163 h 182"/>
              <a:gd name="T36" fmla="*/ 60 w 105"/>
              <a:gd name="T37" fmla="*/ 182 h 182"/>
              <a:gd name="T38" fmla="*/ 45 w 105"/>
              <a:gd name="T39" fmla="*/ 182 h 182"/>
              <a:gd name="T40" fmla="*/ 45 w 105"/>
              <a:gd name="T41" fmla="*/ 163 h 182"/>
              <a:gd name="T42" fmla="*/ 14 w 105"/>
              <a:gd name="T43" fmla="*/ 150 h 182"/>
              <a:gd name="T44" fmla="*/ 0 w 105"/>
              <a:gd name="T45" fmla="*/ 119 h 182"/>
              <a:gd name="T46" fmla="*/ 28 w 105"/>
              <a:gd name="T47" fmla="*/ 116 h 182"/>
              <a:gd name="T48" fmla="*/ 34 w 105"/>
              <a:gd name="T49" fmla="*/ 130 h 182"/>
              <a:gd name="T50" fmla="*/ 45 w 105"/>
              <a:gd name="T51" fmla="*/ 139 h 182"/>
              <a:gd name="T52" fmla="*/ 45 w 105"/>
              <a:gd name="T53" fmla="*/ 32 h 182"/>
              <a:gd name="T54" fmla="*/ 35 w 105"/>
              <a:gd name="T55" fmla="*/ 39 h 182"/>
              <a:gd name="T56" fmla="*/ 31 w 105"/>
              <a:gd name="T57" fmla="*/ 50 h 182"/>
              <a:gd name="T58" fmla="*/ 34 w 105"/>
              <a:gd name="T59" fmla="*/ 60 h 182"/>
              <a:gd name="T60" fmla="*/ 45 w 105"/>
              <a:gd name="T61" fmla="*/ 67 h 182"/>
              <a:gd name="T62" fmla="*/ 45 w 105"/>
              <a:gd name="T63" fmla="*/ 32 h 182"/>
              <a:gd name="T64" fmla="*/ 60 w 105"/>
              <a:gd name="T65" fmla="*/ 140 h 182"/>
              <a:gd name="T66" fmla="*/ 73 w 105"/>
              <a:gd name="T67" fmla="*/ 133 h 182"/>
              <a:gd name="T68" fmla="*/ 78 w 105"/>
              <a:gd name="T69" fmla="*/ 120 h 182"/>
              <a:gd name="T70" fmla="*/ 74 w 105"/>
              <a:gd name="T71" fmla="*/ 108 h 182"/>
              <a:gd name="T72" fmla="*/ 60 w 105"/>
              <a:gd name="T73" fmla="*/ 101 h 182"/>
              <a:gd name="T74" fmla="*/ 60 w 105"/>
              <a:gd name="T75" fmla="*/ 14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5" h="182">
                <a:moveTo>
                  <a:pt x="45" y="139"/>
                </a:moveTo>
                <a:cubicBezTo>
                  <a:pt x="45" y="96"/>
                  <a:pt x="45" y="96"/>
                  <a:pt x="45" y="96"/>
                </a:cubicBezTo>
                <a:cubicBezTo>
                  <a:pt x="31" y="92"/>
                  <a:pt x="20" y="87"/>
                  <a:pt x="14" y="79"/>
                </a:cubicBezTo>
                <a:cubicBezTo>
                  <a:pt x="7" y="71"/>
                  <a:pt x="4" y="62"/>
                  <a:pt x="4" y="51"/>
                </a:cubicBezTo>
                <a:cubicBezTo>
                  <a:pt x="4" y="40"/>
                  <a:pt x="8" y="30"/>
                  <a:pt x="15" y="23"/>
                </a:cubicBezTo>
                <a:cubicBezTo>
                  <a:pt x="22" y="15"/>
                  <a:pt x="32" y="11"/>
                  <a:pt x="45" y="10"/>
                </a:cubicBezTo>
                <a:cubicBezTo>
                  <a:pt x="45" y="0"/>
                  <a:pt x="45" y="0"/>
                  <a:pt x="45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72" y="11"/>
                  <a:pt x="81" y="15"/>
                  <a:pt x="87" y="21"/>
                </a:cubicBezTo>
                <a:cubicBezTo>
                  <a:pt x="94" y="27"/>
                  <a:pt x="99" y="35"/>
                  <a:pt x="100" y="45"/>
                </a:cubicBezTo>
                <a:cubicBezTo>
                  <a:pt x="73" y="49"/>
                  <a:pt x="73" y="49"/>
                  <a:pt x="73" y="49"/>
                </a:cubicBezTo>
                <a:cubicBezTo>
                  <a:pt x="71" y="41"/>
                  <a:pt x="67" y="35"/>
                  <a:pt x="60" y="32"/>
                </a:cubicBezTo>
                <a:cubicBezTo>
                  <a:pt x="60" y="72"/>
                  <a:pt x="60" y="72"/>
                  <a:pt x="60" y="72"/>
                </a:cubicBezTo>
                <a:cubicBezTo>
                  <a:pt x="77" y="76"/>
                  <a:pt x="89" y="82"/>
                  <a:pt x="95" y="89"/>
                </a:cubicBezTo>
                <a:cubicBezTo>
                  <a:pt x="102" y="96"/>
                  <a:pt x="105" y="105"/>
                  <a:pt x="105" y="116"/>
                </a:cubicBezTo>
                <a:cubicBezTo>
                  <a:pt x="105" y="128"/>
                  <a:pt x="101" y="139"/>
                  <a:pt x="93" y="147"/>
                </a:cubicBezTo>
                <a:cubicBezTo>
                  <a:pt x="85" y="156"/>
                  <a:pt x="74" y="161"/>
                  <a:pt x="60" y="163"/>
                </a:cubicBezTo>
                <a:cubicBezTo>
                  <a:pt x="60" y="182"/>
                  <a:pt x="60" y="182"/>
                  <a:pt x="60" y="182"/>
                </a:cubicBezTo>
                <a:cubicBezTo>
                  <a:pt x="45" y="182"/>
                  <a:pt x="45" y="182"/>
                  <a:pt x="45" y="182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32" y="162"/>
                  <a:pt x="22" y="157"/>
                  <a:pt x="14" y="150"/>
                </a:cubicBezTo>
                <a:cubicBezTo>
                  <a:pt x="7" y="143"/>
                  <a:pt x="2" y="132"/>
                  <a:pt x="0" y="119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9" y="122"/>
                  <a:pt x="31" y="126"/>
                  <a:pt x="34" y="130"/>
                </a:cubicBezTo>
                <a:cubicBezTo>
                  <a:pt x="37" y="134"/>
                  <a:pt x="41" y="137"/>
                  <a:pt x="45" y="139"/>
                </a:cubicBezTo>
                <a:close/>
                <a:moveTo>
                  <a:pt x="45" y="32"/>
                </a:moveTo>
                <a:cubicBezTo>
                  <a:pt x="40" y="33"/>
                  <a:pt x="37" y="36"/>
                  <a:pt x="35" y="39"/>
                </a:cubicBezTo>
                <a:cubicBezTo>
                  <a:pt x="32" y="42"/>
                  <a:pt x="31" y="46"/>
                  <a:pt x="31" y="50"/>
                </a:cubicBezTo>
                <a:cubicBezTo>
                  <a:pt x="31" y="53"/>
                  <a:pt x="32" y="57"/>
                  <a:pt x="34" y="60"/>
                </a:cubicBezTo>
                <a:cubicBezTo>
                  <a:pt x="36" y="63"/>
                  <a:pt x="40" y="65"/>
                  <a:pt x="45" y="67"/>
                </a:cubicBezTo>
                <a:lnTo>
                  <a:pt x="45" y="32"/>
                </a:lnTo>
                <a:close/>
                <a:moveTo>
                  <a:pt x="60" y="140"/>
                </a:moveTo>
                <a:cubicBezTo>
                  <a:pt x="66" y="139"/>
                  <a:pt x="70" y="137"/>
                  <a:pt x="73" y="133"/>
                </a:cubicBezTo>
                <a:cubicBezTo>
                  <a:pt x="77" y="129"/>
                  <a:pt x="78" y="125"/>
                  <a:pt x="78" y="120"/>
                </a:cubicBezTo>
                <a:cubicBezTo>
                  <a:pt x="78" y="115"/>
                  <a:pt x="77" y="111"/>
                  <a:pt x="74" y="108"/>
                </a:cubicBezTo>
                <a:cubicBezTo>
                  <a:pt x="71" y="105"/>
                  <a:pt x="67" y="102"/>
                  <a:pt x="60" y="101"/>
                </a:cubicBezTo>
                <a:lnTo>
                  <a:pt x="60" y="14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3" name="TextBox 28"/>
          <p:cNvSpPr txBox="1"/>
          <p:nvPr/>
        </p:nvSpPr>
        <p:spPr>
          <a:xfrm>
            <a:off x="2690414" y="1652239"/>
            <a:ext cx="3712876" cy="38953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10.3.1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ADC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标准外设库接口函数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2625627" y="2578470"/>
            <a:ext cx="5256585" cy="324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sz="1400" b="1" kern="0" dirty="0" smtClean="0">
                <a:latin typeface="+mn-ea"/>
                <a:sym typeface="思源黑体旧字形 ExtraLight" panose="020B0200000000000000" pitchFamily="34" charset="-128"/>
              </a:rPr>
              <a:t> 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sym typeface="思源黑体旧字形 ExtraLight" panose="020B0200000000000000" pitchFamily="34" charset="-128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2029636" y="2190418"/>
            <a:ext cx="5926740" cy="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19" name="直接箭头连接符 18"/>
          <p:cNvCxnSpPr>
            <a:stCxn id="7" idx="1"/>
          </p:cNvCxnSpPr>
          <p:nvPr/>
        </p:nvCxnSpPr>
        <p:spPr>
          <a:xfrm>
            <a:off x="2015699" y="3190424"/>
            <a:ext cx="5866513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0" name="直接箭头连接符 19"/>
          <p:cNvCxnSpPr>
            <a:stCxn id="8" idx="1"/>
          </p:cNvCxnSpPr>
          <p:nvPr/>
        </p:nvCxnSpPr>
        <p:spPr>
          <a:xfrm>
            <a:off x="2004360" y="4169002"/>
            <a:ext cx="5952016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21" name="TextBox 28"/>
          <p:cNvSpPr txBox="1"/>
          <p:nvPr/>
        </p:nvSpPr>
        <p:spPr>
          <a:xfrm>
            <a:off x="2718370" y="2652873"/>
            <a:ext cx="3712876" cy="38953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3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10.3.2 ADC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标准外设库配置过程</a:t>
            </a:r>
          </a:p>
        </p:txBody>
      </p:sp>
      <p:sp>
        <p:nvSpPr>
          <p:cNvPr id="22" name="TextBox 28"/>
          <p:cNvSpPr txBox="1"/>
          <p:nvPr/>
        </p:nvSpPr>
        <p:spPr>
          <a:xfrm>
            <a:off x="2738072" y="3630822"/>
            <a:ext cx="3712876" cy="38953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10.3.3 ADC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标准外设库应用实例</a:t>
            </a:r>
          </a:p>
        </p:txBody>
      </p:sp>
    </p:spTree>
    <p:extLst>
      <p:ext uri="{BB962C8B-B14F-4D97-AF65-F5344CB8AC3E}">
        <p14:creationId xmlns:p14="http://schemas.microsoft.com/office/powerpoint/2010/main" val="49767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9552" y="1289482"/>
            <a:ext cx="2736304" cy="32085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分布</a:t>
            </a:r>
            <a:r>
              <a:rPr lang="zh-CN" altLang="en-US" b="1" dirty="0"/>
              <a:t>在</a:t>
            </a:r>
            <a:r>
              <a:rPr lang="en-US" altLang="zh-CN" b="1" dirty="0"/>
              <a:t>stm32f10x_adc.c</a:t>
            </a:r>
            <a:r>
              <a:rPr lang="zh-CN" altLang="en-US" b="1" dirty="0"/>
              <a:t>文件和</a:t>
            </a:r>
            <a:r>
              <a:rPr lang="en-US" altLang="zh-CN" b="1" dirty="0"/>
              <a:t>stm32f10x_adc.h</a:t>
            </a:r>
            <a:r>
              <a:rPr lang="zh-CN" altLang="en-US" b="1" dirty="0"/>
              <a:t>文件中，</a:t>
            </a:r>
            <a:r>
              <a:rPr lang="en-US" altLang="zh-CN" b="1" dirty="0"/>
              <a:t>stm32f10x_adc.h</a:t>
            </a:r>
            <a:r>
              <a:rPr lang="zh-CN" altLang="en-US" b="1" dirty="0"/>
              <a:t>头文件定义了</a:t>
            </a:r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>
                <a:solidFill>
                  <a:srgbClr val="C00000"/>
                </a:solidFill>
              </a:rPr>
              <a:t>初始化结构体</a:t>
            </a:r>
            <a:r>
              <a:rPr lang="zh-CN" altLang="en-US" b="1" dirty="0"/>
              <a:t>，并声明了相应的库函数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US" altLang="zh-CN" b="1" dirty="0" smtClean="0"/>
              <a:t>     ADC</a:t>
            </a:r>
            <a:r>
              <a:rPr lang="zh-CN" altLang="zh-CN" b="1" dirty="0"/>
              <a:t>初始化结构体</a:t>
            </a:r>
            <a:r>
              <a:rPr lang="en-US" altLang="zh-CN" b="1" dirty="0" err="1"/>
              <a:t>ADC_InitTypeDef</a:t>
            </a:r>
            <a:r>
              <a:rPr lang="zh-CN" altLang="zh-CN" b="1" dirty="0"/>
              <a:t>用于配置</a:t>
            </a:r>
            <a:r>
              <a:rPr lang="en-US" altLang="zh-CN" b="1" dirty="0"/>
              <a:t>ADC</a:t>
            </a:r>
            <a:r>
              <a:rPr lang="zh-CN" altLang="zh-CN" b="1" dirty="0"/>
              <a:t>的相关</a:t>
            </a:r>
            <a:r>
              <a:rPr lang="zh-CN" altLang="zh-CN" b="1" dirty="0" smtClean="0"/>
              <a:t>参数</a:t>
            </a:r>
            <a:r>
              <a:rPr lang="zh-CN" altLang="en-US" b="1" dirty="0" smtClean="0"/>
              <a:t>。</a:t>
            </a:r>
            <a:r>
              <a:rPr lang="en-US" altLang="zh-CN" b="1" dirty="0" smtClean="0"/>
              <a:t> </a:t>
            </a:r>
            <a:endParaRPr lang="zh-CN" altLang="en-US" b="1" dirty="0"/>
          </a:p>
        </p:txBody>
      </p:sp>
      <p:sp>
        <p:nvSpPr>
          <p:cNvPr id="64552" name="矩形 64551"/>
          <p:cNvSpPr/>
          <p:nvPr/>
        </p:nvSpPr>
        <p:spPr>
          <a:xfrm>
            <a:off x="3485231" y="987574"/>
            <a:ext cx="5328591" cy="39010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err="1">
                <a:solidFill>
                  <a:prstClr val="black"/>
                </a:solidFill>
              </a:rPr>
              <a:t>typedefstruct</a:t>
            </a:r>
            <a:endParaRPr lang="en-US" altLang="zh-CN" b="1" dirty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uint32_t </a:t>
            </a:r>
            <a:r>
              <a:rPr lang="en-US" altLang="zh-CN" b="1" dirty="0" err="1">
                <a:solidFill>
                  <a:prstClr val="black"/>
                </a:solidFill>
              </a:rPr>
              <a:t>ADC_Mode</a:t>
            </a:r>
            <a:r>
              <a:rPr lang="en-US" altLang="zh-CN" b="1" dirty="0">
                <a:solidFill>
                  <a:prstClr val="black"/>
                </a:solidFill>
              </a:rPr>
              <a:t>; //ADC</a:t>
            </a:r>
            <a:r>
              <a:rPr lang="zh-CN" altLang="en-US" b="1" dirty="0">
                <a:solidFill>
                  <a:prstClr val="black"/>
                </a:solidFill>
              </a:rPr>
              <a:t>工作模式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 err="1">
                <a:solidFill>
                  <a:prstClr val="black"/>
                </a:solidFill>
              </a:rPr>
              <a:t>FunctionalState</a:t>
            </a: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b="1" dirty="0" err="1">
                <a:solidFill>
                  <a:prstClr val="black"/>
                </a:solidFill>
              </a:rPr>
              <a:t>ADC_ScanConvMode</a:t>
            </a:r>
            <a:r>
              <a:rPr lang="en-US" altLang="zh-CN" b="1" dirty="0">
                <a:solidFill>
                  <a:prstClr val="black"/>
                </a:solidFill>
              </a:rPr>
              <a:t>; 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</a:rPr>
              <a:t> //</a:t>
            </a:r>
            <a:r>
              <a:rPr lang="zh-CN" altLang="en-US" b="1" dirty="0">
                <a:solidFill>
                  <a:prstClr val="black"/>
                </a:solidFill>
              </a:rPr>
              <a:t>是否采用扫描模式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 err="1">
                <a:solidFill>
                  <a:prstClr val="black"/>
                </a:solidFill>
              </a:rPr>
              <a:t>FunctionalState</a:t>
            </a: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b="1" dirty="0" err="1">
                <a:solidFill>
                  <a:prstClr val="black"/>
                </a:solidFill>
              </a:rPr>
              <a:t>ADC_ContinuousConvMode</a:t>
            </a:r>
            <a:r>
              <a:rPr lang="en-US" altLang="zh-CN" b="1" dirty="0">
                <a:solidFill>
                  <a:prstClr val="black"/>
                </a:solidFill>
              </a:rPr>
              <a:t>; 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</a:rPr>
              <a:t> //</a:t>
            </a:r>
            <a:r>
              <a:rPr lang="zh-CN" altLang="en-US" b="1" dirty="0">
                <a:solidFill>
                  <a:prstClr val="black"/>
                </a:solidFill>
              </a:rPr>
              <a:t>是否采用连续转换模式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uint32_t </a:t>
            </a:r>
            <a:r>
              <a:rPr lang="en-US" altLang="zh-CN" b="1" dirty="0" err="1">
                <a:solidFill>
                  <a:prstClr val="black"/>
                </a:solidFill>
              </a:rPr>
              <a:t>ADC_ExternalTrigConv</a:t>
            </a:r>
            <a:r>
              <a:rPr lang="en-US" altLang="zh-CN" b="1" dirty="0">
                <a:solidFill>
                  <a:prstClr val="black"/>
                </a:solidFill>
              </a:rPr>
              <a:t>; //</a:t>
            </a:r>
            <a:r>
              <a:rPr lang="zh-CN" altLang="en-US" b="1" dirty="0">
                <a:solidFill>
                  <a:prstClr val="black"/>
                </a:solidFill>
              </a:rPr>
              <a:t>外部触发启动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uint32_t </a:t>
            </a:r>
            <a:r>
              <a:rPr lang="en-US" altLang="zh-CN" b="1" dirty="0" err="1">
                <a:solidFill>
                  <a:prstClr val="black"/>
                </a:solidFill>
              </a:rPr>
              <a:t>ADC_DataAlign</a:t>
            </a:r>
            <a:r>
              <a:rPr lang="en-US" altLang="zh-CN" b="1" dirty="0">
                <a:solidFill>
                  <a:prstClr val="black"/>
                </a:solidFill>
              </a:rPr>
              <a:t>; //ADC</a:t>
            </a:r>
            <a:r>
              <a:rPr lang="zh-CN" altLang="en-US" b="1" dirty="0">
                <a:solidFill>
                  <a:prstClr val="black"/>
                </a:solidFill>
              </a:rPr>
              <a:t>的数据对齐方式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uint8_t </a:t>
            </a:r>
            <a:r>
              <a:rPr lang="en-US" altLang="zh-CN" b="1" dirty="0" err="1">
                <a:solidFill>
                  <a:prstClr val="black"/>
                </a:solidFill>
              </a:rPr>
              <a:t>ADC_NbrOfChannel</a:t>
            </a:r>
            <a:r>
              <a:rPr lang="en-US" altLang="zh-CN" b="1" dirty="0">
                <a:solidFill>
                  <a:prstClr val="black"/>
                </a:solidFill>
              </a:rPr>
              <a:t>; //ADC</a:t>
            </a:r>
            <a:r>
              <a:rPr lang="zh-CN" altLang="en-US" b="1" dirty="0">
                <a:solidFill>
                  <a:prstClr val="black"/>
                </a:solidFill>
              </a:rPr>
              <a:t>的通道数目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}</a:t>
            </a:r>
            <a:r>
              <a:rPr lang="en-US" altLang="zh-CN" b="1" dirty="0" err="1">
                <a:solidFill>
                  <a:prstClr val="black"/>
                </a:solidFill>
              </a:rPr>
              <a:t>ADC_InitTypeDef</a:t>
            </a:r>
            <a:r>
              <a:rPr lang="en-US" altLang="zh-CN" b="1" dirty="0">
                <a:solidFill>
                  <a:prstClr val="black"/>
                </a:solidFill>
              </a:rPr>
              <a:t>;</a:t>
            </a:r>
          </a:p>
        </p:txBody>
      </p:sp>
      <p:sp>
        <p:nvSpPr>
          <p:cNvPr id="3" name="矩形 2"/>
          <p:cNvSpPr/>
          <p:nvPr/>
        </p:nvSpPr>
        <p:spPr>
          <a:xfrm>
            <a:off x="5365308" y="555526"/>
            <a:ext cx="1968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>
                <a:solidFill>
                  <a:srgbClr val="C00000"/>
                </a:solidFill>
              </a:rPr>
              <a:t>初始化结构体</a:t>
            </a:r>
          </a:p>
        </p:txBody>
      </p:sp>
    </p:spTree>
    <p:extLst>
      <p:ext uri="{BB962C8B-B14F-4D97-AF65-F5344CB8AC3E}">
        <p14:creationId xmlns:p14="http://schemas.microsoft.com/office/powerpoint/2010/main" val="360306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04048" y="474227"/>
            <a:ext cx="3381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初始化结构体</a:t>
            </a:r>
            <a:r>
              <a:rPr lang="zh-CN" altLang="en-US" b="1" dirty="0">
                <a:solidFill>
                  <a:srgbClr val="C00000"/>
                </a:solidFill>
              </a:rPr>
              <a:t>成员及其取值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595857"/>
              </p:ext>
            </p:extLst>
          </p:nvPr>
        </p:nvGraphicFramePr>
        <p:xfrm>
          <a:off x="395536" y="1074390"/>
          <a:ext cx="8496944" cy="365760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520828"/>
                <a:gridCol w="5976116"/>
              </a:tblGrid>
              <a:tr h="1257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结构体成员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取值范围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/>
                </a:tc>
              </a:tr>
              <a:tr h="12570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</a:t>
                      </a:r>
                      <a:endParaRPr lang="zh-CN" sz="16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（</a:t>
                      </a:r>
                      <a:r>
                        <a:rPr lang="en-US" sz="1600" b="1" kern="0">
                          <a:effectLst/>
                        </a:rPr>
                        <a:t>ADC</a:t>
                      </a:r>
                      <a:r>
                        <a:rPr lang="zh-CN" sz="1600" b="1" kern="0">
                          <a:effectLst/>
                        </a:rPr>
                        <a:t>工作模式）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ADC_Mode_Independent</a:t>
                      </a:r>
                      <a:r>
                        <a:rPr lang="zh-CN" sz="1600" b="1" kern="0">
                          <a:effectLst/>
                        </a:rPr>
                        <a:t>（独立模式）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ADC_Mode_RegInjecSimult</a:t>
                      </a:r>
                      <a:r>
                        <a:rPr lang="zh-CN" sz="1600" b="1" kern="0">
                          <a:effectLst/>
                        </a:rPr>
                        <a:t>（同步规则和同步注入模式）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ADC_Mode_RegSimult_AlterTrig</a:t>
                      </a:r>
                      <a:r>
                        <a:rPr lang="zh-CN" sz="1600" b="1" kern="0">
                          <a:effectLst/>
                        </a:rPr>
                        <a:t>（同步规则和交替触发模式）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ADC_Mode_InjecSimult_FastInterl</a:t>
                      </a:r>
                      <a:r>
                        <a:rPr lang="zh-CN" sz="1600" b="1" kern="0">
                          <a:effectLst/>
                        </a:rPr>
                        <a:t>（同步注入和快速交替模式）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ADC_Mode_InjecSimult_SlowInterl</a:t>
                      </a:r>
                      <a:r>
                        <a:rPr lang="zh-CN" sz="1600" b="1" kern="0">
                          <a:effectLst/>
                        </a:rPr>
                        <a:t>（同步注入和慢速交替模式）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ADC_Mode_InjecSimult</a:t>
                      </a:r>
                      <a:r>
                        <a:rPr lang="zh-CN" sz="1600" b="1" kern="0">
                          <a:effectLst/>
                        </a:rPr>
                        <a:t>（同步注入模式）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ADC_Mode_RegSimult</a:t>
                      </a:r>
                      <a:r>
                        <a:rPr lang="zh-CN" sz="1600" b="1" kern="0">
                          <a:effectLst/>
                        </a:rPr>
                        <a:t>（同步规则模式）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ADC_Mode_FastInterl</a:t>
                      </a:r>
                      <a:r>
                        <a:rPr lang="zh-CN" sz="1600" b="1" kern="0">
                          <a:effectLst/>
                        </a:rPr>
                        <a:t>（快速交替模式）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ADC_Mode_SlowInterl</a:t>
                      </a:r>
                      <a:r>
                        <a:rPr lang="zh-CN" sz="1600" b="1" kern="0">
                          <a:effectLst/>
                        </a:rPr>
                        <a:t>（慢速交替模式）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ADC_Mode_AlterTrig</a:t>
                      </a:r>
                      <a:r>
                        <a:rPr lang="zh-CN" sz="1600" b="1" kern="0">
                          <a:effectLst/>
                        </a:rPr>
                        <a:t>（交替触发模式）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/>
                </a:tc>
              </a:tr>
              <a:tr h="2514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ADC_ScanConvMode</a:t>
                      </a:r>
                      <a:endParaRPr lang="zh-CN" sz="16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（是否采用扫描模式）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ENABLE</a:t>
                      </a:r>
                      <a:r>
                        <a:rPr lang="zh-CN" sz="1600" b="1" kern="0">
                          <a:effectLst/>
                        </a:rPr>
                        <a:t>（开启扫描模式）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DISABLE</a:t>
                      </a:r>
                      <a:r>
                        <a:rPr lang="zh-CN" sz="1600" b="1" kern="0">
                          <a:effectLst/>
                        </a:rPr>
                        <a:t>（不开启扫描模式）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/>
                </a:tc>
              </a:tr>
              <a:tr h="2514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effectLst/>
                        </a:rPr>
                        <a:t>ADC_ContinuousConvMode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（是否采用连续转换模式）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ENABLE</a:t>
                      </a:r>
                      <a:r>
                        <a:rPr lang="zh-CN" sz="1600" b="1" kern="0" dirty="0">
                          <a:effectLst/>
                        </a:rPr>
                        <a:t>（开启连续转换模式）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DISABLE</a:t>
                      </a:r>
                      <a:r>
                        <a:rPr lang="zh-CN" sz="1600" b="1" kern="0" dirty="0">
                          <a:effectLst/>
                        </a:rPr>
                        <a:t>（单次转换模式）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93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716218"/>
              </p:ext>
            </p:extLst>
          </p:nvPr>
        </p:nvGraphicFramePr>
        <p:xfrm>
          <a:off x="287524" y="1275606"/>
          <a:ext cx="8568952" cy="3241928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304256"/>
                <a:gridCol w="6264696"/>
              </a:tblGrid>
              <a:tr h="3158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结构体成员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取值范围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10056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effectLst/>
                        </a:rPr>
                        <a:t>ADC_ExternalTrigConv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（外部触发启动）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ADC_ExternalTrigConv_T1_CC1</a:t>
                      </a:r>
                      <a:r>
                        <a:rPr lang="zh-CN" sz="1600" b="1" kern="0" dirty="0">
                          <a:effectLst/>
                        </a:rPr>
                        <a:t>（定时器</a:t>
                      </a:r>
                      <a:r>
                        <a:rPr lang="en-US" sz="1600" b="1" kern="0" dirty="0">
                          <a:effectLst/>
                        </a:rPr>
                        <a:t>1</a:t>
                      </a:r>
                      <a:r>
                        <a:rPr lang="zh-CN" sz="1600" b="1" kern="0" dirty="0">
                          <a:effectLst/>
                        </a:rPr>
                        <a:t>的捕获比较</a:t>
                      </a:r>
                      <a:r>
                        <a:rPr lang="en-US" sz="1600" b="1" kern="0" dirty="0">
                          <a:effectLst/>
                        </a:rPr>
                        <a:t>1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ADC_ExternalTrigConv_T1_CC2</a:t>
                      </a:r>
                      <a:r>
                        <a:rPr lang="zh-CN" sz="1600" b="1" kern="0" dirty="0">
                          <a:effectLst/>
                        </a:rPr>
                        <a:t>（定时器</a:t>
                      </a:r>
                      <a:r>
                        <a:rPr lang="en-US" sz="1600" b="1" kern="0" dirty="0">
                          <a:effectLst/>
                        </a:rPr>
                        <a:t>1</a:t>
                      </a:r>
                      <a:r>
                        <a:rPr lang="zh-CN" sz="1600" b="1" kern="0" dirty="0">
                          <a:effectLst/>
                        </a:rPr>
                        <a:t>的捕获比较</a:t>
                      </a:r>
                      <a:r>
                        <a:rPr lang="en-US" sz="1600" b="1" kern="0" dirty="0">
                          <a:effectLst/>
                        </a:rPr>
                        <a:t>2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ADC_ExternalTrigConv_T1_CC3</a:t>
                      </a:r>
                      <a:r>
                        <a:rPr lang="zh-CN" sz="1600" b="1" kern="0" dirty="0">
                          <a:effectLst/>
                        </a:rPr>
                        <a:t>（定时器</a:t>
                      </a:r>
                      <a:r>
                        <a:rPr lang="en-US" sz="1600" b="1" kern="0" dirty="0">
                          <a:effectLst/>
                        </a:rPr>
                        <a:t>1</a:t>
                      </a:r>
                      <a:r>
                        <a:rPr lang="zh-CN" sz="1600" b="1" kern="0" dirty="0">
                          <a:effectLst/>
                        </a:rPr>
                        <a:t>的捕获比较</a:t>
                      </a:r>
                      <a:r>
                        <a:rPr lang="en-US" sz="1600" b="1" kern="0" dirty="0">
                          <a:effectLst/>
                        </a:rPr>
                        <a:t>3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ADC_ExternalTrigConv_T2_CC2</a:t>
                      </a:r>
                      <a:r>
                        <a:rPr lang="zh-CN" sz="1600" b="1" kern="0" dirty="0">
                          <a:effectLst/>
                        </a:rPr>
                        <a:t>（定时器</a:t>
                      </a:r>
                      <a:r>
                        <a:rPr lang="en-US" sz="1600" b="1" kern="0" dirty="0">
                          <a:effectLst/>
                        </a:rPr>
                        <a:t>2</a:t>
                      </a:r>
                      <a:r>
                        <a:rPr lang="zh-CN" sz="1600" b="1" kern="0" dirty="0">
                          <a:effectLst/>
                        </a:rPr>
                        <a:t>的捕获比较</a:t>
                      </a:r>
                      <a:r>
                        <a:rPr lang="en-US" sz="1600" b="1" kern="0" dirty="0">
                          <a:effectLst/>
                        </a:rPr>
                        <a:t>2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ADC_ExternalTrigConv_T3_TRGO</a:t>
                      </a:r>
                      <a:r>
                        <a:rPr lang="zh-CN" sz="1600" b="1" kern="0" dirty="0">
                          <a:effectLst/>
                        </a:rPr>
                        <a:t>（定时器</a:t>
                      </a:r>
                      <a:r>
                        <a:rPr lang="en-US" sz="1600" b="1" kern="0" dirty="0">
                          <a:effectLst/>
                        </a:rPr>
                        <a:t>3</a:t>
                      </a:r>
                      <a:r>
                        <a:rPr lang="zh-CN" sz="1600" b="1" kern="0" dirty="0">
                          <a:effectLst/>
                        </a:rPr>
                        <a:t>的</a:t>
                      </a:r>
                      <a:r>
                        <a:rPr lang="en-US" sz="1600" b="1" kern="0" dirty="0">
                          <a:effectLst/>
                        </a:rPr>
                        <a:t>RGO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ADC_ExternalTrigConv_T4_CC4</a:t>
                      </a:r>
                      <a:r>
                        <a:rPr lang="zh-CN" sz="1600" b="1" kern="0" dirty="0">
                          <a:effectLst/>
                        </a:rPr>
                        <a:t>（定时器</a:t>
                      </a:r>
                      <a:r>
                        <a:rPr lang="en-US" sz="1600" b="1" kern="0" dirty="0">
                          <a:effectLst/>
                        </a:rPr>
                        <a:t>4</a:t>
                      </a:r>
                      <a:r>
                        <a:rPr lang="zh-CN" sz="1600" b="1" kern="0" dirty="0">
                          <a:effectLst/>
                        </a:rPr>
                        <a:t>的捕获比较</a:t>
                      </a:r>
                      <a:r>
                        <a:rPr lang="en-US" sz="1600" b="1" kern="0" dirty="0">
                          <a:effectLst/>
                        </a:rPr>
                        <a:t>4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ADC_ExternalTrigConv_Ext_IT11_TIM8_TRGO</a:t>
                      </a:r>
                      <a:r>
                        <a:rPr lang="zh-CN" sz="1600" b="1" kern="0" dirty="0">
                          <a:effectLst/>
                        </a:rPr>
                        <a:t>（外部中断线</a:t>
                      </a:r>
                      <a:r>
                        <a:rPr lang="en-US" sz="1600" b="1" kern="0" dirty="0">
                          <a:effectLst/>
                        </a:rPr>
                        <a:t>11</a:t>
                      </a:r>
                      <a:r>
                        <a:rPr lang="zh-CN" sz="1600" b="1" kern="0" dirty="0">
                          <a:effectLst/>
                        </a:rPr>
                        <a:t>触发）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effectLst/>
                        </a:rPr>
                        <a:t>ADC_ExternalTrigConv_None</a:t>
                      </a:r>
                      <a:r>
                        <a:rPr lang="zh-CN" sz="1600" b="1" kern="0" dirty="0">
                          <a:effectLst/>
                        </a:rPr>
                        <a:t>（转换由软件触发而不是外部触发启动）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/>
                </a:tc>
              </a:tr>
              <a:tr h="2514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effectLst/>
                        </a:rPr>
                        <a:t>ADC_DataAlign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（</a:t>
                      </a:r>
                      <a:r>
                        <a:rPr lang="en-US" sz="1600" b="1" kern="0" dirty="0">
                          <a:effectLst/>
                        </a:rPr>
                        <a:t>ADC</a:t>
                      </a:r>
                      <a:r>
                        <a:rPr lang="zh-CN" sz="1600" b="1" kern="0" dirty="0">
                          <a:effectLst/>
                        </a:rPr>
                        <a:t>的数据对齐方式）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ADC_DataAlign_Right</a:t>
                      </a:r>
                      <a:r>
                        <a:rPr lang="zh-CN" sz="1600" b="1" kern="0">
                          <a:effectLst/>
                        </a:rPr>
                        <a:t>（</a:t>
                      </a:r>
                      <a:r>
                        <a:rPr lang="en-US" sz="1600" b="1" kern="0">
                          <a:effectLst/>
                        </a:rPr>
                        <a:t>ADC</a:t>
                      </a:r>
                      <a:r>
                        <a:rPr lang="zh-CN" sz="1600" b="1" kern="0">
                          <a:effectLst/>
                        </a:rPr>
                        <a:t>数据右对齐）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ADC_DataAlign_Left</a:t>
                      </a:r>
                      <a:r>
                        <a:rPr lang="zh-CN" sz="1600" b="1" kern="0">
                          <a:effectLst/>
                        </a:rPr>
                        <a:t>（</a:t>
                      </a:r>
                      <a:r>
                        <a:rPr lang="en-US" sz="1600" b="1" kern="0">
                          <a:effectLst/>
                        </a:rPr>
                        <a:t>ADC</a:t>
                      </a:r>
                      <a:r>
                        <a:rPr lang="zh-CN" sz="1600" b="1" kern="0">
                          <a:effectLst/>
                        </a:rPr>
                        <a:t>数据左对齐）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/>
                </a:tc>
              </a:tr>
              <a:tr h="2514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effectLst/>
                        </a:rPr>
                        <a:t>ADC_NbrOfChannel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（</a:t>
                      </a:r>
                      <a:r>
                        <a:rPr lang="en-US" sz="1600" b="1" kern="0" dirty="0">
                          <a:effectLst/>
                        </a:rPr>
                        <a:t>ADC</a:t>
                      </a:r>
                      <a:r>
                        <a:rPr lang="zh-CN" sz="1600" b="1" kern="0" dirty="0">
                          <a:effectLst/>
                        </a:rPr>
                        <a:t>的通道数目）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ADC_Channel_0 ~ ADC_Channel_17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2853" marR="62853" marT="0" marB="0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5004048" y="591598"/>
            <a:ext cx="3381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初始化结构体</a:t>
            </a:r>
            <a:r>
              <a:rPr lang="zh-CN" altLang="en-US" b="1" dirty="0">
                <a:solidFill>
                  <a:srgbClr val="C00000"/>
                </a:solidFill>
              </a:rPr>
              <a:t>成员及其取值</a:t>
            </a:r>
          </a:p>
        </p:txBody>
      </p:sp>
    </p:spTree>
    <p:extLst>
      <p:ext uri="{BB962C8B-B14F-4D97-AF65-F5344CB8AC3E}">
        <p14:creationId xmlns:p14="http://schemas.microsoft.com/office/powerpoint/2010/main" val="318687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600" y="1059581"/>
            <a:ext cx="5112568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ADC_DeInit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功能：将外设</a:t>
            </a:r>
            <a:r>
              <a:rPr lang="en-GB" altLang="zh-CN" b="1" dirty="0" err="1"/>
              <a:t>ADCx</a:t>
            </a:r>
            <a:r>
              <a:rPr lang="zh-CN" altLang="en-US" b="1" dirty="0"/>
              <a:t>的全部寄存器复位为初始值。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ADC_DeInit</a:t>
            </a:r>
            <a:r>
              <a:rPr lang="en-GB" altLang="zh-CN" b="1" dirty="0"/>
              <a:t>(ADC1); //</a:t>
            </a:r>
            <a:r>
              <a:rPr lang="zh-CN" altLang="en-US" b="1" dirty="0"/>
              <a:t>复位</a:t>
            </a:r>
            <a:r>
              <a:rPr lang="en-GB" altLang="zh-CN" b="1" dirty="0"/>
              <a:t>ADC1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7755" y="1041990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1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33716" y="2381570"/>
            <a:ext cx="6910692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ADC_Init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</a:t>
            </a:r>
            <a:r>
              <a:rPr lang="en-GB" altLang="zh-CN" b="1" dirty="0" err="1"/>
              <a:t>ADC_InitTypeDef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ADC_InitStruct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功能：初始化</a:t>
            </a:r>
            <a:r>
              <a:rPr lang="en-GB" altLang="zh-CN" b="1" dirty="0" err="1"/>
              <a:t>ADCx</a:t>
            </a:r>
            <a:r>
              <a:rPr lang="zh-CN" altLang="en-GB" b="1" dirty="0"/>
              <a:t>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ADC_Init</a:t>
            </a:r>
            <a:r>
              <a:rPr lang="en-GB" altLang="zh-CN" b="1" dirty="0"/>
              <a:t>(ADC1,&amp;ADC_InitStructure); //</a:t>
            </a:r>
            <a:r>
              <a:rPr lang="zh-CN" altLang="en-US" b="1" dirty="0"/>
              <a:t>初始化</a:t>
            </a:r>
            <a:r>
              <a:rPr lang="en-GB" altLang="zh-CN" b="1" dirty="0"/>
              <a:t>ADC1</a:t>
            </a:r>
          </a:p>
        </p:txBody>
      </p:sp>
      <p:sp>
        <p:nvSpPr>
          <p:cNvPr id="11" name="矩形 10"/>
          <p:cNvSpPr/>
          <p:nvPr/>
        </p:nvSpPr>
        <p:spPr>
          <a:xfrm>
            <a:off x="929872" y="2363979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2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88134" y="3710785"/>
            <a:ext cx="6844306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ADC_Cmd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</a:t>
            </a:r>
            <a:r>
              <a:rPr lang="en-GB" altLang="zh-CN" b="1" dirty="0" err="1"/>
              <a:t>FunctionalStateNewState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功能：使能或失能指定的</a:t>
            </a:r>
            <a:r>
              <a:rPr lang="en-GB" altLang="zh-CN" b="1" dirty="0" err="1"/>
              <a:t>ADCx</a:t>
            </a:r>
            <a:r>
              <a:rPr lang="zh-CN" altLang="en-GB" b="1" dirty="0"/>
              <a:t>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ADC_Cmd</a:t>
            </a:r>
            <a:r>
              <a:rPr lang="en-GB" altLang="zh-CN" b="1" dirty="0"/>
              <a:t>(ADC1, ENABLE); //</a:t>
            </a:r>
            <a:r>
              <a:rPr lang="zh-CN" altLang="en-US" b="1" dirty="0"/>
              <a:t>使能</a:t>
            </a:r>
            <a:r>
              <a:rPr lang="en-GB" altLang="zh-CN" b="1" dirty="0" smtClean="0"/>
              <a:t>ADC1</a:t>
            </a:r>
            <a:endParaRPr lang="en-GB" altLang="zh-CN" b="1" dirty="0"/>
          </a:p>
        </p:txBody>
      </p:sp>
      <p:sp>
        <p:nvSpPr>
          <p:cNvPr id="13" name="矩形 12"/>
          <p:cNvSpPr/>
          <p:nvPr/>
        </p:nvSpPr>
        <p:spPr>
          <a:xfrm>
            <a:off x="1284290" y="3693194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3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02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15616" y="1005165"/>
            <a:ext cx="6696744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ADC_DMACmd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</a:t>
            </a:r>
            <a:r>
              <a:rPr lang="en-GB" altLang="zh-CN" b="1" dirty="0" err="1"/>
              <a:t>FunctionalStateNewState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功能：使能或失能指定的</a:t>
            </a:r>
            <a:r>
              <a:rPr lang="en-GB" altLang="zh-CN" b="1" dirty="0" err="1"/>
              <a:t>ADCx</a:t>
            </a:r>
            <a:r>
              <a:rPr lang="zh-CN" altLang="en-US" b="1" dirty="0"/>
              <a:t>的</a:t>
            </a:r>
            <a:r>
              <a:rPr lang="en-GB" altLang="zh-CN" b="1" dirty="0"/>
              <a:t>DMA</a:t>
            </a:r>
            <a:r>
              <a:rPr lang="zh-CN" altLang="en-US" b="1" dirty="0"/>
              <a:t>请求。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ADC_DMACmd</a:t>
            </a:r>
            <a:r>
              <a:rPr lang="en-GB" altLang="zh-CN" b="1" dirty="0"/>
              <a:t>(ADC1, ENABLE); //</a:t>
            </a:r>
            <a:r>
              <a:rPr lang="zh-CN" altLang="en-US" b="1" dirty="0"/>
              <a:t>使能</a:t>
            </a:r>
            <a:r>
              <a:rPr lang="en-GB" altLang="zh-CN" b="1" dirty="0"/>
              <a:t>ADC1</a:t>
            </a:r>
            <a:r>
              <a:rPr lang="zh-CN" altLang="en-US" b="1" dirty="0"/>
              <a:t>的</a:t>
            </a:r>
            <a:r>
              <a:rPr lang="en-GB" altLang="zh-CN" b="1" dirty="0"/>
              <a:t>DMA</a:t>
            </a:r>
            <a:r>
              <a:rPr lang="zh-CN" altLang="en-US" b="1" dirty="0"/>
              <a:t>请求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1771" y="987574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4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3356" y="2239578"/>
            <a:ext cx="8309124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ADC_ITConfig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uint16_t ADC_IT, </a:t>
            </a:r>
            <a:r>
              <a:rPr lang="en-GB" altLang="zh-CN" b="1" dirty="0" err="1"/>
              <a:t>FunctionalStateNewState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功能：使能或失能指定的</a:t>
            </a:r>
            <a:r>
              <a:rPr lang="en-GB" altLang="zh-CN" b="1" dirty="0" err="1"/>
              <a:t>ADCx</a:t>
            </a:r>
            <a:r>
              <a:rPr lang="zh-CN" altLang="en-US" b="1" dirty="0"/>
              <a:t>的中断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例：</a:t>
            </a:r>
            <a:r>
              <a:rPr lang="en-GB" altLang="zh-CN" sz="1600" b="1" dirty="0" err="1" smtClean="0"/>
              <a:t>ADC_ITConfig</a:t>
            </a:r>
            <a:r>
              <a:rPr lang="en-GB" altLang="zh-CN" sz="1600" b="1" dirty="0" smtClean="0"/>
              <a:t>(ADC1</a:t>
            </a:r>
            <a:r>
              <a:rPr lang="en-GB" altLang="zh-CN" sz="1600" b="1" dirty="0"/>
              <a:t>, ADC_IT_EOC|ADC_IT_AWD, ENABLE);//</a:t>
            </a:r>
            <a:r>
              <a:rPr lang="zh-CN" altLang="en-US" sz="1600" b="1" dirty="0"/>
              <a:t>使能</a:t>
            </a:r>
            <a:r>
              <a:rPr lang="en-GB" altLang="zh-CN" sz="1600" b="1" dirty="0"/>
              <a:t>ADC1</a:t>
            </a:r>
            <a:r>
              <a:rPr lang="zh-CN" altLang="en-US" sz="1600" b="1" dirty="0"/>
              <a:t>的</a:t>
            </a:r>
            <a:r>
              <a:rPr lang="en-GB" altLang="zh-CN" sz="1600" b="1" dirty="0"/>
              <a:t>EOC</a:t>
            </a:r>
            <a:r>
              <a:rPr lang="zh-CN" altLang="en-US" sz="1600" b="1" dirty="0"/>
              <a:t>和</a:t>
            </a:r>
            <a:r>
              <a:rPr lang="en-GB" altLang="zh-CN" sz="1600" b="1" dirty="0"/>
              <a:t>AWD</a:t>
            </a:r>
            <a:r>
              <a:rPr lang="zh-CN" altLang="en-US" sz="1600" b="1" dirty="0" smtClean="0"/>
              <a:t>中断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179512" y="2221987"/>
            <a:ext cx="445365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5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71600" y="3925726"/>
            <a:ext cx="1887701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参数</a:t>
            </a:r>
            <a:r>
              <a:rPr lang="en-US" altLang="zh-CN" b="1" dirty="0" smtClean="0">
                <a:solidFill>
                  <a:prstClr val="black"/>
                </a:solidFill>
              </a:rPr>
              <a:t>ADC_IT</a:t>
            </a:r>
            <a:r>
              <a:rPr lang="zh-CN" altLang="en-US" b="1" dirty="0">
                <a:solidFill>
                  <a:prstClr val="black"/>
                </a:solidFill>
              </a:rPr>
              <a:t>取值</a:t>
            </a:r>
          </a:p>
        </p:txBody>
      </p:sp>
      <p:sp>
        <p:nvSpPr>
          <p:cNvPr id="15" name="矩形 14"/>
          <p:cNvSpPr/>
          <p:nvPr/>
        </p:nvSpPr>
        <p:spPr>
          <a:xfrm>
            <a:off x="3075325" y="3925726"/>
            <a:ext cx="1584176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solidFill>
                  <a:prstClr val="black"/>
                </a:solidFill>
              </a:rPr>
              <a:t>ADC_IT_AWD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75325" y="3439335"/>
            <a:ext cx="1584176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solidFill>
                  <a:prstClr val="black"/>
                </a:solidFill>
              </a:rPr>
              <a:t>ADC_IT_EOC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47533" y="3928237"/>
            <a:ext cx="1928723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prstClr val="black"/>
                </a:solidFill>
              </a:rPr>
              <a:t>AWDOG</a:t>
            </a:r>
            <a:r>
              <a:rPr lang="zh-CN" altLang="en-US" b="1" dirty="0">
                <a:solidFill>
                  <a:prstClr val="black"/>
                </a:solidFill>
              </a:rPr>
              <a:t>中断屏蔽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4947533" y="4432293"/>
            <a:ext cx="1928723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solidFill>
                  <a:prstClr val="black"/>
                </a:solidFill>
              </a:rPr>
              <a:t>JEOC</a:t>
            </a:r>
            <a:r>
              <a:rPr lang="zh-CN" altLang="en-US" b="1" dirty="0">
                <a:solidFill>
                  <a:prstClr val="black"/>
                </a:solidFill>
              </a:rPr>
              <a:t>中断屏蔽</a:t>
            </a:r>
          </a:p>
        </p:txBody>
      </p:sp>
      <p:sp>
        <p:nvSpPr>
          <p:cNvPr id="19" name="矩形 18"/>
          <p:cNvSpPr/>
          <p:nvPr/>
        </p:nvSpPr>
        <p:spPr>
          <a:xfrm>
            <a:off x="4947533" y="3435846"/>
            <a:ext cx="1928723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solidFill>
                  <a:prstClr val="black"/>
                </a:solidFill>
              </a:rPr>
              <a:t>EOC</a:t>
            </a:r>
            <a:r>
              <a:rPr lang="zh-CN" altLang="en-US" b="1" dirty="0">
                <a:solidFill>
                  <a:prstClr val="black"/>
                </a:solidFill>
              </a:rPr>
              <a:t>中断屏蔽</a:t>
            </a:r>
          </a:p>
        </p:txBody>
      </p:sp>
      <p:cxnSp>
        <p:nvCxnSpPr>
          <p:cNvPr id="20" name="直接连接符 19"/>
          <p:cNvCxnSpPr>
            <a:stCxn id="16" idx="1"/>
            <a:endCxn id="14" idx="3"/>
          </p:cNvCxnSpPr>
          <p:nvPr/>
        </p:nvCxnSpPr>
        <p:spPr>
          <a:xfrm flipH="1">
            <a:off x="2859301" y="3624001"/>
            <a:ext cx="216024" cy="486391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5" idx="1"/>
            <a:endCxn id="14" idx="3"/>
          </p:cNvCxnSpPr>
          <p:nvPr/>
        </p:nvCxnSpPr>
        <p:spPr>
          <a:xfrm flipH="1">
            <a:off x="2859301" y="4110392"/>
            <a:ext cx="216024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4659501" y="3648381"/>
            <a:ext cx="288032" cy="3489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5" idx="3"/>
            <a:endCxn id="17" idx="1"/>
          </p:cNvCxnSpPr>
          <p:nvPr/>
        </p:nvCxnSpPr>
        <p:spPr>
          <a:xfrm>
            <a:off x="4659501" y="4110392"/>
            <a:ext cx="288032" cy="2511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25" idx="3"/>
            <a:endCxn id="18" idx="1"/>
          </p:cNvCxnSpPr>
          <p:nvPr/>
        </p:nvCxnSpPr>
        <p:spPr>
          <a:xfrm flipV="1">
            <a:off x="4659501" y="4616959"/>
            <a:ext cx="288032" cy="15165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075325" y="4447458"/>
            <a:ext cx="1584176" cy="369332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solidFill>
                  <a:prstClr val="black"/>
                </a:solidFill>
              </a:rPr>
              <a:t>ADC_IT_JEOC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cxnSp>
        <p:nvCxnSpPr>
          <p:cNvPr id="26" name="直接连接符 25"/>
          <p:cNvCxnSpPr>
            <a:stCxn id="25" idx="1"/>
            <a:endCxn id="14" idx="3"/>
          </p:cNvCxnSpPr>
          <p:nvPr/>
        </p:nvCxnSpPr>
        <p:spPr>
          <a:xfrm flipH="1" flipV="1">
            <a:off x="2859301" y="4110392"/>
            <a:ext cx="216024" cy="52173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23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87624" y="1149181"/>
            <a:ext cx="6408712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ADC_ResetCalibration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功能：重置指定</a:t>
            </a:r>
            <a:r>
              <a:rPr lang="en-GB" altLang="zh-CN" b="1" dirty="0" err="1"/>
              <a:t>ADCx</a:t>
            </a:r>
            <a:r>
              <a:rPr lang="zh-CN" altLang="en-US" b="1" dirty="0"/>
              <a:t>的校准寄存器。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ADC_ResetCalibration</a:t>
            </a:r>
            <a:r>
              <a:rPr lang="en-GB" altLang="zh-CN" b="1" dirty="0"/>
              <a:t>(ADC1); //</a:t>
            </a:r>
            <a:r>
              <a:rPr lang="zh-CN" altLang="en-US" b="1" dirty="0"/>
              <a:t>重置</a:t>
            </a:r>
            <a:r>
              <a:rPr lang="en-GB" altLang="zh-CN" b="1" dirty="0"/>
              <a:t>ADC1</a:t>
            </a:r>
            <a:r>
              <a:rPr lang="zh-CN" altLang="en-US" b="1" dirty="0"/>
              <a:t>的校准寄存器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3779" y="1131590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6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49740" y="2471170"/>
            <a:ext cx="6910692" cy="21343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 err="1"/>
              <a:t>FlagStatus</a:t>
            </a:r>
            <a:r>
              <a:rPr lang="en-GB" altLang="zh-CN" b="1" dirty="0"/>
              <a:t> </a:t>
            </a:r>
            <a:r>
              <a:rPr lang="en-GB" altLang="zh-CN" b="1" dirty="0" err="1"/>
              <a:t>ADC_GetResetCalibrationStatus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功能：获取</a:t>
            </a:r>
            <a:r>
              <a:rPr lang="en-GB" altLang="zh-CN" b="1" dirty="0" err="1"/>
              <a:t>ADCx</a:t>
            </a:r>
            <a:r>
              <a:rPr lang="zh-CN" altLang="en-US" b="1" dirty="0"/>
              <a:t>的重置校准寄存器状态。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FlagStatus</a:t>
            </a:r>
            <a:r>
              <a:rPr lang="en-GB" altLang="zh-CN" b="1" dirty="0"/>
              <a:t> </a:t>
            </a:r>
            <a:r>
              <a:rPr lang="en-GB" altLang="zh-CN" b="1" dirty="0" err="1"/>
              <a:t>ADC_Status</a:t>
            </a:r>
            <a:r>
              <a:rPr lang="en-GB" altLang="zh-CN" b="1" dirty="0"/>
              <a:t>; //</a:t>
            </a:r>
            <a:r>
              <a:rPr lang="zh-CN" altLang="en-US" b="1" dirty="0"/>
              <a:t>定义状态变量</a:t>
            </a:r>
            <a:r>
              <a:rPr lang="en-GB" altLang="zh-CN" b="1" dirty="0" err="1"/>
              <a:t>ADC_Status</a:t>
            </a: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 err="1"/>
              <a:t>ADC_Status</a:t>
            </a:r>
            <a:r>
              <a:rPr lang="en-GB" altLang="zh-CN" b="1" dirty="0"/>
              <a:t>=</a:t>
            </a:r>
            <a:r>
              <a:rPr lang="en-GB" altLang="zh-CN" b="1" dirty="0" err="1"/>
              <a:t>ADC_GetResetCalibrationStatus</a:t>
            </a:r>
            <a:r>
              <a:rPr lang="en-GB" altLang="zh-CN" b="1" dirty="0"/>
              <a:t>(ADC1)</a:t>
            </a:r>
            <a:r>
              <a:rPr lang="zh-CN" altLang="en-GB" b="1" dirty="0" smtClean="0"/>
              <a:t>；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en-GB" altLang="zh-CN" b="1" dirty="0" smtClean="0"/>
              <a:t>//</a:t>
            </a:r>
            <a:r>
              <a:rPr lang="zh-CN" altLang="en-US" b="1" dirty="0"/>
              <a:t>获取</a:t>
            </a:r>
            <a:r>
              <a:rPr lang="en-GB" altLang="zh-CN" b="1" dirty="0"/>
              <a:t>ADC1</a:t>
            </a:r>
            <a:r>
              <a:rPr lang="zh-CN" altLang="en-US" b="1" dirty="0"/>
              <a:t>的重置校准寄存器的状态</a:t>
            </a:r>
          </a:p>
        </p:txBody>
      </p:sp>
      <p:sp>
        <p:nvSpPr>
          <p:cNvPr id="11" name="矩形 10"/>
          <p:cNvSpPr/>
          <p:nvPr/>
        </p:nvSpPr>
        <p:spPr>
          <a:xfrm>
            <a:off x="1145896" y="2453578"/>
            <a:ext cx="432048" cy="2223995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7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81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600" y="1059581"/>
            <a:ext cx="5616624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ADC_StartCalibration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功能：开始指定</a:t>
            </a:r>
            <a:r>
              <a:rPr lang="en-GB" altLang="zh-CN" b="1" dirty="0" err="1"/>
              <a:t>ADCx</a:t>
            </a:r>
            <a:r>
              <a:rPr lang="zh-CN" altLang="en-US" b="1" dirty="0"/>
              <a:t>的校准。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ADC_StartCalibration</a:t>
            </a:r>
            <a:r>
              <a:rPr lang="en-GB" altLang="zh-CN" b="1" dirty="0"/>
              <a:t>(ADC2); //</a:t>
            </a:r>
            <a:r>
              <a:rPr lang="zh-CN" altLang="en-US" b="1" dirty="0"/>
              <a:t>开始</a:t>
            </a:r>
            <a:r>
              <a:rPr lang="en-GB" altLang="zh-CN" b="1" dirty="0"/>
              <a:t>ADC2</a:t>
            </a:r>
            <a:r>
              <a:rPr lang="zh-CN" altLang="en-US" b="1" dirty="0"/>
              <a:t>的校准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7755" y="1041990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8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59420" y="2381570"/>
            <a:ext cx="6910692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 err="1"/>
              <a:t>FlagStatus</a:t>
            </a:r>
            <a:r>
              <a:rPr lang="en-GB" altLang="zh-CN" b="1" dirty="0"/>
              <a:t> </a:t>
            </a:r>
            <a:r>
              <a:rPr lang="en-GB" altLang="zh-CN" b="1" dirty="0" err="1"/>
              <a:t>ADC_GetCalibrationStatus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功能：获取</a:t>
            </a:r>
            <a:r>
              <a:rPr lang="en-GB" altLang="zh-CN" b="1" dirty="0" err="1"/>
              <a:t>ADCx</a:t>
            </a:r>
            <a:r>
              <a:rPr lang="zh-CN" altLang="en-US" b="1" dirty="0"/>
              <a:t>的校准状态。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ADC_GetCalibrationStatus</a:t>
            </a:r>
            <a:r>
              <a:rPr lang="en-GB" altLang="zh-CN" b="1" dirty="0"/>
              <a:t> (ADC2); //</a:t>
            </a:r>
            <a:r>
              <a:rPr lang="zh-CN" altLang="en-US" b="1" dirty="0"/>
              <a:t>获取</a:t>
            </a:r>
            <a:r>
              <a:rPr lang="en-GB" altLang="zh-CN" b="1" dirty="0"/>
              <a:t>ADC2</a:t>
            </a:r>
            <a:r>
              <a:rPr lang="zh-CN" altLang="en-US" b="1" dirty="0"/>
              <a:t>的校准状态</a:t>
            </a:r>
          </a:p>
        </p:txBody>
      </p:sp>
      <p:sp>
        <p:nvSpPr>
          <p:cNvPr id="11" name="矩形 10"/>
          <p:cNvSpPr/>
          <p:nvPr/>
        </p:nvSpPr>
        <p:spPr>
          <a:xfrm>
            <a:off x="755576" y="2363979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9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03436" y="3710785"/>
            <a:ext cx="7420370" cy="10801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sz="1600" b="1" dirty="0"/>
              <a:t>void </a:t>
            </a:r>
            <a:r>
              <a:rPr lang="en-GB" altLang="zh-CN" sz="1600" b="1" dirty="0" err="1"/>
              <a:t>ADC_SoftwareStartConvCmd</a:t>
            </a:r>
            <a:r>
              <a:rPr lang="en-GB" altLang="zh-CN" sz="1600" b="1" dirty="0"/>
              <a:t>(</a:t>
            </a:r>
            <a:r>
              <a:rPr lang="en-GB" altLang="zh-CN" sz="1600" b="1" dirty="0" err="1"/>
              <a:t>ADC_TypeDef</a:t>
            </a:r>
            <a:r>
              <a:rPr lang="en-GB" altLang="zh-CN" sz="1600" b="1" dirty="0"/>
              <a:t>* </a:t>
            </a:r>
            <a:r>
              <a:rPr lang="en-GB" altLang="zh-CN" sz="1600" b="1" dirty="0" err="1"/>
              <a:t>ADCx</a:t>
            </a:r>
            <a:r>
              <a:rPr lang="en-GB" altLang="zh-CN" sz="1600" b="1" dirty="0"/>
              <a:t>, </a:t>
            </a:r>
            <a:r>
              <a:rPr lang="en-GB" altLang="zh-CN" sz="1600" b="1" dirty="0" err="1"/>
              <a:t>FunctionalStateNewState</a:t>
            </a:r>
            <a:r>
              <a:rPr lang="en-GB" altLang="zh-CN" sz="1600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sz="1600" b="1" dirty="0"/>
              <a:t>功能：使能或者失能指定的</a:t>
            </a:r>
            <a:r>
              <a:rPr lang="en-GB" altLang="zh-CN" sz="1600" b="1" dirty="0" err="1"/>
              <a:t>ADCx</a:t>
            </a:r>
            <a:r>
              <a:rPr lang="zh-CN" altLang="en-US" sz="1600" b="1" dirty="0"/>
              <a:t>的软件转换启动功能。</a:t>
            </a:r>
          </a:p>
          <a:p>
            <a:pPr>
              <a:lnSpc>
                <a:spcPct val="125000"/>
              </a:lnSpc>
            </a:pPr>
            <a:r>
              <a:rPr lang="zh-CN" altLang="en-US" sz="1600" b="1" dirty="0"/>
              <a:t>实例：</a:t>
            </a:r>
            <a:r>
              <a:rPr lang="en-GB" altLang="zh-CN" sz="1600" b="1" dirty="0" err="1"/>
              <a:t>ADC_SoftwareStartConvCmd</a:t>
            </a:r>
            <a:r>
              <a:rPr lang="en-GB" altLang="zh-CN" sz="1600" b="1" dirty="0"/>
              <a:t>(ADC1, ENABLE);//</a:t>
            </a:r>
            <a:r>
              <a:rPr lang="zh-CN" altLang="en-US" sz="1600" b="1" dirty="0"/>
              <a:t>开启</a:t>
            </a:r>
            <a:r>
              <a:rPr lang="en-GB" altLang="zh-CN" sz="1600" b="1" dirty="0" smtClean="0"/>
              <a:t>ADC1</a:t>
            </a:r>
            <a:r>
              <a:rPr lang="zh-CN" altLang="en-US" sz="1600" b="1" dirty="0" smtClean="0"/>
              <a:t>软件</a:t>
            </a:r>
            <a:r>
              <a:rPr lang="zh-CN" altLang="en-US" sz="1600" b="1" dirty="0"/>
              <a:t>转换启动功能</a:t>
            </a:r>
          </a:p>
        </p:txBody>
      </p:sp>
      <p:sp>
        <p:nvSpPr>
          <p:cNvPr id="13" name="矩形 12"/>
          <p:cNvSpPr/>
          <p:nvPr/>
        </p:nvSpPr>
        <p:spPr>
          <a:xfrm>
            <a:off x="899592" y="3693194"/>
            <a:ext cx="432048" cy="116972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10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42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55576" y="987575"/>
            <a:ext cx="6840760" cy="18001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 err="1"/>
              <a:t>FlagStatus</a:t>
            </a:r>
            <a:r>
              <a:rPr lang="en-GB" altLang="zh-CN" b="1" dirty="0"/>
              <a:t> </a:t>
            </a:r>
            <a:r>
              <a:rPr lang="en-GB" altLang="zh-CN" b="1" dirty="0" err="1"/>
              <a:t>ADC_GetSoftwareStartConvStatus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功能：获取</a:t>
            </a:r>
            <a:r>
              <a:rPr lang="en-GB" altLang="zh-CN" b="1" dirty="0" err="1"/>
              <a:t>ADCx</a:t>
            </a:r>
            <a:r>
              <a:rPr lang="zh-CN" altLang="en-US" b="1" dirty="0"/>
              <a:t>软件转换启动状态。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</a:t>
            </a:r>
            <a:r>
              <a:rPr lang="zh-CN" altLang="en-US" b="1" dirty="0" smtClean="0"/>
              <a:t>：</a:t>
            </a:r>
            <a:r>
              <a:rPr lang="en-GB" altLang="zh-CN" b="1" dirty="0" err="1" smtClean="0"/>
              <a:t>FlagStatus</a:t>
            </a:r>
            <a:r>
              <a:rPr lang="en-GB" altLang="zh-CN" b="1" dirty="0" smtClean="0"/>
              <a:t> </a:t>
            </a:r>
            <a:r>
              <a:rPr lang="en-GB" altLang="zh-CN" b="1" dirty="0" err="1"/>
              <a:t>ADC_Status</a:t>
            </a:r>
            <a:r>
              <a:rPr lang="en-GB" altLang="zh-CN" b="1" dirty="0"/>
              <a:t>; //</a:t>
            </a:r>
            <a:r>
              <a:rPr lang="zh-CN" altLang="en-US" b="1" dirty="0"/>
              <a:t>定义状态变量</a:t>
            </a:r>
            <a:r>
              <a:rPr lang="en-GB" altLang="zh-CN" b="1" dirty="0" err="1"/>
              <a:t>ADC_Status</a:t>
            </a: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 err="1"/>
              <a:t>ADC_Status</a:t>
            </a:r>
            <a:r>
              <a:rPr lang="en-GB" altLang="zh-CN" b="1" dirty="0"/>
              <a:t> = </a:t>
            </a:r>
            <a:r>
              <a:rPr lang="en-GB" altLang="zh-CN" b="1" dirty="0" err="1"/>
              <a:t>ADC_GetSoftwareStartConvStatus</a:t>
            </a:r>
            <a:r>
              <a:rPr lang="en-GB" altLang="zh-CN" b="1" dirty="0"/>
              <a:t>(ADC1</a:t>
            </a:r>
            <a:r>
              <a:rPr lang="en-GB" altLang="zh-CN" b="1" dirty="0" smtClean="0"/>
              <a:t>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</a:t>
            </a:r>
            <a:r>
              <a:rPr lang="en-GB" altLang="zh-CN" b="1" dirty="0" smtClean="0"/>
              <a:t>  //</a:t>
            </a:r>
            <a:r>
              <a:rPr lang="zh-CN" altLang="en-US" b="1" dirty="0"/>
              <a:t>获取</a:t>
            </a:r>
            <a:r>
              <a:rPr lang="en-GB" altLang="zh-CN" b="1" dirty="0"/>
              <a:t>ADC1</a:t>
            </a:r>
            <a:r>
              <a:rPr lang="zh-CN" altLang="en-US" b="1" dirty="0"/>
              <a:t>的软件转换启动状态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1731" y="969983"/>
            <a:ext cx="432048" cy="188980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11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3779" y="3048190"/>
            <a:ext cx="8064896" cy="17205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ADC_RegularChannelConfig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uint8_t </a:t>
            </a:r>
            <a:r>
              <a:rPr lang="en-GB" altLang="zh-CN" b="1" dirty="0" err="1"/>
              <a:t>ADC_Channel</a:t>
            </a:r>
            <a:r>
              <a:rPr lang="en-GB" altLang="zh-CN" b="1" dirty="0"/>
              <a:t>, uint8_t Rank, uint8_t </a:t>
            </a:r>
            <a:r>
              <a:rPr lang="en-GB" altLang="zh-CN" b="1" dirty="0" err="1"/>
              <a:t>ADC_SampleTime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功能：设置指定</a:t>
            </a:r>
            <a:r>
              <a:rPr lang="en-GB" altLang="zh-CN" b="1" dirty="0" err="1"/>
              <a:t>ADCx</a:t>
            </a:r>
            <a:r>
              <a:rPr lang="zh-CN" altLang="en-US" b="1" dirty="0"/>
              <a:t>的规则组通道，设置它们的转化顺序和采样时间。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 err="1" smtClean="0"/>
              <a:t>ADC_RegularChannelConfig</a:t>
            </a:r>
            <a:r>
              <a:rPr lang="en-GB" altLang="zh-CN" b="1" dirty="0" smtClean="0"/>
              <a:t>(ADC1</a:t>
            </a:r>
            <a:r>
              <a:rPr lang="en-GB" altLang="zh-CN" b="1" dirty="0"/>
              <a:t>, ADC_Channel_2, 1,ADC_SampleTime_7Cycles5);</a:t>
            </a:r>
          </a:p>
        </p:txBody>
      </p:sp>
      <p:sp>
        <p:nvSpPr>
          <p:cNvPr id="15" name="矩形 14"/>
          <p:cNvSpPr/>
          <p:nvPr/>
        </p:nvSpPr>
        <p:spPr>
          <a:xfrm>
            <a:off x="379934" y="3020574"/>
            <a:ext cx="432048" cy="1855432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12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82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47664" y="1419624"/>
            <a:ext cx="6048672" cy="252027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uint16_t </a:t>
            </a:r>
            <a:r>
              <a:rPr lang="en-GB" altLang="zh-CN" b="1" dirty="0" err="1"/>
              <a:t>ADC_GetConversionValue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功能：返回最近一次</a:t>
            </a:r>
            <a:r>
              <a:rPr lang="en-GB" altLang="zh-CN" b="1" dirty="0" err="1"/>
              <a:t>ADCx</a:t>
            </a:r>
            <a:r>
              <a:rPr lang="zh-CN" altLang="en-US" b="1" dirty="0"/>
              <a:t>规则组的转换结果。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uint16_t </a:t>
            </a:r>
            <a:r>
              <a:rPr lang="en-GB" altLang="zh-CN" b="1" dirty="0" err="1"/>
              <a:t>ADC_ConvertedValue</a:t>
            </a:r>
            <a:r>
              <a:rPr lang="en-GB" altLang="zh-CN" b="1" dirty="0" smtClean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</a:t>
            </a:r>
            <a:r>
              <a:rPr lang="en-GB" altLang="zh-CN" b="1" dirty="0" smtClean="0"/>
              <a:t>      </a:t>
            </a:r>
            <a:r>
              <a:rPr lang="en-GB" altLang="zh-CN" b="1" dirty="0"/>
              <a:t>//</a:t>
            </a:r>
            <a:r>
              <a:rPr lang="zh-CN" altLang="en-US" b="1" dirty="0"/>
              <a:t>定义变量</a:t>
            </a:r>
            <a:r>
              <a:rPr lang="en-GB" altLang="zh-CN" b="1" dirty="0" err="1"/>
              <a:t>ADC_ConvertedValue</a:t>
            </a:r>
            <a:r>
              <a:rPr lang="zh-CN" altLang="en-US" b="1" dirty="0"/>
              <a:t>用于存放</a:t>
            </a:r>
            <a:r>
              <a:rPr lang="en-GB" altLang="zh-CN" b="1" dirty="0"/>
              <a:t>ADC</a:t>
            </a:r>
            <a:r>
              <a:rPr lang="zh-CN" altLang="en-US" b="1" dirty="0"/>
              <a:t>转换结果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ADC_ConvertedValue</a:t>
            </a:r>
            <a:r>
              <a:rPr lang="en-GB" altLang="zh-CN" b="1" dirty="0"/>
              <a:t> = </a:t>
            </a:r>
            <a:r>
              <a:rPr lang="en-GB" altLang="zh-CN" b="1" dirty="0" err="1"/>
              <a:t>ADC_GetConversionValue</a:t>
            </a:r>
            <a:r>
              <a:rPr lang="en-GB" altLang="zh-CN" b="1" dirty="0"/>
              <a:t>(ADC1); </a:t>
            </a:r>
            <a:endParaRPr lang="en-GB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/>
              <a:t> </a:t>
            </a:r>
            <a:r>
              <a:rPr lang="en-GB" altLang="zh-CN" b="1" dirty="0" smtClean="0"/>
              <a:t>     //</a:t>
            </a:r>
            <a:r>
              <a:rPr lang="zh-CN" altLang="en-US" b="1" dirty="0"/>
              <a:t>获取</a:t>
            </a:r>
            <a:r>
              <a:rPr lang="en-GB" altLang="zh-CN" b="1" dirty="0"/>
              <a:t>ADC1</a:t>
            </a:r>
            <a:r>
              <a:rPr lang="zh-CN" altLang="en-US" b="1" dirty="0"/>
              <a:t>转换结果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43819" y="1402031"/>
            <a:ext cx="432048" cy="2609879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13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27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43608" y="987574"/>
            <a:ext cx="6048672" cy="212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 err="1"/>
              <a:t>FlagStatus</a:t>
            </a:r>
            <a:r>
              <a:rPr lang="en-GB" altLang="zh-CN" b="1" dirty="0"/>
              <a:t> </a:t>
            </a:r>
            <a:r>
              <a:rPr lang="en-GB" altLang="zh-CN" b="1" dirty="0" err="1"/>
              <a:t>ADC_GetFlagStatus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uint8_t ADC_FLAG);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功能：检查</a:t>
            </a:r>
            <a:r>
              <a:rPr lang="en-GB" altLang="zh-CN" b="1" dirty="0" err="1"/>
              <a:t>ADCx</a:t>
            </a:r>
            <a:r>
              <a:rPr lang="zh-CN" altLang="en-US" b="1" dirty="0"/>
              <a:t>的相应标志位是否置“</a:t>
            </a:r>
            <a:r>
              <a:rPr lang="en-US" altLang="zh-CN" b="1" dirty="0"/>
              <a:t>1”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zh-CN" altLang="en-US" b="1" dirty="0"/>
              <a:t>实例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 err="1" smtClean="0"/>
              <a:t>FlagStatus</a:t>
            </a:r>
            <a:r>
              <a:rPr lang="en-GB" altLang="zh-CN" b="1" dirty="0" smtClean="0"/>
              <a:t> </a:t>
            </a:r>
            <a:r>
              <a:rPr lang="en-GB" altLang="zh-CN" b="1" dirty="0" err="1"/>
              <a:t>ADC_Status</a:t>
            </a:r>
            <a:r>
              <a:rPr lang="en-GB" altLang="zh-CN" b="1" dirty="0"/>
              <a:t>;//</a:t>
            </a:r>
            <a:r>
              <a:rPr lang="zh-CN" altLang="en-US" b="1" dirty="0"/>
              <a:t>定义状态变量</a:t>
            </a:r>
            <a:r>
              <a:rPr lang="en-GB" altLang="zh-CN" b="1" dirty="0" err="1"/>
              <a:t>ADC_Status</a:t>
            </a: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 err="1"/>
              <a:t>ADC_Status</a:t>
            </a:r>
            <a:r>
              <a:rPr lang="en-GB" altLang="zh-CN" b="1" dirty="0"/>
              <a:t> = </a:t>
            </a:r>
            <a:r>
              <a:rPr lang="en-GB" altLang="zh-CN" b="1" dirty="0" err="1"/>
              <a:t>ADC_GetFlagStatus</a:t>
            </a:r>
            <a:r>
              <a:rPr lang="en-GB" altLang="zh-CN" b="1" dirty="0"/>
              <a:t>(ADC1, ADC_FLAG_EOC</a:t>
            </a:r>
            <a:r>
              <a:rPr lang="en-GB" altLang="zh-CN" b="1" dirty="0" smtClean="0"/>
              <a:t>);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9763" y="955806"/>
            <a:ext cx="432048" cy="224984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14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726805"/>
              </p:ext>
            </p:extLst>
          </p:nvPr>
        </p:nvGraphicFramePr>
        <p:xfrm>
          <a:off x="2290954" y="3291830"/>
          <a:ext cx="6208290" cy="164592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941912"/>
                <a:gridCol w="326637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effectLst/>
                        </a:rPr>
                        <a:t>ADC_AnalogWatchdog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说明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88595"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ADC_FLAG_AWD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模拟看门狗标志位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indent="188595"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ADC_FLAG_EOC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转换结束标志位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indent="188595"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ADC_FLAG_JEOC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注入组转换结束标志位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indent="188595"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ADC_FLAG_JSTRT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注入组转换开始标志位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indent="188595"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ADC_FLAG_STRT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规则组转换开始标志位</a:t>
                      </a:r>
                      <a:endParaRPr lang="zh-CN" sz="3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51520" y="3915200"/>
            <a:ext cx="165981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altLang="zh-CN" b="1" dirty="0"/>
              <a:t>ADC_FLAG</a:t>
            </a:r>
            <a:r>
              <a:rPr lang="zh-CN" altLang="en-US" b="1" dirty="0"/>
              <a:t>的值</a:t>
            </a:r>
          </a:p>
        </p:txBody>
      </p:sp>
      <p:sp>
        <p:nvSpPr>
          <p:cNvPr id="8" name="右箭头 7"/>
          <p:cNvSpPr/>
          <p:nvPr/>
        </p:nvSpPr>
        <p:spPr>
          <a:xfrm>
            <a:off x="1979712" y="4011910"/>
            <a:ext cx="306288" cy="216024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53004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59421" y="1077173"/>
            <a:ext cx="6220891" cy="139500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/>
              <a:t>void </a:t>
            </a:r>
            <a:r>
              <a:rPr lang="en-GB" altLang="zh-CN" b="1" dirty="0" err="1"/>
              <a:t>ADC_ClearFlag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uint8_t ADC_FLAG);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功能：清除</a:t>
            </a:r>
            <a:r>
              <a:rPr lang="en-GB" altLang="zh-CN" b="1" dirty="0" err="1"/>
              <a:t>ADCx</a:t>
            </a:r>
            <a:r>
              <a:rPr lang="zh-CN" altLang="en-US" b="1" dirty="0"/>
              <a:t>的相应标志位。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  <a:r>
              <a:rPr lang="en-GB" altLang="zh-CN" b="1" dirty="0" err="1"/>
              <a:t>ADC_ClearFlag</a:t>
            </a:r>
            <a:r>
              <a:rPr lang="en-GB" altLang="zh-CN" b="1" dirty="0"/>
              <a:t>(ADC1,ADC_FLAG_STRT</a:t>
            </a:r>
            <a:r>
              <a:rPr lang="en-GB" altLang="zh-CN" b="1" dirty="0" smtClean="0"/>
              <a:t>);</a:t>
            </a:r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                 //</a:t>
            </a:r>
            <a:r>
              <a:rPr lang="zh-CN" altLang="en-US" b="1" dirty="0"/>
              <a:t>清除</a:t>
            </a:r>
            <a:r>
              <a:rPr lang="en-GB" altLang="zh-CN" b="1" dirty="0"/>
              <a:t>ADC1</a:t>
            </a:r>
            <a:r>
              <a:rPr lang="zh-CN" altLang="en-US" b="1" dirty="0"/>
              <a:t>的规则组转换开始标志位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10.3.1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5576" y="1059582"/>
            <a:ext cx="432048" cy="1510728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15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49740" y="2589342"/>
            <a:ext cx="6910692" cy="21343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GB" altLang="zh-CN" b="1" dirty="0" err="1"/>
              <a:t>ITStatus</a:t>
            </a:r>
            <a:r>
              <a:rPr lang="en-GB" altLang="zh-CN" b="1" dirty="0"/>
              <a:t> </a:t>
            </a:r>
            <a:r>
              <a:rPr lang="en-GB" altLang="zh-CN" b="1" dirty="0" err="1"/>
              <a:t>ADC_GetITStatus</a:t>
            </a:r>
            <a:r>
              <a:rPr lang="en-GB" altLang="zh-CN" b="1" dirty="0"/>
              <a:t>(</a:t>
            </a:r>
            <a:r>
              <a:rPr lang="en-GB" altLang="zh-CN" b="1" dirty="0" err="1"/>
              <a:t>ADC_TypeDef</a:t>
            </a:r>
            <a:r>
              <a:rPr lang="en-GB" altLang="zh-CN" b="1" dirty="0"/>
              <a:t>* </a:t>
            </a:r>
            <a:r>
              <a:rPr lang="en-GB" altLang="zh-CN" b="1" dirty="0" err="1"/>
              <a:t>ADCx</a:t>
            </a:r>
            <a:r>
              <a:rPr lang="en-GB" altLang="zh-CN" b="1" dirty="0"/>
              <a:t>, uint16_t ADC_IT);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功能：获取</a:t>
            </a:r>
            <a:r>
              <a:rPr lang="en-GB" altLang="zh-CN" b="1" dirty="0" err="1"/>
              <a:t>ADCx</a:t>
            </a:r>
            <a:r>
              <a:rPr lang="zh-CN" altLang="en-US" b="1" dirty="0"/>
              <a:t>的</a:t>
            </a:r>
            <a:r>
              <a:rPr lang="en-GB" altLang="zh-CN" b="1" dirty="0"/>
              <a:t>ADC_IT</a:t>
            </a:r>
            <a:r>
              <a:rPr lang="zh-CN" altLang="en-US" b="1" dirty="0"/>
              <a:t>中断的状态。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实例：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ITStatus</a:t>
            </a:r>
            <a:r>
              <a:rPr lang="en-GB" altLang="zh-CN" b="1" dirty="0"/>
              <a:t> </a:t>
            </a:r>
            <a:r>
              <a:rPr lang="en-GB" altLang="zh-CN" b="1" dirty="0" err="1"/>
              <a:t>ADC_Status</a:t>
            </a:r>
            <a:r>
              <a:rPr lang="en-GB" altLang="zh-CN" b="1" dirty="0"/>
              <a:t>;//</a:t>
            </a:r>
            <a:r>
              <a:rPr lang="zh-CN" altLang="en-US" b="1" dirty="0"/>
              <a:t>定义状态变量</a:t>
            </a:r>
            <a:r>
              <a:rPr lang="en-GB" altLang="zh-CN" b="1" dirty="0" err="1"/>
              <a:t>ADC_Status</a:t>
            </a: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 err="1"/>
              <a:t>ADC_Status</a:t>
            </a:r>
            <a:r>
              <a:rPr lang="en-GB" altLang="zh-CN" b="1" dirty="0"/>
              <a:t> = </a:t>
            </a:r>
            <a:r>
              <a:rPr lang="en-GB" altLang="zh-CN" b="1" dirty="0" err="1"/>
              <a:t>ADC_GetITStatus</a:t>
            </a:r>
            <a:r>
              <a:rPr lang="en-GB" altLang="zh-CN" b="1" dirty="0"/>
              <a:t>(ADC1, ADC_IT_EOC</a:t>
            </a:r>
            <a:r>
              <a:rPr lang="en-GB" altLang="zh-CN" b="1" dirty="0" smtClean="0"/>
              <a:t>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</a:t>
            </a:r>
            <a:r>
              <a:rPr lang="en-GB" altLang="zh-CN" b="1" dirty="0" smtClean="0"/>
              <a:t>     //</a:t>
            </a:r>
            <a:r>
              <a:rPr lang="zh-CN" altLang="en-US" b="1" dirty="0"/>
              <a:t>获取</a:t>
            </a:r>
            <a:r>
              <a:rPr lang="en-GB" altLang="zh-CN" b="1" dirty="0"/>
              <a:t>ADC1</a:t>
            </a:r>
            <a:r>
              <a:rPr lang="zh-CN" altLang="en-US" b="1" dirty="0"/>
              <a:t>的</a:t>
            </a:r>
            <a:r>
              <a:rPr lang="en-GB" altLang="zh-CN" b="1" dirty="0"/>
              <a:t>EOC</a:t>
            </a:r>
            <a:r>
              <a:rPr lang="zh-CN" altLang="en-US" b="1" dirty="0"/>
              <a:t>中断屏蔽状态</a:t>
            </a:r>
          </a:p>
        </p:txBody>
      </p:sp>
      <p:sp>
        <p:nvSpPr>
          <p:cNvPr id="11" name="矩形 10"/>
          <p:cNvSpPr/>
          <p:nvPr/>
        </p:nvSpPr>
        <p:spPr>
          <a:xfrm>
            <a:off x="1145896" y="2550486"/>
            <a:ext cx="432048" cy="2260600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库函数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CN" b="1" dirty="0" smtClean="0">
                <a:solidFill>
                  <a:schemeClr val="bg1"/>
                </a:solidFill>
              </a:rPr>
              <a:t>16</a:t>
            </a:r>
            <a:endParaRPr lang="zh-CN" altLang="en-US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30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10.3.2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标准外设库配置过程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409892"/>
              </p:ext>
            </p:extLst>
          </p:nvPr>
        </p:nvGraphicFramePr>
        <p:xfrm>
          <a:off x="971600" y="1001546"/>
          <a:ext cx="3312368" cy="391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56" name="Visio" r:id="rId4" imgW="2194705" imgH="2589513" progId="Visio.Drawing.11">
                  <p:embed/>
                </p:oleObj>
              </mc:Choice>
              <mc:Fallback>
                <p:oleObj name="Visio" r:id="rId4" imgW="2194705" imgH="2589513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001546"/>
                        <a:ext cx="3312368" cy="3917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160612"/>
              </p:ext>
            </p:extLst>
          </p:nvPr>
        </p:nvGraphicFramePr>
        <p:xfrm>
          <a:off x="4644008" y="987574"/>
          <a:ext cx="4165523" cy="3672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57" name="Visio" r:id="rId6" imgW="3058610" imgH="2698648" progId="Visio.Drawing.11">
                  <p:embed/>
                </p:oleObj>
              </mc:Choice>
              <mc:Fallback>
                <p:oleObj name="Visio" r:id="rId6" imgW="3058610" imgH="2698648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987574"/>
                        <a:ext cx="4165523" cy="36724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肘形连接符 27"/>
          <p:cNvCxnSpPr/>
          <p:nvPr/>
        </p:nvCxnSpPr>
        <p:spPr>
          <a:xfrm flipV="1">
            <a:off x="2627784" y="699542"/>
            <a:ext cx="4104456" cy="4032448"/>
          </a:xfrm>
          <a:prstGeom prst="bentConnector3">
            <a:avLst>
              <a:gd name="adj1" fmla="val 47928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5" idx="0"/>
          </p:cNvCxnSpPr>
          <p:nvPr/>
        </p:nvCxnSpPr>
        <p:spPr>
          <a:xfrm>
            <a:off x="6726769" y="699542"/>
            <a:ext cx="0" cy="28803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85" name="矩形 93184"/>
          <p:cNvSpPr/>
          <p:nvPr/>
        </p:nvSpPr>
        <p:spPr>
          <a:xfrm>
            <a:off x="107504" y="1563638"/>
            <a:ext cx="432048" cy="25853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ADC</a:t>
            </a:r>
            <a:r>
              <a:rPr lang="zh-CN" altLang="en-US" b="1" dirty="0"/>
              <a:t>的</a:t>
            </a:r>
            <a:r>
              <a:rPr lang="zh-CN" altLang="en-US" b="1" dirty="0" smtClean="0"/>
              <a:t>配置流程图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0870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10.3.2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标准外设库配置过程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67544" y="1076271"/>
            <a:ext cx="3816424" cy="64633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/>
              <a:t>步骤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：</a:t>
            </a:r>
            <a:r>
              <a:rPr lang="zh-CN" altLang="zh-CN" b="1" dirty="0" smtClean="0"/>
              <a:t>开启</a:t>
            </a:r>
            <a:r>
              <a:rPr lang="en-US" altLang="zh-CN" b="1" dirty="0"/>
              <a:t>PC</a:t>
            </a:r>
            <a:r>
              <a:rPr lang="zh-CN" altLang="zh-CN" b="1" dirty="0"/>
              <a:t>端口和</a:t>
            </a:r>
            <a:r>
              <a:rPr lang="en-US" altLang="zh-CN" b="1" dirty="0"/>
              <a:t>ADC1</a:t>
            </a:r>
            <a:r>
              <a:rPr lang="zh-CN" altLang="zh-CN" b="1" dirty="0"/>
              <a:t>的时钟，设置</a:t>
            </a:r>
            <a:r>
              <a:rPr lang="en-US" altLang="zh-CN" b="1" dirty="0"/>
              <a:t>PC1</a:t>
            </a:r>
            <a:r>
              <a:rPr lang="zh-CN" altLang="zh-CN" b="1" dirty="0"/>
              <a:t>为</a:t>
            </a:r>
            <a:r>
              <a:rPr lang="zh-CN" altLang="zh-CN" b="1" dirty="0" smtClean="0"/>
              <a:t>模拟输入</a:t>
            </a:r>
            <a:endParaRPr lang="zh-CN" altLang="zh-CN" dirty="0"/>
          </a:p>
        </p:txBody>
      </p:sp>
      <p:sp>
        <p:nvSpPr>
          <p:cNvPr id="3" name="矩形 2"/>
          <p:cNvSpPr/>
          <p:nvPr/>
        </p:nvSpPr>
        <p:spPr>
          <a:xfrm>
            <a:off x="4712584" y="1779662"/>
            <a:ext cx="4173782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Blip>
                <a:blip r:embed="rId3"/>
              </a:buBlip>
            </a:pPr>
            <a:r>
              <a:rPr lang="zh-CN" altLang="zh-CN" b="1" dirty="0" smtClean="0">
                <a:solidFill>
                  <a:prstClr val="black"/>
                </a:solidFill>
              </a:rPr>
              <a:t>复位</a:t>
            </a:r>
            <a:r>
              <a:rPr lang="zh-CN" altLang="en-US" b="1" dirty="0" smtClean="0">
                <a:solidFill>
                  <a:prstClr val="black"/>
                </a:solidFill>
              </a:rPr>
              <a:t>：</a:t>
            </a:r>
            <a:r>
              <a:rPr lang="zh-CN" altLang="zh-CN" b="1" dirty="0" smtClean="0">
                <a:solidFill>
                  <a:prstClr val="black"/>
                </a:solidFill>
              </a:rPr>
              <a:t>将</a:t>
            </a:r>
            <a:r>
              <a:rPr lang="en-US" altLang="zh-CN" b="1" dirty="0">
                <a:solidFill>
                  <a:prstClr val="black"/>
                </a:solidFill>
              </a:rPr>
              <a:t>ADC1</a:t>
            </a:r>
            <a:r>
              <a:rPr lang="zh-CN" altLang="zh-CN" b="1" dirty="0">
                <a:solidFill>
                  <a:prstClr val="black"/>
                </a:solidFill>
              </a:rPr>
              <a:t>的全部寄存器重新设置为默认</a:t>
            </a:r>
            <a:r>
              <a:rPr lang="zh-CN" altLang="zh-CN" b="1" dirty="0" smtClean="0">
                <a:solidFill>
                  <a:prstClr val="black"/>
                </a:solidFill>
              </a:rPr>
              <a:t>值</a:t>
            </a:r>
            <a:r>
              <a:rPr lang="zh-CN" altLang="en-US" b="1" dirty="0" smtClean="0">
                <a:solidFill>
                  <a:prstClr val="black"/>
                </a:solidFill>
              </a:rPr>
              <a:t>；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Blip>
                <a:blip r:embed="rId3"/>
              </a:buBlip>
            </a:pPr>
            <a:r>
              <a:rPr lang="zh-CN" altLang="zh-CN" b="1" dirty="0" smtClean="0">
                <a:solidFill>
                  <a:prstClr val="black"/>
                </a:solidFill>
              </a:rPr>
              <a:t>设置</a:t>
            </a:r>
            <a:r>
              <a:rPr lang="zh-CN" altLang="zh-CN" b="1" dirty="0">
                <a:solidFill>
                  <a:prstClr val="black"/>
                </a:solidFill>
              </a:rPr>
              <a:t>分频</a:t>
            </a:r>
            <a:r>
              <a:rPr lang="zh-CN" altLang="zh-CN" b="1" dirty="0" smtClean="0">
                <a:solidFill>
                  <a:prstClr val="black"/>
                </a:solidFill>
              </a:rPr>
              <a:t>因子</a:t>
            </a:r>
            <a:r>
              <a:rPr lang="zh-CN" altLang="en-US" b="1" dirty="0" smtClean="0">
                <a:solidFill>
                  <a:prstClr val="black"/>
                </a:solidFill>
              </a:rPr>
              <a:t>：</a:t>
            </a:r>
            <a:r>
              <a:rPr lang="zh-CN" altLang="zh-CN" b="1" dirty="0" smtClean="0">
                <a:solidFill>
                  <a:prstClr val="black"/>
                </a:solidFill>
              </a:rPr>
              <a:t>确保</a:t>
            </a:r>
            <a:r>
              <a:rPr lang="en-US" altLang="zh-CN" b="1" dirty="0">
                <a:solidFill>
                  <a:prstClr val="black"/>
                </a:solidFill>
              </a:rPr>
              <a:t>ADC1</a:t>
            </a:r>
            <a:r>
              <a:rPr lang="zh-CN" altLang="zh-CN" b="1" dirty="0">
                <a:solidFill>
                  <a:prstClr val="black"/>
                </a:solidFill>
              </a:rPr>
              <a:t>的时钟不超过</a:t>
            </a:r>
            <a:r>
              <a:rPr lang="en-US" altLang="zh-CN" b="1" dirty="0" smtClean="0">
                <a:solidFill>
                  <a:prstClr val="black"/>
                </a:solidFill>
              </a:rPr>
              <a:t>14MHz</a:t>
            </a:r>
            <a:r>
              <a:rPr lang="zh-CN" altLang="en-US" b="1" dirty="0" smtClean="0">
                <a:solidFill>
                  <a:prstClr val="black"/>
                </a:solidFill>
              </a:rPr>
              <a:t>，</a:t>
            </a:r>
            <a:r>
              <a:rPr lang="zh-CN" altLang="zh-CN" b="1" dirty="0" smtClean="0">
                <a:solidFill>
                  <a:prstClr val="black"/>
                </a:solidFill>
              </a:rPr>
              <a:t>此处</a:t>
            </a:r>
            <a:r>
              <a:rPr lang="zh-CN" altLang="zh-CN" b="1" dirty="0">
                <a:solidFill>
                  <a:prstClr val="black"/>
                </a:solidFill>
              </a:rPr>
              <a:t>将分频因子设为</a:t>
            </a:r>
            <a:r>
              <a:rPr lang="en-US" altLang="zh-CN" b="1" dirty="0">
                <a:solidFill>
                  <a:prstClr val="black"/>
                </a:solidFill>
              </a:rPr>
              <a:t>6</a:t>
            </a:r>
            <a:r>
              <a:rPr lang="zh-CN" altLang="zh-CN" b="1" dirty="0">
                <a:solidFill>
                  <a:prstClr val="black"/>
                </a:solidFill>
              </a:rPr>
              <a:t>，</a:t>
            </a:r>
            <a:r>
              <a:rPr lang="en-US" altLang="zh-CN" b="1" dirty="0">
                <a:solidFill>
                  <a:prstClr val="black"/>
                </a:solidFill>
              </a:rPr>
              <a:t>ADC1</a:t>
            </a:r>
            <a:r>
              <a:rPr lang="zh-CN" altLang="zh-CN" b="1" dirty="0">
                <a:solidFill>
                  <a:prstClr val="black"/>
                </a:solidFill>
              </a:rPr>
              <a:t>的时钟为</a:t>
            </a:r>
            <a:r>
              <a:rPr lang="en-US" altLang="zh-CN" b="1" dirty="0" smtClean="0">
                <a:solidFill>
                  <a:prstClr val="black"/>
                </a:solidFill>
              </a:rPr>
              <a:t>72/6=12MHz</a:t>
            </a:r>
            <a:r>
              <a:rPr lang="zh-CN" altLang="en-US" b="1" dirty="0" smtClean="0">
                <a:solidFill>
                  <a:prstClr val="black"/>
                </a:solidFill>
              </a:rPr>
              <a:t>；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Blip>
                <a:blip r:embed="rId3"/>
              </a:buBlip>
            </a:pPr>
            <a:r>
              <a:rPr lang="zh-CN" altLang="zh-CN" b="1" dirty="0" smtClean="0">
                <a:solidFill>
                  <a:prstClr val="black"/>
                </a:solidFill>
              </a:rPr>
              <a:t>库</a:t>
            </a:r>
            <a:r>
              <a:rPr lang="zh-CN" altLang="zh-CN" b="1" dirty="0">
                <a:solidFill>
                  <a:prstClr val="black"/>
                </a:solidFill>
              </a:rPr>
              <a:t>函数的实现方式为：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  </a:t>
            </a:r>
            <a:r>
              <a:rPr lang="en-US" altLang="zh-CN" b="1" dirty="0" err="1" smtClean="0">
                <a:solidFill>
                  <a:prstClr val="black"/>
                </a:solidFill>
              </a:rPr>
              <a:t>RCC_ADCCLKConfig</a:t>
            </a:r>
            <a:r>
              <a:rPr lang="en-US" altLang="zh-CN" b="1" dirty="0" smtClean="0">
                <a:solidFill>
                  <a:prstClr val="black"/>
                </a:solidFill>
              </a:rPr>
              <a:t>(RCC_PCLK2_Div6</a:t>
            </a:r>
            <a:r>
              <a:rPr lang="en-US" altLang="zh-CN" b="1" dirty="0">
                <a:solidFill>
                  <a:prstClr val="black"/>
                </a:solidFill>
              </a:rPr>
              <a:t>);</a:t>
            </a:r>
            <a:endParaRPr lang="zh-CN" altLang="zh-CN" b="1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Blip>
                <a:blip r:embed="rId3"/>
              </a:buBlip>
            </a:pPr>
            <a:r>
              <a:rPr lang="en-US" altLang="zh-CN" b="1" dirty="0">
                <a:solidFill>
                  <a:prstClr val="black"/>
                </a:solidFill>
              </a:rPr>
              <a:t>ADC</a:t>
            </a:r>
            <a:r>
              <a:rPr lang="zh-CN" altLang="zh-CN" b="1" dirty="0">
                <a:solidFill>
                  <a:prstClr val="black"/>
                </a:solidFill>
              </a:rPr>
              <a:t>时钟复位的库函数为：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  </a:t>
            </a:r>
            <a:r>
              <a:rPr lang="en-US" altLang="zh-CN" b="1" dirty="0" err="1" smtClean="0">
                <a:solidFill>
                  <a:prstClr val="black"/>
                </a:solidFill>
              </a:rPr>
              <a:t>ADC_DeInit</a:t>
            </a:r>
            <a:r>
              <a:rPr lang="en-US" altLang="zh-CN" b="1" dirty="0" smtClean="0">
                <a:solidFill>
                  <a:prstClr val="black"/>
                </a:solidFill>
              </a:rPr>
              <a:t>(ADC1</a:t>
            </a:r>
            <a:r>
              <a:rPr lang="en-US" altLang="zh-CN" b="1" dirty="0">
                <a:solidFill>
                  <a:prstClr val="black"/>
                </a:solidFill>
              </a:rPr>
              <a:t>);</a:t>
            </a:r>
            <a:endParaRPr lang="zh-CN" altLang="zh-CN" b="1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1991691"/>
            <a:ext cx="3960440" cy="160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b="1" dirty="0" smtClean="0">
                <a:solidFill>
                  <a:prstClr val="black"/>
                </a:solidFill>
              </a:rPr>
              <a:t>使</a:t>
            </a:r>
            <a:r>
              <a:rPr lang="zh-CN" altLang="zh-CN" b="1" dirty="0">
                <a:solidFill>
                  <a:prstClr val="black"/>
                </a:solidFill>
              </a:rPr>
              <a:t>能</a:t>
            </a:r>
            <a:r>
              <a:rPr lang="en-US" altLang="zh-CN" b="1" dirty="0">
                <a:solidFill>
                  <a:prstClr val="black"/>
                </a:solidFill>
              </a:rPr>
              <a:t>PC</a:t>
            </a:r>
            <a:r>
              <a:rPr lang="zh-CN" altLang="zh-CN" b="1" dirty="0">
                <a:solidFill>
                  <a:prstClr val="black"/>
                </a:solidFill>
              </a:rPr>
              <a:t>端口和</a:t>
            </a:r>
            <a:r>
              <a:rPr lang="en-US" altLang="zh-CN" b="1" dirty="0">
                <a:solidFill>
                  <a:prstClr val="black"/>
                </a:solidFill>
              </a:rPr>
              <a:t>ADC1</a:t>
            </a:r>
            <a:r>
              <a:rPr lang="zh-CN" altLang="zh-CN" b="1" dirty="0">
                <a:solidFill>
                  <a:prstClr val="black"/>
                </a:solidFill>
              </a:rPr>
              <a:t>的</a:t>
            </a:r>
            <a:r>
              <a:rPr lang="zh-CN" altLang="zh-CN" b="1" dirty="0" smtClean="0">
                <a:solidFill>
                  <a:prstClr val="black"/>
                </a:solidFill>
              </a:rPr>
              <a:t>时钟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solidFill>
                  <a:prstClr val="black"/>
                </a:solidFill>
              </a:rPr>
              <a:t>使用</a:t>
            </a:r>
            <a:r>
              <a:rPr lang="en-US" altLang="zh-CN" b="1" dirty="0" smtClean="0">
                <a:solidFill>
                  <a:prstClr val="black"/>
                </a:solidFill>
              </a:rPr>
              <a:t>RCC_APB2PeriphClockCmd</a:t>
            </a:r>
            <a:r>
              <a:rPr lang="en-US" altLang="zh-CN" b="1" dirty="0">
                <a:solidFill>
                  <a:prstClr val="black"/>
                </a:solidFill>
              </a:rPr>
              <a:t>()</a:t>
            </a:r>
            <a:r>
              <a:rPr lang="zh-CN" altLang="zh-CN" b="1" dirty="0" smtClean="0">
                <a:solidFill>
                  <a:prstClr val="black"/>
                </a:solidFill>
              </a:rPr>
              <a:t>函数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b="1" dirty="0" smtClean="0">
                <a:solidFill>
                  <a:prstClr val="black"/>
                </a:solidFill>
              </a:rPr>
              <a:t>设置</a:t>
            </a:r>
            <a:r>
              <a:rPr lang="en-US" altLang="zh-CN" b="1" dirty="0">
                <a:solidFill>
                  <a:prstClr val="black"/>
                </a:solidFill>
              </a:rPr>
              <a:t>PC1</a:t>
            </a:r>
            <a:r>
              <a:rPr lang="zh-CN" altLang="zh-CN" b="1" dirty="0">
                <a:solidFill>
                  <a:prstClr val="black"/>
                </a:solidFill>
              </a:rPr>
              <a:t>的输入方式为模拟输入。</a:t>
            </a:r>
          </a:p>
        </p:txBody>
      </p:sp>
      <p:sp>
        <p:nvSpPr>
          <p:cNvPr id="16" name="矩形 15"/>
          <p:cNvSpPr/>
          <p:nvPr/>
        </p:nvSpPr>
        <p:spPr>
          <a:xfrm>
            <a:off x="4862714" y="1059582"/>
            <a:ext cx="3816424" cy="64633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b="1" dirty="0" smtClean="0"/>
              <a:t>步骤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：</a:t>
            </a:r>
            <a:r>
              <a:rPr lang="zh-CN" altLang="zh-CN" b="1" dirty="0" smtClean="0">
                <a:solidFill>
                  <a:prstClr val="black"/>
                </a:solidFill>
              </a:rPr>
              <a:t>复位</a:t>
            </a:r>
            <a:r>
              <a:rPr lang="en-US" altLang="zh-CN" b="1" dirty="0">
                <a:solidFill>
                  <a:prstClr val="black"/>
                </a:solidFill>
              </a:rPr>
              <a:t>ADC1</a:t>
            </a:r>
            <a:r>
              <a:rPr lang="zh-CN" altLang="zh-CN" b="1" dirty="0">
                <a:solidFill>
                  <a:prstClr val="black"/>
                </a:solidFill>
              </a:rPr>
              <a:t>，同时设置</a:t>
            </a:r>
            <a:r>
              <a:rPr lang="en-US" altLang="zh-CN" b="1" dirty="0">
                <a:solidFill>
                  <a:prstClr val="black"/>
                </a:solidFill>
              </a:rPr>
              <a:t>ADC1</a:t>
            </a:r>
            <a:r>
              <a:rPr lang="zh-CN" altLang="zh-CN" b="1" dirty="0">
                <a:solidFill>
                  <a:prstClr val="black"/>
                </a:solidFill>
              </a:rPr>
              <a:t>的分频因子</a:t>
            </a:r>
            <a:endParaRPr lang="zh-CN" altLang="zh-CN" dirty="0">
              <a:solidFill>
                <a:prstClr val="black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355976" y="1203598"/>
            <a:ext cx="432048" cy="288032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7077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10.3.2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标准外设库配置过程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67544" y="1076271"/>
            <a:ext cx="3816424" cy="64633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/>
              <a:t>步骤</a:t>
            </a:r>
            <a:r>
              <a:rPr lang="en-US" altLang="zh-CN" b="1" dirty="0" smtClean="0"/>
              <a:t>3</a:t>
            </a:r>
            <a:r>
              <a:rPr lang="zh-CN" altLang="en-US" b="1" dirty="0"/>
              <a:t>：初始化</a:t>
            </a:r>
            <a:r>
              <a:rPr lang="en-US" altLang="zh-CN" b="1" dirty="0"/>
              <a:t>ADC1</a:t>
            </a:r>
            <a:r>
              <a:rPr lang="zh-CN" altLang="en-US" b="1" dirty="0"/>
              <a:t>参数，设置</a:t>
            </a:r>
            <a:r>
              <a:rPr lang="en-US" altLang="zh-CN" b="1" dirty="0"/>
              <a:t>ADC1</a:t>
            </a:r>
            <a:r>
              <a:rPr lang="zh-CN" altLang="en-US" b="1" dirty="0"/>
              <a:t>的工作模式及其它参数</a:t>
            </a:r>
            <a:endParaRPr lang="zh-CN" altLang="zh-CN" dirty="0"/>
          </a:p>
        </p:txBody>
      </p:sp>
      <p:sp>
        <p:nvSpPr>
          <p:cNvPr id="6" name="矩形 5"/>
          <p:cNvSpPr/>
          <p:nvPr/>
        </p:nvSpPr>
        <p:spPr>
          <a:xfrm>
            <a:off x="380385" y="1851670"/>
            <a:ext cx="3960440" cy="2986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 b="1" dirty="0">
                <a:solidFill>
                  <a:prstClr val="black"/>
                </a:solidFill>
              </a:rPr>
              <a:t>初始化参数涉及设置单次转换模式、触发方式和数据对齐方式等参数，使用库函数</a:t>
            </a:r>
            <a:r>
              <a:rPr lang="en-GB" altLang="zh-CN" b="1" dirty="0" err="1">
                <a:solidFill>
                  <a:prstClr val="black"/>
                </a:solidFill>
              </a:rPr>
              <a:t>ADC_Init</a:t>
            </a:r>
            <a:r>
              <a:rPr lang="en-GB" altLang="zh-CN" b="1" dirty="0">
                <a:solidFill>
                  <a:prstClr val="black"/>
                </a:solidFill>
              </a:rPr>
              <a:t>()</a:t>
            </a:r>
            <a:r>
              <a:rPr lang="zh-CN" altLang="en-US" b="1" dirty="0">
                <a:solidFill>
                  <a:prstClr val="black"/>
                </a:solidFill>
              </a:rPr>
              <a:t>来实现。</a:t>
            </a: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GB" altLang="zh-CN" b="1" dirty="0">
                <a:solidFill>
                  <a:prstClr val="black"/>
                </a:solidFill>
              </a:rPr>
              <a:t>Void </a:t>
            </a:r>
            <a:r>
              <a:rPr lang="en-GB" altLang="zh-CN" b="1" dirty="0" err="1">
                <a:solidFill>
                  <a:prstClr val="black"/>
                </a:solidFill>
              </a:rPr>
              <a:t>ADC_Init</a:t>
            </a:r>
            <a:r>
              <a:rPr lang="en-GB" altLang="zh-CN" b="1" dirty="0">
                <a:solidFill>
                  <a:prstClr val="black"/>
                </a:solidFill>
              </a:rPr>
              <a:t>(</a:t>
            </a:r>
            <a:r>
              <a:rPr lang="en-GB" altLang="zh-CN" b="1" dirty="0" err="1">
                <a:solidFill>
                  <a:prstClr val="black"/>
                </a:solidFill>
              </a:rPr>
              <a:t>ADC_TypeDef</a:t>
            </a:r>
            <a:r>
              <a:rPr lang="en-GB" altLang="zh-CN" b="1" dirty="0">
                <a:solidFill>
                  <a:prstClr val="black"/>
                </a:solidFill>
              </a:rPr>
              <a:t> * </a:t>
            </a:r>
            <a:r>
              <a:rPr lang="en-GB" altLang="zh-CN" b="1" dirty="0" err="1">
                <a:solidFill>
                  <a:prstClr val="black"/>
                </a:solidFill>
              </a:rPr>
              <a:t>ADCx</a:t>
            </a:r>
            <a:r>
              <a:rPr lang="zh-CN" altLang="en-GB" b="1" dirty="0">
                <a:solidFill>
                  <a:prstClr val="black"/>
                </a:solidFill>
              </a:rPr>
              <a:t>，</a:t>
            </a:r>
            <a:r>
              <a:rPr lang="en-GB" altLang="zh-CN" b="1" dirty="0" err="1">
                <a:solidFill>
                  <a:prstClr val="black"/>
                </a:solidFill>
              </a:rPr>
              <a:t>ADC_InitTypeDef</a:t>
            </a:r>
            <a:r>
              <a:rPr lang="en-GB" altLang="zh-CN" b="1" dirty="0">
                <a:solidFill>
                  <a:prstClr val="black"/>
                </a:solidFill>
              </a:rPr>
              <a:t> * </a:t>
            </a:r>
            <a:r>
              <a:rPr lang="en-GB" altLang="zh-CN" b="1" dirty="0" err="1">
                <a:solidFill>
                  <a:prstClr val="black"/>
                </a:solidFill>
              </a:rPr>
              <a:t>ADC_InitStruct</a:t>
            </a:r>
            <a:r>
              <a:rPr lang="en-GB" altLang="zh-CN" b="1" dirty="0">
                <a:solidFill>
                  <a:prstClr val="black"/>
                </a:solidFill>
              </a:rPr>
              <a:t>);</a:t>
            </a: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 b="1" dirty="0">
                <a:solidFill>
                  <a:prstClr val="black"/>
                </a:solidFill>
              </a:rPr>
              <a:t>第一个参数用于指定具体的</a:t>
            </a:r>
            <a:r>
              <a:rPr lang="en-GB" altLang="zh-CN" b="1" dirty="0" err="1">
                <a:solidFill>
                  <a:prstClr val="black"/>
                </a:solidFill>
              </a:rPr>
              <a:t>ADCx</a:t>
            </a:r>
            <a:r>
              <a:rPr lang="zh-CN" altLang="en-GB" b="1" dirty="0">
                <a:solidFill>
                  <a:prstClr val="black"/>
                </a:solidFill>
              </a:rPr>
              <a:t>（</a:t>
            </a:r>
            <a:r>
              <a:rPr lang="en-GB" altLang="zh-CN" b="1" dirty="0">
                <a:solidFill>
                  <a:prstClr val="black"/>
                </a:solidFill>
              </a:rPr>
              <a:t>x=1,2,3</a:t>
            </a:r>
            <a:r>
              <a:rPr lang="zh-CN" altLang="en-GB" b="1" dirty="0">
                <a:solidFill>
                  <a:prstClr val="black"/>
                </a:solidFill>
              </a:rPr>
              <a:t>），</a:t>
            </a:r>
            <a:r>
              <a:rPr lang="zh-CN" altLang="en-US" b="1" dirty="0">
                <a:solidFill>
                  <a:prstClr val="black"/>
                </a:solidFill>
              </a:rPr>
              <a:t>第二个参数是个结构体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74405" y="1203598"/>
            <a:ext cx="45891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b="1" dirty="0" err="1" smtClean="0"/>
              <a:t>ADC_InitStructure.ADC_Mode</a:t>
            </a:r>
            <a:r>
              <a:rPr lang="en-GB" altLang="zh-CN" b="1" dirty="0" smtClean="0"/>
              <a:t> </a:t>
            </a:r>
            <a:r>
              <a:rPr lang="en-GB" altLang="zh-CN" b="1" dirty="0"/>
              <a:t>= </a:t>
            </a:r>
            <a:r>
              <a:rPr lang="en-GB" altLang="zh-CN" b="1" dirty="0" err="1"/>
              <a:t>ADC_Mode_Independent</a:t>
            </a:r>
            <a:r>
              <a:rPr lang="en-GB" altLang="zh-CN" b="1" dirty="0"/>
              <a:t>;</a:t>
            </a:r>
          </a:p>
          <a:p>
            <a:r>
              <a:rPr lang="en-GB" altLang="zh-CN" b="1" dirty="0" err="1"/>
              <a:t>ADC_InitStructure.ADC_ScanConvMode</a:t>
            </a:r>
            <a:r>
              <a:rPr lang="en-GB" altLang="zh-CN" b="1" dirty="0"/>
              <a:t> = ENABLE;</a:t>
            </a:r>
          </a:p>
          <a:p>
            <a:r>
              <a:rPr lang="en-GB" altLang="zh-CN" b="1" dirty="0" err="1"/>
              <a:t>ADC_InitStructure.ADC_ContinuousConvMode</a:t>
            </a:r>
            <a:r>
              <a:rPr lang="en-GB" altLang="zh-CN" b="1" dirty="0"/>
              <a:t> = ENABLE;</a:t>
            </a:r>
          </a:p>
          <a:p>
            <a:r>
              <a:rPr lang="en-GB" altLang="zh-CN" b="1" dirty="0" err="1"/>
              <a:t>ADC_InitStructure.ADC_ExternalTrigConv</a:t>
            </a:r>
            <a:r>
              <a:rPr lang="en-GB" altLang="zh-CN" b="1" dirty="0"/>
              <a:t> = </a:t>
            </a:r>
            <a:r>
              <a:rPr lang="en-GB" altLang="zh-CN" b="1" dirty="0" err="1"/>
              <a:t>ADC_ExternalTrigConv_None</a:t>
            </a:r>
            <a:r>
              <a:rPr lang="en-GB" altLang="zh-CN" b="1" dirty="0"/>
              <a:t>;</a:t>
            </a:r>
          </a:p>
          <a:p>
            <a:r>
              <a:rPr lang="en-GB" altLang="zh-CN" b="1" dirty="0" err="1"/>
              <a:t>ADC_InitStructure.ADC_DataAlign</a:t>
            </a:r>
            <a:r>
              <a:rPr lang="en-GB" altLang="zh-CN" b="1" dirty="0"/>
              <a:t> = </a:t>
            </a:r>
            <a:r>
              <a:rPr lang="en-GB" altLang="zh-CN" b="1" dirty="0" err="1"/>
              <a:t>ADC_DataAlign_Right</a:t>
            </a:r>
            <a:r>
              <a:rPr lang="en-GB" altLang="zh-CN" b="1" dirty="0"/>
              <a:t>;</a:t>
            </a:r>
          </a:p>
          <a:p>
            <a:r>
              <a:rPr lang="en-GB" altLang="zh-CN" b="1" dirty="0" err="1"/>
              <a:t>ADC_InitStructure.ADC_NbrOfChannel</a:t>
            </a:r>
            <a:r>
              <a:rPr lang="en-GB" altLang="zh-CN" b="1" dirty="0"/>
              <a:t> = 1;</a:t>
            </a:r>
          </a:p>
          <a:p>
            <a:r>
              <a:rPr lang="en-GB" altLang="zh-CN" b="1" dirty="0" err="1"/>
              <a:t>ADC_Init</a:t>
            </a:r>
            <a:r>
              <a:rPr lang="en-GB" altLang="zh-CN" b="1" dirty="0"/>
              <a:t>(ADC1, &amp;</a:t>
            </a:r>
            <a:r>
              <a:rPr lang="en-GB" altLang="zh-CN" b="1" dirty="0" err="1"/>
              <a:t>ADC_InitStructure</a:t>
            </a:r>
            <a:r>
              <a:rPr lang="en-GB" altLang="zh-CN" b="1" dirty="0"/>
              <a:t>);</a:t>
            </a:r>
          </a:p>
        </p:txBody>
      </p:sp>
      <p:sp>
        <p:nvSpPr>
          <p:cNvPr id="11" name="矩形 10"/>
          <p:cNvSpPr/>
          <p:nvPr/>
        </p:nvSpPr>
        <p:spPr>
          <a:xfrm>
            <a:off x="5220072" y="706939"/>
            <a:ext cx="2316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ADC1</a:t>
            </a:r>
            <a:r>
              <a:rPr lang="zh-CN" altLang="zh-CN" b="1" dirty="0"/>
              <a:t>初始化配置实例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9766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十字星 8"/>
          <p:cNvSpPr/>
          <p:nvPr/>
        </p:nvSpPr>
        <p:spPr>
          <a:xfrm>
            <a:off x="7236296" y="3651869"/>
            <a:ext cx="1218022" cy="1293713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10.3.2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标准外设库配置过程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67544" y="1076271"/>
            <a:ext cx="3816424" cy="36933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/>
              <a:t>步骤</a:t>
            </a:r>
            <a:r>
              <a:rPr lang="en-US" altLang="zh-CN" b="1" dirty="0" smtClean="0"/>
              <a:t>4</a:t>
            </a:r>
            <a:r>
              <a:rPr lang="zh-CN" altLang="en-US" b="1" dirty="0"/>
              <a:t>：使能</a:t>
            </a:r>
            <a:r>
              <a:rPr lang="en-GB" altLang="zh-CN" b="1" dirty="0"/>
              <a:t>ADC</a:t>
            </a:r>
            <a:r>
              <a:rPr lang="zh-CN" altLang="en-US" b="1" dirty="0"/>
              <a:t>并校准</a:t>
            </a:r>
            <a:endParaRPr lang="zh-CN" altLang="zh-CN" dirty="0"/>
          </a:p>
        </p:txBody>
      </p:sp>
      <p:sp>
        <p:nvSpPr>
          <p:cNvPr id="3" name="矩形 2"/>
          <p:cNvSpPr/>
          <p:nvPr/>
        </p:nvSpPr>
        <p:spPr>
          <a:xfrm>
            <a:off x="4712584" y="1779662"/>
            <a:ext cx="4173782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Blip>
                <a:blip r:embed="rId3"/>
              </a:buBlip>
            </a:pPr>
            <a:r>
              <a:rPr lang="zh-CN" altLang="en-US" b="1" dirty="0">
                <a:solidFill>
                  <a:prstClr val="black"/>
                </a:solidFill>
              </a:rPr>
              <a:t>读取</a:t>
            </a:r>
            <a:r>
              <a:rPr lang="en-GB" altLang="zh-CN" b="1" dirty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转换结果的标准外设库函数为：</a:t>
            </a:r>
            <a:r>
              <a:rPr lang="en-GB" altLang="zh-CN" b="1" dirty="0" err="1">
                <a:solidFill>
                  <a:prstClr val="black"/>
                </a:solidFill>
              </a:rPr>
              <a:t>ADC_GetConversionValue</a:t>
            </a:r>
            <a:r>
              <a:rPr lang="en-GB" altLang="zh-CN" b="1" dirty="0">
                <a:solidFill>
                  <a:prstClr val="black"/>
                </a:solidFill>
              </a:rPr>
              <a:t>(ADC1);</a:t>
            </a:r>
            <a:endParaRPr lang="zh-CN" altLang="zh-CN" b="1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1747" y="1563638"/>
            <a:ext cx="3960440" cy="3439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solidFill>
                  <a:prstClr val="black"/>
                </a:solidFill>
              </a:rPr>
              <a:t>进行</a:t>
            </a:r>
            <a:r>
              <a:rPr lang="zh-CN" altLang="en-US" b="1" dirty="0">
                <a:solidFill>
                  <a:prstClr val="black"/>
                </a:solidFill>
              </a:rPr>
              <a:t>复位校准和</a:t>
            </a:r>
            <a:r>
              <a:rPr lang="en-US" altLang="zh-CN" b="1" dirty="0">
                <a:solidFill>
                  <a:prstClr val="black"/>
                </a:solidFill>
              </a:rPr>
              <a:t>ADC</a:t>
            </a:r>
            <a:r>
              <a:rPr lang="zh-CN" altLang="en-US" b="1" dirty="0" smtClean="0">
                <a:solidFill>
                  <a:prstClr val="black"/>
                </a:solidFill>
              </a:rPr>
              <a:t>校准；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solidFill>
                  <a:prstClr val="black"/>
                </a:solidFill>
              </a:rPr>
              <a:t>复位</a:t>
            </a:r>
            <a:r>
              <a:rPr lang="zh-CN" altLang="en-US" b="1" dirty="0">
                <a:solidFill>
                  <a:prstClr val="black"/>
                </a:solidFill>
              </a:rPr>
              <a:t>校准的标准外设库函数为</a:t>
            </a:r>
            <a:r>
              <a:rPr lang="en-US" altLang="zh-CN" b="1" dirty="0" err="1">
                <a:solidFill>
                  <a:prstClr val="black"/>
                </a:solidFill>
              </a:rPr>
              <a:t>ADC_ResetCalibration</a:t>
            </a:r>
            <a:r>
              <a:rPr lang="en-US" altLang="zh-CN" b="1" dirty="0">
                <a:solidFill>
                  <a:prstClr val="black"/>
                </a:solidFill>
              </a:rPr>
              <a:t>(ADC1</a:t>
            </a:r>
            <a:r>
              <a:rPr lang="en-US" altLang="zh-CN" b="1" dirty="0" smtClean="0">
                <a:solidFill>
                  <a:prstClr val="black"/>
                </a:solidFill>
              </a:rPr>
              <a:t>)</a:t>
            </a: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b="1" dirty="0" smtClean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校准的标准外设库函数为</a:t>
            </a:r>
            <a:r>
              <a:rPr lang="en-US" altLang="zh-CN" b="1" dirty="0" err="1">
                <a:solidFill>
                  <a:prstClr val="black"/>
                </a:solidFill>
              </a:rPr>
              <a:t>ADC_StartCalibration</a:t>
            </a:r>
            <a:r>
              <a:rPr lang="en-US" altLang="zh-CN" b="1" dirty="0">
                <a:solidFill>
                  <a:prstClr val="black"/>
                </a:solidFill>
              </a:rPr>
              <a:t>(ADC1)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b="1" dirty="0" smtClean="0">
                <a:solidFill>
                  <a:prstClr val="black"/>
                </a:solidFill>
              </a:rPr>
              <a:t>ADC</a:t>
            </a:r>
            <a:r>
              <a:rPr lang="zh-CN" altLang="en-US" b="1" dirty="0">
                <a:solidFill>
                  <a:prstClr val="black"/>
                </a:solidFill>
              </a:rPr>
              <a:t>已准备</a:t>
            </a:r>
            <a:r>
              <a:rPr lang="zh-CN" altLang="en-US" b="1" dirty="0" smtClean="0">
                <a:solidFill>
                  <a:prstClr val="black"/>
                </a:solidFill>
              </a:rPr>
              <a:t>就绪后软件</a:t>
            </a:r>
            <a:r>
              <a:rPr lang="zh-CN" altLang="en-US" b="1" dirty="0">
                <a:solidFill>
                  <a:prstClr val="black"/>
                </a:solidFill>
              </a:rPr>
              <a:t>开启</a:t>
            </a:r>
            <a:r>
              <a:rPr lang="en-US" altLang="zh-CN" b="1" dirty="0">
                <a:solidFill>
                  <a:prstClr val="black"/>
                </a:solidFill>
              </a:rPr>
              <a:t>ADC1</a:t>
            </a:r>
            <a:r>
              <a:rPr lang="zh-CN" altLang="en-US" b="1" dirty="0">
                <a:solidFill>
                  <a:prstClr val="black"/>
                </a:solidFill>
              </a:rPr>
              <a:t>转换的标准外设库函数为</a:t>
            </a:r>
            <a:r>
              <a:rPr lang="zh-CN" altLang="en-US" b="1" dirty="0" smtClean="0">
                <a:solidFill>
                  <a:prstClr val="black"/>
                </a:solidFill>
              </a:rPr>
              <a:t>：</a:t>
            </a:r>
            <a:r>
              <a:rPr lang="en-US" altLang="zh-CN" b="1" dirty="0" err="1" smtClean="0">
                <a:solidFill>
                  <a:prstClr val="black"/>
                </a:solidFill>
              </a:rPr>
              <a:t>ADC_SoftwareStartConvCmd</a:t>
            </a:r>
            <a:r>
              <a:rPr lang="en-US" altLang="zh-CN" b="1" dirty="0" smtClean="0">
                <a:solidFill>
                  <a:prstClr val="black"/>
                </a:solidFill>
              </a:rPr>
              <a:t>(ADC1,ENABLE);</a:t>
            </a:r>
            <a:endParaRPr lang="zh-CN" altLang="zh-CN" b="1" dirty="0">
              <a:solidFill>
                <a:prstClr val="black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62714" y="1059582"/>
            <a:ext cx="3816424" cy="36933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b="1" dirty="0" smtClean="0"/>
              <a:t>步骤</a:t>
            </a:r>
            <a:r>
              <a:rPr lang="en-US" altLang="zh-CN" b="1" dirty="0" smtClean="0"/>
              <a:t>5</a:t>
            </a:r>
            <a:r>
              <a:rPr lang="zh-CN" altLang="en-US" b="1" dirty="0" smtClean="0"/>
              <a:t>：</a:t>
            </a:r>
            <a:r>
              <a:rPr lang="zh-CN" altLang="zh-CN" b="1" dirty="0"/>
              <a:t>读取</a:t>
            </a:r>
            <a:r>
              <a:rPr lang="en-US" altLang="zh-CN" b="1" dirty="0"/>
              <a:t>ADC</a:t>
            </a:r>
            <a:r>
              <a:rPr lang="zh-CN" altLang="zh-CN" b="1" dirty="0"/>
              <a:t>的值</a:t>
            </a:r>
            <a:endParaRPr lang="zh-CN" altLang="zh-CN" dirty="0">
              <a:solidFill>
                <a:prstClr val="black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355976" y="1131590"/>
            <a:ext cx="432048" cy="288032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1" name="十字星 20"/>
          <p:cNvSpPr/>
          <p:nvPr/>
        </p:nvSpPr>
        <p:spPr>
          <a:xfrm>
            <a:off x="6463730" y="3125566"/>
            <a:ext cx="1218022" cy="1293713"/>
          </a:xfrm>
          <a:prstGeom prst="star4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2" name="十字星 21"/>
          <p:cNvSpPr/>
          <p:nvPr/>
        </p:nvSpPr>
        <p:spPr>
          <a:xfrm>
            <a:off x="5513324" y="2702183"/>
            <a:ext cx="1218022" cy="1293713"/>
          </a:xfrm>
          <a:prstGeom prst="star4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91307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67610" y="1417342"/>
            <a:ext cx="2348334" cy="31366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 通过</a:t>
            </a:r>
            <a:r>
              <a:rPr lang="en-US" altLang="zh-CN" sz="2000" b="1" dirty="0" smtClean="0"/>
              <a:t>PC1</a:t>
            </a:r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ADC1</a:t>
            </a:r>
            <a:r>
              <a:rPr lang="zh-CN" altLang="en-US" sz="2000" b="1" dirty="0"/>
              <a:t>通道</a:t>
            </a:r>
            <a:r>
              <a:rPr lang="en-US" altLang="zh-CN" sz="2000" b="1" dirty="0" smtClean="0"/>
              <a:t>11</a:t>
            </a:r>
            <a:r>
              <a:rPr lang="zh-CN" altLang="en-US" sz="2000" b="1" dirty="0" smtClean="0"/>
              <a:t>）采集</a:t>
            </a:r>
            <a:r>
              <a:rPr lang="zh-CN" altLang="en-US" sz="2000" b="1" dirty="0"/>
              <a:t>外部电压值，经</a:t>
            </a:r>
            <a:r>
              <a:rPr lang="en-US" altLang="zh-CN" sz="2000" b="1" dirty="0"/>
              <a:t>A/D</a:t>
            </a:r>
            <a:r>
              <a:rPr lang="zh-CN" altLang="en-US" sz="2000" b="1" dirty="0"/>
              <a:t>转换后</a:t>
            </a:r>
            <a:r>
              <a:rPr lang="zh-CN" altLang="en-US" sz="2000" b="1" dirty="0" smtClean="0"/>
              <a:t>，采用</a:t>
            </a:r>
            <a:r>
              <a:rPr lang="en-US" altLang="zh-CN" sz="2000" b="1" dirty="0"/>
              <a:t>DMA</a:t>
            </a:r>
            <a:r>
              <a:rPr lang="zh-CN" altLang="en-US" sz="2000" b="1" dirty="0"/>
              <a:t>方式将该数字</a:t>
            </a:r>
            <a:r>
              <a:rPr lang="zh-CN" altLang="en-US" sz="2000" b="1" dirty="0" smtClean="0"/>
              <a:t>量和</a:t>
            </a:r>
            <a:r>
              <a:rPr lang="zh-CN" altLang="en-US" sz="2000" b="1" dirty="0"/>
              <a:t>由该数字量对应计算获得的电压</a:t>
            </a:r>
            <a:r>
              <a:rPr lang="zh-CN" altLang="en-US" sz="2000" b="1" dirty="0" smtClean="0"/>
              <a:t>值通过</a:t>
            </a:r>
            <a:r>
              <a:rPr lang="zh-CN" altLang="en-US" sz="2000" b="1" dirty="0"/>
              <a:t>串口显示出来。</a:t>
            </a:r>
          </a:p>
        </p:txBody>
      </p:sp>
      <p:sp>
        <p:nvSpPr>
          <p:cNvPr id="9" name="矩形 8"/>
          <p:cNvSpPr/>
          <p:nvPr/>
        </p:nvSpPr>
        <p:spPr>
          <a:xfrm>
            <a:off x="467544" y="1131590"/>
            <a:ext cx="928694" cy="42235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功能</a:t>
            </a:r>
            <a:endParaRPr lang="zh-CN" altLang="en-US" sz="2000" b="1" dirty="0"/>
          </a:p>
        </p:txBody>
      </p:sp>
      <p:sp>
        <p:nvSpPr>
          <p:cNvPr id="10" name="矩形 9"/>
          <p:cNvSpPr/>
          <p:nvPr/>
        </p:nvSpPr>
        <p:spPr>
          <a:xfrm>
            <a:off x="3851921" y="1208158"/>
            <a:ext cx="4824536" cy="2523130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19872" y="987574"/>
            <a:ext cx="1368151" cy="479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硬件设计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5823" y="3867894"/>
            <a:ext cx="4840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     </a:t>
            </a:r>
            <a:r>
              <a:rPr lang="en-US" altLang="zh-CN" b="1" dirty="0"/>
              <a:t>STM32</a:t>
            </a:r>
            <a:r>
              <a:rPr lang="zh-CN" altLang="en-US" b="1" dirty="0"/>
              <a:t>的</a:t>
            </a:r>
            <a:r>
              <a:rPr lang="en-US" altLang="zh-CN" b="1" dirty="0"/>
              <a:t>PC1</a:t>
            </a:r>
            <a:r>
              <a:rPr lang="zh-CN" altLang="en-US" b="1" dirty="0"/>
              <a:t>引脚连接到一个滑动变阻器</a:t>
            </a:r>
            <a:r>
              <a:rPr lang="zh-CN" altLang="en-US" b="1" dirty="0" smtClean="0"/>
              <a:t>上采集</a:t>
            </a:r>
            <a:r>
              <a:rPr lang="zh-CN" altLang="en-US" b="1" dirty="0"/>
              <a:t>滑动变阻器的模拟输入电压，经</a:t>
            </a:r>
            <a:r>
              <a:rPr lang="en-US" altLang="zh-CN" b="1" dirty="0"/>
              <a:t>A/D</a:t>
            </a:r>
            <a:r>
              <a:rPr lang="zh-CN" altLang="en-US" b="1" dirty="0" smtClean="0"/>
              <a:t>转换后采用</a:t>
            </a:r>
            <a:r>
              <a:rPr lang="en-US" altLang="zh-CN" b="1" dirty="0"/>
              <a:t>DMA</a:t>
            </a:r>
            <a:r>
              <a:rPr lang="zh-CN" altLang="en-US" b="1" dirty="0"/>
              <a:t>方式传输到内存，并通过串口显示。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6867"/>
              </p:ext>
            </p:extLst>
          </p:nvPr>
        </p:nvGraphicFramePr>
        <p:xfrm>
          <a:off x="4778782" y="1611253"/>
          <a:ext cx="3324437" cy="177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62" name="Visio" r:id="rId3" imgW="1547198" imgH="827468" progId="Visio.Drawing.11">
                  <p:embed/>
                </p:oleObj>
              </mc:Choice>
              <mc:Fallback>
                <p:oleObj name="Visio" r:id="rId3" imgW="1547198" imgH="82746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782" y="1611253"/>
                        <a:ext cx="3324437" cy="17721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752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108016007"/>
              </p:ext>
            </p:extLst>
          </p:nvPr>
        </p:nvGraphicFramePr>
        <p:xfrm>
          <a:off x="891689" y="1491630"/>
          <a:ext cx="7200800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237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948660"/>
            <a:ext cx="4240315" cy="401648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200" b="1" dirty="0"/>
              <a:t>#include "</a:t>
            </a:r>
            <a:r>
              <a:rPr lang="en-US" altLang="zh-CN" sz="1200" b="1" dirty="0" err="1"/>
              <a:t>adc.h</a:t>
            </a:r>
            <a:r>
              <a:rPr lang="en-US" altLang="zh-CN" sz="12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#define  ADC1_DR_Address    ((u32)0x40012400+0x4c)  </a:t>
            </a:r>
            <a:endParaRPr lang="en-US" altLang="zh-CN" sz="1200" b="1" dirty="0" smtClean="0"/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 </a:t>
            </a:r>
            <a:r>
              <a:rPr lang="en-US" altLang="zh-CN" sz="1200" b="1" dirty="0" smtClean="0"/>
              <a:t>   //</a:t>
            </a:r>
            <a:r>
              <a:rPr lang="en-US" altLang="zh-CN" sz="1200" b="1" dirty="0"/>
              <a:t>ADC1</a:t>
            </a:r>
            <a:r>
              <a:rPr lang="zh-CN" altLang="en-US" sz="1200" b="1" dirty="0"/>
              <a:t>的数据寄存器</a:t>
            </a:r>
            <a:r>
              <a:rPr lang="en-US" altLang="zh-CN" sz="1200" b="1" dirty="0"/>
              <a:t>ADC1_DR</a:t>
            </a:r>
            <a:r>
              <a:rPr lang="zh-CN" altLang="en-US" sz="1200" b="1" dirty="0"/>
              <a:t>的地址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_ _IO  uint16_t  </a:t>
            </a:r>
            <a:r>
              <a:rPr lang="en-US" altLang="zh-CN" sz="1200" b="1" dirty="0" err="1"/>
              <a:t>ADC_Converted_Value</a:t>
            </a:r>
            <a:r>
              <a:rPr lang="en-US" altLang="zh-CN" sz="1200" b="1" dirty="0"/>
              <a:t>; </a:t>
            </a:r>
            <a:endParaRPr lang="en-US" altLang="zh-CN" sz="1200" b="1" dirty="0" smtClean="0"/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 </a:t>
            </a:r>
            <a:r>
              <a:rPr lang="en-US" altLang="zh-CN" sz="1200" b="1" dirty="0" smtClean="0"/>
              <a:t>  //</a:t>
            </a:r>
            <a:r>
              <a:rPr lang="zh-CN" altLang="en-US" sz="1200" b="1" dirty="0"/>
              <a:t>定义一个变量用于存放</a:t>
            </a:r>
            <a:r>
              <a:rPr lang="en-US" altLang="zh-CN" sz="1200" b="1" dirty="0"/>
              <a:t>ADC</a:t>
            </a:r>
            <a:r>
              <a:rPr lang="zh-CN" altLang="en-US" sz="1200" b="1" dirty="0"/>
              <a:t>转换结果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 smtClean="0"/>
              <a:t>static </a:t>
            </a:r>
            <a:r>
              <a:rPr lang="en-US" altLang="zh-CN" sz="1200" b="1" dirty="0"/>
              <a:t>void ADC1_GPIO_Config(void)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 smtClean="0"/>
              <a:t>{   </a:t>
            </a:r>
            <a:r>
              <a:rPr lang="en-US" altLang="zh-CN" sz="1200" b="1" dirty="0" err="1" smtClean="0"/>
              <a:t>GPIO_InitTypeDef</a:t>
            </a:r>
            <a:r>
              <a:rPr lang="en-US" altLang="zh-CN" sz="1200" b="1" dirty="0" smtClean="0"/>
              <a:t> </a:t>
            </a:r>
            <a:r>
              <a:rPr lang="en-US" altLang="zh-CN" sz="1200" b="1" dirty="0" err="1"/>
              <a:t>GPIO_InitStructure</a:t>
            </a:r>
            <a:r>
              <a:rPr lang="en-US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 smtClean="0"/>
              <a:t>    </a:t>
            </a:r>
            <a:r>
              <a:rPr lang="en-US" altLang="zh-CN" sz="1200" b="1" dirty="0" err="1" smtClean="0"/>
              <a:t>RCC_AHBPeriphClockCmd</a:t>
            </a:r>
            <a:r>
              <a:rPr lang="en-US" altLang="zh-CN" sz="1200" b="1" dirty="0" smtClean="0"/>
              <a:t>(RCC_AHBPeriph_DMA1</a:t>
            </a:r>
            <a:r>
              <a:rPr lang="en-US" altLang="zh-CN" sz="1200" b="1" dirty="0"/>
              <a:t>, ENABLE); </a:t>
            </a:r>
            <a:endParaRPr lang="en-US" altLang="zh-CN" sz="1200" b="1" dirty="0" smtClean="0"/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 </a:t>
            </a:r>
            <a:r>
              <a:rPr lang="en-US" altLang="zh-CN" sz="1200" b="1" dirty="0" smtClean="0"/>
              <a:t>       //</a:t>
            </a:r>
            <a:r>
              <a:rPr lang="zh-CN" altLang="en-US" sz="1200" b="1" dirty="0"/>
              <a:t>开启</a:t>
            </a:r>
            <a:r>
              <a:rPr lang="en-US" altLang="zh-CN" sz="1200" b="1" dirty="0"/>
              <a:t>DMA1</a:t>
            </a:r>
            <a:r>
              <a:rPr lang="zh-CN" altLang="en-US" sz="1200" b="1" dirty="0"/>
              <a:t>的时钟</a:t>
            </a:r>
          </a:p>
          <a:p>
            <a:pPr>
              <a:lnSpc>
                <a:spcPct val="125000"/>
              </a:lnSpc>
            </a:pPr>
            <a:r>
              <a:rPr lang="zh-CN" altLang="en-US" sz="1200" b="1" dirty="0" smtClean="0"/>
              <a:t>       </a:t>
            </a:r>
            <a:r>
              <a:rPr lang="en-US" altLang="zh-CN" sz="1200" b="1" dirty="0"/>
              <a:t>/*</a:t>
            </a:r>
            <a:r>
              <a:rPr lang="zh-CN" altLang="en-US" sz="1200" b="1" dirty="0"/>
              <a:t>开启 </a:t>
            </a:r>
            <a:r>
              <a:rPr lang="en-US" altLang="zh-CN" sz="1200" b="1" dirty="0"/>
              <a:t>ADC1 and GPIOC</a:t>
            </a:r>
            <a:r>
              <a:rPr lang="zh-CN" altLang="en-US" sz="1200" b="1" dirty="0"/>
              <a:t>时钟*</a:t>
            </a:r>
            <a:r>
              <a:rPr lang="en-US" altLang="zh-CN" sz="1200" b="1" dirty="0"/>
              <a:t>/</a:t>
            </a:r>
          </a:p>
          <a:p>
            <a:pPr marL="92075" indent="-92075">
              <a:lnSpc>
                <a:spcPct val="125000"/>
              </a:lnSpc>
            </a:pPr>
            <a:r>
              <a:rPr lang="en-US" altLang="zh-CN" sz="1200" b="1" dirty="0" smtClean="0"/>
              <a:t>   RCC_APB2PeriphClockCmd(RCC_APB2Periph_ADC1 </a:t>
            </a:r>
            <a:r>
              <a:rPr lang="en-US" altLang="zh-CN" sz="1200" b="1" dirty="0"/>
              <a:t>| </a:t>
            </a:r>
            <a:r>
              <a:rPr lang="en-US" altLang="zh-CN" sz="1200" b="1" dirty="0" smtClean="0"/>
              <a:t> RCC_APB2Periph_GPIOC</a:t>
            </a:r>
            <a:r>
              <a:rPr lang="en-US" altLang="zh-CN" sz="1200" b="1" dirty="0"/>
              <a:t>, ENABLE</a:t>
            </a:r>
            <a:r>
              <a:rPr lang="en-US" altLang="zh-CN" sz="1200" b="1" dirty="0" smtClean="0"/>
              <a:t>);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 smtClean="0"/>
              <a:t>     /*</a:t>
            </a:r>
            <a:r>
              <a:rPr lang="zh-CN" altLang="en-US" sz="1200" b="1" dirty="0"/>
              <a:t>配置</a:t>
            </a:r>
            <a:r>
              <a:rPr lang="en-US" altLang="zh-CN" sz="1200" b="1" dirty="0"/>
              <a:t>PC1</a:t>
            </a:r>
            <a:r>
              <a:rPr lang="zh-CN" altLang="en-US" sz="1200" b="1" dirty="0"/>
              <a:t>为</a:t>
            </a:r>
            <a:r>
              <a:rPr lang="zh-CN" altLang="en-US" sz="1200" b="1" dirty="0" smtClean="0"/>
              <a:t>模拟输入*</a:t>
            </a:r>
            <a:r>
              <a:rPr lang="en-US" altLang="zh-CN" sz="1200" b="1" dirty="0" smtClean="0"/>
              <a:t>/</a:t>
            </a:r>
            <a:endParaRPr lang="en-US" altLang="zh-CN" sz="1200" b="1" dirty="0"/>
          </a:p>
          <a:p>
            <a:pPr>
              <a:lnSpc>
                <a:spcPct val="125000"/>
              </a:lnSpc>
            </a:pPr>
            <a:r>
              <a:rPr lang="en-US" altLang="zh-CN" sz="1200" b="1" dirty="0" smtClean="0"/>
              <a:t>    </a:t>
            </a:r>
            <a:r>
              <a:rPr lang="en-US" altLang="zh-CN" sz="1200" b="1" dirty="0" err="1" smtClean="0"/>
              <a:t>GPIO_InitStructure.GPIO_Pin</a:t>
            </a:r>
            <a:r>
              <a:rPr lang="en-US" altLang="zh-CN" sz="1200" b="1" dirty="0" smtClean="0"/>
              <a:t> </a:t>
            </a:r>
            <a:r>
              <a:rPr lang="en-US" altLang="zh-CN" sz="1200" b="1" dirty="0"/>
              <a:t>= GPIO_Pin_1;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 smtClean="0"/>
              <a:t>    </a:t>
            </a:r>
            <a:r>
              <a:rPr lang="en-US" altLang="zh-CN" sz="1200" b="1" dirty="0" err="1" smtClean="0"/>
              <a:t>GPIO_InitStructure.GPIO_Mode</a:t>
            </a:r>
            <a:r>
              <a:rPr lang="en-US" altLang="zh-CN" sz="1200" b="1" dirty="0" smtClean="0"/>
              <a:t> </a:t>
            </a:r>
            <a:r>
              <a:rPr lang="en-US" altLang="zh-CN" sz="1200" b="1" dirty="0"/>
              <a:t>= </a:t>
            </a:r>
            <a:r>
              <a:rPr lang="en-US" altLang="zh-CN" sz="1200" b="1" dirty="0" err="1"/>
              <a:t>GPIO_Mode_AIN</a:t>
            </a:r>
            <a:r>
              <a:rPr lang="en-US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 smtClean="0"/>
              <a:t>    </a:t>
            </a:r>
            <a:r>
              <a:rPr lang="en-US" altLang="zh-CN" sz="1200" b="1" dirty="0" err="1" smtClean="0"/>
              <a:t>GPIO_Init</a:t>
            </a:r>
            <a:r>
              <a:rPr lang="en-US" altLang="zh-CN" sz="1200" b="1" dirty="0" smtClean="0"/>
              <a:t>(GPIOC</a:t>
            </a:r>
            <a:r>
              <a:rPr lang="en-US" altLang="zh-CN" sz="1200" b="1" dirty="0"/>
              <a:t>, &amp;</a:t>
            </a:r>
            <a:r>
              <a:rPr lang="en-US" altLang="zh-CN" sz="1200" b="1" dirty="0" err="1"/>
              <a:t>GPIO_InitStructure</a:t>
            </a:r>
            <a:r>
              <a:rPr lang="en-US" altLang="zh-CN" sz="1200" b="1" dirty="0"/>
              <a:t>);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 }</a:t>
            </a:r>
          </a:p>
        </p:txBody>
      </p:sp>
      <p:sp>
        <p:nvSpPr>
          <p:cNvPr id="9" name="矩形 8"/>
          <p:cNvSpPr/>
          <p:nvPr/>
        </p:nvSpPr>
        <p:spPr>
          <a:xfrm>
            <a:off x="4788024" y="499982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．新建</a:t>
            </a:r>
            <a:r>
              <a:rPr lang="en-GB" altLang="zh-CN" b="1" dirty="0" err="1">
                <a:solidFill>
                  <a:srgbClr val="C00000"/>
                </a:solidFill>
              </a:rPr>
              <a:t>adc.c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58038" y="948660"/>
            <a:ext cx="4368734" cy="401648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</a:t>
            </a:r>
            <a:r>
              <a:rPr lang="en-GB" altLang="zh-CN" sz="1200" b="1" dirty="0">
                <a:solidFill>
                  <a:prstClr val="black"/>
                </a:solidFill>
              </a:rPr>
              <a:t>static void ADC1_Mode_Config(void)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DMA_InitTypeDef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 err="1">
                <a:solidFill>
                  <a:prstClr val="black"/>
                </a:solidFill>
              </a:rPr>
              <a:t>DMA_InitStructure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ADC_InitTypeDef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 err="1">
                <a:solidFill>
                  <a:prstClr val="black"/>
                </a:solidFill>
              </a:rPr>
              <a:t>ADC_InitStructure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    /* </a:t>
            </a:r>
            <a:r>
              <a:rPr lang="en-GB" altLang="zh-CN" sz="1200" b="1" dirty="0">
                <a:solidFill>
                  <a:prstClr val="black"/>
                </a:solidFill>
              </a:rPr>
              <a:t>DMA channel1 configuration */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DMA_DeInit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(DMA1_Channel1</a:t>
            </a:r>
            <a:r>
              <a:rPr lang="en-GB" altLang="zh-CN" sz="1200" b="1" dirty="0">
                <a:solidFill>
                  <a:prstClr val="black"/>
                </a:solidFill>
              </a:rPr>
              <a:t>);</a:t>
            </a:r>
          </a:p>
          <a:p>
            <a:pPr marL="177800" lvl="0" indent="-17780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DMA_InitStructure.DMA_PeripheralBaseAddr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 ADC1_DR_Address; //ADC1</a:t>
            </a:r>
            <a:r>
              <a:rPr lang="zh-CN" altLang="en-US" sz="1200" b="1" dirty="0">
                <a:solidFill>
                  <a:prstClr val="black"/>
                </a:solidFill>
              </a:rPr>
              <a:t>地址</a:t>
            </a:r>
          </a:p>
          <a:p>
            <a:pPr marL="177800" lvl="0" indent="-177800">
              <a:lnSpc>
                <a:spcPct val="125000"/>
              </a:lnSpc>
            </a:pPr>
            <a:r>
              <a:rPr lang="zh-CN" altLang="en-US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DMA_InitStructure.DMA_MemoryBaseAddr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 (u32)&amp; </a:t>
            </a:r>
            <a:r>
              <a:rPr lang="en-GB" altLang="zh-CN" sz="1200" b="1" dirty="0" err="1">
                <a:solidFill>
                  <a:prstClr val="black"/>
                </a:solidFill>
              </a:rPr>
              <a:t>ADC_Converted_Value</a:t>
            </a:r>
            <a:r>
              <a:rPr lang="en-GB" altLang="zh-CN" sz="1200" b="1" dirty="0">
                <a:solidFill>
                  <a:prstClr val="black"/>
                </a:solidFill>
              </a:rPr>
              <a:t>;//</a:t>
            </a:r>
            <a:r>
              <a:rPr lang="zh-CN" altLang="en-US" sz="1200" b="1" dirty="0">
                <a:solidFill>
                  <a:prstClr val="black"/>
                </a:solidFill>
              </a:rPr>
              <a:t>内存地址</a:t>
            </a:r>
          </a:p>
          <a:p>
            <a:pPr lvl="0">
              <a:lnSpc>
                <a:spcPct val="125000"/>
              </a:lnSpc>
            </a:pPr>
            <a:r>
              <a:rPr lang="zh-CN" altLang="en-US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DMA_InitStructure.DMA_DIR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 </a:t>
            </a:r>
            <a:r>
              <a:rPr lang="en-GB" altLang="zh-CN" sz="1200" b="1" dirty="0" err="1">
                <a:solidFill>
                  <a:prstClr val="black"/>
                </a:solidFill>
              </a:rPr>
              <a:t>DMA_DIR_PeripheralSRC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     //</a:t>
            </a:r>
            <a:r>
              <a:rPr lang="zh-CN" altLang="en-US" sz="1200" b="1" dirty="0">
                <a:solidFill>
                  <a:prstClr val="black"/>
                </a:solidFill>
              </a:rPr>
              <a:t>外设作为数据传输的来源</a:t>
            </a:r>
          </a:p>
          <a:p>
            <a:pPr lvl="0">
              <a:lnSpc>
                <a:spcPct val="125000"/>
              </a:lnSpc>
            </a:pPr>
            <a:r>
              <a:rPr lang="zh-CN" altLang="en-US" sz="1200" b="1" dirty="0" smtClean="0">
                <a:solidFill>
                  <a:prstClr val="black"/>
                </a:solidFill>
              </a:rPr>
              <a:t>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DMA_InitStructure.DMA_BufferSize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 1;//DMA</a:t>
            </a:r>
            <a:r>
              <a:rPr lang="zh-CN" altLang="en-US" sz="1200" b="1" dirty="0">
                <a:solidFill>
                  <a:prstClr val="black"/>
                </a:solidFill>
              </a:rPr>
              <a:t>传输</a:t>
            </a:r>
            <a:r>
              <a:rPr lang="en-US" altLang="zh-CN" sz="1200" b="1" dirty="0">
                <a:solidFill>
                  <a:prstClr val="black"/>
                </a:solidFill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</a:rPr>
              <a:t>个数据</a:t>
            </a:r>
          </a:p>
          <a:p>
            <a:pPr marL="177800" lvl="0" indent="-177800">
              <a:lnSpc>
                <a:spcPct val="125000"/>
              </a:lnSpc>
            </a:pPr>
            <a:r>
              <a:rPr lang="zh-CN" altLang="en-US" sz="1200" b="1" dirty="0" smtClean="0">
                <a:solidFill>
                  <a:prstClr val="black"/>
                </a:solidFill>
              </a:rPr>
              <a:t>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DMA_InitStructure.DMA_PeripheralInc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 </a:t>
            </a:r>
            <a:r>
              <a:rPr lang="en-GB" altLang="zh-CN" sz="1200" b="1" dirty="0" err="1">
                <a:solidFill>
                  <a:prstClr val="black"/>
                </a:solidFill>
              </a:rPr>
              <a:t>DMA_PeripheralInc_Disable</a:t>
            </a:r>
            <a:r>
              <a:rPr lang="en-GB" altLang="zh-CN" sz="1200" b="1" dirty="0">
                <a:solidFill>
                  <a:prstClr val="black"/>
                </a:solidFill>
              </a:rPr>
              <a:t>;//</a:t>
            </a:r>
            <a:r>
              <a:rPr lang="zh-CN" altLang="en-US" sz="1200" b="1" dirty="0">
                <a:solidFill>
                  <a:prstClr val="black"/>
                </a:solidFill>
              </a:rPr>
              <a:t>外设地址固定</a:t>
            </a:r>
          </a:p>
          <a:p>
            <a:pPr marL="177800" lvl="0" indent="-177800">
              <a:lnSpc>
                <a:spcPct val="125000"/>
              </a:lnSpc>
            </a:pPr>
            <a:r>
              <a:rPr lang="zh-CN" altLang="en-US" sz="1200" b="1" dirty="0" smtClean="0">
                <a:solidFill>
                  <a:prstClr val="black"/>
                </a:solidFill>
              </a:rPr>
              <a:t>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DMA_InitStructure.DMA_MemoryInc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 </a:t>
            </a:r>
            <a:r>
              <a:rPr lang="en-GB" altLang="zh-CN" sz="1200" b="1" dirty="0" err="1">
                <a:solidFill>
                  <a:prstClr val="black"/>
                </a:solidFill>
              </a:rPr>
              <a:t>DMA_MemoryInc_Disable</a:t>
            </a:r>
            <a:r>
              <a:rPr lang="en-GB" altLang="zh-CN" sz="1200" b="1" dirty="0">
                <a:solidFill>
                  <a:prstClr val="black"/>
                </a:solidFill>
              </a:rPr>
              <a:t>;  //</a:t>
            </a:r>
            <a:r>
              <a:rPr lang="zh-CN" altLang="en-US" sz="1200" b="1" dirty="0">
                <a:solidFill>
                  <a:prstClr val="black"/>
                </a:solidFill>
              </a:rPr>
              <a:t>内存地址</a:t>
            </a:r>
            <a:r>
              <a:rPr lang="zh-CN" altLang="en-US" sz="1200" b="1" dirty="0" smtClean="0">
                <a:solidFill>
                  <a:prstClr val="black"/>
                </a:solidFill>
              </a:rPr>
              <a:t>固定</a:t>
            </a:r>
            <a:r>
              <a:rPr lang="zh-CN" altLang="en-US" sz="1200" b="1" dirty="0">
                <a:solidFill>
                  <a:prstClr val="black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61065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7584" y="987574"/>
            <a:ext cx="7272808" cy="37856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 err="1"/>
              <a:t>DMA_InitStructure.DMA_PeripheralDataSize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DMA_PeripheralDataSize_HalfWord</a:t>
            </a:r>
            <a:r>
              <a:rPr lang="en-US" altLang="zh-CN" sz="1600" b="1" dirty="0" smtClean="0"/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//</a:t>
            </a:r>
            <a:r>
              <a:rPr lang="zh-CN" altLang="en-US" sz="1600" b="1" dirty="0"/>
              <a:t>传输单位为半字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DMA_InitStructure.DMA_MemoryDataSize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DMA_MemoryDataSize_HalfWord</a:t>
            </a:r>
            <a:r>
              <a:rPr lang="en-US" altLang="zh-CN" sz="16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DMA_InitStructure.DMA_Mode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DMA_Mode_Circular</a:t>
            </a:r>
            <a:r>
              <a:rPr lang="en-US" altLang="zh-CN" sz="1600" b="1" dirty="0"/>
              <a:t>; //</a:t>
            </a:r>
            <a:r>
              <a:rPr lang="zh-CN" altLang="en-US" sz="1600" b="1" dirty="0"/>
              <a:t>循环传输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模式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DMA_InitStructure.DMA_Priority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DMA_Priority_High</a:t>
            </a:r>
            <a:r>
              <a:rPr lang="en-US" altLang="zh-CN" sz="16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DMA_InitStructure.DMA_M2M </a:t>
            </a:r>
            <a:r>
              <a:rPr lang="en-US" altLang="zh-CN" sz="1600" b="1" dirty="0"/>
              <a:t>= DMA_M2M_Disable;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DMA_Init</a:t>
            </a:r>
            <a:r>
              <a:rPr lang="en-US" altLang="zh-CN" sz="1600" b="1" dirty="0" smtClean="0"/>
              <a:t>(DMA1_Channel1</a:t>
            </a:r>
            <a:r>
              <a:rPr lang="en-US" altLang="zh-CN" sz="1600" b="1" dirty="0"/>
              <a:t>, &amp;</a:t>
            </a:r>
            <a:r>
              <a:rPr lang="en-US" altLang="zh-CN" sz="1600" b="1" dirty="0" err="1"/>
              <a:t>DMA_InitStructure</a:t>
            </a:r>
            <a:r>
              <a:rPr lang="en-US" altLang="zh-CN" sz="1600" b="1" dirty="0"/>
              <a:t>); //</a:t>
            </a:r>
            <a:r>
              <a:rPr lang="zh-CN" altLang="en-US" sz="1600" b="1" dirty="0"/>
              <a:t>配置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通道</a:t>
            </a:r>
            <a:r>
              <a:rPr lang="en-US" altLang="zh-CN" sz="1600" b="1" dirty="0"/>
              <a:t>1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DMA_Cmd</a:t>
            </a:r>
            <a:r>
              <a:rPr lang="en-US" altLang="zh-CN" sz="1600" b="1" dirty="0" smtClean="0"/>
              <a:t>(DMA1_Channel1</a:t>
            </a:r>
            <a:r>
              <a:rPr lang="en-US" altLang="zh-CN" sz="1600" b="1" dirty="0"/>
              <a:t>, ENABLE); //</a:t>
            </a:r>
            <a:r>
              <a:rPr lang="zh-CN" altLang="en-US" sz="1600" b="1" dirty="0"/>
              <a:t>使能</a:t>
            </a:r>
            <a:r>
              <a:rPr lang="en-US" altLang="zh-CN" sz="1600" b="1" dirty="0"/>
              <a:t>DMA1</a:t>
            </a:r>
            <a:r>
              <a:rPr lang="zh-CN" altLang="en-US" sz="1600" b="1" dirty="0"/>
              <a:t>通道</a:t>
            </a:r>
            <a:r>
              <a:rPr lang="en-US" altLang="zh-CN" sz="1600" b="1" dirty="0"/>
              <a:t>1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 /* </a:t>
            </a:r>
            <a:r>
              <a:rPr lang="en-US" altLang="zh-CN" sz="1600" b="1" dirty="0"/>
              <a:t>ADC1</a:t>
            </a:r>
            <a:r>
              <a:rPr lang="zh-CN" altLang="en-US" sz="1600" b="1" dirty="0"/>
              <a:t>参数配置 *</a:t>
            </a:r>
            <a:r>
              <a:rPr lang="en-US" altLang="zh-CN" sz="1600" b="1" dirty="0"/>
              <a:t>/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ADC_InitStructure.ADC_Mode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ADC_Mode_Independent</a:t>
            </a:r>
            <a:r>
              <a:rPr lang="en-US" altLang="zh-CN" sz="1600" b="1" dirty="0" smtClean="0"/>
              <a:t>; //</a:t>
            </a:r>
            <a:r>
              <a:rPr lang="zh-CN" altLang="en-US" sz="1600" b="1" dirty="0"/>
              <a:t>独立</a:t>
            </a:r>
            <a:r>
              <a:rPr lang="en-US" altLang="zh-CN" sz="1600" b="1" dirty="0"/>
              <a:t>ADC</a:t>
            </a:r>
            <a:r>
              <a:rPr lang="zh-CN" altLang="en-US" sz="1600" b="1" dirty="0"/>
              <a:t>模式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/>
              <a:t>ADC_InitStructure.ADC_ScanConvMode</a:t>
            </a:r>
            <a:r>
              <a:rPr lang="en-US" altLang="zh-CN" sz="1600" b="1" dirty="0"/>
              <a:t> = DISABLE ; //</a:t>
            </a:r>
            <a:r>
              <a:rPr lang="zh-CN" altLang="en-US" sz="1600" b="1" dirty="0"/>
              <a:t>禁止扫描模式	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/>
              <a:t>ADC_InitStructure.ADC_ContinuousConvMode</a:t>
            </a:r>
            <a:r>
              <a:rPr lang="en-US" altLang="zh-CN" sz="1600" b="1" dirty="0"/>
              <a:t> = ENABLE; //</a:t>
            </a:r>
            <a:r>
              <a:rPr lang="zh-CN" altLang="en-US" sz="1600" b="1" dirty="0"/>
              <a:t>开启连续转换模式</a:t>
            </a:r>
          </a:p>
        </p:txBody>
      </p:sp>
      <p:sp>
        <p:nvSpPr>
          <p:cNvPr id="9" name="矩形 8"/>
          <p:cNvSpPr/>
          <p:nvPr/>
        </p:nvSpPr>
        <p:spPr>
          <a:xfrm>
            <a:off x="4788024" y="499982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．新建</a:t>
            </a:r>
            <a:r>
              <a:rPr lang="en-GB" altLang="zh-CN" b="1" dirty="0" err="1">
                <a:solidFill>
                  <a:srgbClr val="C00000"/>
                </a:solidFill>
              </a:rPr>
              <a:t>adc.c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1687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9499" y="1347614"/>
            <a:ext cx="7848872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 err="1"/>
              <a:t>ADC_InitStructure.ADC_ExternalTrigConv</a:t>
            </a:r>
            <a:r>
              <a:rPr lang="en-US" altLang="zh-CN" sz="1600" b="1" dirty="0"/>
              <a:t> = </a:t>
            </a:r>
            <a:r>
              <a:rPr lang="en-US" altLang="zh-CN" sz="1600" b="1" dirty="0" err="1"/>
              <a:t>ADC_ExternalTrigConv_None</a:t>
            </a:r>
            <a:r>
              <a:rPr lang="en-US" altLang="zh-CN" sz="1600" b="1" dirty="0"/>
              <a:t>; //</a:t>
            </a:r>
            <a:r>
              <a:rPr lang="zh-CN" altLang="en-US" sz="1600" b="1" dirty="0"/>
              <a:t>不用外部触发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ADC_InitStructure.ADC_DataAlign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ADC_DataAlign_Right</a:t>
            </a:r>
            <a:r>
              <a:rPr lang="en-US" altLang="zh-CN" sz="1600" b="1" dirty="0"/>
              <a:t>;//</a:t>
            </a:r>
            <a:r>
              <a:rPr lang="zh-CN" altLang="en-US" sz="1600" b="1" dirty="0"/>
              <a:t>数据对齐方式为右对齐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ADC_InitStructure.ADC_NbrOfChannel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= 1;	//</a:t>
            </a:r>
            <a:r>
              <a:rPr lang="zh-CN" altLang="en-US" sz="1600" b="1" dirty="0"/>
              <a:t>要转换的通道个数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ADC_Init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, &amp;</a:t>
            </a:r>
            <a:r>
              <a:rPr lang="en-US" altLang="zh-CN" sz="1600" b="1" dirty="0" err="1"/>
              <a:t>ADC_InitStructure</a:t>
            </a:r>
            <a:r>
              <a:rPr lang="en-US" altLang="zh-CN" sz="1600" b="1" dirty="0"/>
              <a:t>);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RCC_ADCCLKConfig</a:t>
            </a:r>
            <a:r>
              <a:rPr lang="en-US" altLang="zh-CN" sz="1600" b="1" dirty="0" smtClean="0"/>
              <a:t>(RCC_PCLK2_Div8</a:t>
            </a:r>
            <a:r>
              <a:rPr lang="en-US" altLang="zh-CN" sz="1600" b="1" dirty="0"/>
              <a:t>); //</a:t>
            </a:r>
            <a:r>
              <a:rPr lang="zh-CN" altLang="en-US" sz="1600" b="1" dirty="0"/>
              <a:t>配置</a:t>
            </a:r>
            <a:r>
              <a:rPr lang="en-US" altLang="zh-CN" sz="1600" b="1" dirty="0"/>
              <a:t>ADC</a:t>
            </a:r>
            <a:r>
              <a:rPr lang="zh-CN" altLang="en-US" sz="1600" b="1" dirty="0"/>
              <a:t>时钟，为</a:t>
            </a:r>
            <a:r>
              <a:rPr lang="en-US" altLang="zh-CN" sz="1600" b="1" dirty="0"/>
              <a:t>PCLK2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分频，即</a:t>
            </a:r>
            <a:r>
              <a:rPr lang="en-US" altLang="zh-CN" sz="1600" b="1" dirty="0"/>
              <a:t>9MHz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   /*</a:t>
            </a:r>
            <a:r>
              <a:rPr lang="zh-CN" altLang="en-US" sz="1600" b="1" dirty="0"/>
              <a:t>配置</a:t>
            </a:r>
            <a:r>
              <a:rPr lang="en-US" altLang="zh-CN" sz="1600" b="1" dirty="0"/>
              <a:t>ADC1</a:t>
            </a:r>
            <a:r>
              <a:rPr lang="zh-CN" altLang="en-US" sz="1600" b="1" dirty="0"/>
              <a:t>的通道</a:t>
            </a:r>
            <a:r>
              <a:rPr lang="en-US" altLang="zh-CN" sz="1600" b="1" dirty="0"/>
              <a:t>11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55.5</a:t>
            </a:r>
            <a:r>
              <a:rPr lang="zh-CN" altLang="en-US" sz="1600" b="1" dirty="0"/>
              <a:t>个采样周期，序列为</a:t>
            </a:r>
            <a:r>
              <a:rPr lang="en-US" altLang="zh-CN" sz="1600" b="1" dirty="0"/>
              <a:t>1 */ 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ADC_RegularChannelConfig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, ADC_Channel_11, 1, ADC_SampleTime_55Cycles5);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ADC_DMACmd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, ENABLE); //</a:t>
            </a:r>
            <a:r>
              <a:rPr lang="zh-CN" altLang="en-US" sz="1600" b="1" dirty="0"/>
              <a:t>使能</a:t>
            </a:r>
            <a:r>
              <a:rPr lang="en-US" altLang="zh-CN" sz="1600" b="1" dirty="0"/>
              <a:t>ADC1 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DMA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ADC_Cmd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, ENABLE); //</a:t>
            </a:r>
            <a:r>
              <a:rPr lang="zh-CN" altLang="en-US" sz="1600" b="1" dirty="0"/>
              <a:t>使能</a:t>
            </a:r>
            <a:r>
              <a:rPr lang="en-US" altLang="zh-CN" sz="1600" b="1" dirty="0"/>
              <a:t>ADC1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ADC_ResetCalibration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); //</a:t>
            </a:r>
            <a:r>
              <a:rPr lang="zh-CN" altLang="en-US" sz="1600" b="1" dirty="0"/>
              <a:t>复位校准</a:t>
            </a:r>
            <a:r>
              <a:rPr lang="en-US" altLang="zh-CN" sz="1600" b="1" dirty="0"/>
              <a:t>ADC1</a:t>
            </a:r>
            <a:r>
              <a:rPr lang="zh-CN" altLang="en-US" sz="1600" b="1" dirty="0"/>
              <a:t>寄存器</a:t>
            </a:r>
          </a:p>
        </p:txBody>
      </p:sp>
      <p:sp>
        <p:nvSpPr>
          <p:cNvPr id="9" name="矩形 8"/>
          <p:cNvSpPr/>
          <p:nvPr/>
        </p:nvSpPr>
        <p:spPr>
          <a:xfrm>
            <a:off x="4860032" y="672068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．新建</a:t>
            </a:r>
            <a:r>
              <a:rPr lang="en-GB" altLang="zh-CN" b="1" dirty="0" err="1">
                <a:solidFill>
                  <a:srgbClr val="C00000"/>
                </a:solidFill>
              </a:rPr>
              <a:t>adc.c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328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7298" y="1323851"/>
            <a:ext cx="4064702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/>
              <a:t>while(</a:t>
            </a:r>
            <a:r>
              <a:rPr lang="en-US" altLang="zh-CN" sz="1600" b="1" dirty="0" err="1"/>
              <a:t>ADC_GetResetCalibrationStatus</a:t>
            </a:r>
            <a:r>
              <a:rPr lang="en-US" altLang="zh-CN" sz="1600" b="1" dirty="0"/>
              <a:t>(ADC1));  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//</a:t>
            </a:r>
            <a:r>
              <a:rPr lang="zh-CN" altLang="en-US" sz="1600" b="1" dirty="0"/>
              <a:t>等待校准寄存器复位完成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ADC_StartCalibration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); 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//</a:t>
            </a:r>
            <a:r>
              <a:rPr lang="zh-CN" altLang="en-US" sz="1600" b="1" dirty="0"/>
              <a:t>启动</a:t>
            </a:r>
            <a:r>
              <a:rPr lang="en-US" altLang="zh-CN" sz="1600" b="1" dirty="0"/>
              <a:t>ADC1</a:t>
            </a:r>
            <a:r>
              <a:rPr lang="zh-CN" altLang="en-US" sz="1600" b="1" dirty="0"/>
              <a:t>校准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while(</a:t>
            </a:r>
            <a:r>
              <a:rPr lang="en-US" altLang="zh-CN" sz="1600" b="1" dirty="0" err="1" smtClean="0"/>
              <a:t>ADC_GetCalibrationStatus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));  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//</a:t>
            </a:r>
            <a:r>
              <a:rPr lang="zh-CN" altLang="en-US" sz="1600" b="1" dirty="0"/>
              <a:t>等待校准完成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ADC_SoftwareStartConvCmd</a:t>
            </a:r>
            <a:r>
              <a:rPr lang="en-US" altLang="zh-CN" sz="1600" b="1" dirty="0" smtClean="0"/>
              <a:t>(ADC1</a:t>
            </a:r>
            <a:r>
              <a:rPr lang="en-US" altLang="zh-CN" sz="1600" b="1" dirty="0"/>
              <a:t>, ENABLE);  </a:t>
            </a:r>
            <a:r>
              <a:rPr lang="en-US" altLang="zh-CN" sz="1600" b="1" dirty="0" smtClean="0"/>
              <a:t>   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//</a:t>
            </a:r>
            <a:r>
              <a:rPr lang="zh-CN" altLang="en-US" sz="1600" b="1" dirty="0"/>
              <a:t>软件触发</a:t>
            </a:r>
            <a:r>
              <a:rPr lang="en-US" altLang="zh-CN" sz="1600" b="1" dirty="0"/>
              <a:t>ADC</a:t>
            </a:r>
            <a:r>
              <a:rPr lang="zh-CN" altLang="en-US" sz="1600" b="1" dirty="0"/>
              <a:t>转换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}</a:t>
            </a:r>
          </a:p>
          <a:p>
            <a:pPr>
              <a:lnSpc>
                <a:spcPct val="125000"/>
              </a:lnSpc>
            </a:pPr>
            <a:endParaRPr lang="en-US" altLang="zh-CN" sz="1600" b="1" dirty="0"/>
          </a:p>
        </p:txBody>
      </p:sp>
      <p:sp>
        <p:nvSpPr>
          <p:cNvPr id="9" name="矩形 8"/>
          <p:cNvSpPr/>
          <p:nvPr/>
        </p:nvSpPr>
        <p:spPr>
          <a:xfrm>
            <a:off x="4788024" y="499982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．新建</a:t>
            </a:r>
            <a:r>
              <a:rPr lang="en-GB" altLang="zh-CN" b="1" dirty="0" err="1">
                <a:solidFill>
                  <a:srgbClr val="C00000"/>
                </a:solidFill>
              </a:rPr>
              <a:t>adc.c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92577" y="996949"/>
            <a:ext cx="3470346" cy="38426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sz="1400" b="1" dirty="0">
                <a:solidFill>
                  <a:prstClr val="black"/>
                </a:solidFill>
              </a:rPr>
              <a:t>/*</a:t>
            </a:r>
          </a:p>
          <a:p>
            <a:pPr lvl="0">
              <a:lnSpc>
                <a:spcPct val="125000"/>
              </a:lnSpc>
            </a:pPr>
            <a:r>
              <a:rPr lang="en-US" altLang="zh-CN" sz="1400" b="1" dirty="0">
                <a:solidFill>
                  <a:prstClr val="black"/>
                </a:solidFill>
              </a:rPr>
              <a:t>*</a:t>
            </a:r>
            <a:r>
              <a:rPr lang="zh-CN" altLang="en-US" sz="1400" b="1" dirty="0">
                <a:solidFill>
                  <a:prstClr val="black"/>
                </a:solidFill>
              </a:rPr>
              <a:t>函数名：</a:t>
            </a:r>
            <a:r>
              <a:rPr lang="en-GB" altLang="zh-CN" sz="1400" b="1" dirty="0">
                <a:solidFill>
                  <a:prstClr val="black"/>
                </a:solidFill>
              </a:rPr>
              <a:t>ADC1_Init(void)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*</a:t>
            </a:r>
            <a:r>
              <a:rPr lang="zh-CN" altLang="en-US" sz="1400" b="1" dirty="0">
                <a:solidFill>
                  <a:prstClr val="black"/>
                </a:solidFill>
              </a:rPr>
              <a:t>功能说明：</a:t>
            </a:r>
            <a:r>
              <a:rPr lang="en-GB" altLang="zh-CN" sz="1400" b="1" dirty="0">
                <a:solidFill>
                  <a:prstClr val="black"/>
                </a:solidFill>
              </a:rPr>
              <a:t>ADC1</a:t>
            </a:r>
            <a:r>
              <a:rPr lang="zh-CN" altLang="en-US" sz="1400" b="1" dirty="0">
                <a:solidFill>
                  <a:prstClr val="black"/>
                </a:solidFill>
              </a:rPr>
              <a:t>初始化，通过调用</a:t>
            </a:r>
            <a:r>
              <a:rPr lang="en-GB" altLang="zh-CN" sz="1400" b="1" dirty="0">
                <a:solidFill>
                  <a:prstClr val="black"/>
                </a:solidFill>
              </a:rPr>
              <a:t>ADC1_GPIO_Config()</a:t>
            </a:r>
            <a:r>
              <a:rPr lang="zh-CN" altLang="en-US" sz="1400" b="1" dirty="0">
                <a:solidFill>
                  <a:prstClr val="black"/>
                </a:solidFill>
              </a:rPr>
              <a:t>和</a:t>
            </a:r>
            <a:r>
              <a:rPr lang="en-GB" altLang="zh-CN" sz="1400" b="1" dirty="0">
                <a:solidFill>
                  <a:prstClr val="black"/>
                </a:solidFill>
              </a:rPr>
              <a:t>ADC1_Mode_Config()</a:t>
            </a:r>
            <a:r>
              <a:rPr lang="zh-CN" altLang="en-US" sz="1400" b="1" dirty="0">
                <a:solidFill>
                  <a:prstClr val="black"/>
                </a:solidFill>
              </a:rPr>
              <a:t>函数来实现</a:t>
            </a:r>
          </a:p>
          <a:p>
            <a:pPr lvl="0">
              <a:lnSpc>
                <a:spcPct val="125000"/>
              </a:lnSpc>
            </a:pPr>
            <a:r>
              <a:rPr lang="zh-CN" altLang="en-US" sz="1400" b="1" dirty="0">
                <a:solidFill>
                  <a:prstClr val="black"/>
                </a:solidFill>
              </a:rPr>
              <a:t>*输入：无</a:t>
            </a:r>
          </a:p>
          <a:p>
            <a:pPr lvl="0">
              <a:lnSpc>
                <a:spcPct val="125000"/>
              </a:lnSpc>
            </a:pPr>
            <a:r>
              <a:rPr lang="zh-CN" altLang="en-US" sz="1400" b="1" dirty="0">
                <a:solidFill>
                  <a:prstClr val="black"/>
                </a:solidFill>
              </a:rPr>
              <a:t>*输出：无</a:t>
            </a:r>
          </a:p>
          <a:p>
            <a:pPr lvl="0">
              <a:lnSpc>
                <a:spcPct val="125000"/>
              </a:lnSpc>
            </a:pPr>
            <a:r>
              <a:rPr lang="zh-CN" altLang="en-US" sz="1400" b="1" dirty="0">
                <a:solidFill>
                  <a:prstClr val="black"/>
                </a:solidFill>
              </a:rPr>
              <a:t>*</a:t>
            </a:r>
            <a:r>
              <a:rPr lang="en-US" altLang="zh-CN" sz="1400" b="1" dirty="0">
                <a:solidFill>
                  <a:prstClr val="black"/>
                </a:solidFill>
              </a:rPr>
              <a:t>/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void ADC1_Init(void)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	ADC1_GPIO_Config();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	ADC1_Mode_Config();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}</a:t>
            </a:r>
          </a:p>
          <a:p>
            <a:pPr marL="177800" lvl="0" indent="-177800">
              <a:lnSpc>
                <a:spcPct val="125000"/>
              </a:lnSpc>
            </a:pPr>
            <a:r>
              <a:rPr lang="zh-CN" altLang="en-US" sz="1400" b="1" dirty="0">
                <a:solidFill>
                  <a:prstClr val="black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89168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0483" y="1563638"/>
            <a:ext cx="3586606" cy="22467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ifndef</a:t>
            </a:r>
            <a:r>
              <a:rPr lang="en-US" altLang="zh-CN" sz="1600" b="1" dirty="0"/>
              <a:t>__ADC_H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define__ADC_H</a:t>
            </a:r>
            <a:endParaRPr lang="en-US" altLang="zh-CN" sz="1600" b="1" dirty="0"/>
          </a:p>
          <a:p>
            <a:pPr>
              <a:lnSpc>
                <a:spcPct val="125000"/>
              </a:lnSpc>
            </a:pPr>
            <a:endParaRPr lang="en-US" altLang="zh-CN" sz="1600" b="1" dirty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#include "stm32f10x.h"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void ADC1_Init(void);</a:t>
            </a:r>
          </a:p>
          <a:p>
            <a:pPr>
              <a:lnSpc>
                <a:spcPct val="125000"/>
              </a:lnSpc>
            </a:pPr>
            <a:endParaRPr lang="en-US" altLang="zh-CN" sz="1600" b="1" dirty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endParaRPr lang="en-US" altLang="zh-CN" sz="1600" b="1" dirty="0"/>
          </a:p>
        </p:txBody>
      </p:sp>
      <p:sp>
        <p:nvSpPr>
          <p:cNvPr id="9" name="矩形 8"/>
          <p:cNvSpPr/>
          <p:nvPr/>
        </p:nvSpPr>
        <p:spPr>
          <a:xfrm>
            <a:off x="491474" y="1064864"/>
            <a:ext cx="3634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．新建与</a:t>
            </a:r>
            <a:r>
              <a:rPr lang="en-US" altLang="zh-CN" b="1" dirty="0" err="1">
                <a:solidFill>
                  <a:srgbClr val="C00000"/>
                </a:solidFill>
              </a:rPr>
              <a:t>adc.c</a:t>
            </a:r>
            <a:r>
              <a:rPr lang="zh-CN" altLang="en-US" b="1" dirty="0">
                <a:solidFill>
                  <a:srgbClr val="C00000"/>
                </a:solidFill>
              </a:rPr>
              <a:t>对应的头文件</a:t>
            </a:r>
            <a:r>
              <a:rPr lang="en-US" altLang="zh-CN" b="1" dirty="0" err="1">
                <a:solidFill>
                  <a:srgbClr val="C00000"/>
                </a:solidFill>
              </a:rPr>
              <a:t>adc.h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graphicFrame>
        <p:nvGraphicFramePr>
          <p:cNvPr id="12" name="图示 11"/>
          <p:cNvGraphicFramePr/>
          <p:nvPr>
            <p:extLst>
              <p:ext uri="{D42A27DB-BD31-4B8C-83A1-F6EECF244321}">
                <p14:modId xmlns:p14="http://schemas.microsoft.com/office/powerpoint/2010/main" val="554537821"/>
              </p:ext>
            </p:extLst>
          </p:nvPr>
        </p:nvGraphicFramePr>
        <p:xfrm>
          <a:off x="4125802" y="1779662"/>
          <a:ext cx="4853145" cy="1728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93207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188" y="360767"/>
            <a:ext cx="4366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10.3.3 ADC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1" y="1314144"/>
            <a:ext cx="3312367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 smtClean="0"/>
              <a:t>#</a:t>
            </a:r>
            <a:r>
              <a:rPr lang="en-US" altLang="zh-CN" sz="1600" b="1" dirty="0"/>
              <a:t>include "stm32f10x.h"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#include "</a:t>
            </a:r>
            <a:r>
              <a:rPr lang="en-US" altLang="zh-CN" sz="1600" b="1" dirty="0" err="1"/>
              <a:t>usart.h</a:t>
            </a:r>
            <a:r>
              <a:rPr lang="en-US" altLang="zh-CN" sz="16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#include "</a:t>
            </a:r>
            <a:r>
              <a:rPr lang="en-US" altLang="zh-CN" sz="1600" b="1" dirty="0" err="1"/>
              <a:t>adc.h</a:t>
            </a:r>
            <a:r>
              <a:rPr lang="en-US" altLang="zh-CN" sz="16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#include "</a:t>
            </a:r>
            <a:r>
              <a:rPr lang="en-US" altLang="zh-CN" sz="1600" b="1" dirty="0" err="1"/>
              <a:t>systick.h</a:t>
            </a:r>
            <a:r>
              <a:rPr lang="en-US" altLang="zh-CN" sz="16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//ADC1</a:t>
            </a:r>
            <a:r>
              <a:rPr lang="zh-CN" altLang="en-US" sz="1200" b="1" dirty="0"/>
              <a:t>转换的电压值通过</a:t>
            </a:r>
            <a:r>
              <a:rPr lang="en-US" altLang="zh-CN" sz="1200" b="1" dirty="0"/>
              <a:t>DMA</a:t>
            </a:r>
            <a:r>
              <a:rPr lang="zh-CN" altLang="en-US" sz="1200" b="1" dirty="0"/>
              <a:t>方式传送到</a:t>
            </a:r>
            <a:r>
              <a:rPr lang="en-US" altLang="zh-CN" sz="1200" b="1" dirty="0"/>
              <a:t>SRAM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extern  _ _IO uint16_t  </a:t>
            </a:r>
            <a:r>
              <a:rPr lang="en-US" altLang="zh-CN" sz="1600" b="1" dirty="0" err="1"/>
              <a:t>ADC_Converted_Value</a:t>
            </a:r>
            <a:r>
              <a:rPr lang="en-US" altLang="zh-CN" sz="16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/>
              <a:t>//</a:t>
            </a:r>
            <a:r>
              <a:rPr lang="zh-CN" altLang="en-US" sz="1200" b="1" dirty="0"/>
              <a:t>定义一个局部变量，用于保存转换计算后的电压</a:t>
            </a:r>
            <a:r>
              <a:rPr lang="zh-CN" altLang="en-US" sz="1200" b="1" dirty="0" smtClean="0"/>
              <a:t>值</a:t>
            </a:r>
            <a:endParaRPr lang="zh-CN" altLang="en-US" sz="1600" b="1" dirty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float  </a:t>
            </a:r>
            <a:r>
              <a:rPr lang="en-US" altLang="zh-CN" sz="1600" b="1" dirty="0" err="1"/>
              <a:t>ADC_ConvertedValueLocal</a:t>
            </a:r>
            <a:r>
              <a:rPr lang="en-US" altLang="zh-CN" sz="1600" b="1" dirty="0"/>
              <a:t>; </a:t>
            </a:r>
          </a:p>
        </p:txBody>
      </p:sp>
      <p:sp>
        <p:nvSpPr>
          <p:cNvPr id="9" name="矩形 8"/>
          <p:cNvSpPr/>
          <p:nvPr/>
        </p:nvSpPr>
        <p:spPr>
          <a:xfrm>
            <a:off x="4788024" y="591599"/>
            <a:ext cx="3496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3</a:t>
            </a:r>
            <a:r>
              <a:rPr lang="zh-CN" altLang="en-US" b="1" dirty="0">
                <a:solidFill>
                  <a:srgbClr val="C00000"/>
                </a:solidFill>
              </a:rPr>
              <a:t>．应用程序实现（</a:t>
            </a:r>
            <a:r>
              <a:rPr lang="en-US" altLang="zh-CN" b="1" dirty="0" err="1">
                <a:solidFill>
                  <a:srgbClr val="C00000"/>
                </a:solidFill>
              </a:rPr>
              <a:t>main.c</a:t>
            </a:r>
            <a:r>
              <a:rPr lang="zh-CN" altLang="en-US" b="1" dirty="0">
                <a:solidFill>
                  <a:srgbClr val="C00000"/>
                </a:solidFill>
              </a:rPr>
              <a:t>文件）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51920" y="1121783"/>
            <a:ext cx="5112568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GB" altLang="zh-CN" sz="1200" b="1" dirty="0" err="1">
                <a:solidFill>
                  <a:prstClr val="black"/>
                </a:solidFill>
              </a:rPr>
              <a:t>int</a:t>
            </a:r>
            <a:r>
              <a:rPr lang="en-GB" altLang="zh-CN" sz="1200" b="1" dirty="0">
                <a:solidFill>
                  <a:prstClr val="black"/>
                </a:solidFill>
              </a:rPr>
              <a:t> main(void)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ADC1_Init</a:t>
            </a:r>
            <a:r>
              <a:rPr lang="en-GB" altLang="zh-CN" sz="1200" b="1" dirty="0">
                <a:solidFill>
                  <a:prstClr val="black"/>
                </a:solidFill>
              </a:rPr>
              <a:t>();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printf</a:t>
            </a:r>
            <a:r>
              <a:rPr lang="en-GB" altLang="zh-CN" sz="1200" b="1" dirty="0">
                <a:solidFill>
                  <a:prstClr val="black"/>
                </a:solidFill>
              </a:rPr>
              <a:t>("\n\r ADC </a:t>
            </a:r>
            <a:r>
              <a:rPr lang="zh-CN" altLang="en-US" sz="1200" b="1" dirty="0">
                <a:solidFill>
                  <a:prstClr val="black"/>
                </a:solidFill>
              </a:rPr>
              <a:t>模数转换测试实例</a:t>
            </a:r>
            <a:r>
              <a:rPr lang="en-US" altLang="zh-CN" sz="1200" b="1" dirty="0">
                <a:solidFill>
                  <a:prstClr val="black"/>
                </a:solidFill>
              </a:rPr>
              <a:t>\</a:t>
            </a:r>
            <a:r>
              <a:rPr lang="en-GB" altLang="zh-CN" sz="1200" b="1" dirty="0">
                <a:solidFill>
                  <a:prstClr val="black"/>
                </a:solidFill>
              </a:rPr>
              <a:t>r");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while </a:t>
            </a:r>
            <a:r>
              <a:rPr lang="en-GB" altLang="zh-CN" sz="1200" b="1" dirty="0">
                <a:solidFill>
                  <a:prstClr val="black"/>
                </a:solidFill>
              </a:rPr>
              <a:t>(1)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200" b="1" dirty="0">
                <a:solidFill>
                  <a:prstClr val="black"/>
                </a:solidFill>
              </a:rPr>
              <a:t>{</a:t>
            </a:r>
          </a:p>
          <a:p>
            <a:pPr marL="361950" lvl="0" indent="-36195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ADC_ConvertedValueLocal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=(float) </a:t>
            </a:r>
            <a:r>
              <a:rPr lang="en-GB" altLang="zh-CN" sz="1200" b="1" dirty="0" err="1">
                <a:solidFill>
                  <a:prstClr val="black"/>
                </a:solidFill>
              </a:rPr>
              <a:t>ADC_Converted_Value</a:t>
            </a:r>
            <a:r>
              <a:rPr lang="en-GB" altLang="zh-CN" sz="1200" b="1" dirty="0">
                <a:solidFill>
                  <a:prstClr val="black"/>
                </a:solidFill>
              </a:rPr>
              <a:t> /4096*3.3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;</a:t>
            </a:r>
          </a:p>
          <a:p>
            <a:pPr marL="361950" lvl="0" indent="-36195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        </a:t>
            </a:r>
            <a:r>
              <a:rPr lang="en-GB" altLang="zh-CN" sz="1200" b="1" dirty="0">
                <a:solidFill>
                  <a:prstClr val="black"/>
                </a:solidFill>
              </a:rPr>
              <a:t>//</a:t>
            </a:r>
            <a:r>
              <a:rPr lang="zh-CN" altLang="en-US" sz="1200" b="1" dirty="0">
                <a:solidFill>
                  <a:prstClr val="black"/>
                </a:solidFill>
              </a:rPr>
              <a:t>计算数字量对应的电压值</a:t>
            </a:r>
          </a:p>
          <a:p>
            <a:pPr marL="361950" lvl="0" indent="-36195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printf</a:t>
            </a:r>
            <a:r>
              <a:rPr lang="en-GB" altLang="zh-CN" sz="1200" b="1" dirty="0">
                <a:solidFill>
                  <a:prstClr val="black"/>
                </a:solidFill>
              </a:rPr>
              <a:t>("\r\n </a:t>
            </a:r>
            <a:r>
              <a:rPr lang="zh-CN" altLang="en-US" sz="1200" b="1" dirty="0">
                <a:solidFill>
                  <a:prstClr val="black"/>
                </a:solidFill>
              </a:rPr>
              <a:t>当前电压采集值的</a:t>
            </a:r>
            <a:r>
              <a:rPr lang="en-US" altLang="zh-CN" sz="1200" b="1" dirty="0">
                <a:solidFill>
                  <a:prstClr val="black"/>
                </a:solidFill>
              </a:rPr>
              <a:t>16</a:t>
            </a:r>
            <a:r>
              <a:rPr lang="zh-CN" altLang="en-US" sz="1200" b="1" dirty="0">
                <a:solidFill>
                  <a:prstClr val="black"/>
                </a:solidFill>
              </a:rPr>
              <a:t>进制 </a:t>
            </a:r>
            <a:r>
              <a:rPr lang="en-US" altLang="zh-CN" sz="1200" b="1" dirty="0">
                <a:solidFill>
                  <a:prstClr val="black"/>
                </a:solidFill>
              </a:rPr>
              <a:t>= 0</a:t>
            </a:r>
            <a:r>
              <a:rPr lang="en-GB" altLang="zh-CN" sz="1200" b="1" dirty="0">
                <a:solidFill>
                  <a:prstClr val="black"/>
                </a:solidFill>
              </a:rPr>
              <a:t>x%04X \r\n", </a:t>
            </a:r>
            <a:r>
              <a:rPr lang="en-GB" altLang="zh-CN" sz="1200" b="1" dirty="0" err="1">
                <a:solidFill>
                  <a:prstClr val="black"/>
                </a:solidFill>
              </a:rPr>
              <a:t>ADC_Converted_Value</a:t>
            </a:r>
            <a:r>
              <a:rPr lang="en-GB" altLang="zh-CN" sz="1200" b="1" dirty="0">
                <a:solidFill>
                  <a:prstClr val="black"/>
                </a:solidFill>
              </a:rPr>
              <a:t>); </a:t>
            </a:r>
          </a:p>
          <a:p>
            <a:pPr marL="361950" lvl="0" indent="-36195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printf</a:t>
            </a:r>
            <a:r>
              <a:rPr lang="en-GB" altLang="zh-CN" sz="1200" b="1" dirty="0">
                <a:solidFill>
                  <a:prstClr val="black"/>
                </a:solidFill>
              </a:rPr>
              <a:t>("\r\n </a:t>
            </a:r>
            <a:r>
              <a:rPr lang="zh-CN" altLang="en-US" sz="1200" b="1" dirty="0">
                <a:solidFill>
                  <a:prstClr val="black"/>
                </a:solidFill>
              </a:rPr>
              <a:t>当前电压的模拟值 </a:t>
            </a:r>
            <a:r>
              <a:rPr lang="en-US" altLang="zh-CN" sz="1200" b="1" dirty="0">
                <a:solidFill>
                  <a:prstClr val="black"/>
                </a:solidFill>
              </a:rPr>
              <a:t>= %</a:t>
            </a:r>
            <a:r>
              <a:rPr lang="en-GB" altLang="zh-CN" sz="1200" b="1" dirty="0">
                <a:solidFill>
                  <a:prstClr val="black"/>
                </a:solidFill>
              </a:rPr>
              <a:t>f V \r\n",</a:t>
            </a:r>
            <a:r>
              <a:rPr lang="en-GB" altLang="zh-CN" sz="1200" b="1" dirty="0" err="1">
                <a:solidFill>
                  <a:prstClr val="black"/>
                </a:solidFill>
              </a:rPr>
              <a:t>ADC_ConvertedValueLocal</a:t>
            </a:r>
            <a:r>
              <a:rPr lang="en-GB" altLang="zh-CN" sz="1200" b="1" dirty="0">
                <a:solidFill>
                  <a:prstClr val="black"/>
                </a:solidFill>
              </a:rPr>
              <a:t>); </a:t>
            </a:r>
          </a:p>
          <a:p>
            <a:pPr marL="361950" lvl="0" indent="-36195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   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Delay_ms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(500);</a:t>
            </a:r>
          </a:p>
          <a:p>
            <a:pPr marL="361950" lvl="0" indent="-36195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         //</a:t>
            </a:r>
            <a:r>
              <a:rPr lang="zh-CN" altLang="en-US" sz="1200" b="1" dirty="0">
                <a:solidFill>
                  <a:prstClr val="black"/>
                </a:solidFill>
              </a:rPr>
              <a:t>调用</a:t>
            </a:r>
            <a:r>
              <a:rPr lang="en-GB" altLang="zh-CN" sz="1200" b="1" dirty="0" err="1">
                <a:solidFill>
                  <a:prstClr val="black"/>
                </a:solidFill>
              </a:rPr>
              <a:t>SysTick</a:t>
            </a:r>
            <a:r>
              <a:rPr lang="zh-CN" altLang="en-US" sz="1200" b="1" dirty="0">
                <a:solidFill>
                  <a:prstClr val="black"/>
                </a:solidFill>
              </a:rPr>
              <a:t>定时器实现精确延时，请参考本书第</a:t>
            </a:r>
            <a:r>
              <a:rPr lang="en-US" altLang="zh-CN" sz="1200" b="1" dirty="0">
                <a:solidFill>
                  <a:prstClr val="black"/>
                </a:solidFill>
              </a:rPr>
              <a:t>9</a:t>
            </a:r>
            <a:r>
              <a:rPr lang="zh-CN" altLang="en-US" sz="1200" b="1" dirty="0">
                <a:solidFill>
                  <a:prstClr val="black"/>
                </a:solidFill>
              </a:rPr>
              <a:t>章</a:t>
            </a:r>
            <a:r>
              <a:rPr lang="en-GB" altLang="zh-CN" sz="1200" b="1" dirty="0" err="1">
                <a:solidFill>
                  <a:prstClr val="black"/>
                </a:solidFill>
              </a:rPr>
              <a:t>SysTick</a:t>
            </a:r>
            <a:r>
              <a:rPr lang="zh-CN" altLang="en-US" sz="1200" b="1" dirty="0">
                <a:solidFill>
                  <a:prstClr val="black"/>
                </a:solidFill>
              </a:rPr>
              <a:t>一节</a:t>
            </a:r>
          </a:p>
          <a:p>
            <a:pPr lvl="0">
              <a:lnSpc>
                <a:spcPct val="125000"/>
              </a:lnSpc>
            </a:pPr>
            <a:r>
              <a:rPr lang="zh-CN" altLang="en-US" sz="1200" b="1" dirty="0">
                <a:solidFill>
                  <a:prstClr val="black"/>
                </a:solidFill>
              </a:rPr>
              <a:t>  </a:t>
            </a:r>
            <a:r>
              <a:rPr lang="en-US" altLang="zh-CN" sz="1200" b="1" dirty="0">
                <a:solidFill>
                  <a:prstClr val="black"/>
                </a:solidFill>
              </a:rPr>
              <a:t>}</a:t>
            </a:r>
          </a:p>
          <a:p>
            <a:pPr lvl="0">
              <a:lnSpc>
                <a:spcPct val="125000"/>
              </a:lnSpc>
            </a:pPr>
            <a:r>
              <a:rPr lang="en-US" altLang="zh-CN" sz="1200" b="1" dirty="0" smtClean="0">
                <a:solidFill>
                  <a:prstClr val="black"/>
                </a:solidFill>
              </a:rPr>
              <a:t>}</a:t>
            </a:r>
            <a:r>
              <a:rPr lang="zh-CN" altLang="en-US" sz="1200" b="1" dirty="0">
                <a:solidFill>
                  <a:prstClr val="black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07901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339503"/>
            <a:ext cx="56853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5650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10.4 ADC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库接口函数及应用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850212" y="1981883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latin typeface="Franklin Gothic Book"/>
              <a:ea typeface="微软雅黑"/>
            </a:endParaRPr>
          </a:p>
        </p:txBody>
      </p:sp>
      <p:sp>
        <p:nvSpPr>
          <p:cNvPr id="11" name="TextBox 19"/>
          <p:cNvSpPr txBox="1"/>
          <p:nvPr/>
        </p:nvSpPr>
        <p:spPr>
          <a:xfrm>
            <a:off x="3973641" y="2028894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 smtClean="0">
                <a:ea typeface="微软雅黑"/>
              </a:rPr>
              <a:t> </a:t>
            </a:r>
            <a:r>
              <a:rPr lang="en-US" altLang="zh-CN" b="1" spc="100" dirty="0" smtClean="0">
                <a:ea typeface="微软雅黑"/>
              </a:rPr>
              <a:t>ADC</a:t>
            </a:r>
            <a:r>
              <a:rPr lang="zh-CN" altLang="en-US" b="1" spc="100" dirty="0" smtClean="0">
                <a:ea typeface="微软雅黑"/>
              </a:rPr>
              <a:t>的</a:t>
            </a:r>
            <a:r>
              <a:rPr lang="en-US" altLang="zh-CN" b="1" spc="100" dirty="0" smtClean="0">
                <a:ea typeface="微软雅黑"/>
              </a:rPr>
              <a:t>HAL</a:t>
            </a:r>
            <a:r>
              <a:rPr lang="zh-CN" altLang="en-US" b="1" spc="100" dirty="0" smtClean="0">
                <a:ea typeface="微软雅黑"/>
              </a:rPr>
              <a:t>库接口</a:t>
            </a:r>
            <a:r>
              <a:rPr lang="zh-CN" altLang="en-US" b="1" spc="100" dirty="0">
                <a:ea typeface="微软雅黑"/>
              </a:rPr>
              <a:t>函数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ea typeface="微软雅黑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135659" y="1984119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14" name="TextBox 76"/>
          <p:cNvSpPr txBox="1"/>
          <p:nvPr/>
        </p:nvSpPr>
        <p:spPr>
          <a:xfrm>
            <a:off x="3030846" y="1994082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b="1" dirty="0">
                <a:ea typeface="方正宋黑繁体" panose="03000509000000000000" pitchFamily="65" charset="-122"/>
                <a:cs typeface="Arial Unicode MS" panose="020B0604020202020204" pitchFamily="34" charset="-122"/>
              </a:rPr>
              <a:t>10.4.1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231126" y="3186280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latin typeface="Franklin Gothic Book"/>
              <a:ea typeface="微软雅黑"/>
            </a:endParaRPr>
          </a:p>
        </p:txBody>
      </p:sp>
      <p:sp>
        <p:nvSpPr>
          <p:cNvPr id="34" name="TextBox 19"/>
          <p:cNvSpPr txBox="1"/>
          <p:nvPr/>
        </p:nvSpPr>
        <p:spPr>
          <a:xfrm>
            <a:off x="3354555" y="3233291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>
                <a:ea typeface="微软雅黑"/>
              </a:rPr>
              <a:t> </a:t>
            </a:r>
            <a:r>
              <a:rPr lang="en-US" altLang="zh-CN" b="1" spc="100" dirty="0" smtClean="0">
                <a:ea typeface="微软雅黑"/>
              </a:rPr>
              <a:t>ADC</a:t>
            </a:r>
            <a:r>
              <a:rPr lang="zh-CN" altLang="en-US" b="1" spc="100" dirty="0" smtClean="0">
                <a:ea typeface="微软雅黑"/>
              </a:rPr>
              <a:t>的</a:t>
            </a:r>
            <a:r>
              <a:rPr lang="en-US" altLang="zh-CN" b="1" spc="100" dirty="0" smtClean="0">
                <a:ea typeface="微软雅黑"/>
              </a:rPr>
              <a:t>HAL</a:t>
            </a:r>
            <a:r>
              <a:rPr lang="zh-CN" altLang="en-US" b="1" spc="100" dirty="0" smtClean="0">
                <a:ea typeface="微软雅黑"/>
              </a:rPr>
              <a:t>库应用</a:t>
            </a:r>
            <a:r>
              <a:rPr lang="zh-CN" altLang="en-US" b="1" spc="100" dirty="0">
                <a:ea typeface="微软雅黑"/>
              </a:rPr>
              <a:t>实例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ea typeface="微软雅黑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516573" y="3188516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36" name="TextBox 76"/>
          <p:cNvSpPr txBox="1"/>
          <p:nvPr/>
        </p:nvSpPr>
        <p:spPr>
          <a:xfrm>
            <a:off x="2411760" y="3198479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10.4.2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226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C:\Users\DELL\Desktop\Snipaste_2019-01-26_14-12-42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75606"/>
            <a:ext cx="6048390" cy="305025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43758" y="677075"/>
            <a:ext cx="2614424" cy="4247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Blip>
                <a:blip r:embed="rId4"/>
              </a:buBlip>
            </a:pPr>
            <a:r>
              <a:rPr lang="zh-CN" altLang="en-US" b="1" dirty="0" smtClean="0"/>
              <a:t>定义</a:t>
            </a:r>
            <a:r>
              <a:rPr lang="zh-CN" altLang="en-US" b="1" dirty="0"/>
              <a:t>在</a:t>
            </a:r>
            <a:r>
              <a:rPr lang="en-US" altLang="zh-CN" b="1" dirty="0"/>
              <a:t>stm32f1xx_hal_adc.c</a:t>
            </a:r>
            <a:r>
              <a:rPr lang="zh-CN" altLang="en-US" b="1" dirty="0" smtClean="0"/>
              <a:t>源文件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Blip>
                <a:blip r:embed="rId4"/>
              </a:buBlip>
            </a:pPr>
            <a:r>
              <a:rPr lang="zh-CN" altLang="en-US" b="1" dirty="0" smtClean="0"/>
              <a:t>在</a:t>
            </a:r>
            <a:r>
              <a:rPr lang="en-US" altLang="zh-CN" b="1" dirty="0"/>
              <a:t>stm32f1xx_hal_adc.h</a:t>
            </a:r>
            <a:r>
              <a:rPr lang="zh-CN" altLang="en-US" b="1" dirty="0"/>
              <a:t>头文件中可以查看</a:t>
            </a:r>
            <a:r>
              <a:rPr lang="en-US" altLang="zh-CN" b="1" dirty="0"/>
              <a:t>HAL</a:t>
            </a:r>
            <a:r>
              <a:rPr lang="zh-CN" altLang="en-US" b="1" dirty="0"/>
              <a:t>库中</a:t>
            </a:r>
            <a:r>
              <a:rPr lang="en-US" altLang="zh-CN" b="1" dirty="0"/>
              <a:t>DMA</a:t>
            </a:r>
            <a:r>
              <a:rPr lang="zh-CN" altLang="en-US" b="1" dirty="0"/>
              <a:t>库函数的声明以及相关的结构体</a:t>
            </a:r>
            <a:r>
              <a:rPr lang="zh-CN" altLang="en-US" b="1" dirty="0" smtClean="0"/>
              <a:t>定义和</a:t>
            </a:r>
            <a:r>
              <a:rPr lang="zh-CN" altLang="en-US" b="1" dirty="0"/>
              <a:t>串口</a:t>
            </a:r>
            <a:r>
              <a:rPr lang="zh-CN" altLang="en-US" b="1" dirty="0" smtClean="0"/>
              <a:t>一样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Blip>
                <a:blip r:embed="rId4"/>
              </a:buBlip>
            </a:pPr>
            <a:r>
              <a:rPr lang="zh-CN" altLang="en-US" b="1" dirty="0" smtClean="0"/>
              <a:t>可以</a:t>
            </a:r>
            <a:r>
              <a:rPr lang="zh-CN" altLang="en-US" b="1" dirty="0"/>
              <a:t>通过轮询、中断和</a:t>
            </a:r>
            <a:r>
              <a:rPr lang="en-US" altLang="zh-CN" b="1" dirty="0"/>
              <a:t>DMA</a:t>
            </a:r>
            <a:r>
              <a:rPr lang="zh-CN" altLang="en-US" b="1" dirty="0"/>
              <a:t>三种方式进行</a:t>
            </a:r>
            <a:r>
              <a:rPr lang="zh-CN" altLang="en-US" b="1" dirty="0" smtClean="0"/>
              <a:t>操作。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2584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 rot="5400000">
            <a:off x="6862926" y="3377821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261373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99992" y="387392"/>
            <a:ext cx="3419872" cy="43858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的</a:t>
            </a:r>
            <a:r>
              <a:rPr lang="en-US" altLang="zh-CN" b="1" dirty="0">
                <a:solidFill>
                  <a:srgbClr val="C00000"/>
                </a:solidFill>
              </a:rPr>
              <a:t>HAL</a:t>
            </a:r>
            <a:r>
              <a:rPr lang="zh-CN" altLang="en-US" b="1" dirty="0">
                <a:solidFill>
                  <a:srgbClr val="C00000"/>
                </a:solidFill>
              </a:rPr>
              <a:t>库常用接口函数</a:t>
            </a:r>
          </a:p>
        </p:txBody>
      </p:sp>
      <p:sp>
        <p:nvSpPr>
          <p:cNvPr id="10" name="矩形 9"/>
          <p:cNvSpPr/>
          <p:nvPr/>
        </p:nvSpPr>
        <p:spPr>
          <a:xfrm>
            <a:off x="1043608" y="2456086"/>
            <a:ext cx="1133872" cy="75469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/>
              <a:t>初始化及复位函数</a:t>
            </a:r>
          </a:p>
        </p:txBody>
      </p:sp>
      <p:cxnSp>
        <p:nvCxnSpPr>
          <p:cNvPr id="15" name="直接连接符 14"/>
          <p:cNvCxnSpPr>
            <a:stCxn id="17" idx="1"/>
            <a:endCxn id="10" idx="3"/>
          </p:cNvCxnSpPr>
          <p:nvPr/>
        </p:nvCxnSpPr>
        <p:spPr>
          <a:xfrm flipH="1">
            <a:off x="2177480" y="1784018"/>
            <a:ext cx="563591" cy="1049415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9" idx="1"/>
            <a:endCxn id="10" idx="3"/>
          </p:cNvCxnSpPr>
          <p:nvPr/>
        </p:nvCxnSpPr>
        <p:spPr>
          <a:xfrm flipH="1">
            <a:off x="2177480" y="2828134"/>
            <a:ext cx="563591" cy="5299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741071" y="1491630"/>
            <a:ext cx="5405440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b="1" kern="0" dirty="0" err="1"/>
              <a:t>HAL_ADC_Init</a:t>
            </a:r>
            <a:r>
              <a:rPr lang="en-US" altLang="zh-CN" sz="1600" b="1" kern="0" dirty="0"/>
              <a:t>(</a:t>
            </a:r>
            <a:r>
              <a:rPr lang="en-US" altLang="zh-CN" sz="1600" b="1" kern="0" dirty="0" err="1"/>
              <a:t>ADC_HandleTypeDef</a:t>
            </a:r>
            <a:r>
              <a:rPr lang="en-US" altLang="zh-CN" sz="1600" b="1" kern="0" dirty="0"/>
              <a:t>* </a:t>
            </a:r>
            <a:r>
              <a:rPr lang="en-US" altLang="zh-CN" sz="1600" b="1" kern="0" dirty="0" err="1"/>
              <a:t>hadc</a:t>
            </a:r>
            <a:r>
              <a:rPr lang="en-US" altLang="zh-CN" sz="1600" b="1" kern="0" dirty="0"/>
              <a:t>);</a:t>
            </a:r>
            <a:endParaRPr lang="zh-CN" altLang="zh-CN" sz="1600" b="1" kern="100" dirty="0"/>
          </a:p>
          <a:p>
            <a:pPr algn="just">
              <a:spcAft>
                <a:spcPts val="0"/>
              </a:spcAft>
            </a:pPr>
            <a:r>
              <a:rPr lang="zh-CN" altLang="zh-CN" sz="1600" b="1" kern="0" dirty="0"/>
              <a:t>功能描述：</a:t>
            </a:r>
            <a:r>
              <a:rPr lang="en-US" altLang="zh-CN" sz="1600" b="1" kern="0" dirty="0"/>
              <a:t>ADC</a:t>
            </a:r>
            <a:r>
              <a:rPr lang="zh-CN" altLang="zh-CN" sz="1600" b="1" kern="0" dirty="0"/>
              <a:t>初始化函数</a:t>
            </a:r>
            <a:endParaRPr lang="zh-CN" altLang="zh-CN" sz="1600" b="1" kern="100" dirty="0">
              <a:cs typeface="Times New Roman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41071" y="2535746"/>
            <a:ext cx="5431329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b="1" kern="0" dirty="0" err="1"/>
              <a:t>HAL_ADC_DeInit</a:t>
            </a:r>
            <a:r>
              <a:rPr lang="en-US" altLang="zh-CN" sz="1600" b="1" kern="0" dirty="0"/>
              <a:t>(</a:t>
            </a:r>
            <a:r>
              <a:rPr lang="en-US" altLang="zh-CN" sz="1600" b="1" kern="0" dirty="0" err="1"/>
              <a:t>ADC_HandleTypeDef</a:t>
            </a:r>
            <a:r>
              <a:rPr lang="en-US" altLang="zh-CN" sz="1600" b="1" kern="0" dirty="0"/>
              <a:t> *</a:t>
            </a:r>
            <a:r>
              <a:rPr lang="en-US" altLang="zh-CN" sz="1600" b="1" kern="0" dirty="0" err="1"/>
              <a:t>hadc</a:t>
            </a:r>
            <a:r>
              <a:rPr lang="en-US" altLang="zh-CN" sz="1600" b="1" kern="0" dirty="0"/>
              <a:t>);</a:t>
            </a:r>
            <a:endParaRPr lang="zh-CN" altLang="zh-CN" sz="1600" b="1" kern="100" dirty="0"/>
          </a:p>
          <a:p>
            <a:pPr algn="just">
              <a:spcAft>
                <a:spcPts val="0"/>
              </a:spcAft>
            </a:pPr>
            <a:r>
              <a:rPr lang="zh-CN" altLang="zh-CN" sz="1600" b="1" kern="0" dirty="0"/>
              <a:t>功能描述：</a:t>
            </a:r>
            <a:r>
              <a:rPr lang="en-US" altLang="zh-CN" sz="1600" b="1" kern="0" dirty="0"/>
              <a:t>ADC</a:t>
            </a:r>
            <a:r>
              <a:rPr lang="zh-CN" altLang="zh-CN" sz="1600" b="1" kern="0" dirty="0"/>
              <a:t>复位函数</a:t>
            </a:r>
            <a:endParaRPr lang="zh-CN" altLang="zh-CN" sz="1600" b="1" kern="100" dirty="0">
              <a:cs typeface="Times New Roman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741071" y="3579862"/>
            <a:ext cx="5431329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b="1" kern="0" dirty="0"/>
              <a:t>void </a:t>
            </a:r>
            <a:r>
              <a:rPr lang="en-US" altLang="zh-CN" sz="1600" b="1" kern="0" dirty="0" err="1"/>
              <a:t>HAL_ADC_MspInit</a:t>
            </a:r>
            <a:r>
              <a:rPr lang="en-US" altLang="zh-CN" sz="1600" b="1" kern="0" dirty="0"/>
              <a:t>(</a:t>
            </a:r>
            <a:r>
              <a:rPr lang="en-US" altLang="zh-CN" sz="1600" b="1" kern="0" dirty="0" err="1"/>
              <a:t>ADC_HandleTypeDef</a:t>
            </a:r>
            <a:r>
              <a:rPr lang="en-US" altLang="zh-CN" sz="1600" b="1" kern="0" dirty="0"/>
              <a:t>* </a:t>
            </a:r>
            <a:r>
              <a:rPr lang="en-US" altLang="zh-CN" sz="1600" b="1" kern="0" dirty="0" err="1"/>
              <a:t>hadc</a:t>
            </a:r>
            <a:r>
              <a:rPr lang="en-US" altLang="zh-CN" sz="1600" b="1" kern="0" dirty="0"/>
              <a:t>);</a:t>
            </a:r>
          </a:p>
          <a:p>
            <a:pPr algn="just">
              <a:spcAft>
                <a:spcPts val="0"/>
              </a:spcAft>
            </a:pPr>
            <a:r>
              <a:rPr lang="zh-CN" altLang="en-US" sz="1600" b="1" kern="0" dirty="0"/>
              <a:t>功能描述：</a:t>
            </a:r>
            <a:r>
              <a:rPr lang="en-US" altLang="zh-CN" sz="1600" b="1" kern="0" dirty="0"/>
              <a:t>ADC</a:t>
            </a:r>
            <a:r>
              <a:rPr lang="zh-CN" altLang="en-US" sz="1600" b="1" kern="0" dirty="0"/>
              <a:t>初始化配置函数，该函数被</a:t>
            </a:r>
            <a:r>
              <a:rPr lang="en-US" altLang="zh-CN" sz="1600" b="1" kern="0" dirty="0"/>
              <a:t>HAL</a:t>
            </a:r>
            <a:r>
              <a:rPr lang="zh-CN" altLang="en-US" sz="1600" b="1" kern="0" dirty="0"/>
              <a:t>库内部调用</a:t>
            </a:r>
          </a:p>
        </p:txBody>
      </p:sp>
      <p:cxnSp>
        <p:nvCxnSpPr>
          <p:cNvPr id="28" name="直接连接符 27"/>
          <p:cNvCxnSpPr>
            <a:stCxn id="26" idx="1"/>
            <a:endCxn id="10" idx="3"/>
          </p:cNvCxnSpPr>
          <p:nvPr/>
        </p:nvCxnSpPr>
        <p:spPr>
          <a:xfrm flipH="1" flipV="1">
            <a:off x="2177480" y="2833433"/>
            <a:ext cx="563591" cy="10388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38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499992" y="387392"/>
            <a:ext cx="3419872" cy="43858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的</a:t>
            </a:r>
            <a:r>
              <a:rPr lang="en-US" altLang="zh-CN" b="1" dirty="0">
                <a:solidFill>
                  <a:srgbClr val="C00000"/>
                </a:solidFill>
              </a:rPr>
              <a:t>HAL</a:t>
            </a:r>
            <a:r>
              <a:rPr lang="zh-CN" altLang="en-US" b="1" dirty="0">
                <a:solidFill>
                  <a:srgbClr val="C00000"/>
                </a:solidFill>
              </a:rPr>
              <a:t>库常用接口函数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846268"/>
              </p:ext>
            </p:extLst>
          </p:nvPr>
        </p:nvGraphicFramePr>
        <p:xfrm>
          <a:off x="395536" y="987574"/>
          <a:ext cx="8136904" cy="38373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8075"/>
                <a:gridCol w="979442"/>
                <a:gridCol w="6479387"/>
              </a:tblGrid>
              <a:tr h="288032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类型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函数及功能描述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</a:tr>
              <a:tr h="443663">
                <a:tc row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引脚功能操作函数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轮询方式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 err="1">
                          <a:effectLst/>
                        </a:rPr>
                        <a:t>HAL_ADC_Start</a:t>
                      </a:r>
                      <a:r>
                        <a:rPr lang="en-US" sz="1400" b="1" kern="0" dirty="0">
                          <a:effectLst/>
                        </a:rPr>
                        <a:t>(</a:t>
                      </a:r>
                      <a:r>
                        <a:rPr lang="en-US" sz="1400" b="1" kern="0" dirty="0" err="1">
                          <a:effectLst/>
                        </a:rPr>
                        <a:t>ADC_HandleTypeDef</a:t>
                      </a:r>
                      <a:r>
                        <a:rPr lang="en-US" sz="1400" b="1" kern="0" dirty="0">
                          <a:effectLst/>
                        </a:rPr>
                        <a:t>* </a:t>
                      </a:r>
                      <a:r>
                        <a:rPr lang="en-US" sz="1400" b="1" kern="0" dirty="0" err="1">
                          <a:effectLst/>
                        </a:rPr>
                        <a:t>hadc</a:t>
                      </a:r>
                      <a:r>
                        <a:rPr lang="en-US" sz="1400" b="1" kern="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功能描述：启动</a:t>
                      </a:r>
                      <a:r>
                        <a:rPr lang="en-US" sz="1400" b="1" kern="0" dirty="0">
                          <a:effectLst/>
                        </a:rPr>
                        <a:t>ADC</a:t>
                      </a:r>
                      <a:r>
                        <a:rPr lang="zh-CN" sz="1400" b="1" kern="0" dirty="0">
                          <a:effectLst/>
                        </a:rPr>
                        <a:t>转换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443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 err="1">
                          <a:effectLst/>
                        </a:rPr>
                        <a:t>HAL_ADC_Stop</a:t>
                      </a:r>
                      <a:r>
                        <a:rPr lang="en-US" sz="1400" b="1" kern="0" dirty="0">
                          <a:effectLst/>
                        </a:rPr>
                        <a:t>(</a:t>
                      </a:r>
                      <a:r>
                        <a:rPr lang="en-US" sz="1400" b="1" kern="0" dirty="0" err="1">
                          <a:effectLst/>
                        </a:rPr>
                        <a:t>ADC_HandleTypeDef</a:t>
                      </a:r>
                      <a:r>
                        <a:rPr lang="en-US" sz="1400" b="1" kern="0" dirty="0">
                          <a:effectLst/>
                        </a:rPr>
                        <a:t>* </a:t>
                      </a:r>
                      <a:r>
                        <a:rPr lang="en-US" sz="1400" b="1" kern="0" dirty="0" err="1">
                          <a:effectLst/>
                        </a:rPr>
                        <a:t>hadc</a:t>
                      </a:r>
                      <a:r>
                        <a:rPr lang="en-US" sz="1400" b="1" kern="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功能描述：停止</a:t>
                      </a:r>
                      <a:r>
                        <a:rPr lang="en-US" sz="1400" b="1" kern="0" dirty="0">
                          <a:effectLst/>
                        </a:rPr>
                        <a:t>ADC</a:t>
                      </a:r>
                      <a:r>
                        <a:rPr lang="zh-CN" sz="1400" b="1" kern="0" dirty="0">
                          <a:effectLst/>
                        </a:rPr>
                        <a:t>转换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443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 err="1">
                          <a:effectLst/>
                        </a:rPr>
                        <a:t>HAL_ADC_PollForConversion</a:t>
                      </a:r>
                      <a:r>
                        <a:rPr lang="en-US" sz="1400" b="1" kern="0" dirty="0">
                          <a:effectLst/>
                        </a:rPr>
                        <a:t>(</a:t>
                      </a:r>
                      <a:r>
                        <a:rPr lang="en-US" sz="1400" b="1" kern="0" dirty="0" err="1">
                          <a:effectLst/>
                        </a:rPr>
                        <a:t>ADC_HandleTypeDef</a:t>
                      </a:r>
                      <a:r>
                        <a:rPr lang="en-US" sz="1400" b="1" kern="0" dirty="0">
                          <a:effectLst/>
                        </a:rPr>
                        <a:t>* </a:t>
                      </a:r>
                      <a:r>
                        <a:rPr lang="en-US" sz="1400" b="1" kern="0" dirty="0" err="1">
                          <a:effectLst/>
                        </a:rPr>
                        <a:t>hadc</a:t>
                      </a:r>
                      <a:r>
                        <a:rPr lang="en-US" sz="1400" b="1" kern="0" dirty="0">
                          <a:effectLst/>
                        </a:rPr>
                        <a:t>, uint32_t Timeout);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功能描述：等待转换结束，采用超时管理机制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443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中断方式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HAL_ADC_Start_IT(ADC_HandleTypeDef* hadc);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功能描述：中断方式下启动</a:t>
                      </a:r>
                      <a:r>
                        <a:rPr lang="en-US" sz="1400" b="1" kern="0">
                          <a:effectLst/>
                        </a:rPr>
                        <a:t>ADC </a:t>
                      </a:r>
                      <a:r>
                        <a:rPr lang="zh-CN" sz="1400" b="1" kern="0">
                          <a:effectLst/>
                        </a:rPr>
                        <a:t>转换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443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HAL_ADC_Stop_IT(ADC_HandleTypeDef* hadc);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功能描述：中断方式下停止</a:t>
                      </a:r>
                      <a:r>
                        <a:rPr lang="en-US" sz="1400" b="1" kern="0">
                          <a:effectLst/>
                        </a:rPr>
                        <a:t>ADC </a:t>
                      </a:r>
                      <a:r>
                        <a:rPr lang="zh-CN" sz="1400" b="1" kern="0">
                          <a:effectLst/>
                        </a:rPr>
                        <a:t>转换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443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DMA</a:t>
                      </a:r>
                      <a:r>
                        <a:rPr lang="zh-CN" sz="1400" b="1" kern="0">
                          <a:effectLst/>
                        </a:rPr>
                        <a:t>方式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HAL_ADC_Start_DMA(ADC_HandleTypeDef* hadc, uint32_t* pData, uint32_t Length);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功能描述：</a:t>
                      </a:r>
                      <a:r>
                        <a:rPr lang="en-US" sz="1400" b="1" kern="0">
                          <a:effectLst/>
                        </a:rPr>
                        <a:t>DMA</a:t>
                      </a:r>
                      <a:r>
                        <a:rPr lang="zh-CN" sz="1400" b="1" kern="0">
                          <a:effectLst/>
                        </a:rPr>
                        <a:t>方式下启动</a:t>
                      </a:r>
                      <a:r>
                        <a:rPr lang="en-US" sz="1400" b="1" kern="0">
                          <a:effectLst/>
                        </a:rPr>
                        <a:t>ADC</a:t>
                      </a:r>
                      <a:r>
                        <a:rPr lang="zh-CN" sz="1400" b="1" kern="0">
                          <a:effectLst/>
                        </a:rPr>
                        <a:t>转换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443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HAL_ADC_Stop_DMA(ADC_HandleTypeDef* hadc);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</a:rPr>
                        <a:t>功能描述：</a:t>
                      </a:r>
                      <a:r>
                        <a:rPr lang="en-US" sz="1400" b="1" kern="0">
                          <a:effectLst/>
                        </a:rPr>
                        <a:t>DMA</a:t>
                      </a:r>
                      <a:r>
                        <a:rPr lang="zh-CN" sz="1400" b="1" kern="0">
                          <a:effectLst/>
                        </a:rPr>
                        <a:t>方式下停止</a:t>
                      </a:r>
                      <a:r>
                        <a:rPr lang="en-US" sz="1400" b="1" kern="0">
                          <a:effectLst/>
                        </a:rPr>
                        <a:t>ADC</a:t>
                      </a:r>
                      <a:r>
                        <a:rPr lang="zh-CN" sz="1400" b="1" kern="0">
                          <a:effectLst/>
                        </a:rPr>
                        <a:t>转换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443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</a:rPr>
                        <a:t> </a:t>
                      </a:r>
                      <a:endParaRPr lang="zh-CN" sz="16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uint32_t  </a:t>
                      </a:r>
                      <a:r>
                        <a:rPr lang="en-US" sz="1400" b="1" kern="0" dirty="0" err="1">
                          <a:effectLst/>
                        </a:rPr>
                        <a:t>HAL_ADC_GetValue</a:t>
                      </a:r>
                      <a:r>
                        <a:rPr lang="en-US" sz="1400" b="1" kern="0" dirty="0">
                          <a:effectLst/>
                        </a:rPr>
                        <a:t>(</a:t>
                      </a:r>
                      <a:r>
                        <a:rPr lang="en-US" sz="1400" b="1" kern="0" dirty="0" err="1">
                          <a:effectLst/>
                        </a:rPr>
                        <a:t>ADC_HandleTypeDef</a:t>
                      </a:r>
                      <a:r>
                        <a:rPr lang="en-US" sz="1400" b="1" kern="0" dirty="0">
                          <a:effectLst/>
                        </a:rPr>
                        <a:t>* </a:t>
                      </a:r>
                      <a:r>
                        <a:rPr lang="en-US" sz="1400" b="1" kern="0" dirty="0" err="1">
                          <a:effectLst/>
                        </a:rPr>
                        <a:t>hadc</a:t>
                      </a:r>
                      <a:r>
                        <a:rPr lang="en-US" sz="1400" b="1" kern="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功能描述：轮询或中断方式下获取</a:t>
                      </a:r>
                      <a:r>
                        <a:rPr lang="en-US" sz="1400" b="1" kern="0" dirty="0">
                          <a:effectLst/>
                        </a:rPr>
                        <a:t>ADC</a:t>
                      </a:r>
                      <a:r>
                        <a:rPr lang="zh-CN" sz="1400" b="1" kern="0" dirty="0">
                          <a:effectLst/>
                        </a:rPr>
                        <a:t>转换值</a:t>
                      </a:r>
                      <a:endParaRPr lang="zh-CN" sz="16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53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16171" y="435114"/>
            <a:ext cx="3419872" cy="43858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的</a:t>
            </a:r>
            <a:r>
              <a:rPr lang="en-US" altLang="zh-CN" b="1" dirty="0">
                <a:solidFill>
                  <a:srgbClr val="C00000"/>
                </a:solidFill>
              </a:rPr>
              <a:t>HAL</a:t>
            </a:r>
            <a:r>
              <a:rPr lang="zh-CN" altLang="en-US" b="1" dirty="0">
                <a:solidFill>
                  <a:srgbClr val="C00000"/>
                </a:solidFill>
              </a:rPr>
              <a:t>库常用接口函数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341383"/>
              </p:ext>
            </p:extLst>
          </p:nvPr>
        </p:nvGraphicFramePr>
        <p:xfrm>
          <a:off x="827584" y="1131590"/>
          <a:ext cx="7848872" cy="34791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0232"/>
                <a:gridCol w="6668640"/>
              </a:tblGrid>
              <a:tr h="2880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类型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函数及功能描述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339242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中断处理函数（回调函数）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void HAL_ADC_IRQHandler(ADC_HandleTypeDef* hadc);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功能描述：</a:t>
                      </a:r>
                      <a:r>
                        <a:rPr lang="en-US" sz="1600" b="1" kern="0">
                          <a:effectLst/>
                        </a:rPr>
                        <a:t>ADC</a:t>
                      </a:r>
                      <a:r>
                        <a:rPr lang="zh-CN" sz="1600" b="1" kern="0">
                          <a:effectLst/>
                        </a:rPr>
                        <a:t>中断处理函数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5088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void HAL_ADC_ConvCpltCallback(ADC_HandleTypeDef* hadc);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功能描述：</a:t>
                      </a:r>
                      <a:r>
                        <a:rPr lang="en-US" sz="1600" b="1" kern="0">
                          <a:effectLst/>
                        </a:rPr>
                        <a:t>ADC</a:t>
                      </a:r>
                      <a:r>
                        <a:rPr lang="zh-CN" sz="1600" b="1" kern="0">
                          <a:effectLst/>
                        </a:rPr>
                        <a:t>中断回调函数，用户在该函数内编写实际的中断处理程序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3392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void HAL_ADC_ConvHalfCpltCallback(ADC_HandleTypeDef* hadc);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286258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功能描述：</a:t>
                      </a:r>
                      <a:r>
                        <a:rPr lang="en-US" sz="1600" b="1" kern="0">
                          <a:effectLst/>
                        </a:rPr>
                        <a:t>ADC</a:t>
                      </a:r>
                      <a:r>
                        <a:rPr lang="zh-CN" sz="1600" b="1" kern="0">
                          <a:effectLst/>
                        </a:rPr>
                        <a:t>转换一半时调用的中断回调函数</a:t>
                      </a:r>
                      <a:r>
                        <a:rPr lang="en-US" sz="1600" b="1" kern="0">
                          <a:effectLst/>
                        </a:rPr>
                        <a:t>	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5088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外设</a:t>
                      </a:r>
                      <a:endParaRPr lang="en-US" altLang="zh-CN" sz="1600" b="1" kern="0" dirty="0" smtClean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配置</a:t>
                      </a:r>
                      <a:r>
                        <a:rPr lang="zh-CN" sz="1600" b="1" kern="0" dirty="0">
                          <a:effectLst/>
                        </a:rPr>
                        <a:t>函数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effectLst/>
                        </a:rPr>
                        <a:t>HAL_ADC_ConfigChannel</a:t>
                      </a:r>
                      <a:r>
                        <a:rPr lang="en-US" sz="1600" b="1" kern="0" dirty="0">
                          <a:effectLst/>
                        </a:rPr>
                        <a:t>(</a:t>
                      </a:r>
                      <a:r>
                        <a:rPr lang="en-US" sz="1600" b="1" kern="0" dirty="0" err="1">
                          <a:effectLst/>
                        </a:rPr>
                        <a:t>ADC_HandleTypeDef</a:t>
                      </a:r>
                      <a:r>
                        <a:rPr lang="en-US" sz="1600" b="1" kern="0" dirty="0">
                          <a:effectLst/>
                        </a:rPr>
                        <a:t>* </a:t>
                      </a:r>
                      <a:r>
                        <a:rPr lang="en-US" sz="1600" b="1" kern="0" dirty="0" err="1">
                          <a:effectLst/>
                        </a:rPr>
                        <a:t>hadc</a:t>
                      </a:r>
                      <a:r>
                        <a:rPr lang="en-US" sz="1600" b="1" kern="0" dirty="0">
                          <a:effectLst/>
                        </a:rPr>
                        <a:t>, </a:t>
                      </a:r>
                      <a:r>
                        <a:rPr lang="en-US" sz="1600" b="1" kern="0" dirty="0" err="1">
                          <a:effectLst/>
                        </a:rPr>
                        <a:t>ADC_ChannelConfTypeDef</a:t>
                      </a:r>
                      <a:r>
                        <a:rPr lang="en-US" sz="1600" b="1" kern="0" dirty="0">
                          <a:effectLst/>
                        </a:rPr>
                        <a:t>* </a:t>
                      </a:r>
                      <a:r>
                        <a:rPr lang="en-US" sz="1600" b="1" kern="0" dirty="0" err="1">
                          <a:effectLst/>
                        </a:rPr>
                        <a:t>sConfig</a:t>
                      </a:r>
                      <a:r>
                        <a:rPr lang="en-US" sz="1600" b="1" kern="0" dirty="0">
                          <a:effectLst/>
                        </a:rPr>
                        <a:t>);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功能描述：</a:t>
                      </a:r>
                      <a:r>
                        <a:rPr lang="en-US" sz="1600" b="1" kern="0" dirty="0">
                          <a:effectLst/>
                        </a:rPr>
                        <a:t>ADC</a:t>
                      </a:r>
                      <a:r>
                        <a:rPr lang="zh-CN" sz="1600" b="1" kern="0" dirty="0">
                          <a:effectLst/>
                        </a:rPr>
                        <a:t>配置函数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</a:tr>
              <a:tr h="339242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外设</a:t>
                      </a:r>
                      <a:endParaRPr lang="en-US" altLang="zh-CN" sz="1600" b="1" kern="0" dirty="0" smtClean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状态</a:t>
                      </a:r>
                      <a:r>
                        <a:rPr lang="zh-CN" sz="1600" b="1" kern="0" dirty="0">
                          <a:effectLst/>
                        </a:rPr>
                        <a:t>函数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uint32_t  HAL_ADC_GetState(ADC_HandleTypeDef* hadc);</a:t>
                      </a:r>
                      <a:endParaRPr lang="zh-CN" sz="18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功能描述：获取</a:t>
                      </a:r>
                      <a:r>
                        <a:rPr lang="en-US" sz="1600" b="1" kern="0">
                          <a:effectLst/>
                        </a:rPr>
                        <a:t>ADC</a:t>
                      </a:r>
                      <a:r>
                        <a:rPr lang="zh-CN" sz="1600" b="1" kern="0">
                          <a:effectLst/>
                        </a:rPr>
                        <a:t>转换状态函数</a:t>
                      </a:r>
                      <a:endParaRPr lang="zh-CN" sz="18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  <a:tr h="3392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uint32_t  </a:t>
                      </a:r>
                      <a:r>
                        <a:rPr lang="en-US" sz="1600" b="1" kern="0" dirty="0" err="1">
                          <a:effectLst/>
                        </a:rPr>
                        <a:t>HAL_ADC_GetError</a:t>
                      </a:r>
                      <a:r>
                        <a:rPr lang="en-US" sz="1600" b="1" kern="0" dirty="0">
                          <a:effectLst/>
                        </a:rPr>
                        <a:t>(</a:t>
                      </a:r>
                      <a:r>
                        <a:rPr lang="en-US" sz="1600" b="1" kern="0" dirty="0" err="1">
                          <a:effectLst/>
                        </a:rPr>
                        <a:t>ADC_HandleTypeDef</a:t>
                      </a:r>
                      <a:r>
                        <a:rPr lang="en-US" sz="1600" b="1" kern="0" dirty="0">
                          <a:effectLst/>
                        </a:rPr>
                        <a:t> *</a:t>
                      </a:r>
                      <a:r>
                        <a:rPr lang="en-US" sz="1600" b="1" kern="0" dirty="0" err="1">
                          <a:effectLst/>
                        </a:rPr>
                        <a:t>hadc</a:t>
                      </a:r>
                      <a:r>
                        <a:rPr lang="en-US" sz="1600" b="1" kern="0" dirty="0">
                          <a:effectLst/>
                        </a:rPr>
                        <a:t>);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功能描述：获取</a:t>
                      </a:r>
                      <a:r>
                        <a:rPr lang="en-US" sz="1600" b="1" kern="0" dirty="0">
                          <a:effectLst/>
                        </a:rPr>
                        <a:t>ADC</a:t>
                      </a:r>
                      <a:r>
                        <a:rPr lang="zh-CN" sz="1600" b="1" kern="0" dirty="0">
                          <a:effectLst/>
                        </a:rPr>
                        <a:t>错误函数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22039" marR="22039" marT="0" marB="0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27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03648" y="1451560"/>
            <a:ext cx="6264696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 err="1" smtClean="0"/>
              <a:t>HAL_StatusTypeDef</a:t>
            </a:r>
            <a:r>
              <a:rPr lang="en-US" altLang="zh-CN" sz="1600" b="1" dirty="0" smtClean="0"/>
              <a:t>  </a:t>
            </a:r>
            <a:r>
              <a:rPr lang="en-US" altLang="zh-CN" sz="1600" b="1" dirty="0" err="1"/>
              <a:t>HAL_ADC_Start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ADC_HandleTypeDef</a:t>
            </a:r>
            <a:r>
              <a:rPr lang="en-US" altLang="zh-CN" sz="1600" b="1" dirty="0"/>
              <a:t>* </a:t>
            </a:r>
            <a:r>
              <a:rPr lang="en-US" altLang="zh-CN" sz="1600" b="1" dirty="0" err="1"/>
              <a:t>hadc</a:t>
            </a:r>
            <a:r>
              <a:rPr lang="en-US" altLang="zh-CN" sz="1600" b="1" dirty="0" smtClean="0"/>
              <a:t>);</a:t>
            </a:r>
            <a:endParaRPr lang="en-US" altLang="zh-CN" sz="16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31449" y="442719"/>
            <a:ext cx="3963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．启动</a:t>
            </a:r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>
                <a:solidFill>
                  <a:srgbClr val="C00000"/>
                </a:solidFill>
              </a:rPr>
              <a:t>转换函数</a:t>
            </a:r>
            <a:r>
              <a:rPr lang="en-US" altLang="zh-CN" b="1" dirty="0" err="1">
                <a:solidFill>
                  <a:srgbClr val="C00000"/>
                </a:solidFill>
              </a:rPr>
              <a:t>HAL_ADC_Start</a:t>
            </a:r>
            <a:r>
              <a:rPr lang="en-US" altLang="zh-CN" b="1" dirty="0">
                <a:solidFill>
                  <a:srgbClr val="C00000"/>
                </a:solidFill>
              </a:rPr>
              <a:t>()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87824" y="2018620"/>
            <a:ext cx="5040560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1400" b="1" dirty="0" smtClean="0">
                <a:solidFill>
                  <a:prstClr val="black"/>
                </a:solidFill>
              </a:rPr>
              <a:t> </a:t>
            </a:r>
            <a:r>
              <a:rPr lang="en-US" altLang="zh-CN" sz="1400" b="1" dirty="0"/>
              <a:t>if(</a:t>
            </a:r>
            <a:r>
              <a:rPr lang="en-US" altLang="zh-CN" sz="1400" b="1" dirty="0" err="1"/>
              <a:t>HAL_ADC_Start</a:t>
            </a:r>
            <a:r>
              <a:rPr lang="en-US" altLang="zh-CN" sz="1400" b="1" dirty="0"/>
              <a:t>(&amp;hadc1) != HAL_OK)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{ </a:t>
            </a:r>
            <a:r>
              <a:rPr lang="en-US" altLang="zh-CN" sz="1400" b="1" dirty="0" smtClean="0"/>
              <a:t>  </a:t>
            </a:r>
            <a:r>
              <a:rPr lang="en-US" altLang="zh-CN" sz="1400" b="1" dirty="0" err="1" smtClean="0"/>
              <a:t>Error_Handler</a:t>
            </a:r>
            <a:r>
              <a:rPr lang="en-US" altLang="zh-CN" sz="1400" b="1" dirty="0"/>
              <a:t>();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}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/*</a:t>
            </a:r>
            <a:r>
              <a:rPr lang="zh-CN" altLang="en-US" sz="1400" b="1" dirty="0"/>
              <a:t>等待转换结束*</a:t>
            </a:r>
            <a:r>
              <a:rPr lang="en-US" altLang="zh-CN" sz="1400" b="1" dirty="0"/>
              <a:t>/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err="1"/>
              <a:t>HAL_ADC_PollForConversion</a:t>
            </a:r>
            <a:r>
              <a:rPr lang="en-US" altLang="zh-CN" sz="1400" b="1" dirty="0"/>
              <a:t>(&amp;hadc1, 10);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if(</a:t>
            </a:r>
            <a:r>
              <a:rPr lang="en-US" altLang="zh-CN" sz="1400" b="1" dirty="0" err="1"/>
              <a:t>HAL_ADC_GetState</a:t>
            </a:r>
            <a:r>
              <a:rPr lang="en-US" altLang="zh-CN" sz="1400" b="1" dirty="0"/>
              <a:t>(&amp;hadc1) == HAL_ADC_STATE_EOC_REG)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/*</a:t>
            </a:r>
            <a:r>
              <a:rPr lang="zh-CN" altLang="en-US" sz="1400" b="1" dirty="0"/>
              <a:t>获取转换结果*</a:t>
            </a:r>
            <a:r>
              <a:rPr lang="en-US" altLang="zh-CN" sz="1400" b="1" dirty="0"/>
              <a:t>/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err="1"/>
              <a:t>ADCx_ConvertedValue</a:t>
            </a:r>
            <a:r>
              <a:rPr lang="en-US" altLang="zh-CN" sz="1400" b="1" dirty="0"/>
              <a:t> = </a:t>
            </a:r>
            <a:r>
              <a:rPr lang="en-US" altLang="zh-CN" sz="1400" b="1" dirty="0" err="1"/>
              <a:t>HAL_ADC_GetValue</a:t>
            </a:r>
            <a:r>
              <a:rPr lang="en-US" altLang="zh-CN" sz="1400" b="1" dirty="0"/>
              <a:t>(&amp;hadc1);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2587715" y="2021594"/>
            <a:ext cx="400109" cy="144719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使用</a:t>
            </a:r>
            <a:r>
              <a:rPr lang="zh-CN" altLang="en-US" b="1" dirty="0" smtClean="0">
                <a:solidFill>
                  <a:prstClr val="black"/>
                </a:solidFill>
              </a:rPr>
              <a:t>范例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7584" y="1042029"/>
            <a:ext cx="1114408" cy="4084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函数</a:t>
            </a:r>
            <a:r>
              <a:rPr lang="zh-CN" altLang="en-US" b="1" dirty="0" smtClean="0">
                <a:solidFill>
                  <a:prstClr val="black"/>
                </a:solidFill>
              </a:rPr>
              <a:t>原型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755576" y="3347810"/>
            <a:ext cx="1056959" cy="1056652"/>
          </a:xfrm>
          <a:custGeom>
            <a:avLst/>
            <a:gdLst>
              <a:gd name="T0" fmla="*/ 1243 w 1456"/>
              <a:gd name="T1" fmla="*/ 213 h 1456"/>
              <a:gd name="T2" fmla="*/ 1243 w 1456"/>
              <a:gd name="T3" fmla="*/ 1243 h 1456"/>
              <a:gd name="T4" fmla="*/ 213 w 1456"/>
              <a:gd name="T5" fmla="*/ 1243 h 1456"/>
              <a:gd name="T6" fmla="*/ 213 w 1456"/>
              <a:gd name="T7" fmla="*/ 213 h 1456"/>
              <a:gd name="T8" fmla="*/ 1200 w 1456"/>
              <a:gd name="T9" fmla="*/ 256 h 1456"/>
              <a:gd name="T10" fmla="*/ 1020 w 1456"/>
              <a:gd name="T11" fmla="*/ 220 h 1456"/>
              <a:gd name="T12" fmla="*/ 1318 w 1456"/>
              <a:gd name="T13" fmla="*/ 414 h 1456"/>
              <a:gd name="T14" fmla="*/ 1395 w 1456"/>
              <a:gd name="T15" fmla="*/ 698 h 1456"/>
              <a:gd name="T16" fmla="*/ 1109 w 1456"/>
              <a:gd name="T17" fmla="*/ 475 h 1456"/>
              <a:gd name="T18" fmla="*/ 1395 w 1456"/>
              <a:gd name="T19" fmla="*/ 698 h 1456"/>
              <a:gd name="T20" fmla="*/ 1319 w 1456"/>
              <a:gd name="T21" fmla="*/ 1039 h 1456"/>
              <a:gd name="T22" fmla="*/ 1020 w 1456"/>
              <a:gd name="T23" fmla="*/ 1236 h 1456"/>
              <a:gd name="T24" fmla="*/ 1200 w 1456"/>
              <a:gd name="T25" fmla="*/ 1200 h 1456"/>
              <a:gd name="T26" fmla="*/ 1395 w 1456"/>
              <a:gd name="T27" fmla="*/ 758 h 1456"/>
              <a:gd name="T28" fmla="*/ 1109 w 1456"/>
              <a:gd name="T29" fmla="*/ 979 h 1456"/>
              <a:gd name="T30" fmla="*/ 256 w 1456"/>
              <a:gd name="T31" fmla="*/ 1200 h 1456"/>
              <a:gd name="T32" fmla="*/ 436 w 1456"/>
              <a:gd name="T33" fmla="*/ 1236 h 1456"/>
              <a:gd name="T34" fmla="*/ 137 w 1456"/>
              <a:gd name="T35" fmla="*/ 1039 h 1456"/>
              <a:gd name="T36" fmla="*/ 61 w 1456"/>
              <a:gd name="T37" fmla="*/ 758 h 1456"/>
              <a:gd name="T38" fmla="*/ 347 w 1456"/>
              <a:gd name="T39" fmla="*/ 979 h 1456"/>
              <a:gd name="T40" fmla="*/ 61 w 1456"/>
              <a:gd name="T41" fmla="*/ 758 h 1456"/>
              <a:gd name="T42" fmla="*/ 138 w 1456"/>
              <a:gd name="T43" fmla="*/ 414 h 1456"/>
              <a:gd name="T44" fmla="*/ 436 w 1456"/>
              <a:gd name="T45" fmla="*/ 220 h 1456"/>
              <a:gd name="T46" fmla="*/ 256 w 1456"/>
              <a:gd name="T47" fmla="*/ 256 h 1456"/>
              <a:gd name="T48" fmla="*/ 61 w 1456"/>
              <a:gd name="T49" fmla="*/ 698 h 1456"/>
              <a:gd name="T50" fmla="*/ 347 w 1456"/>
              <a:gd name="T51" fmla="*/ 475 h 1456"/>
              <a:gd name="T52" fmla="*/ 383 w 1456"/>
              <a:gd name="T53" fmla="*/ 698 h 1456"/>
              <a:gd name="T54" fmla="*/ 698 w 1456"/>
              <a:gd name="T55" fmla="*/ 475 h 1456"/>
              <a:gd name="T56" fmla="*/ 383 w 1456"/>
              <a:gd name="T57" fmla="*/ 698 h 1456"/>
              <a:gd name="T58" fmla="*/ 1073 w 1456"/>
              <a:gd name="T59" fmla="*/ 698 h 1456"/>
              <a:gd name="T60" fmla="*/ 758 w 1456"/>
              <a:gd name="T61" fmla="*/ 475 h 1456"/>
              <a:gd name="T62" fmla="*/ 1073 w 1456"/>
              <a:gd name="T63" fmla="*/ 758 h 1456"/>
              <a:gd name="T64" fmla="*/ 758 w 1456"/>
              <a:gd name="T65" fmla="*/ 979 h 1456"/>
              <a:gd name="T66" fmla="*/ 1073 w 1456"/>
              <a:gd name="T67" fmla="*/ 758 h 1456"/>
              <a:gd name="T68" fmla="*/ 383 w 1456"/>
              <a:gd name="T69" fmla="*/ 758 h 1456"/>
              <a:gd name="T70" fmla="*/ 698 w 1456"/>
              <a:gd name="T71" fmla="*/ 979 h 1456"/>
              <a:gd name="T72" fmla="*/ 967 w 1456"/>
              <a:gd name="T73" fmla="*/ 249 h 1456"/>
              <a:gd name="T74" fmla="*/ 758 w 1456"/>
              <a:gd name="T75" fmla="*/ 414 h 1456"/>
              <a:gd name="T76" fmla="*/ 967 w 1456"/>
              <a:gd name="T77" fmla="*/ 249 h 1456"/>
              <a:gd name="T78" fmla="*/ 1033 w 1456"/>
              <a:gd name="T79" fmla="*/ 1039 h 1456"/>
              <a:gd name="T80" fmla="*/ 758 w 1456"/>
              <a:gd name="T81" fmla="*/ 1393 h 1456"/>
              <a:gd name="T82" fmla="*/ 489 w 1456"/>
              <a:gd name="T83" fmla="*/ 1207 h 1456"/>
              <a:gd name="T84" fmla="*/ 698 w 1456"/>
              <a:gd name="T85" fmla="*/ 1039 h 1456"/>
              <a:gd name="T86" fmla="*/ 489 w 1456"/>
              <a:gd name="T87" fmla="*/ 1207 h 1456"/>
              <a:gd name="T88" fmla="*/ 423 w 1456"/>
              <a:gd name="T89" fmla="*/ 414 h 1456"/>
              <a:gd name="T90" fmla="*/ 698 w 1456"/>
              <a:gd name="T91" fmla="*/ 63 h 1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456" h="1456">
                <a:moveTo>
                  <a:pt x="728" y="0"/>
                </a:moveTo>
                <a:cubicBezTo>
                  <a:pt x="929" y="0"/>
                  <a:pt x="1111" y="81"/>
                  <a:pt x="1243" y="213"/>
                </a:cubicBezTo>
                <a:cubicBezTo>
                  <a:pt x="1375" y="345"/>
                  <a:pt x="1456" y="527"/>
                  <a:pt x="1456" y="728"/>
                </a:cubicBezTo>
                <a:cubicBezTo>
                  <a:pt x="1456" y="929"/>
                  <a:pt x="1375" y="1111"/>
                  <a:pt x="1243" y="1243"/>
                </a:cubicBezTo>
                <a:cubicBezTo>
                  <a:pt x="1111" y="1375"/>
                  <a:pt x="929" y="1456"/>
                  <a:pt x="728" y="1456"/>
                </a:cubicBezTo>
                <a:cubicBezTo>
                  <a:pt x="527" y="1456"/>
                  <a:pt x="345" y="1375"/>
                  <a:pt x="213" y="1243"/>
                </a:cubicBezTo>
                <a:cubicBezTo>
                  <a:pt x="81" y="1111"/>
                  <a:pt x="0" y="929"/>
                  <a:pt x="0" y="728"/>
                </a:cubicBezTo>
                <a:cubicBezTo>
                  <a:pt x="0" y="527"/>
                  <a:pt x="81" y="345"/>
                  <a:pt x="213" y="213"/>
                </a:cubicBezTo>
                <a:cubicBezTo>
                  <a:pt x="345" y="81"/>
                  <a:pt x="527" y="0"/>
                  <a:pt x="728" y="0"/>
                </a:cubicBezTo>
                <a:close/>
                <a:moveTo>
                  <a:pt x="1200" y="256"/>
                </a:moveTo>
                <a:cubicBezTo>
                  <a:pt x="1124" y="180"/>
                  <a:pt x="1030" y="122"/>
                  <a:pt x="925" y="89"/>
                </a:cubicBezTo>
                <a:cubicBezTo>
                  <a:pt x="960" y="124"/>
                  <a:pt x="992" y="169"/>
                  <a:pt x="1020" y="220"/>
                </a:cubicBezTo>
                <a:cubicBezTo>
                  <a:pt x="1050" y="277"/>
                  <a:pt x="1076" y="342"/>
                  <a:pt x="1095" y="414"/>
                </a:cubicBezTo>
                <a:cubicBezTo>
                  <a:pt x="1318" y="414"/>
                  <a:pt x="1318" y="414"/>
                  <a:pt x="1318" y="414"/>
                </a:cubicBezTo>
                <a:cubicBezTo>
                  <a:pt x="1287" y="356"/>
                  <a:pt x="1247" y="302"/>
                  <a:pt x="1200" y="256"/>
                </a:cubicBezTo>
                <a:close/>
                <a:moveTo>
                  <a:pt x="1395" y="698"/>
                </a:moveTo>
                <a:cubicBezTo>
                  <a:pt x="1392" y="619"/>
                  <a:pt x="1375" y="544"/>
                  <a:pt x="1346" y="475"/>
                </a:cubicBezTo>
                <a:cubicBezTo>
                  <a:pt x="1109" y="475"/>
                  <a:pt x="1109" y="475"/>
                  <a:pt x="1109" y="475"/>
                </a:cubicBezTo>
                <a:cubicBezTo>
                  <a:pt x="1123" y="545"/>
                  <a:pt x="1131" y="620"/>
                  <a:pt x="1133" y="698"/>
                </a:cubicBezTo>
                <a:cubicBezTo>
                  <a:pt x="1395" y="698"/>
                  <a:pt x="1395" y="698"/>
                  <a:pt x="1395" y="698"/>
                </a:cubicBezTo>
                <a:close/>
                <a:moveTo>
                  <a:pt x="1200" y="1200"/>
                </a:moveTo>
                <a:cubicBezTo>
                  <a:pt x="1248" y="1153"/>
                  <a:pt x="1288" y="1099"/>
                  <a:pt x="1319" y="1039"/>
                </a:cubicBezTo>
                <a:cubicBezTo>
                  <a:pt x="1095" y="1039"/>
                  <a:pt x="1095" y="1039"/>
                  <a:pt x="1095" y="1039"/>
                </a:cubicBezTo>
                <a:cubicBezTo>
                  <a:pt x="1076" y="1112"/>
                  <a:pt x="1051" y="1179"/>
                  <a:pt x="1020" y="1236"/>
                </a:cubicBezTo>
                <a:cubicBezTo>
                  <a:pt x="992" y="1287"/>
                  <a:pt x="960" y="1332"/>
                  <a:pt x="925" y="1367"/>
                </a:cubicBezTo>
                <a:cubicBezTo>
                  <a:pt x="1030" y="1334"/>
                  <a:pt x="1124" y="1276"/>
                  <a:pt x="1200" y="1200"/>
                </a:cubicBezTo>
                <a:close/>
                <a:moveTo>
                  <a:pt x="1347" y="979"/>
                </a:moveTo>
                <a:cubicBezTo>
                  <a:pt x="1375" y="910"/>
                  <a:pt x="1392" y="836"/>
                  <a:pt x="1395" y="758"/>
                </a:cubicBezTo>
                <a:cubicBezTo>
                  <a:pt x="1133" y="758"/>
                  <a:pt x="1133" y="758"/>
                  <a:pt x="1133" y="758"/>
                </a:cubicBezTo>
                <a:cubicBezTo>
                  <a:pt x="1131" y="835"/>
                  <a:pt x="1123" y="909"/>
                  <a:pt x="1109" y="979"/>
                </a:cubicBezTo>
                <a:cubicBezTo>
                  <a:pt x="1347" y="979"/>
                  <a:pt x="1347" y="979"/>
                  <a:pt x="1347" y="979"/>
                </a:cubicBezTo>
                <a:close/>
                <a:moveTo>
                  <a:pt x="256" y="1200"/>
                </a:moveTo>
                <a:cubicBezTo>
                  <a:pt x="332" y="1276"/>
                  <a:pt x="426" y="1334"/>
                  <a:pt x="531" y="1367"/>
                </a:cubicBezTo>
                <a:cubicBezTo>
                  <a:pt x="496" y="1332"/>
                  <a:pt x="464" y="1287"/>
                  <a:pt x="436" y="1236"/>
                </a:cubicBezTo>
                <a:cubicBezTo>
                  <a:pt x="405" y="1179"/>
                  <a:pt x="380" y="1112"/>
                  <a:pt x="361" y="1039"/>
                </a:cubicBezTo>
                <a:cubicBezTo>
                  <a:pt x="137" y="1039"/>
                  <a:pt x="137" y="1039"/>
                  <a:pt x="137" y="1039"/>
                </a:cubicBezTo>
                <a:cubicBezTo>
                  <a:pt x="168" y="1099"/>
                  <a:pt x="208" y="1153"/>
                  <a:pt x="256" y="1200"/>
                </a:cubicBezTo>
                <a:close/>
                <a:moveTo>
                  <a:pt x="61" y="758"/>
                </a:moveTo>
                <a:cubicBezTo>
                  <a:pt x="64" y="836"/>
                  <a:pt x="81" y="910"/>
                  <a:pt x="109" y="979"/>
                </a:cubicBezTo>
                <a:cubicBezTo>
                  <a:pt x="347" y="979"/>
                  <a:pt x="347" y="979"/>
                  <a:pt x="347" y="979"/>
                </a:cubicBezTo>
                <a:cubicBezTo>
                  <a:pt x="333" y="909"/>
                  <a:pt x="324" y="835"/>
                  <a:pt x="323" y="758"/>
                </a:cubicBezTo>
                <a:cubicBezTo>
                  <a:pt x="61" y="758"/>
                  <a:pt x="61" y="758"/>
                  <a:pt x="61" y="758"/>
                </a:cubicBezTo>
                <a:close/>
                <a:moveTo>
                  <a:pt x="256" y="256"/>
                </a:moveTo>
                <a:cubicBezTo>
                  <a:pt x="209" y="302"/>
                  <a:pt x="169" y="356"/>
                  <a:pt x="138" y="414"/>
                </a:cubicBezTo>
                <a:cubicBezTo>
                  <a:pt x="361" y="414"/>
                  <a:pt x="361" y="414"/>
                  <a:pt x="361" y="414"/>
                </a:cubicBezTo>
                <a:cubicBezTo>
                  <a:pt x="380" y="342"/>
                  <a:pt x="406" y="277"/>
                  <a:pt x="436" y="220"/>
                </a:cubicBezTo>
                <a:cubicBezTo>
                  <a:pt x="464" y="169"/>
                  <a:pt x="496" y="124"/>
                  <a:pt x="531" y="89"/>
                </a:cubicBezTo>
                <a:cubicBezTo>
                  <a:pt x="426" y="122"/>
                  <a:pt x="332" y="180"/>
                  <a:pt x="256" y="256"/>
                </a:cubicBezTo>
                <a:close/>
                <a:moveTo>
                  <a:pt x="110" y="475"/>
                </a:moveTo>
                <a:cubicBezTo>
                  <a:pt x="81" y="544"/>
                  <a:pt x="64" y="619"/>
                  <a:pt x="61" y="698"/>
                </a:cubicBezTo>
                <a:cubicBezTo>
                  <a:pt x="323" y="698"/>
                  <a:pt x="323" y="698"/>
                  <a:pt x="323" y="698"/>
                </a:cubicBezTo>
                <a:cubicBezTo>
                  <a:pt x="324" y="620"/>
                  <a:pt x="333" y="545"/>
                  <a:pt x="347" y="475"/>
                </a:cubicBezTo>
                <a:cubicBezTo>
                  <a:pt x="110" y="475"/>
                  <a:pt x="110" y="475"/>
                  <a:pt x="110" y="475"/>
                </a:cubicBezTo>
                <a:close/>
                <a:moveTo>
                  <a:pt x="383" y="698"/>
                </a:moveTo>
                <a:cubicBezTo>
                  <a:pt x="698" y="698"/>
                  <a:pt x="698" y="698"/>
                  <a:pt x="698" y="698"/>
                </a:cubicBezTo>
                <a:cubicBezTo>
                  <a:pt x="698" y="475"/>
                  <a:pt x="698" y="475"/>
                  <a:pt x="698" y="475"/>
                </a:cubicBezTo>
                <a:cubicBezTo>
                  <a:pt x="409" y="475"/>
                  <a:pt x="409" y="475"/>
                  <a:pt x="409" y="475"/>
                </a:cubicBezTo>
                <a:cubicBezTo>
                  <a:pt x="394" y="544"/>
                  <a:pt x="385" y="619"/>
                  <a:pt x="383" y="698"/>
                </a:cubicBezTo>
                <a:close/>
                <a:moveTo>
                  <a:pt x="758" y="698"/>
                </a:moveTo>
                <a:cubicBezTo>
                  <a:pt x="1073" y="698"/>
                  <a:pt x="1073" y="698"/>
                  <a:pt x="1073" y="698"/>
                </a:cubicBezTo>
                <a:cubicBezTo>
                  <a:pt x="1071" y="619"/>
                  <a:pt x="1062" y="544"/>
                  <a:pt x="1047" y="475"/>
                </a:cubicBezTo>
                <a:cubicBezTo>
                  <a:pt x="758" y="475"/>
                  <a:pt x="758" y="475"/>
                  <a:pt x="758" y="475"/>
                </a:cubicBezTo>
                <a:cubicBezTo>
                  <a:pt x="758" y="698"/>
                  <a:pt x="758" y="698"/>
                  <a:pt x="758" y="698"/>
                </a:cubicBezTo>
                <a:close/>
                <a:moveTo>
                  <a:pt x="1073" y="758"/>
                </a:moveTo>
                <a:cubicBezTo>
                  <a:pt x="758" y="758"/>
                  <a:pt x="758" y="758"/>
                  <a:pt x="758" y="758"/>
                </a:cubicBezTo>
                <a:cubicBezTo>
                  <a:pt x="758" y="979"/>
                  <a:pt x="758" y="979"/>
                  <a:pt x="758" y="979"/>
                </a:cubicBezTo>
                <a:cubicBezTo>
                  <a:pt x="1048" y="979"/>
                  <a:pt x="1048" y="979"/>
                  <a:pt x="1048" y="979"/>
                </a:cubicBezTo>
                <a:cubicBezTo>
                  <a:pt x="1063" y="910"/>
                  <a:pt x="1071" y="836"/>
                  <a:pt x="1073" y="758"/>
                </a:cubicBezTo>
                <a:close/>
                <a:moveTo>
                  <a:pt x="698" y="758"/>
                </a:moveTo>
                <a:cubicBezTo>
                  <a:pt x="383" y="758"/>
                  <a:pt x="383" y="758"/>
                  <a:pt x="383" y="758"/>
                </a:cubicBezTo>
                <a:cubicBezTo>
                  <a:pt x="385" y="836"/>
                  <a:pt x="393" y="910"/>
                  <a:pt x="408" y="979"/>
                </a:cubicBezTo>
                <a:cubicBezTo>
                  <a:pt x="698" y="979"/>
                  <a:pt x="698" y="979"/>
                  <a:pt x="698" y="979"/>
                </a:cubicBezTo>
                <a:cubicBezTo>
                  <a:pt x="698" y="758"/>
                  <a:pt x="698" y="758"/>
                  <a:pt x="698" y="758"/>
                </a:cubicBezTo>
                <a:close/>
                <a:moveTo>
                  <a:pt x="967" y="249"/>
                </a:moveTo>
                <a:cubicBezTo>
                  <a:pt x="911" y="145"/>
                  <a:pt x="838" y="76"/>
                  <a:pt x="758" y="63"/>
                </a:cubicBezTo>
                <a:cubicBezTo>
                  <a:pt x="758" y="414"/>
                  <a:pt x="758" y="414"/>
                  <a:pt x="758" y="414"/>
                </a:cubicBezTo>
                <a:cubicBezTo>
                  <a:pt x="1032" y="414"/>
                  <a:pt x="1032" y="414"/>
                  <a:pt x="1032" y="414"/>
                </a:cubicBezTo>
                <a:cubicBezTo>
                  <a:pt x="1015" y="353"/>
                  <a:pt x="993" y="297"/>
                  <a:pt x="967" y="249"/>
                </a:cubicBezTo>
                <a:close/>
                <a:moveTo>
                  <a:pt x="967" y="1207"/>
                </a:moveTo>
                <a:cubicBezTo>
                  <a:pt x="994" y="1158"/>
                  <a:pt x="1016" y="1101"/>
                  <a:pt x="1033" y="1039"/>
                </a:cubicBezTo>
                <a:cubicBezTo>
                  <a:pt x="758" y="1039"/>
                  <a:pt x="758" y="1039"/>
                  <a:pt x="758" y="1039"/>
                </a:cubicBezTo>
                <a:cubicBezTo>
                  <a:pt x="758" y="1393"/>
                  <a:pt x="758" y="1393"/>
                  <a:pt x="758" y="1393"/>
                </a:cubicBezTo>
                <a:cubicBezTo>
                  <a:pt x="838" y="1380"/>
                  <a:pt x="911" y="1311"/>
                  <a:pt x="967" y="1207"/>
                </a:cubicBezTo>
                <a:close/>
                <a:moveTo>
                  <a:pt x="489" y="1207"/>
                </a:moveTo>
                <a:cubicBezTo>
                  <a:pt x="545" y="1311"/>
                  <a:pt x="618" y="1380"/>
                  <a:pt x="698" y="1393"/>
                </a:cubicBezTo>
                <a:cubicBezTo>
                  <a:pt x="698" y="1039"/>
                  <a:pt x="698" y="1039"/>
                  <a:pt x="698" y="1039"/>
                </a:cubicBezTo>
                <a:cubicBezTo>
                  <a:pt x="423" y="1039"/>
                  <a:pt x="423" y="1039"/>
                  <a:pt x="423" y="1039"/>
                </a:cubicBezTo>
                <a:cubicBezTo>
                  <a:pt x="440" y="1101"/>
                  <a:pt x="462" y="1158"/>
                  <a:pt x="489" y="1207"/>
                </a:cubicBezTo>
                <a:close/>
                <a:moveTo>
                  <a:pt x="489" y="249"/>
                </a:moveTo>
                <a:cubicBezTo>
                  <a:pt x="463" y="297"/>
                  <a:pt x="441" y="353"/>
                  <a:pt x="423" y="414"/>
                </a:cubicBezTo>
                <a:cubicBezTo>
                  <a:pt x="698" y="414"/>
                  <a:pt x="698" y="414"/>
                  <a:pt x="698" y="414"/>
                </a:cubicBezTo>
                <a:cubicBezTo>
                  <a:pt x="698" y="63"/>
                  <a:pt x="698" y="63"/>
                  <a:pt x="698" y="63"/>
                </a:cubicBezTo>
                <a:cubicBezTo>
                  <a:pt x="618" y="76"/>
                  <a:pt x="545" y="145"/>
                  <a:pt x="489" y="249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0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39652" y="1450474"/>
            <a:ext cx="6264696" cy="377283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 err="1"/>
              <a:t>HAL_StatusTypeDef</a:t>
            </a:r>
            <a:r>
              <a:rPr lang="en-US" altLang="zh-CN" sz="1600" b="1" dirty="0"/>
              <a:t>  </a:t>
            </a:r>
            <a:r>
              <a:rPr lang="en-US" altLang="zh-CN" sz="1600" b="1" dirty="0" err="1"/>
              <a:t>HAL_ADC_Start_IT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ADC_HandleTypeDef</a:t>
            </a:r>
            <a:r>
              <a:rPr lang="en-US" altLang="zh-CN" sz="1600" b="1" dirty="0"/>
              <a:t>* </a:t>
            </a:r>
            <a:r>
              <a:rPr lang="en-US" altLang="zh-CN" sz="1600" b="1" dirty="0" err="1"/>
              <a:t>hadc</a:t>
            </a:r>
            <a:r>
              <a:rPr lang="en-US" altLang="zh-CN" sz="1600" b="1" dirty="0"/>
              <a:t>);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139952" y="442719"/>
            <a:ext cx="4718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．启动</a:t>
            </a:r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>
                <a:solidFill>
                  <a:srgbClr val="C00000"/>
                </a:solidFill>
              </a:rPr>
              <a:t>中断转换函数</a:t>
            </a:r>
            <a:r>
              <a:rPr lang="en-US" altLang="zh-CN" b="1" dirty="0" err="1">
                <a:solidFill>
                  <a:srgbClr val="C00000"/>
                </a:solidFill>
              </a:rPr>
              <a:t>HAL_ADC_Start_IT</a:t>
            </a:r>
            <a:r>
              <a:rPr lang="en-US" altLang="zh-CN" b="1" dirty="0">
                <a:solidFill>
                  <a:srgbClr val="C00000"/>
                </a:solidFill>
              </a:rPr>
              <a:t>()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87824" y="2044500"/>
            <a:ext cx="5400600" cy="2862322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1600" b="1" dirty="0" smtClean="0">
                <a:solidFill>
                  <a:prstClr val="black"/>
                </a:solidFill>
              </a:rPr>
              <a:t> </a:t>
            </a:r>
            <a:r>
              <a:rPr lang="en-US" altLang="zh-CN" sz="1600" b="1" dirty="0"/>
              <a:t>if(</a:t>
            </a:r>
            <a:r>
              <a:rPr lang="en-US" altLang="zh-CN" sz="1600" b="1" dirty="0" err="1"/>
              <a:t>HAL_ADC_StartIT</a:t>
            </a:r>
            <a:r>
              <a:rPr lang="en-US" altLang="zh-CN" sz="1600" b="1" dirty="0"/>
              <a:t>(&amp;hadc1) != HAL_OK)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{ 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</a:t>
            </a:r>
            <a:r>
              <a:rPr lang="en-US" altLang="zh-CN" sz="1600" b="1" dirty="0" err="1" smtClean="0"/>
              <a:t>Error_Handler</a:t>
            </a:r>
            <a:r>
              <a:rPr lang="en-US" altLang="zh-CN" sz="1600" b="1" dirty="0"/>
              <a:t>(); 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}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void </a:t>
            </a:r>
            <a:r>
              <a:rPr lang="en-US" altLang="zh-CN" sz="1600" b="1" dirty="0" err="1"/>
              <a:t>HAL_ADC_ConvCpltCallback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ADC_HandleTypeDef</a:t>
            </a:r>
            <a:r>
              <a:rPr lang="en-US" altLang="zh-CN" sz="1600" b="1" dirty="0"/>
              <a:t>* </a:t>
            </a:r>
            <a:r>
              <a:rPr lang="en-US" altLang="zh-CN" sz="1600" b="1" dirty="0" err="1"/>
              <a:t>hadc</a:t>
            </a:r>
            <a:r>
              <a:rPr lang="en-US" altLang="zh-CN" sz="1600" b="1" dirty="0"/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{ 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/* </a:t>
            </a:r>
            <a:r>
              <a:rPr lang="zh-CN" altLang="en-US" sz="1600" b="1" dirty="0"/>
              <a:t>获取</a:t>
            </a:r>
            <a:r>
              <a:rPr lang="en-US" altLang="zh-CN" sz="1600" b="1" dirty="0"/>
              <a:t>ADC</a:t>
            </a:r>
            <a:r>
              <a:rPr lang="zh-CN" altLang="en-US" sz="1600" b="1" dirty="0"/>
              <a:t>转换结果 *</a:t>
            </a:r>
            <a:r>
              <a:rPr lang="en-US" altLang="zh-CN" sz="1600" b="1" dirty="0"/>
              <a:t>/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</a:t>
            </a:r>
            <a:r>
              <a:rPr lang="en-US" altLang="zh-CN" sz="1600" b="1" dirty="0" err="1" smtClean="0"/>
              <a:t>ADCx_ConvertedValue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HAL_ADC_GetValue</a:t>
            </a:r>
            <a:r>
              <a:rPr lang="en-US" altLang="zh-CN" sz="1600" b="1" dirty="0"/>
              <a:t>(&amp;hadc1);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2587715" y="2036108"/>
            <a:ext cx="400109" cy="14471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使用</a:t>
            </a:r>
            <a:r>
              <a:rPr lang="zh-CN" altLang="en-US" b="1" dirty="0" smtClean="0">
                <a:solidFill>
                  <a:prstClr val="black"/>
                </a:solidFill>
              </a:rPr>
              <a:t>范例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7584" y="1042029"/>
            <a:ext cx="1114408" cy="40844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函数</a:t>
            </a:r>
            <a:r>
              <a:rPr lang="zh-CN" altLang="en-US" b="1" dirty="0" smtClean="0">
                <a:solidFill>
                  <a:prstClr val="black"/>
                </a:solidFill>
              </a:rPr>
              <a:t>原型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755576" y="3347810"/>
            <a:ext cx="1056959" cy="1056652"/>
          </a:xfrm>
          <a:custGeom>
            <a:avLst/>
            <a:gdLst>
              <a:gd name="T0" fmla="*/ 1243 w 1456"/>
              <a:gd name="T1" fmla="*/ 213 h 1456"/>
              <a:gd name="T2" fmla="*/ 1243 w 1456"/>
              <a:gd name="T3" fmla="*/ 1243 h 1456"/>
              <a:gd name="T4" fmla="*/ 213 w 1456"/>
              <a:gd name="T5" fmla="*/ 1243 h 1456"/>
              <a:gd name="T6" fmla="*/ 213 w 1456"/>
              <a:gd name="T7" fmla="*/ 213 h 1456"/>
              <a:gd name="T8" fmla="*/ 1200 w 1456"/>
              <a:gd name="T9" fmla="*/ 256 h 1456"/>
              <a:gd name="T10" fmla="*/ 1020 w 1456"/>
              <a:gd name="T11" fmla="*/ 220 h 1456"/>
              <a:gd name="T12" fmla="*/ 1318 w 1456"/>
              <a:gd name="T13" fmla="*/ 414 h 1456"/>
              <a:gd name="T14" fmla="*/ 1395 w 1456"/>
              <a:gd name="T15" fmla="*/ 698 h 1456"/>
              <a:gd name="T16" fmla="*/ 1109 w 1456"/>
              <a:gd name="T17" fmla="*/ 475 h 1456"/>
              <a:gd name="T18" fmla="*/ 1395 w 1456"/>
              <a:gd name="T19" fmla="*/ 698 h 1456"/>
              <a:gd name="T20" fmla="*/ 1319 w 1456"/>
              <a:gd name="T21" fmla="*/ 1039 h 1456"/>
              <a:gd name="T22" fmla="*/ 1020 w 1456"/>
              <a:gd name="T23" fmla="*/ 1236 h 1456"/>
              <a:gd name="T24" fmla="*/ 1200 w 1456"/>
              <a:gd name="T25" fmla="*/ 1200 h 1456"/>
              <a:gd name="T26" fmla="*/ 1395 w 1456"/>
              <a:gd name="T27" fmla="*/ 758 h 1456"/>
              <a:gd name="T28" fmla="*/ 1109 w 1456"/>
              <a:gd name="T29" fmla="*/ 979 h 1456"/>
              <a:gd name="T30" fmla="*/ 256 w 1456"/>
              <a:gd name="T31" fmla="*/ 1200 h 1456"/>
              <a:gd name="T32" fmla="*/ 436 w 1456"/>
              <a:gd name="T33" fmla="*/ 1236 h 1456"/>
              <a:gd name="T34" fmla="*/ 137 w 1456"/>
              <a:gd name="T35" fmla="*/ 1039 h 1456"/>
              <a:gd name="T36" fmla="*/ 61 w 1456"/>
              <a:gd name="T37" fmla="*/ 758 h 1456"/>
              <a:gd name="T38" fmla="*/ 347 w 1456"/>
              <a:gd name="T39" fmla="*/ 979 h 1456"/>
              <a:gd name="T40" fmla="*/ 61 w 1456"/>
              <a:gd name="T41" fmla="*/ 758 h 1456"/>
              <a:gd name="T42" fmla="*/ 138 w 1456"/>
              <a:gd name="T43" fmla="*/ 414 h 1456"/>
              <a:gd name="T44" fmla="*/ 436 w 1456"/>
              <a:gd name="T45" fmla="*/ 220 h 1456"/>
              <a:gd name="T46" fmla="*/ 256 w 1456"/>
              <a:gd name="T47" fmla="*/ 256 h 1456"/>
              <a:gd name="T48" fmla="*/ 61 w 1456"/>
              <a:gd name="T49" fmla="*/ 698 h 1456"/>
              <a:gd name="T50" fmla="*/ 347 w 1456"/>
              <a:gd name="T51" fmla="*/ 475 h 1456"/>
              <a:gd name="T52" fmla="*/ 383 w 1456"/>
              <a:gd name="T53" fmla="*/ 698 h 1456"/>
              <a:gd name="T54" fmla="*/ 698 w 1456"/>
              <a:gd name="T55" fmla="*/ 475 h 1456"/>
              <a:gd name="T56" fmla="*/ 383 w 1456"/>
              <a:gd name="T57" fmla="*/ 698 h 1456"/>
              <a:gd name="T58" fmla="*/ 1073 w 1456"/>
              <a:gd name="T59" fmla="*/ 698 h 1456"/>
              <a:gd name="T60" fmla="*/ 758 w 1456"/>
              <a:gd name="T61" fmla="*/ 475 h 1456"/>
              <a:gd name="T62" fmla="*/ 1073 w 1456"/>
              <a:gd name="T63" fmla="*/ 758 h 1456"/>
              <a:gd name="T64" fmla="*/ 758 w 1456"/>
              <a:gd name="T65" fmla="*/ 979 h 1456"/>
              <a:gd name="T66" fmla="*/ 1073 w 1456"/>
              <a:gd name="T67" fmla="*/ 758 h 1456"/>
              <a:gd name="T68" fmla="*/ 383 w 1456"/>
              <a:gd name="T69" fmla="*/ 758 h 1456"/>
              <a:gd name="T70" fmla="*/ 698 w 1456"/>
              <a:gd name="T71" fmla="*/ 979 h 1456"/>
              <a:gd name="T72" fmla="*/ 967 w 1456"/>
              <a:gd name="T73" fmla="*/ 249 h 1456"/>
              <a:gd name="T74" fmla="*/ 758 w 1456"/>
              <a:gd name="T75" fmla="*/ 414 h 1456"/>
              <a:gd name="T76" fmla="*/ 967 w 1456"/>
              <a:gd name="T77" fmla="*/ 249 h 1456"/>
              <a:gd name="T78" fmla="*/ 1033 w 1456"/>
              <a:gd name="T79" fmla="*/ 1039 h 1456"/>
              <a:gd name="T80" fmla="*/ 758 w 1456"/>
              <a:gd name="T81" fmla="*/ 1393 h 1456"/>
              <a:gd name="T82" fmla="*/ 489 w 1456"/>
              <a:gd name="T83" fmla="*/ 1207 h 1456"/>
              <a:gd name="T84" fmla="*/ 698 w 1456"/>
              <a:gd name="T85" fmla="*/ 1039 h 1456"/>
              <a:gd name="T86" fmla="*/ 489 w 1456"/>
              <a:gd name="T87" fmla="*/ 1207 h 1456"/>
              <a:gd name="T88" fmla="*/ 423 w 1456"/>
              <a:gd name="T89" fmla="*/ 414 h 1456"/>
              <a:gd name="T90" fmla="*/ 698 w 1456"/>
              <a:gd name="T91" fmla="*/ 63 h 1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456" h="1456">
                <a:moveTo>
                  <a:pt x="728" y="0"/>
                </a:moveTo>
                <a:cubicBezTo>
                  <a:pt x="929" y="0"/>
                  <a:pt x="1111" y="81"/>
                  <a:pt x="1243" y="213"/>
                </a:cubicBezTo>
                <a:cubicBezTo>
                  <a:pt x="1375" y="345"/>
                  <a:pt x="1456" y="527"/>
                  <a:pt x="1456" y="728"/>
                </a:cubicBezTo>
                <a:cubicBezTo>
                  <a:pt x="1456" y="929"/>
                  <a:pt x="1375" y="1111"/>
                  <a:pt x="1243" y="1243"/>
                </a:cubicBezTo>
                <a:cubicBezTo>
                  <a:pt x="1111" y="1375"/>
                  <a:pt x="929" y="1456"/>
                  <a:pt x="728" y="1456"/>
                </a:cubicBezTo>
                <a:cubicBezTo>
                  <a:pt x="527" y="1456"/>
                  <a:pt x="345" y="1375"/>
                  <a:pt x="213" y="1243"/>
                </a:cubicBezTo>
                <a:cubicBezTo>
                  <a:pt x="81" y="1111"/>
                  <a:pt x="0" y="929"/>
                  <a:pt x="0" y="728"/>
                </a:cubicBezTo>
                <a:cubicBezTo>
                  <a:pt x="0" y="527"/>
                  <a:pt x="81" y="345"/>
                  <a:pt x="213" y="213"/>
                </a:cubicBezTo>
                <a:cubicBezTo>
                  <a:pt x="345" y="81"/>
                  <a:pt x="527" y="0"/>
                  <a:pt x="728" y="0"/>
                </a:cubicBezTo>
                <a:close/>
                <a:moveTo>
                  <a:pt x="1200" y="256"/>
                </a:moveTo>
                <a:cubicBezTo>
                  <a:pt x="1124" y="180"/>
                  <a:pt x="1030" y="122"/>
                  <a:pt x="925" y="89"/>
                </a:cubicBezTo>
                <a:cubicBezTo>
                  <a:pt x="960" y="124"/>
                  <a:pt x="992" y="169"/>
                  <a:pt x="1020" y="220"/>
                </a:cubicBezTo>
                <a:cubicBezTo>
                  <a:pt x="1050" y="277"/>
                  <a:pt x="1076" y="342"/>
                  <a:pt x="1095" y="414"/>
                </a:cubicBezTo>
                <a:cubicBezTo>
                  <a:pt x="1318" y="414"/>
                  <a:pt x="1318" y="414"/>
                  <a:pt x="1318" y="414"/>
                </a:cubicBezTo>
                <a:cubicBezTo>
                  <a:pt x="1287" y="356"/>
                  <a:pt x="1247" y="302"/>
                  <a:pt x="1200" y="256"/>
                </a:cubicBezTo>
                <a:close/>
                <a:moveTo>
                  <a:pt x="1395" y="698"/>
                </a:moveTo>
                <a:cubicBezTo>
                  <a:pt x="1392" y="619"/>
                  <a:pt x="1375" y="544"/>
                  <a:pt x="1346" y="475"/>
                </a:cubicBezTo>
                <a:cubicBezTo>
                  <a:pt x="1109" y="475"/>
                  <a:pt x="1109" y="475"/>
                  <a:pt x="1109" y="475"/>
                </a:cubicBezTo>
                <a:cubicBezTo>
                  <a:pt x="1123" y="545"/>
                  <a:pt x="1131" y="620"/>
                  <a:pt x="1133" y="698"/>
                </a:cubicBezTo>
                <a:cubicBezTo>
                  <a:pt x="1395" y="698"/>
                  <a:pt x="1395" y="698"/>
                  <a:pt x="1395" y="698"/>
                </a:cubicBezTo>
                <a:close/>
                <a:moveTo>
                  <a:pt x="1200" y="1200"/>
                </a:moveTo>
                <a:cubicBezTo>
                  <a:pt x="1248" y="1153"/>
                  <a:pt x="1288" y="1099"/>
                  <a:pt x="1319" y="1039"/>
                </a:cubicBezTo>
                <a:cubicBezTo>
                  <a:pt x="1095" y="1039"/>
                  <a:pt x="1095" y="1039"/>
                  <a:pt x="1095" y="1039"/>
                </a:cubicBezTo>
                <a:cubicBezTo>
                  <a:pt x="1076" y="1112"/>
                  <a:pt x="1051" y="1179"/>
                  <a:pt x="1020" y="1236"/>
                </a:cubicBezTo>
                <a:cubicBezTo>
                  <a:pt x="992" y="1287"/>
                  <a:pt x="960" y="1332"/>
                  <a:pt x="925" y="1367"/>
                </a:cubicBezTo>
                <a:cubicBezTo>
                  <a:pt x="1030" y="1334"/>
                  <a:pt x="1124" y="1276"/>
                  <a:pt x="1200" y="1200"/>
                </a:cubicBezTo>
                <a:close/>
                <a:moveTo>
                  <a:pt x="1347" y="979"/>
                </a:moveTo>
                <a:cubicBezTo>
                  <a:pt x="1375" y="910"/>
                  <a:pt x="1392" y="836"/>
                  <a:pt x="1395" y="758"/>
                </a:cubicBezTo>
                <a:cubicBezTo>
                  <a:pt x="1133" y="758"/>
                  <a:pt x="1133" y="758"/>
                  <a:pt x="1133" y="758"/>
                </a:cubicBezTo>
                <a:cubicBezTo>
                  <a:pt x="1131" y="835"/>
                  <a:pt x="1123" y="909"/>
                  <a:pt x="1109" y="979"/>
                </a:cubicBezTo>
                <a:cubicBezTo>
                  <a:pt x="1347" y="979"/>
                  <a:pt x="1347" y="979"/>
                  <a:pt x="1347" y="979"/>
                </a:cubicBezTo>
                <a:close/>
                <a:moveTo>
                  <a:pt x="256" y="1200"/>
                </a:moveTo>
                <a:cubicBezTo>
                  <a:pt x="332" y="1276"/>
                  <a:pt x="426" y="1334"/>
                  <a:pt x="531" y="1367"/>
                </a:cubicBezTo>
                <a:cubicBezTo>
                  <a:pt x="496" y="1332"/>
                  <a:pt x="464" y="1287"/>
                  <a:pt x="436" y="1236"/>
                </a:cubicBezTo>
                <a:cubicBezTo>
                  <a:pt x="405" y="1179"/>
                  <a:pt x="380" y="1112"/>
                  <a:pt x="361" y="1039"/>
                </a:cubicBezTo>
                <a:cubicBezTo>
                  <a:pt x="137" y="1039"/>
                  <a:pt x="137" y="1039"/>
                  <a:pt x="137" y="1039"/>
                </a:cubicBezTo>
                <a:cubicBezTo>
                  <a:pt x="168" y="1099"/>
                  <a:pt x="208" y="1153"/>
                  <a:pt x="256" y="1200"/>
                </a:cubicBezTo>
                <a:close/>
                <a:moveTo>
                  <a:pt x="61" y="758"/>
                </a:moveTo>
                <a:cubicBezTo>
                  <a:pt x="64" y="836"/>
                  <a:pt x="81" y="910"/>
                  <a:pt x="109" y="979"/>
                </a:cubicBezTo>
                <a:cubicBezTo>
                  <a:pt x="347" y="979"/>
                  <a:pt x="347" y="979"/>
                  <a:pt x="347" y="979"/>
                </a:cubicBezTo>
                <a:cubicBezTo>
                  <a:pt x="333" y="909"/>
                  <a:pt x="324" y="835"/>
                  <a:pt x="323" y="758"/>
                </a:cubicBezTo>
                <a:cubicBezTo>
                  <a:pt x="61" y="758"/>
                  <a:pt x="61" y="758"/>
                  <a:pt x="61" y="758"/>
                </a:cubicBezTo>
                <a:close/>
                <a:moveTo>
                  <a:pt x="256" y="256"/>
                </a:moveTo>
                <a:cubicBezTo>
                  <a:pt x="209" y="302"/>
                  <a:pt x="169" y="356"/>
                  <a:pt x="138" y="414"/>
                </a:cubicBezTo>
                <a:cubicBezTo>
                  <a:pt x="361" y="414"/>
                  <a:pt x="361" y="414"/>
                  <a:pt x="361" y="414"/>
                </a:cubicBezTo>
                <a:cubicBezTo>
                  <a:pt x="380" y="342"/>
                  <a:pt x="406" y="277"/>
                  <a:pt x="436" y="220"/>
                </a:cubicBezTo>
                <a:cubicBezTo>
                  <a:pt x="464" y="169"/>
                  <a:pt x="496" y="124"/>
                  <a:pt x="531" y="89"/>
                </a:cubicBezTo>
                <a:cubicBezTo>
                  <a:pt x="426" y="122"/>
                  <a:pt x="332" y="180"/>
                  <a:pt x="256" y="256"/>
                </a:cubicBezTo>
                <a:close/>
                <a:moveTo>
                  <a:pt x="110" y="475"/>
                </a:moveTo>
                <a:cubicBezTo>
                  <a:pt x="81" y="544"/>
                  <a:pt x="64" y="619"/>
                  <a:pt x="61" y="698"/>
                </a:cubicBezTo>
                <a:cubicBezTo>
                  <a:pt x="323" y="698"/>
                  <a:pt x="323" y="698"/>
                  <a:pt x="323" y="698"/>
                </a:cubicBezTo>
                <a:cubicBezTo>
                  <a:pt x="324" y="620"/>
                  <a:pt x="333" y="545"/>
                  <a:pt x="347" y="475"/>
                </a:cubicBezTo>
                <a:cubicBezTo>
                  <a:pt x="110" y="475"/>
                  <a:pt x="110" y="475"/>
                  <a:pt x="110" y="475"/>
                </a:cubicBezTo>
                <a:close/>
                <a:moveTo>
                  <a:pt x="383" y="698"/>
                </a:moveTo>
                <a:cubicBezTo>
                  <a:pt x="698" y="698"/>
                  <a:pt x="698" y="698"/>
                  <a:pt x="698" y="698"/>
                </a:cubicBezTo>
                <a:cubicBezTo>
                  <a:pt x="698" y="475"/>
                  <a:pt x="698" y="475"/>
                  <a:pt x="698" y="475"/>
                </a:cubicBezTo>
                <a:cubicBezTo>
                  <a:pt x="409" y="475"/>
                  <a:pt x="409" y="475"/>
                  <a:pt x="409" y="475"/>
                </a:cubicBezTo>
                <a:cubicBezTo>
                  <a:pt x="394" y="544"/>
                  <a:pt x="385" y="619"/>
                  <a:pt x="383" y="698"/>
                </a:cubicBezTo>
                <a:close/>
                <a:moveTo>
                  <a:pt x="758" y="698"/>
                </a:moveTo>
                <a:cubicBezTo>
                  <a:pt x="1073" y="698"/>
                  <a:pt x="1073" y="698"/>
                  <a:pt x="1073" y="698"/>
                </a:cubicBezTo>
                <a:cubicBezTo>
                  <a:pt x="1071" y="619"/>
                  <a:pt x="1062" y="544"/>
                  <a:pt x="1047" y="475"/>
                </a:cubicBezTo>
                <a:cubicBezTo>
                  <a:pt x="758" y="475"/>
                  <a:pt x="758" y="475"/>
                  <a:pt x="758" y="475"/>
                </a:cubicBezTo>
                <a:cubicBezTo>
                  <a:pt x="758" y="698"/>
                  <a:pt x="758" y="698"/>
                  <a:pt x="758" y="698"/>
                </a:cubicBezTo>
                <a:close/>
                <a:moveTo>
                  <a:pt x="1073" y="758"/>
                </a:moveTo>
                <a:cubicBezTo>
                  <a:pt x="758" y="758"/>
                  <a:pt x="758" y="758"/>
                  <a:pt x="758" y="758"/>
                </a:cubicBezTo>
                <a:cubicBezTo>
                  <a:pt x="758" y="979"/>
                  <a:pt x="758" y="979"/>
                  <a:pt x="758" y="979"/>
                </a:cubicBezTo>
                <a:cubicBezTo>
                  <a:pt x="1048" y="979"/>
                  <a:pt x="1048" y="979"/>
                  <a:pt x="1048" y="979"/>
                </a:cubicBezTo>
                <a:cubicBezTo>
                  <a:pt x="1063" y="910"/>
                  <a:pt x="1071" y="836"/>
                  <a:pt x="1073" y="758"/>
                </a:cubicBezTo>
                <a:close/>
                <a:moveTo>
                  <a:pt x="698" y="758"/>
                </a:moveTo>
                <a:cubicBezTo>
                  <a:pt x="383" y="758"/>
                  <a:pt x="383" y="758"/>
                  <a:pt x="383" y="758"/>
                </a:cubicBezTo>
                <a:cubicBezTo>
                  <a:pt x="385" y="836"/>
                  <a:pt x="393" y="910"/>
                  <a:pt x="408" y="979"/>
                </a:cubicBezTo>
                <a:cubicBezTo>
                  <a:pt x="698" y="979"/>
                  <a:pt x="698" y="979"/>
                  <a:pt x="698" y="979"/>
                </a:cubicBezTo>
                <a:cubicBezTo>
                  <a:pt x="698" y="758"/>
                  <a:pt x="698" y="758"/>
                  <a:pt x="698" y="758"/>
                </a:cubicBezTo>
                <a:close/>
                <a:moveTo>
                  <a:pt x="967" y="249"/>
                </a:moveTo>
                <a:cubicBezTo>
                  <a:pt x="911" y="145"/>
                  <a:pt x="838" y="76"/>
                  <a:pt x="758" y="63"/>
                </a:cubicBezTo>
                <a:cubicBezTo>
                  <a:pt x="758" y="414"/>
                  <a:pt x="758" y="414"/>
                  <a:pt x="758" y="414"/>
                </a:cubicBezTo>
                <a:cubicBezTo>
                  <a:pt x="1032" y="414"/>
                  <a:pt x="1032" y="414"/>
                  <a:pt x="1032" y="414"/>
                </a:cubicBezTo>
                <a:cubicBezTo>
                  <a:pt x="1015" y="353"/>
                  <a:pt x="993" y="297"/>
                  <a:pt x="967" y="249"/>
                </a:cubicBezTo>
                <a:close/>
                <a:moveTo>
                  <a:pt x="967" y="1207"/>
                </a:moveTo>
                <a:cubicBezTo>
                  <a:pt x="994" y="1158"/>
                  <a:pt x="1016" y="1101"/>
                  <a:pt x="1033" y="1039"/>
                </a:cubicBezTo>
                <a:cubicBezTo>
                  <a:pt x="758" y="1039"/>
                  <a:pt x="758" y="1039"/>
                  <a:pt x="758" y="1039"/>
                </a:cubicBezTo>
                <a:cubicBezTo>
                  <a:pt x="758" y="1393"/>
                  <a:pt x="758" y="1393"/>
                  <a:pt x="758" y="1393"/>
                </a:cubicBezTo>
                <a:cubicBezTo>
                  <a:pt x="838" y="1380"/>
                  <a:pt x="911" y="1311"/>
                  <a:pt x="967" y="1207"/>
                </a:cubicBezTo>
                <a:close/>
                <a:moveTo>
                  <a:pt x="489" y="1207"/>
                </a:moveTo>
                <a:cubicBezTo>
                  <a:pt x="545" y="1311"/>
                  <a:pt x="618" y="1380"/>
                  <a:pt x="698" y="1393"/>
                </a:cubicBezTo>
                <a:cubicBezTo>
                  <a:pt x="698" y="1039"/>
                  <a:pt x="698" y="1039"/>
                  <a:pt x="698" y="1039"/>
                </a:cubicBezTo>
                <a:cubicBezTo>
                  <a:pt x="423" y="1039"/>
                  <a:pt x="423" y="1039"/>
                  <a:pt x="423" y="1039"/>
                </a:cubicBezTo>
                <a:cubicBezTo>
                  <a:pt x="440" y="1101"/>
                  <a:pt x="462" y="1158"/>
                  <a:pt x="489" y="1207"/>
                </a:cubicBezTo>
                <a:close/>
                <a:moveTo>
                  <a:pt x="489" y="249"/>
                </a:moveTo>
                <a:cubicBezTo>
                  <a:pt x="463" y="297"/>
                  <a:pt x="441" y="353"/>
                  <a:pt x="423" y="414"/>
                </a:cubicBezTo>
                <a:cubicBezTo>
                  <a:pt x="698" y="414"/>
                  <a:pt x="698" y="414"/>
                  <a:pt x="698" y="414"/>
                </a:cubicBezTo>
                <a:cubicBezTo>
                  <a:pt x="698" y="63"/>
                  <a:pt x="698" y="63"/>
                  <a:pt x="698" y="63"/>
                </a:cubicBezTo>
                <a:cubicBezTo>
                  <a:pt x="618" y="76"/>
                  <a:pt x="545" y="145"/>
                  <a:pt x="489" y="24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2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39652" y="1450474"/>
            <a:ext cx="6264696" cy="584775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 err="1"/>
              <a:t>HAL_StatusTypeDef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HAL_ADC_Start_DMA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ADC_HandleTypeDef</a:t>
            </a:r>
            <a:r>
              <a:rPr lang="en-US" altLang="zh-CN" sz="1600" b="1" dirty="0"/>
              <a:t>* </a:t>
            </a:r>
            <a:r>
              <a:rPr lang="en-US" altLang="zh-CN" sz="1600" b="1" dirty="0" err="1"/>
              <a:t>hadc</a:t>
            </a:r>
            <a:r>
              <a:rPr lang="en-US" altLang="zh-CN" sz="1600" b="1" dirty="0"/>
              <a:t>, uint32_t* </a:t>
            </a:r>
            <a:r>
              <a:rPr lang="en-US" altLang="zh-CN" sz="1600" b="1" dirty="0" err="1"/>
              <a:t>pData</a:t>
            </a:r>
            <a:r>
              <a:rPr lang="en-US" altLang="zh-CN" sz="1600" b="1" dirty="0"/>
              <a:t>, uint32_t Length);</a:t>
            </a:r>
            <a:endParaRPr lang="zh-CN" altLang="zh-CN" sz="16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04048" y="339503"/>
            <a:ext cx="31323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3</a:t>
            </a:r>
            <a:r>
              <a:rPr lang="zh-CN" altLang="en-US" b="1" dirty="0">
                <a:solidFill>
                  <a:srgbClr val="C00000"/>
                </a:solidFill>
              </a:rPr>
              <a:t>．启动</a:t>
            </a:r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>
                <a:solidFill>
                  <a:srgbClr val="C00000"/>
                </a:solidFill>
              </a:rPr>
              <a:t>的</a:t>
            </a:r>
            <a:r>
              <a:rPr lang="en-US" altLang="zh-CN" b="1" dirty="0">
                <a:solidFill>
                  <a:srgbClr val="C00000"/>
                </a:solidFill>
              </a:rPr>
              <a:t>DMA</a:t>
            </a:r>
            <a:r>
              <a:rPr lang="zh-CN" altLang="en-US" b="1" dirty="0">
                <a:solidFill>
                  <a:srgbClr val="C00000"/>
                </a:solidFill>
              </a:rPr>
              <a:t>转换函数</a:t>
            </a:r>
            <a:r>
              <a:rPr lang="en-US" altLang="zh-CN" b="1" dirty="0" err="1">
                <a:solidFill>
                  <a:srgbClr val="C00000"/>
                </a:solidFill>
              </a:rPr>
              <a:t>HAL_ADC_Start_DMA</a:t>
            </a:r>
            <a:r>
              <a:rPr lang="en-US" altLang="zh-CN" b="1" dirty="0">
                <a:solidFill>
                  <a:srgbClr val="C00000"/>
                </a:solidFill>
              </a:rPr>
              <a:t>()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28301" y="2249453"/>
            <a:ext cx="6476147" cy="2554545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if(</a:t>
            </a:r>
            <a:r>
              <a:rPr lang="en-GB" altLang="zh-CN" sz="1600" b="1" dirty="0" err="1">
                <a:solidFill>
                  <a:prstClr val="black"/>
                </a:solidFill>
              </a:rPr>
              <a:t>HAL_ADC_Start_DMA</a:t>
            </a:r>
            <a:r>
              <a:rPr lang="en-GB" altLang="zh-CN" sz="1600" b="1" dirty="0">
                <a:solidFill>
                  <a:prstClr val="black"/>
                </a:solidFill>
              </a:rPr>
              <a:t>(&amp;hadc1,&amp;ADCx_ConvertedValue,1) != HAL_OK)</a:t>
            </a:r>
          </a:p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{ </a:t>
            </a:r>
            <a:r>
              <a:rPr lang="en-GB" altLang="zh-CN" sz="1600" b="1" dirty="0" err="1" smtClean="0">
                <a:solidFill>
                  <a:prstClr val="black"/>
                </a:solidFill>
              </a:rPr>
              <a:t>Error_Handler</a:t>
            </a:r>
            <a:r>
              <a:rPr lang="en-GB" altLang="zh-CN" sz="1600" b="1" dirty="0">
                <a:solidFill>
                  <a:prstClr val="black"/>
                </a:solidFill>
              </a:rPr>
              <a:t>();</a:t>
            </a:r>
          </a:p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}</a:t>
            </a:r>
          </a:p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void </a:t>
            </a:r>
            <a:r>
              <a:rPr lang="en-GB" altLang="zh-CN" sz="1600" b="1" dirty="0" err="1">
                <a:solidFill>
                  <a:prstClr val="black"/>
                </a:solidFill>
              </a:rPr>
              <a:t>HAL_ADC_ConvCpltCallback</a:t>
            </a:r>
            <a:r>
              <a:rPr lang="en-GB" altLang="zh-CN" sz="1600" b="1" dirty="0">
                <a:solidFill>
                  <a:prstClr val="black"/>
                </a:solidFill>
              </a:rPr>
              <a:t>(</a:t>
            </a:r>
            <a:r>
              <a:rPr lang="en-GB" altLang="zh-CN" sz="1600" b="1" dirty="0" err="1">
                <a:solidFill>
                  <a:prstClr val="black"/>
                </a:solidFill>
              </a:rPr>
              <a:t>ADC_HandleTypeDef</a:t>
            </a:r>
            <a:r>
              <a:rPr lang="en-GB" altLang="zh-CN" sz="1600" b="1" dirty="0">
                <a:solidFill>
                  <a:prstClr val="black"/>
                </a:solidFill>
              </a:rPr>
              <a:t>* </a:t>
            </a:r>
            <a:r>
              <a:rPr lang="en-GB" altLang="zh-CN" sz="1600" b="1" dirty="0" err="1">
                <a:solidFill>
                  <a:prstClr val="black"/>
                </a:solidFill>
              </a:rPr>
              <a:t>hadc</a:t>
            </a:r>
            <a:r>
              <a:rPr lang="en-GB" altLang="zh-CN" sz="1600" b="1" dirty="0">
                <a:solidFill>
                  <a:prstClr val="black"/>
                </a:solidFill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{ </a:t>
            </a:r>
          </a:p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/* DMA</a:t>
            </a:r>
            <a:r>
              <a:rPr lang="zh-CN" altLang="en-US" sz="1600" b="1" dirty="0">
                <a:solidFill>
                  <a:prstClr val="black"/>
                </a:solidFill>
              </a:rPr>
              <a:t>传输结束，指示灯</a:t>
            </a:r>
            <a:r>
              <a:rPr lang="en-GB" altLang="zh-CN" sz="1600" b="1" dirty="0">
                <a:solidFill>
                  <a:prstClr val="black"/>
                </a:solidFill>
              </a:rPr>
              <a:t>LED</a:t>
            </a:r>
            <a:r>
              <a:rPr lang="zh-CN" altLang="en-US" sz="1600" b="1" dirty="0">
                <a:solidFill>
                  <a:prstClr val="black"/>
                </a:solidFill>
              </a:rPr>
              <a:t>亮 *</a:t>
            </a:r>
            <a:r>
              <a:rPr lang="en-US" altLang="zh-CN" sz="1600" b="1" dirty="0">
                <a:solidFill>
                  <a:prstClr val="black"/>
                </a:solidFill>
              </a:rPr>
              <a:t>/</a:t>
            </a:r>
          </a:p>
          <a:p>
            <a:pPr>
              <a:lnSpc>
                <a:spcPct val="125000"/>
              </a:lnSpc>
            </a:pPr>
            <a:r>
              <a:rPr lang="en-GB" altLang="zh-CN" sz="1600" b="1" dirty="0" err="1">
                <a:solidFill>
                  <a:prstClr val="black"/>
                </a:solidFill>
              </a:rPr>
              <a:t>HAL_GPIO_WritePin</a:t>
            </a:r>
            <a:r>
              <a:rPr lang="en-GB" altLang="zh-CN" sz="1600" b="1" dirty="0">
                <a:solidFill>
                  <a:prstClr val="black"/>
                </a:solidFill>
              </a:rPr>
              <a:t>(GPIOE, GPIO_PIN_5, GPIO_PIN_RESET);</a:t>
            </a:r>
          </a:p>
          <a:p>
            <a:pPr>
              <a:lnSpc>
                <a:spcPct val="125000"/>
              </a:lnSpc>
            </a:pPr>
            <a:r>
              <a:rPr lang="en-GB" altLang="zh-CN" sz="1600" b="1" dirty="0">
                <a:solidFill>
                  <a:prstClr val="black"/>
                </a:solidFill>
              </a:rPr>
              <a:t>}	</a:t>
            </a:r>
          </a:p>
        </p:txBody>
      </p:sp>
      <p:sp>
        <p:nvSpPr>
          <p:cNvPr id="3" name="矩形 2"/>
          <p:cNvSpPr/>
          <p:nvPr/>
        </p:nvSpPr>
        <p:spPr>
          <a:xfrm>
            <a:off x="1728193" y="2241061"/>
            <a:ext cx="400109" cy="1447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使用</a:t>
            </a:r>
            <a:r>
              <a:rPr lang="zh-CN" altLang="en-US" b="1" dirty="0" smtClean="0">
                <a:solidFill>
                  <a:prstClr val="black"/>
                </a:solidFill>
              </a:rPr>
              <a:t>范例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7584" y="1042029"/>
            <a:ext cx="1114408" cy="4084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函数</a:t>
            </a:r>
            <a:r>
              <a:rPr lang="zh-CN" altLang="en-US" b="1" dirty="0" smtClean="0">
                <a:solidFill>
                  <a:prstClr val="black"/>
                </a:solidFill>
              </a:rPr>
              <a:t>原型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1" name="Freeform 24"/>
          <p:cNvSpPr>
            <a:spLocks/>
          </p:cNvSpPr>
          <p:nvPr/>
        </p:nvSpPr>
        <p:spPr bwMode="auto">
          <a:xfrm>
            <a:off x="290828" y="2365368"/>
            <a:ext cx="1183011" cy="2320565"/>
          </a:xfrm>
          <a:custGeom>
            <a:avLst/>
            <a:gdLst>
              <a:gd name="T0" fmla="*/ 1317 w 1567"/>
              <a:gd name="T1" fmla="*/ 1087 h 2116"/>
              <a:gd name="T2" fmla="*/ 1512 w 1567"/>
              <a:gd name="T3" fmla="*/ 862 h 2116"/>
              <a:gd name="T4" fmla="*/ 1211 w 1567"/>
              <a:gd name="T5" fmla="*/ 1050 h 2116"/>
              <a:gd name="T6" fmla="*/ 1029 w 1567"/>
              <a:gd name="T7" fmla="*/ 1123 h 2116"/>
              <a:gd name="T8" fmla="*/ 1064 w 1567"/>
              <a:gd name="T9" fmla="*/ 1044 h 2116"/>
              <a:gd name="T10" fmla="*/ 1111 w 1567"/>
              <a:gd name="T11" fmla="*/ 909 h 2116"/>
              <a:gd name="T12" fmla="*/ 1567 w 1567"/>
              <a:gd name="T13" fmla="*/ 524 h 2116"/>
              <a:gd name="T14" fmla="*/ 1131 w 1567"/>
              <a:gd name="T15" fmla="*/ 761 h 2116"/>
              <a:gd name="T16" fmla="*/ 1114 w 1567"/>
              <a:gd name="T17" fmla="*/ 579 h 2116"/>
              <a:gd name="T18" fmla="*/ 1284 w 1567"/>
              <a:gd name="T19" fmla="*/ 266 h 2116"/>
              <a:gd name="T20" fmla="*/ 1087 w 1567"/>
              <a:gd name="T21" fmla="*/ 490 h 2116"/>
              <a:gd name="T22" fmla="*/ 987 w 1567"/>
              <a:gd name="T23" fmla="*/ 310 h 2116"/>
              <a:gd name="T24" fmla="*/ 1017 w 1567"/>
              <a:gd name="T25" fmla="*/ 937 h 2116"/>
              <a:gd name="T26" fmla="*/ 795 w 1567"/>
              <a:gd name="T27" fmla="*/ 509 h 2116"/>
              <a:gd name="T28" fmla="*/ 899 w 1567"/>
              <a:gd name="T29" fmla="*/ 1168 h 2116"/>
              <a:gd name="T30" fmla="*/ 820 w 1567"/>
              <a:gd name="T31" fmla="*/ 1358 h 2116"/>
              <a:gd name="T32" fmla="*/ 644 w 1567"/>
              <a:gd name="T33" fmla="*/ 942 h 2116"/>
              <a:gd name="T34" fmla="*/ 873 w 1567"/>
              <a:gd name="T35" fmla="*/ 0 h 2116"/>
              <a:gd name="T36" fmla="*/ 680 w 1567"/>
              <a:gd name="T37" fmla="*/ 282 h 2116"/>
              <a:gd name="T38" fmla="*/ 520 w 1567"/>
              <a:gd name="T39" fmla="*/ 22 h 2116"/>
              <a:gd name="T40" fmla="*/ 629 w 1567"/>
              <a:gd name="T41" fmla="*/ 396 h 2116"/>
              <a:gd name="T42" fmla="*/ 549 w 1567"/>
              <a:gd name="T43" fmla="*/ 886 h 2116"/>
              <a:gd name="T44" fmla="*/ 589 w 1567"/>
              <a:gd name="T45" fmla="*/ 1130 h 2116"/>
              <a:gd name="T46" fmla="*/ 407 w 1567"/>
              <a:gd name="T47" fmla="*/ 295 h 2116"/>
              <a:gd name="T48" fmla="*/ 382 w 1567"/>
              <a:gd name="T49" fmla="*/ 671 h 2116"/>
              <a:gd name="T50" fmla="*/ 0 w 1567"/>
              <a:gd name="T51" fmla="*/ 548 h 2116"/>
              <a:gd name="T52" fmla="*/ 389 w 1567"/>
              <a:gd name="T53" fmla="*/ 754 h 2116"/>
              <a:gd name="T54" fmla="*/ 479 w 1567"/>
              <a:gd name="T55" fmla="*/ 1122 h 2116"/>
              <a:gd name="T56" fmla="*/ 290 w 1567"/>
              <a:gd name="T57" fmla="*/ 1097 h 2116"/>
              <a:gd name="T58" fmla="*/ 72 w 1567"/>
              <a:gd name="T59" fmla="*/ 825 h 2116"/>
              <a:gd name="T60" fmla="*/ 226 w 1567"/>
              <a:gd name="T61" fmla="*/ 1109 h 2116"/>
              <a:gd name="T62" fmla="*/ 18 w 1567"/>
              <a:gd name="T63" fmla="*/ 1208 h 2116"/>
              <a:gd name="T64" fmla="*/ 538 w 1567"/>
              <a:gd name="T65" fmla="*/ 1241 h 2116"/>
              <a:gd name="T66" fmla="*/ 608 w 1567"/>
              <a:gd name="T67" fmla="*/ 1347 h 2116"/>
              <a:gd name="T68" fmla="*/ 890 w 1567"/>
              <a:gd name="T69" fmla="*/ 2115 h 2116"/>
              <a:gd name="T70" fmla="*/ 1166 w 1567"/>
              <a:gd name="T71" fmla="*/ 2116 h 2116"/>
              <a:gd name="T72" fmla="*/ 983 w 1567"/>
              <a:gd name="T73" fmla="*/ 1539 h 2116"/>
              <a:gd name="T74" fmla="*/ 961 w 1567"/>
              <a:gd name="T75" fmla="*/ 1354 h 2116"/>
              <a:gd name="T76" fmla="*/ 1231 w 1567"/>
              <a:gd name="T77" fmla="*/ 1112 h 2116"/>
              <a:gd name="T78" fmla="*/ 1233 w 1567"/>
              <a:gd name="T79" fmla="*/ 1112 h 2116"/>
              <a:gd name="T80" fmla="*/ 1534 w 1567"/>
              <a:gd name="T81" fmla="*/ 1290 h 2116"/>
              <a:gd name="T82" fmla="*/ 1317 w 1567"/>
              <a:gd name="T83" fmla="*/ 1087 h 2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567" h="2116">
                <a:moveTo>
                  <a:pt x="1317" y="1087"/>
                </a:moveTo>
                <a:cubicBezTo>
                  <a:pt x="1416" y="1050"/>
                  <a:pt x="1504" y="971"/>
                  <a:pt x="1512" y="862"/>
                </a:cubicBezTo>
                <a:cubicBezTo>
                  <a:pt x="1478" y="1038"/>
                  <a:pt x="1315" y="1034"/>
                  <a:pt x="1211" y="1050"/>
                </a:cubicBezTo>
                <a:cubicBezTo>
                  <a:pt x="1127" y="1062"/>
                  <a:pt x="1077" y="1082"/>
                  <a:pt x="1029" y="1123"/>
                </a:cubicBezTo>
                <a:cubicBezTo>
                  <a:pt x="1039" y="1099"/>
                  <a:pt x="1051" y="1072"/>
                  <a:pt x="1064" y="1044"/>
                </a:cubicBezTo>
                <a:cubicBezTo>
                  <a:pt x="1084" y="1001"/>
                  <a:pt x="1100" y="955"/>
                  <a:pt x="1111" y="909"/>
                </a:cubicBezTo>
                <a:cubicBezTo>
                  <a:pt x="1186" y="731"/>
                  <a:pt x="1324" y="527"/>
                  <a:pt x="1567" y="524"/>
                </a:cubicBezTo>
                <a:cubicBezTo>
                  <a:pt x="1423" y="513"/>
                  <a:pt x="1253" y="617"/>
                  <a:pt x="1131" y="761"/>
                </a:cubicBezTo>
                <a:cubicBezTo>
                  <a:pt x="1133" y="701"/>
                  <a:pt x="1128" y="640"/>
                  <a:pt x="1114" y="579"/>
                </a:cubicBezTo>
                <a:cubicBezTo>
                  <a:pt x="1110" y="465"/>
                  <a:pt x="1145" y="339"/>
                  <a:pt x="1284" y="266"/>
                </a:cubicBezTo>
                <a:cubicBezTo>
                  <a:pt x="1198" y="305"/>
                  <a:pt x="1120" y="381"/>
                  <a:pt x="1087" y="490"/>
                </a:cubicBezTo>
                <a:cubicBezTo>
                  <a:pt x="1063" y="428"/>
                  <a:pt x="1030" y="368"/>
                  <a:pt x="987" y="310"/>
                </a:cubicBezTo>
                <a:cubicBezTo>
                  <a:pt x="1142" y="559"/>
                  <a:pt x="1095" y="764"/>
                  <a:pt x="1017" y="937"/>
                </a:cubicBezTo>
                <a:cubicBezTo>
                  <a:pt x="1010" y="754"/>
                  <a:pt x="917" y="601"/>
                  <a:pt x="795" y="509"/>
                </a:cubicBezTo>
                <a:cubicBezTo>
                  <a:pt x="986" y="704"/>
                  <a:pt x="971" y="980"/>
                  <a:pt x="899" y="1168"/>
                </a:cubicBezTo>
                <a:cubicBezTo>
                  <a:pt x="858" y="1245"/>
                  <a:pt x="831" y="1297"/>
                  <a:pt x="820" y="1358"/>
                </a:cubicBezTo>
                <a:cubicBezTo>
                  <a:pt x="739" y="1210"/>
                  <a:pt x="668" y="1046"/>
                  <a:pt x="644" y="942"/>
                </a:cubicBezTo>
                <a:cubicBezTo>
                  <a:pt x="590" y="708"/>
                  <a:pt x="609" y="334"/>
                  <a:pt x="873" y="0"/>
                </a:cubicBezTo>
                <a:cubicBezTo>
                  <a:pt x="805" y="76"/>
                  <a:pt x="736" y="174"/>
                  <a:pt x="680" y="282"/>
                </a:cubicBezTo>
                <a:cubicBezTo>
                  <a:pt x="666" y="167"/>
                  <a:pt x="601" y="75"/>
                  <a:pt x="520" y="22"/>
                </a:cubicBezTo>
                <a:cubicBezTo>
                  <a:pt x="659" y="127"/>
                  <a:pt x="661" y="276"/>
                  <a:pt x="629" y="396"/>
                </a:cubicBezTo>
                <a:cubicBezTo>
                  <a:pt x="567" y="550"/>
                  <a:pt x="531" y="720"/>
                  <a:pt x="549" y="886"/>
                </a:cubicBezTo>
                <a:cubicBezTo>
                  <a:pt x="553" y="926"/>
                  <a:pt x="566" y="1049"/>
                  <a:pt x="589" y="1130"/>
                </a:cubicBezTo>
                <a:cubicBezTo>
                  <a:pt x="449" y="940"/>
                  <a:pt x="359" y="660"/>
                  <a:pt x="407" y="295"/>
                </a:cubicBezTo>
                <a:cubicBezTo>
                  <a:pt x="383" y="407"/>
                  <a:pt x="375" y="535"/>
                  <a:pt x="382" y="671"/>
                </a:cubicBezTo>
                <a:cubicBezTo>
                  <a:pt x="273" y="554"/>
                  <a:pt x="124" y="521"/>
                  <a:pt x="0" y="548"/>
                </a:cubicBezTo>
                <a:cubicBezTo>
                  <a:pt x="204" y="520"/>
                  <a:pt x="330" y="635"/>
                  <a:pt x="389" y="754"/>
                </a:cubicBezTo>
                <a:cubicBezTo>
                  <a:pt x="405" y="880"/>
                  <a:pt x="431" y="1004"/>
                  <a:pt x="479" y="1122"/>
                </a:cubicBezTo>
                <a:cubicBezTo>
                  <a:pt x="416" y="1100"/>
                  <a:pt x="352" y="1093"/>
                  <a:pt x="290" y="1097"/>
                </a:cubicBezTo>
                <a:cubicBezTo>
                  <a:pt x="187" y="1057"/>
                  <a:pt x="87" y="977"/>
                  <a:pt x="72" y="825"/>
                </a:cubicBezTo>
                <a:cubicBezTo>
                  <a:pt x="75" y="926"/>
                  <a:pt x="126" y="1037"/>
                  <a:pt x="226" y="1109"/>
                </a:cubicBezTo>
                <a:cubicBezTo>
                  <a:pt x="150" y="1126"/>
                  <a:pt x="78" y="1159"/>
                  <a:pt x="18" y="1208"/>
                </a:cubicBezTo>
                <a:cubicBezTo>
                  <a:pt x="255" y="1128"/>
                  <a:pt x="417" y="1158"/>
                  <a:pt x="538" y="1241"/>
                </a:cubicBezTo>
                <a:cubicBezTo>
                  <a:pt x="559" y="1276"/>
                  <a:pt x="582" y="1314"/>
                  <a:pt x="608" y="1347"/>
                </a:cubicBezTo>
                <a:cubicBezTo>
                  <a:pt x="818" y="1627"/>
                  <a:pt x="936" y="1846"/>
                  <a:pt x="890" y="2115"/>
                </a:cubicBezTo>
                <a:cubicBezTo>
                  <a:pt x="1166" y="2116"/>
                  <a:pt x="1166" y="2116"/>
                  <a:pt x="1166" y="2116"/>
                </a:cubicBezTo>
                <a:cubicBezTo>
                  <a:pt x="1176" y="1919"/>
                  <a:pt x="1116" y="1721"/>
                  <a:pt x="983" y="1539"/>
                </a:cubicBezTo>
                <a:cubicBezTo>
                  <a:pt x="963" y="1471"/>
                  <a:pt x="955" y="1413"/>
                  <a:pt x="961" y="1354"/>
                </a:cubicBezTo>
                <a:cubicBezTo>
                  <a:pt x="1010" y="1233"/>
                  <a:pt x="1076" y="1141"/>
                  <a:pt x="1231" y="1112"/>
                </a:cubicBezTo>
                <a:cubicBezTo>
                  <a:pt x="1233" y="1112"/>
                  <a:pt x="1233" y="1112"/>
                  <a:pt x="1233" y="1112"/>
                </a:cubicBezTo>
                <a:cubicBezTo>
                  <a:pt x="1343" y="1115"/>
                  <a:pt x="1465" y="1152"/>
                  <a:pt x="1534" y="1290"/>
                </a:cubicBezTo>
                <a:cubicBezTo>
                  <a:pt x="1499" y="1204"/>
                  <a:pt x="1423" y="1125"/>
                  <a:pt x="1317" y="1087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34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21195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3948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10.4.2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ADC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库应用</a:t>
            </a:r>
            <a:r>
              <a:rPr lang="zh-CN" altLang="en-US" sz="2400" b="1" dirty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224162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泪滴形 18"/>
          <p:cNvSpPr/>
          <p:nvPr/>
        </p:nvSpPr>
        <p:spPr>
          <a:xfrm rot="8100000">
            <a:off x="554433" y="1214917"/>
            <a:ext cx="527503" cy="527503"/>
          </a:xfrm>
          <a:prstGeom prst="teardrop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4120" y="1869668"/>
            <a:ext cx="2959768" cy="28623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内部</a:t>
            </a:r>
            <a:r>
              <a:rPr lang="zh-CN" altLang="en-US" b="1" dirty="0"/>
              <a:t>有一个温度传感器</a:t>
            </a:r>
            <a:r>
              <a:rPr lang="zh-CN" altLang="en-US" b="1" dirty="0" smtClean="0"/>
              <a:t>，</a:t>
            </a:r>
            <a:r>
              <a:rPr lang="zh-CN" altLang="en-US" b="1" dirty="0"/>
              <a:t>测量范围为：</a:t>
            </a:r>
            <a:r>
              <a:rPr lang="en-US" altLang="zh-CN" b="1" dirty="0"/>
              <a:t>-40℃~125℃</a:t>
            </a:r>
            <a:r>
              <a:rPr lang="zh-CN" altLang="en-US" b="1" dirty="0"/>
              <a:t>，测量精度范围为</a:t>
            </a:r>
            <a:r>
              <a:rPr lang="en-US" altLang="zh-CN" b="1" dirty="0"/>
              <a:t>±1.5</a:t>
            </a:r>
            <a:r>
              <a:rPr lang="en-US" altLang="zh-CN" b="1" dirty="0" smtClean="0"/>
              <a:t>℃</a:t>
            </a:r>
            <a:r>
              <a:rPr lang="zh-CN" altLang="en-US" b="1" dirty="0" smtClean="0"/>
              <a:t>，用来</a:t>
            </a:r>
            <a:r>
              <a:rPr lang="zh-CN" altLang="en-US" b="1" dirty="0"/>
              <a:t>测量芯片内部的温度，连接在</a:t>
            </a:r>
            <a:r>
              <a:rPr lang="en-US" altLang="zh-CN" b="1" dirty="0"/>
              <a:t>ADC1_IN16</a:t>
            </a:r>
            <a:r>
              <a:rPr lang="zh-CN" altLang="en-US" b="1" dirty="0"/>
              <a:t>的输入通道</a:t>
            </a:r>
            <a:r>
              <a:rPr lang="zh-CN" altLang="en-US" b="1" dirty="0" smtClean="0"/>
              <a:t>上。</a:t>
            </a:r>
            <a:endParaRPr lang="zh-CN" altLang="en-US" b="1" dirty="0"/>
          </a:p>
          <a:p>
            <a:pPr>
              <a:lnSpc>
                <a:spcPct val="125000"/>
              </a:lnSpc>
            </a:pPr>
            <a:r>
              <a:rPr lang="zh-CN" altLang="en-US" b="1" dirty="0" smtClean="0"/>
              <a:t>     本实例将采集</a:t>
            </a:r>
            <a:r>
              <a:rPr lang="zh-CN" altLang="en-US" b="1" dirty="0"/>
              <a:t>到的温度数据通过串口发送到</a:t>
            </a:r>
            <a:r>
              <a:rPr lang="en-US" altLang="zh-CN" b="1" dirty="0"/>
              <a:t>PC</a:t>
            </a:r>
            <a:r>
              <a:rPr lang="zh-CN" altLang="en-US" b="1" dirty="0"/>
              <a:t>机。</a:t>
            </a:r>
          </a:p>
        </p:txBody>
      </p:sp>
      <p:sp>
        <p:nvSpPr>
          <p:cNvPr id="7" name="矩形 6"/>
          <p:cNvSpPr/>
          <p:nvPr/>
        </p:nvSpPr>
        <p:spPr>
          <a:xfrm>
            <a:off x="1172292" y="1316162"/>
            <a:ext cx="1114408" cy="36933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zh-CN" b="1" dirty="0"/>
              <a:t>功能描述</a:t>
            </a:r>
            <a:endParaRPr lang="zh-CN" altLang="en-US" b="1" dirty="0"/>
          </a:p>
        </p:txBody>
      </p:sp>
      <p:sp>
        <p:nvSpPr>
          <p:cNvPr id="3" name="太阳形 2"/>
          <p:cNvSpPr/>
          <p:nvPr/>
        </p:nvSpPr>
        <p:spPr>
          <a:xfrm>
            <a:off x="611208" y="1273835"/>
            <a:ext cx="422648" cy="432048"/>
          </a:xfrm>
          <a:prstGeom prst="su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pic>
        <p:nvPicPr>
          <p:cNvPr id="13" name="图片 12" descr="E:\教材编写2019-8-29刘\第九章图\2019-09-18_164427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105667"/>
            <a:ext cx="4752528" cy="30877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4917314" y="4299942"/>
            <a:ext cx="2909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STM32</a:t>
            </a:r>
            <a:r>
              <a:rPr lang="zh-CN" altLang="zh-CN" b="1" dirty="0"/>
              <a:t>内部温度传感器说明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585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3639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ADC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354445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224162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65740" y="1013996"/>
            <a:ext cx="2292629" cy="11310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V25</a:t>
            </a:r>
            <a:r>
              <a:rPr lang="zh-CN" altLang="en-US" b="1" dirty="0" smtClean="0"/>
              <a:t>为温度传感器在</a:t>
            </a:r>
            <a:r>
              <a:rPr lang="en-US" altLang="zh-CN" b="1" dirty="0" smtClean="0"/>
              <a:t>25℃</a:t>
            </a:r>
            <a:r>
              <a:rPr lang="zh-CN" altLang="en-US" b="1" dirty="0" smtClean="0"/>
              <a:t>时的输出电压，典型值为</a:t>
            </a:r>
            <a:r>
              <a:rPr lang="en-US" altLang="zh-CN" b="1" dirty="0" smtClean="0"/>
              <a:t>1.43V</a:t>
            </a:r>
            <a:r>
              <a:rPr lang="zh-CN" altLang="en-US" b="1" dirty="0" smtClean="0"/>
              <a:t>；</a:t>
            </a:r>
            <a:endParaRPr lang="zh-CN" altLang="en-US" b="1" dirty="0"/>
          </a:p>
        </p:txBody>
      </p:sp>
      <p:pic>
        <p:nvPicPr>
          <p:cNvPr id="15" name="图片 14" descr="E:\教材编写2019-8-29刘\第九章图\2019-09-18_165418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7614"/>
            <a:ext cx="5696845" cy="252934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矩形 15"/>
          <p:cNvSpPr/>
          <p:nvPr/>
        </p:nvSpPr>
        <p:spPr>
          <a:xfrm>
            <a:off x="6365740" y="2404358"/>
            <a:ext cx="2343351" cy="18235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err="1" smtClean="0"/>
              <a:t>Avg_Slope</a:t>
            </a:r>
            <a:r>
              <a:rPr lang="zh-CN" altLang="en-US" b="1" dirty="0"/>
              <a:t>为温度传感器输出电压与温度曲线的平均斜率的关联参数，典型值为</a:t>
            </a:r>
            <a:r>
              <a:rPr lang="en-US" altLang="zh-CN" b="1" dirty="0"/>
              <a:t>4.3mV/</a:t>
            </a:r>
            <a:r>
              <a:rPr lang="en-US" altLang="zh-CN" b="1" dirty="0" smtClean="0"/>
              <a:t>℃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99557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3639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ADC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224162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泪滴形 18"/>
          <p:cNvSpPr/>
          <p:nvPr/>
        </p:nvSpPr>
        <p:spPr>
          <a:xfrm rot="8100000">
            <a:off x="554433" y="1214917"/>
            <a:ext cx="527503" cy="527503"/>
          </a:xfrm>
          <a:prstGeom prst="teardrop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44208" y="1103595"/>
            <a:ext cx="2232248" cy="352468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Blip>
                <a:blip r:embed="rId4"/>
              </a:buBlip>
            </a:pPr>
            <a:r>
              <a:rPr lang="zh-CN" altLang="en-US" b="1" dirty="0" smtClean="0"/>
              <a:t>通过</a:t>
            </a:r>
            <a:r>
              <a:rPr lang="zh-CN" altLang="en-US" b="1" dirty="0"/>
              <a:t>连接在</a:t>
            </a:r>
            <a:r>
              <a:rPr lang="en-US" altLang="zh-CN" b="1" dirty="0"/>
              <a:t>ADC1</a:t>
            </a:r>
            <a:r>
              <a:rPr lang="zh-CN" altLang="en-US" b="1" dirty="0"/>
              <a:t>的通道</a:t>
            </a:r>
            <a:r>
              <a:rPr lang="en-US" altLang="zh-CN" b="1" dirty="0"/>
              <a:t>16</a:t>
            </a:r>
            <a:r>
              <a:rPr lang="zh-CN" altLang="en-US" b="1" dirty="0"/>
              <a:t>上的</a:t>
            </a:r>
            <a:r>
              <a:rPr lang="en-US" altLang="zh-CN" b="1" dirty="0"/>
              <a:t>STM32F103</a:t>
            </a:r>
            <a:r>
              <a:rPr lang="zh-CN" altLang="en-US" b="1" dirty="0"/>
              <a:t>内部温度传感器获取芯片内部的</a:t>
            </a:r>
            <a:r>
              <a:rPr lang="zh-CN" altLang="en-US" b="1" dirty="0" smtClean="0"/>
              <a:t>温度；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Blip>
                <a:blip r:embed="rId4"/>
              </a:buBlip>
            </a:pPr>
            <a:r>
              <a:rPr lang="zh-CN" altLang="en-US" b="1" dirty="0" smtClean="0"/>
              <a:t>利用</a:t>
            </a:r>
            <a:r>
              <a:rPr lang="en-US" altLang="zh-CN" b="1" dirty="0"/>
              <a:t>DMA</a:t>
            </a:r>
            <a:r>
              <a:rPr lang="zh-CN" altLang="en-US" b="1" dirty="0"/>
              <a:t>传输方式通过串口将采集到的温度数据显示出来。</a:t>
            </a:r>
          </a:p>
        </p:txBody>
      </p:sp>
      <p:sp>
        <p:nvSpPr>
          <p:cNvPr id="7" name="矩形 6"/>
          <p:cNvSpPr/>
          <p:nvPr/>
        </p:nvSpPr>
        <p:spPr>
          <a:xfrm>
            <a:off x="1172292" y="1316162"/>
            <a:ext cx="1114408" cy="36933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b="1" dirty="0" smtClean="0"/>
              <a:t>硬件设计</a:t>
            </a:r>
            <a:endParaRPr lang="zh-CN" altLang="en-US" b="1" dirty="0"/>
          </a:p>
        </p:txBody>
      </p:sp>
      <p:sp>
        <p:nvSpPr>
          <p:cNvPr id="3" name="太阳形 2"/>
          <p:cNvSpPr/>
          <p:nvPr/>
        </p:nvSpPr>
        <p:spPr>
          <a:xfrm>
            <a:off x="611208" y="1273835"/>
            <a:ext cx="422648" cy="432048"/>
          </a:xfrm>
          <a:prstGeom prst="su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148613"/>
              </p:ext>
            </p:extLst>
          </p:nvPr>
        </p:nvGraphicFramePr>
        <p:xfrm>
          <a:off x="360228" y="2050680"/>
          <a:ext cx="5768847" cy="2313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40" name="Visio" r:id="rId5" imgW="2772428" imgH="1117584" progId="Visio.Drawing.11">
                  <p:embed/>
                </p:oleObj>
              </mc:Choice>
              <mc:Fallback>
                <p:oleObj name="Visio" r:id="rId5" imgW="2772428" imgH="111758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28" y="2050680"/>
                        <a:ext cx="5768847" cy="23135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09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3639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10.4.2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ADC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1959821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2022186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泪滴形 18"/>
          <p:cNvSpPr/>
          <p:nvPr/>
        </p:nvSpPr>
        <p:spPr>
          <a:xfrm rot="8100000">
            <a:off x="8065625" y="234421"/>
            <a:ext cx="527503" cy="527503"/>
          </a:xfrm>
          <a:prstGeom prst="teardrop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41967" y="406932"/>
            <a:ext cx="1114408" cy="36933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b="1" dirty="0" smtClean="0"/>
              <a:t>软件设计</a:t>
            </a:r>
            <a:endParaRPr lang="zh-CN" altLang="en-US" b="1" dirty="0"/>
          </a:p>
        </p:txBody>
      </p:sp>
      <p:sp>
        <p:nvSpPr>
          <p:cNvPr id="3" name="太阳形 2"/>
          <p:cNvSpPr/>
          <p:nvPr/>
        </p:nvSpPr>
        <p:spPr>
          <a:xfrm>
            <a:off x="8125096" y="304062"/>
            <a:ext cx="422648" cy="432048"/>
          </a:xfrm>
          <a:prstGeom prst="su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graphicFrame>
        <p:nvGraphicFramePr>
          <p:cNvPr id="15" name="图示 14"/>
          <p:cNvGraphicFramePr/>
          <p:nvPr>
            <p:extLst>
              <p:ext uri="{D42A27DB-BD31-4B8C-83A1-F6EECF244321}">
                <p14:modId xmlns:p14="http://schemas.microsoft.com/office/powerpoint/2010/main" val="1211838815"/>
              </p:ext>
            </p:extLst>
          </p:nvPr>
        </p:nvGraphicFramePr>
        <p:xfrm>
          <a:off x="616391" y="483518"/>
          <a:ext cx="7857746" cy="3548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右箭头 15"/>
          <p:cNvSpPr/>
          <p:nvPr/>
        </p:nvSpPr>
        <p:spPr>
          <a:xfrm>
            <a:off x="1048438" y="3797773"/>
            <a:ext cx="7287982" cy="36004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7" name="圆角矩形 16"/>
          <p:cNvSpPr/>
          <p:nvPr/>
        </p:nvSpPr>
        <p:spPr>
          <a:xfrm>
            <a:off x="1444483" y="3634529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zh-CN" altLang="zh-CN" b="1" dirty="0" smtClean="0">
                <a:solidFill>
                  <a:schemeClr val="tx1"/>
                </a:solidFill>
              </a:rPr>
              <a:t>配置</a:t>
            </a:r>
            <a:r>
              <a:rPr lang="en-US" altLang="zh-CN" b="1" dirty="0" smtClean="0">
                <a:solidFill>
                  <a:schemeClr val="tx1"/>
                </a:solidFill>
              </a:rPr>
              <a:t>RCC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796389" y="3634529"/>
            <a:ext cx="1199547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配置</a:t>
            </a:r>
            <a:r>
              <a:rPr lang="en-US" altLang="zh-CN" b="1" dirty="0" smtClean="0">
                <a:solidFill>
                  <a:schemeClr val="tx1"/>
                </a:solidFill>
              </a:rPr>
              <a:t>ADC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139953" y="3634529"/>
            <a:ext cx="2088232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设置</a:t>
            </a:r>
            <a:r>
              <a:rPr lang="en-US" altLang="zh-CN" b="1" dirty="0">
                <a:solidFill>
                  <a:schemeClr val="tx1"/>
                </a:solidFill>
              </a:rPr>
              <a:t>STM32</a:t>
            </a:r>
            <a:r>
              <a:rPr lang="zh-CN" altLang="en-US" b="1" dirty="0">
                <a:solidFill>
                  <a:schemeClr val="tx1"/>
                </a:solidFill>
              </a:rPr>
              <a:t>时钟系统和</a:t>
            </a:r>
            <a:r>
              <a:rPr lang="en-US" altLang="zh-CN" b="1" dirty="0">
                <a:solidFill>
                  <a:schemeClr val="tx1"/>
                </a:solidFill>
              </a:rPr>
              <a:t>ADC</a:t>
            </a:r>
            <a:r>
              <a:rPr lang="zh-CN" altLang="en-US" b="1" dirty="0">
                <a:solidFill>
                  <a:schemeClr val="tx1"/>
                </a:solidFill>
              </a:rPr>
              <a:t>的时钟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6372200" y="3634529"/>
            <a:ext cx="1512168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串口</a:t>
            </a:r>
            <a:r>
              <a:rPr lang="en-GB" altLang="zh-CN" b="1" dirty="0">
                <a:solidFill>
                  <a:schemeClr val="tx1"/>
                </a:solidFill>
              </a:rPr>
              <a:t>USART1</a:t>
            </a:r>
            <a:r>
              <a:rPr lang="zh-CN" altLang="en-US" b="1" dirty="0">
                <a:solidFill>
                  <a:schemeClr val="tx1"/>
                </a:solidFill>
              </a:rPr>
              <a:t>配置</a:t>
            </a:r>
          </a:p>
        </p:txBody>
      </p:sp>
      <p:sp>
        <p:nvSpPr>
          <p:cNvPr id="22" name="左大括号 21"/>
          <p:cNvSpPr/>
          <p:nvPr/>
        </p:nvSpPr>
        <p:spPr>
          <a:xfrm rot="5400000">
            <a:off x="4466403" y="305913"/>
            <a:ext cx="288032" cy="5971834"/>
          </a:xfrm>
          <a:prstGeom prst="leftBrace">
            <a:avLst>
              <a:gd name="adj1" fmla="val 51646"/>
              <a:gd name="adj2" fmla="val 70095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57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528679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5161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工程，选择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7089" y="1635646"/>
            <a:ext cx="2664296" cy="23671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新建</a:t>
            </a:r>
            <a:r>
              <a:rPr lang="en-US" altLang="zh-CN" sz="2000" b="1" dirty="0"/>
              <a:t>STM32CubeMx</a:t>
            </a:r>
            <a:r>
              <a:rPr lang="zh-CN" altLang="en-US" sz="2000" b="1" dirty="0"/>
              <a:t>工程，选择</a:t>
            </a:r>
            <a:r>
              <a:rPr lang="en-US" altLang="zh-CN" sz="2000" b="1" dirty="0"/>
              <a:t>MCU</a:t>
            </a:r>
            <a:r>
              <a:rPr lang="zh-CN" altLang="en-US" sz="2000" b="1" dirty="0"/>
              <a:t>，这里选择</a:t>
            </a:r>
            <a:r>
              <a:rPr lang="en-US" altLang="zh-CN" sz="2000" b="1" dirty="0"/>
              <a:t>STM32F103ZETx</a:t>
            </a:r>
            <a:r>
              <a:rPr lang="zh-CN" altLang="en-US" sz="2000" b="1" dirty="0"/>
              <a:t>芯片，读者可根据自己的目标板选择相应的芯片</a:t>
            </a:r>
          </a:p>
        </p:txBody>
      </p:sp>
      <p:sp>
        <p:nvSpPr>
          <p:cNvPr id="10" name="矩形 9"/>
          <p:cNvSpPr/>
          <p:nvPr/>
        </p:nvSpPr>
        <p:spPr>
          <a:xfrm>
            <a:off x="3563888" y="1203598"/>
            <a:ext cx="5256584" cy="3456384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 descr="E:\教材编写2019-8-29刘\第九章图\2019-09-18_155937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892" y="1275606"/>
            <a:ext cx="5184576" cy="33123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619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248444" y="1560744"/>
            <a:ext cx="2142556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2000" b="1" dirty="0" smtClean="0"/>
              <a:t>HSE</a:t>
            </a:r>
            <a:r>
              <a:rPr lang="zh-CN" altLang="en-US" sz="2000" b="1" dirty="0" smtClean="0"/>
              <a:t>选择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Crystal/Ceramic Resonator”</a:t>
            </a:r>
            <a:r>
              <a:rPr lang="zh-CN" altLang="en-GB" sz="2000" b="1" dirty="0"/>
              <a:t>（</a:t>
            </a:r>
            <a:r>
              <a:rPr lang="zh-CN" altLang="en-US" sz="2000" b="1" dirty="0"/>
              <a:t>晶振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陶瓷谐振器</a:t>
            </a:r>
            <a:r>
              <a:rPr lang="zh-CN" altLang="en-US" sz="2000" b="1" dirty="0" smtClean="0"/>
              <a:t>），</a:t>
            </a:r>
            <a:r>
              <a:rPr lang="en-GB" altLang="zh-CN" sz="2000" b="1" dirty="0" smtClean="0"/>
              <a:t>LSE</a:t>
            </a:r>
            <a:r>
              <a:rPr lang="zh-CN" altLang="en-US" sz="2000" b="1" dirty="0" smtClean="0"/>
              <a:t>选择</a:t>
            </a:r>
            <a:r>
              <a:rPr lang="zh-CN" altLang="en-US" sz="2000" b="1" dirty="0"/>
              <a:t>“</a:t>
            </a:r>
            <a:r>
              <a:rPr lang="en-GB" altLang="zh-CN" sz="2000" b="1" dirty="0" smtClean="0"/>
              <a:t>Disable</a:t>
            </a:r>
            <a:r>
              <a:rPr lang="zh-CN" altLang="en-US" sz="2000" b="1" dirty="0" smtClean="0"/>
              <a:t>”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37843" y="406933"/>
            <a:ext cx="1021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smtClean="0">
                <a:solidFill>
                  <a:srgbClr val="C00000"/>
                </a:solidFill>
              </a:rPr>
              <a:t>RCC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9" name="图片 8" descr="F:\教材编写2019-8-刘\书稿截图\第10章定时器截图\2019-09-16_1520381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097507"/>
            <a:ext cx="6319465" cy="38154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10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467544" y="1779662"/>
            <a:ext cx="2736304" cy="16312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本</a:t>
            </a:r>
            <a:r>
              <a:rPr lang="zh-CN" altLang="en-US" sz="2000" b="1" dirty="0"/>
              <a:t>实例采用</a:t>
            </a:r>
            <a:r>
              <a:rPr lang="en-GB" altLang="zh-CN" sz="2000" b="1" dirty="0"/>
              <a:t>ADC1</a:t>
            </a:r>
            <a:r>
              <a:rPr lang="zh-CN" altLang="en-US" sz="2000" b="1" dirty="0"/>
              <a:t>的“</a:t>
            </a:r>
            <a:r>
              <a:rPr lang="en-GB" altLang="zh-CN" sz="2000" b="1" dirty="0"/>
              <a:t>Temperature Sensor </a:t>
            </a:r>
            <a:r>
              <a:rPr lang="en-GB" altLang="zh-CN" sz="2000" b="1" dirty="0" smtClean="0"/>
              <a:t>Channel</a:t>
            </a:r>
            <a:r>
              <a:rPr lang="zh-CN" altLang="en-US" sz="2000" b="1" dirty="0" smtClean="0"/>
              <a:t>”通道</a:t>
            </a:r>
            <a:r>
              <a:rPr lang="zh-CN" altLang="en-US" sz="2000" b="1" dirty="0"/>
              <a:t>（即连接在</a:t>
            </a:r>
            <a:r>
              <a:rPr lang="en-GB" altLang="zh-CN" sz="2000" b="1" dirty="0"/>
              <a:t>ADC1_IN16</a:t>
            </a:r>
            <a:r>
              <a:rPr lang="zh-CN" altLang="en-GB" sz="2000" b="1" dirty="0"/>
              <a:t>）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37843" y="406933"/>
            <a:ext cx="3159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r>
              <a:rPr lang="en-US" altLang="zh-CN" b="1" dirty="0" smtClean="0">
                <a:solidFill>
                  <a:srgbClr val="C00000"/>
                </a:solidFill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</a:rPr>
              <a:t>设置</a:t>
            </a:r>
            <a:r>
              <a:rPr lang="en-US" altLang="zh-CN" b="1" dirty="0">
                <a:solidFill>
                  <a:srgbClr val="C00000"/>
                </a:solidFill>
              </a:rPr>
              <a:t>ADC1</a:t>
            </a:r>
            <a:r>
              <a:rPr lang="zh-CN" altLang="en-US" b="1" dirty="0">
                <a:solidFill>
                  <a:srgbClr val="C00000"/>
                </a:solidFill>
              </a:rPr>
              <a:t>的通道</a:t>
            </a:r>
          </a:p>
        </p:txBody>
      </p:sp>
      <p:pic>
        <p:nvPicPr>
          <p:cNvPr id="10" name="图片 9" descr="E:\教材编写2019-8-29刘\第九章图\2019-09-18_210211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987574"/>
            <a:ext cx="5267955" cy="3888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487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395536" y="1173819"/>
            <a:ext cx="2952328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在</a:t>
            </a:r>
            <a:r>
              <a:rPr lang="en-US" altLang="zh-CN" b="1" dirty="0"/>
              <a:t>ADC1</a:t>
            </a:r>
            <a:r>
              <a:rPr lang="zh-CN" altLang="en-US" b="1" dirty="0"/>
              <a:t>参数配置“</a:t>
            </a:r>
            <a:r>
              <a:rPr lang="en-US" altLang="zh-CN" b="1" dirty="0"/>
              <a:t>Configuration”</a:t>
            </a:r>
            <a:r>
              <a:rPr lang="zh-CN" altLang="en-US" b="1" dirty="0"/>
              <a:t>选项配置页的“</a:t>
            </a:r>
            <a:r>
              <a:rPr lang="en-US" altLang="zh-CN" b="1" dirty="0"/>
              <a:t>Parameter Settings”</a:t>
            </a:r>
            <a:r>
              <a:rPr lang="zh-CN" altLang="en-US" b="1" dirty="0"/>
              <a:t>中对</a:t>
            </a:r>
            <a:r>
              <a:rPr lang="en-US" altLang="zh-CN" b="1" dirty="0"/>
              <a:t>ADC1</a:t>
            </a:r>
            <a:r>
              <a:rPr lang="zh-CN" altLang="en-US" b="1" dirty="0"/>
              <a:t>的相关参数进行设置，本例配置</a:t>
            </a:r>
            <a:r>
              <a:rPr lang="en-US" altLang="zh-CN" b="1" dirty="0"/>
              <a:t>ADC1</a:t>
            </a:r>
            <a:r>
              <a:rPr lang="zh-CN" altLang="en-US" b="1" dirty="0"/>
              <a:t>为独立模式，设置数据对齐方式为右对齐，禁止扫描转换模式，使能连续转换模式，在“</a:t>
            </a:r>
            <a:r>
              <a:rPr lang="en-US" altLang="zh-CN" b="1" dirty="0"/>
              <a:t>Rank”</a:t>
            </a:r>
            <a:r>
              <a:rPr lang="zh-CN" altLang="en-US" b="1" dirty="0"/>
              <a:t>项中设置采样周期为</a:t>
            </a:r>
            <a:r>
              <a:rPr lang="en-US" altLang="zh-CN" b="1" dirty="0"/>
              <a:t>55.5Cycles</a:t>
            </a:r>
            <a:endParaRPr lang="zh-CN" altLang="en-US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37843" y="406933"/>
            <a:ext cx="3159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r>
              <a:rPr lang="en-US" altLang="zh-CN" b="1" dirty="0" smtClean="0">
                <a:solidFill>
                  <a:srgbClr val="C00000"/>
                </a:solidFill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</a:rPr>
              <a:t>配置</a:t>
            </a:r>
            <a:r>
              <a:rPr lang="en-US" altLang="zh-CN" b="1" dirty="0">
                <a:solidFill>
                  <a:srgbClr val="C00000"/>
                </a:solidFill>
              </a:rPr>
              <a:t>ADC1</a:t>
            </a:r>
            <a:r>
              <a:rPr lang="zh-CN" altLang="en-US" b="1" dirty="0">
                <a:solidFill>
                  <a:srgbClr val="C00000"/>
                </a:solidFill>
              </a:rPr>
              <a:t>的参数</a:t>
            </a:r>
          </a:p>
        </p:txBody>
      </p:sp>
      <p:pic>
        <p:nvPicPr>
          <p:cNvPr id="11" name="图片 10" descr="F:\教材编写2019-8-刘\书稿截图\第九章图\2019-09-18_211418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203597"/>
            <a:ext cx="4953168" cy="34319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314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1500061" y="1419622"/>
            <a:ext cx="6143878" cy="7848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 在</a:t>
            </a:r>
            <a:r>
              <a:rPr lang="en-GB" altLang="zh-CN" b="1" dirty="0"/>
              <a:t>ADC1</a:t>
            </a:r>
            <a:r>
              <a:rPr lang="zh-CN" altLang="en-US" b="1" dirty="0"/>
              <a:t>参数配置“</a:t>
            </a:r>
            <a:r>
              <a:rPr lang="en-GB" altLang="zh-CN" b="1" dirty="0"/>
              <a:t>Configuration”</a:t>
            </a:r>
            <a:r>
              <a:rPr lang="zh-CN" altLang="en-US" b="1" dirty="0"/>
              <a:t>选项配置页的“</a:t>
            </a:r>
            <a:r>
              <a:rPr lang="en-GB" altLang="zh-CN" b="1" dirty="0"/>
              <a:t>NVIC Settings”</a:t>
            </a:r>
            <a:r>
              <a:rPr lang="zh-CN" altLang="en-US" b="1" dirty="0"/>
              <a:t>中开启</a:t>
            </a:r>
            <a:r>
              <a:rPr lang="en-GB" altLang="zh-CN" b="1" dirty="0"/>
              <a:t>ADC1</a:t>
            </a:r>
            <a:r>
              <a:rPr lang="zh-CN" altLang="en-US" b="1" dirty="0"/>
              <a:t>的全局中断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37843" y="406933"/>
            <a:ext cx="3159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r>
              <a:rPr lang="en-US" altLang="zh-CN" b="1" dirty="0" smtClean="0">
                <a:solidFill>
                  <a:srgbClr val="C00000"/>
                </a:solidFill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</a:rPr>
              <a:t>开启</a:t>
            </a:r>
            <a:r>
              <a:rPr lang="en-GB" altLang="zh-CN" b="1" dirty="0">
                <a:solidFill>
                  <a:srgbClr val="C00000"/>
                </a:solidFill>
              </a:rPr>
              <a:t>ADC1</a:t>
            </a:r>
            <a:r>
              <a:rPr lang="zh-CN" altLang="en-US" b="1" dirty="0">
                <a:solidFill>
                  <a:srgbClr val="C00000"/>
                </a:solidFill>
              </a:rPr>
              <a:t>的中断</a:t>
            </a:r>
          </a:p>
        </p:txBody>
      </p:sp>
      <p:pic>
        <p:nvPicPr>
          <p:cNvPr id="9" name="图片 8" descr="E:\教材编写2019-8-29刘\第九章图\2019-09-18_21293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12" y="2571750"/>
            <a:ext cx="6893972" cy="1512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150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395536" y="1330349"/>
            <a:ext cx="2952328" cy="317843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在</a:t>
            </a:r>
            <a:r>
              <a:rPr lang="en-GB" altLang="zh-CN" b="1" dirty="0"/>
              <a:t>ADC1</a:t>
            </a:r>
            <a:r>
              <a:rPr lang="zh-CN" altLang="en-US" b="1" dirty="0"/>
              <a:t>参数配置“</a:t>
            </a:r>
            <a:r>
              <a:rPr lang="en-GB" altLang="zh-CN" b="1" dirty="0"/>
              <a:t>Configuration”</a:t>
            </a:r>
            <a:r>
              <a:rPr lang="zh-CN" altLang="en-US" b="1" dirty="0"/>
              <a:t>选项配置页的“</a:t>
            </a:r>
            <a:r>
              <a:rPr lang="en-GB" altLang="zh-CN" b="1" dirty="0"/>
              <a:t>DMA Settings”</a:t>
            </a:r>
            <a:r>
              <a:rPr lang="zh-CN" altLang="en-US" b="1" dirty="0"/>
              <a:t>中，单击“</a:t>
            </a:r>
            <a:r>
              <a:rPr lang="en-GB" altLang="zh-CN" b="1" dirty="0"/>
              <a:t>Add”</a:t>
            </a:r>
            <a:r>
              <a:rPr lang="zh-CN" altLang="en-GB" b="1" dirty="0"/>
              <a:t>，</a:t>
            </a:r>
            <a:r>
              <a:rPr lang="zh-CN" altLang="en-US" b="1" dirty="0"/>
              <a:t>添加</a:t>
            </a:r>
            <a:r>
              <a:rPr lang="en-GB" altLang="zh-CN" b="1" dirty="0"/>
              <a:t>ADC1</a:t>
            </a:r>
            <a:r>
              <a:rPr lang="zh-CN" altLang="en-US" b="1" dirty="0"/>
              <a:t>的</a:t>
            </a:r>
            <a:r>
              <a:rPr lang="en-GB" altLang="zh-CN" b="1" dirty="0"/>
              <a:t>DMA</a:t>
            </a:r>
            <a:r>
              <a:rPr lang="zh-CN" altLang="en-US" b="1" dirty="0"/>
              <a:t>传输方式，</a:t>
            </a:r>
            <a:r>
              <a:rPr lang="zh-CN" altLang="en-US" b="1" dirty="0" smtClean="0"/>
              <a:t>设置</a:t>
            </a:r>
            <a:r>
              <a:rPr lang="zh-CN" altLang="en-US" b="1" dirty="0"/>
              <a:t>其</a:t>
            </a:r>
            <a:r>
              <a:rPr lang="zh-CN" altLang="en-US" b="1" dirty="0" smtClean="0"/>
              <a:t>优先级</a:t>
            </a:r>
            <a:r>
              <a:rPr lang="zh-CN" altLang="en-US" b="1" dirty="0"/>
              <a:t>“</a:t>
            </a:r>
            <a:r>
              <a:rPr lang="en-GB" altLang="zh-CN" b="1" dirty="0"/>
              <a:t>Priority”</a:t>
            </a:r>
            <a:r>
              <a:rPr lang="zh-CN" altLang="en-US" b="1" dirty="0"/>
              <a:t>为“</a:t>
            </a:r>
            <a:r>
              <a:rPr lang="en-GB" altLang="zh-CN" b="1" dirty="0"/>
              <a:t>High”</a:t>
            </a:r>
            <a:r>
              <a:rPr lang="zh-CN" altLang="en-GB" b="1" dirty="0"/>
              <a:t>，“</a:t>
            </a:r>
            <a:r>
              <a:rPr lang="en-GB" altLang="zh-CN" b="1" dirty="0"/>
              <a:t>Mode”</a:t>
            </a:r>
            <a:r>
              <a:rPr lang="zh-CN" altLang="en-US" b="1" dirty="0"/>
              <a:t>选择为“</a:t>
            </a:r>
            <a:r>
              <a:rPr lang="en-GB" altLang="zh-CN" b="1" dirty="0"/>
              <a:t>Circular”</a:t>
            </a:r>
            <a:r>
              <a:rPr lang="zh-CN" altLang="en-GB" b="1" dirty="0"/>
              <a:t>，“</a:t>
            </a:r>
            <a:r>
              <a:rPr lang="en-GB" altLang="zh-CN" b="1" dirty="0"/>
              <a:t>Data Width”</a:t>
            </a:r>
            <a:r>
              <a:rPr lang="zh-CN" altLang="en-US" b="1" dirty="0"/>
              <a:t>设置为“</a:t>
            </a:r>
            <a:r>
              <a:rPr lang="en-GB" altLang="zh-CN" b="1" dirty="0"/>
              <a:t>Half Word”</a:t>
            </a:r>
            <a:endParaRPr lang="zh-CN" altLang="en-US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220072" y="406933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ADC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r>
              <a:rPr lang="en-US" altLang="zh-CN" b="1" dirty="0" smtClean="0">
                <a:solidFill>
                  <a:srgbClr val="C00000"/>
                </a:solidFill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</a:rPr>
              <a:t>添加</a:t>
            </a:r>
            <a:r>
              <a:rPr lang="en-US" altLang="zh-CN" b="1" dirty="0">
                <a:solidFill>
                  <a:srgbClr val="C00000"/>
                </a:solidFill>
              </a:rPr>
              <a:t>ADC1</a:t>
            </a:r>
            <a:r>
              <a:rPr lang="zh-CN" altLang="en-US" b="1" dirty="0">
                <a:solidFill>
                  <a:srgbClr val="C00000"/>
                </a:solidFill>
              </a:rPr>
              <a:t>的</a:t>
            </a:r>
            <a:r>
              <a:rPr lang="en-US" altLang="zh-CN" b="1" dirty="0">
                <a:solidFill>
                  <a:srgbClr val="C00000"/>
                </a:solidFill>
              </a:rPr>
              <a:t>DMA</a:t>
            </a:r>
            <a:r>
              <a:rPr lang="zh-CN" altLang="en-US" b="1" dirty="0">
                <a:solidFill>
                  <a:srgbClr val="C00000"/>
                </a:solidFill>
              </a:rPr>
              <a:t>传输</a:t>
            </a:r>
          </a:p>
        </p:txBody>
      </p:sp>
      <p:pic>
        <p:nvPicPr>
          <p:cNvPr id="9" name="图片 8" descr="E:\教材编写2019-8-29刘\第九章图\2019-09-18_17502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052537"/>
            <a:ext cx="4557052" cy="37340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034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6266409" y="1474561"/>
            <a:ext cx="2630595" cy="30008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CN" altLang="en-US" b="1" dirty="0" smtClean="0"/>
              <a:t>使用</a:t>
            </a:r>
            <a:r>
              <a:rPr lang="zh-CN" altLang="en-US" b="1" dirty="0"/>
              <a:t>的外部晶振为</a:t>
            </a:r>
            <a:r>
              <a:rPr lang="en-US" altLang="zh-CN" b="1" dirty="0" smtClean="0"/>
              <a:t>8MHz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CN" altLang="en-US" b="1" dirty="0" smtClean="0"/>
              <a:t>配置</a:t>
            </a:r>
            <a:r>
              <a:rPr lang="zh-CN" altLang="en-US" b="1" dirty="0"/>
              <a:t>系统时钟为</a:t>
            </a:r>
            <a:r>
              <a:rPr lang="en-US" altLang="zh-CN" b="1" dirty="0" smtClean="0"/>
              <a:t>72MHz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en-US" altLang="zh-CN" b="1" dirty="0" smtClean="0"/>
              <a:t>APB2</a:t>
            </a:r>
            <a:r>
              <a:rPr lang="zh-CN" altLang="en-US" b="1" dirty="0"/>
              <a:t>为</a:t>
            </a:r>
            <a:r>
              <a:rPr lang="en-US" altLang="zh-CN" b="1" dirty="0" smtClean="0"/>
              <a:t>72MHz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en-US" altLang="zh-CN" b="1" dirty="0" smtClean="0"/>
              <a:t>APB1</a:t>
            </a:r>
            <a:r>
              <a:rPr lang="zh-CN" altLang="en-US" b="1" dirty="0"/>
              <a:t>为</a:t>
            </a:r>
            <a:r>
              <a:rPr lang="en-US" altLang="zh-CN" b="1" dirty="0" smtClean="0"/>
              <a:t>36MHz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en-US" altLang="zh-CN" b="1" dirty="0" smtClean="0"/>
              <a:t>ADC</a:t>
            </a:r>
            <a:r>
              <a:rPr lang="zh-CN" altLang="en-US" b="1" dirty="0"/>
              <a:t>为</a:t>
            </a:r>
            <a:r>
              <a:rPr lang="en-US" altLang="zh-CN" b="1" dirty="0" smtClean="0"/>
              <a:t>12MHz</a:t>
            </a:r>
            <a:endParaRPr lang="zh-CN" altLang="en-US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076056" y="406933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设置</a:t>
            </a:r>
            <a:r>
              <a:rPr lang="en-US" altLang="zh-CN" b="1" dirty="0">
                <a:solidFill>
                  <a:srgbClr val="C00000"/>
                </a:solidFill>
              </a:rPr>
              <a:t>STM32</a:t>
            </a:r>
            <a:r>
              <a:rPr lang="zh-CN" altLang="en-US" b="1" dirty="0">
                <a:solidFill>
                  <a:srgbClr val="C00000"/>
                </a:solidFill>
              </a:rPr>
              <a:t>时钟系统和</a:t>
            </a:r>
            <a:r>
              <a:rPr lang="en-US" altLang="zh-CN" b="1" dirty="0">
                <a:solidFill>
                  <a:srgbClr val="C00000"/>
                </a:solidFill>
              </a:rPr>
              <a:t>ADC</a:t>
            </a:r>
            <a:r>
              <a:rPr lang="zh-CN" altLang="en-US" b="1" dirty="0">
                <a:solidFill>
                  <a:srgbClr val="C00000"/>
                </a:solidFill>
              </a:rPr>
              <a:t>的时钟</a:t>
            </a:r>
          </a:p>
        </p:txBody>
      </p:sp>
      <p:pic>
        <p:nvPicPr>
          <p:cNvPr id="10" name="图片 9" descr="E:\教材编写2019-8-29刘\第九章图\2019-09-18_21222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91630"/>
            <a:ext cx="5722333" cy="2743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529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418857" y="1463774"/>
            <a:ext cx="2496959" cy="30008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CN" altLang="en-US" b="1" dirty="0" smtClean="0"/>
              <a:t>设置</a:t>
            </a:r>
            <a:r>
              <a:rPr lang="en-US" altLang="zh-CN" b="1" dirty="0"/>
              <a:t>USART1</a:t>
            </a:r>
            <a:r>
              <a:rPr lang="zh-CN" altLang="en-US" b="1" dirty="0"/>
              <a:t>为“</a:t>
            </a:r>
            <a:r>
              <a:rPr lang="en-US" altLang="zh-CN" b="1" dirty="0" err="1"/>
              <a:t>Asychronous</a:t>
            </a:r>
            <a:r>
              <a:rPr lang="en-US" altLang="zh-CN" b="1" dirty="0"/>
              <a:t>”</a:t>
            </a:r>
            <a:r>
              <a:rPr lang="zh-CN" altLang="en-US" b="1" dirty="0" smtClean="0"/>
              <a:t>模式</a:t>
            </a:r>
            <a:endParaRPr lang="en-US" altLang="zh-CN" b="1" dirty="0" smtClean="0"/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CN" altLang="en-US" b="1" dirty="0" smtClean="0"/>
              <a:t>波特率</a:t>
            </a:r>
            <a:r>
              <a:rPr lang="zh-CN" altLang="en-US" b="1" dirty="0"/>
              <a:t>设置为</a:t>
            </a:r>
            <a:r>
              <a:rPr lang="en-US" altLang="zh-CN" b="1" dirty="0"/>
              <a:t>115200</a:t>
            </a:r>
            <a:r>
              <a:rPr lang="zh-CN" altLang="en-US" b="1" dirty="0"/>
              <a:t>，数据位数为</a:t>
            </a:r>
            <a:r>
              <a:rPr lang="en-US" altLang="zh-CN" b="1" dirty="0" smtClean="0"/>
              <a:t>8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CN" altLang="en-US" b="1" dirty="0" smtClean="0"/>
              <a:t>校验位</a:t>
            </a:r>
            <a:r>
              <a:rPr lang="zh-CN" altLang="en-US" b="1" dirty="0"/>
              <a:t>选择无</a:t>
            </a:r>
            <a:r>
              <a:rPr lang="zh-CN" altLang="en-US" b="1" dirty="0" smtClean="0"/>
              <a:t>校验</a:t>
            </a:r>
            <a:endParaRPr lang="en-US" altLang="zh-CN" b="1" dirty="0" smtClean="0"/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CN" altLang="en-US" b="1" dirty="0" smtClean="0"/>
              <a:t>停止位</a:t>
            </a:r>
            <a:r>
              <a:rPr lang="zh-CN" altLang="en-US" b="1" dirty="0"/>
              <a:t>为</a:t>
            </a:r>
            <a:r>
              <a:rPr lang="en-US" altLang="zh-CN" b="1" dirty="0"/>
              <a:t>1</a:t>
            </a:r>
            <a:r>
              <a:rPr lang="zh-CN" altLang="en-US" b="1" dirty="0" smtClean="0"/>
              <a:t>位</a:t>
            </a:r>
            <a:endParaRPr lang="zh-CN" altLang="en-US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076056" y="406933"/>
            <a:ext cx="1869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串口</a:t>
            </a:r>
            <a:r>
              <a:rPr lang="en-GB" altLang="zh-CN" b="1" dirty="0">
                <a:solidFill>
                  <a:srgbClr val="C00000"/>
                </a:solidFill>
              </a:rPr>
              <a:t>USART1</a:t>
            </a:r>
            <a:r>
              <a:rPr lang="zh-CN" altLang="en-US" b="1" dirty="0">
                <a:solidFill>
                  <a:srgbClr val="C00000"/>
                </a:solidFill>
              </a:rPr>
              <a:t>配置</a:t>
            </a:r>
          </a:p>
        </p:txBody>
      </p:sp>
      <p:pic>
        <p:nvPicPr>
          <p:cNvPr id="9" name="图片 8" descr="E:\教材编写2019-8-29刘\第九章图\2019-09-18_215618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79" y="1059582"/>
            <a:ext cx="5617373" cy="38092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234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8" name="矩形 7"/>
          <p:cNvSpPr/>
          <p:nvPr/>
        </p:nvSpPr>
        <p:spPr>
          <a:xfrm>
            <a:off x="5209544" y="1851670"/>
            <a:ext cx="3528392" cy="19874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  配置</a:t>
            </a:r>
            <a:r>
              <a:rPr lang="zh-CN" altLang="en-US" sz="2000" b="1" dirty="0"/>
              <a:t>工程名称和存放位置，输入“</a:t>
            </a:r>
            <a:r>
              <a:rPr lang="en-GB" altLang="zh-CN" sz="2000" b="1" dirty="0"/>
              <a:t>Project Name”</a:t>
            </a:r>
            <a:r>
              <a:rPr lang="zh-CN" altLang="en-US" sz="2000" b="1" dirty="0"/>
              <a:t>为“</a:t>
            </a:r>
            <a:r>
              <a:rPr lang="en-GB" altLang="zh-CN" sz="2000" b="1" dirty="0" err="1"/>
              <a:t>MyProject_ADC</a:t>
            </a:r>
            <a:r>
              <a:rPr lang="en-GB" altLang="zh-CN" sz="2000" b="1" dirty="0"/>
              <a:t>”</a:t>
            </a:r>
            <a:r>
              <a:rPr lang="zh-CN" altLang="en-GB" sz="2000" b="1" dirty="0"/>
              <a:t>， “</a:t>
            </a:r>
            <a:r>
              <a:rPr lang="en-GB" altLang="zh-CN" sz="2000" b="1" dirty="0" err="1"/>
              <a:t>Toolchain</a:t>
            </a:r>
            <a:r>
              <a:rPr lang="en-GB" altLang="zh-CN" sz="2000" b="1" dirty="0"/>
              <a:t>/IDE”</a:t>
            </a:r>
            <a:r>
              <a:rPr lang="zh-CN" altLang="en-US" sz="2000" b="1" dirty="0"/>
              <a:t>选择“</a:t>
            </a:r>
            <a:r>
              <a:rPr lang="en-GB" altLang="zh-CN" sz="2000" b="1" dirty="0"/>
              <a:t>MDK-ARM V5”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209544" y="988562"/>
            <a:ext cx="33949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配置</a:t>
            </a:r>
            <a:r>
              <a:rPr lang="en-GB" altLang="zh-CN" sz="2000" b="1" dirty="0" err="1">
                <a:solidFill>
                  <a:srgbClr val="C00000"/>
                </a:solidFill>
              </a:rPr>
              <a:t>keil</a:t>
            </a:r>
            <a:r>
              <a:rPr lang="zh-CN" altLang="en-US" sz="2000" b="1" dirty="0">
                <a:solidFill>
                  <a:srgbClr val="C00000"/>
                </a:solidFill>
              </a:rPr>
              <a:t>工程名称和存放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位置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3115"/>
            <a:ext cx="4754563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809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925632" y="4035441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:a16="http://schemas.microsoft.com/office/drawing/2014/main" xmlns="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:a16="http://schemas.microsoft.com/office/drawing/2014/main" xmlns="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8269529" y="4402054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1213607"/>
            <a:ext cx="4752528" cy="318844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220072" y="1059582"/>
            <a:ext cx="3498938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 在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Code Generator”</a:t>
            </a:r>
            <a:r>
              <a:rPr lang="zh-CN" altLang="en-US" sz="2000" b="1" dirty="0"/>
              <a:t>选项栏中找到“</a:t>
            </a:r>
            <a:r>
              <a:rPr lang="en-GB" altLang="zh-CN" sz="2000" b="1" dirty="0"/>
              <a:t>Generated files”</a:t>
            </a:r>
            <a:r>
              <a:rPr lang="zh-CN" altLang="en-US" sz="2000" b="1" dirty="0"/>
              <a:t>框，勾选“</a:t>
            </a:r>
            <a:r>
              <a:rPr lang="en-GB" altLang="zh-CN" sz="2000" b="1" dirty="0"/>
              <a:t>Generate peripheral initialization as a pair of ’.c/.h’ files per IP”</a:t>
            </a:r>
            <a:r>
              <a:rPr lang="zh-CN" altLang="en-GB" sz="2000" b="1" dirty="0"/>
              <a:t>，</a:t>
            </a:r>
            <a:r>
              <a:rPr lang="zh-CN" altLang="en-US" sz="2000" b="1" dirty="0"/>
              <a:t>将外设初始化的代码设置生成为独立的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c</a:t>
            </a:r>
            <a:r>
              <a:rPr lang="zh-CN" altLang="en-US" sz="2000" b="1" dirty="0"/>
              <a:t>源文件和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h</a:t>
            </a:r>
            <a:r>
              <a:rPr lang="zh-CN" altLang="en-US" sz="2000" b="1" dirty="0" smtClean="0"/>
              <a:t>头文件。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0682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5536" y="1435746"/>
            <a:ext cx="3906078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在</a:t>
            </a:r>
            <a:r>
              <a:rPr lang="en-GB" altLang="zh-CN" sz="2000" b="1" dirty="0" err="1"/>
              <a:t>main.c</a:t>
            </a:r>
            <a:r>
              <a:rPr lang="zh-CN" altLang="en-US" sz="2000" b="1" dirty="0"/>
              <a:t>文件中的添加代码。先定义两个数组</a:t>
            </a:r>
            <a:r>
              <a:rPr lang="en-GB" altLang="zh-CN" sz="2000" b="1" dirty="0" err="1"/>
              <a:t>DMA_RxBuffer</a:t>
            </a:r>
            <a:r>
              <a:rPr lang="zh-CN" altLang="en-US" sz="2000" b="1" dirty="0"/>
              <a:t>和</a:t>
            </a:r>
            <a:r>
              <a:rPr lang="en-GB" altLang="zh-CN" sz="2000" b="1" dirty="0" err="1"/>
              <a:t>DMA_TxBuffe</a:t>
            </a:r>
            <a:r>
              <a:rPr lang="zh-CN" altLang="en-GB" sz="2000" b="1" dirty="0"/>
              <a:t>，</a:t>
            </a:r>
            <a:r>
              <a:rPr lang="zh-CN" altLang="en-US" sz="2000" b="1" dirty="0"/>
              <a:t>分别用于存放接收数据和发送数据，将此代码放在</a:t>
            </a:r>
            <a:r>
              <a:rPr lang="en-GB" altLang="zh-CN" sz="2000" b="1" dirty="0" err="1"/>
              <a:t>main.c</a:t>
            </a:r>
            <a:r>
              <a:rPr lang="zh-CN" altLang="en-US" sz="2000" b="1" dirty="0"/>
              <a:t>文件中的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BEGIN PV */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END PV */</a:t>
            </a:r>
            <a:r>
              <a:rPr lang="zh-CN" altLang="en-US" sz="2000" b="1" dirty="0"/>
              <a:t>之间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sp>
        <p:nvSpPr>
          <p:cNvPr id="3" name="矩形 2"/>
          <p:cNvSpPr/>
          <p:nvPr/>
        </p:nvSpPr>
        <p:spPr>
          <a:xfrm>
            <a:off x="4788024" y="987574"/>
            <a:ext cx="3760992" cy="3529171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/>
              <a:t>/* USER CODE BEGIN PV */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//</a:t>
            </a:r>
            <a:r>
              <a:rPr lang="zh-CN" altLang="en-US" b="1" dirty="0"/>
              <a:t>定义</a:t>
            </a:r>
            <a:r>
              <a:rPr lang="en-GB" altLang="zh-CN" b="1" dirty="0"/>
              <a:t>V25</a:t>
            </a:r>
            <a:r>
              <a:rPr lang="zh-CN" altLang="en-US" b="1" dirty="0"/>
              <a:t>和</a:t>
            </a:r>
            <a:r>
              <a:rPr lang="en-GB" altLang="zh-CN" b="1" dirty="0" err="1"/>
              <a:t>Avg_Slope</a:t>
            </a:r>
            <a:r>
              <a:rPr lang="zh-CN" altLang="en-US" b="1" dirty="0"/>
              <a:t>两个宏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#</a:t>
            </a:r>
            <a:r>
              <a:rPr lang="en-GB" altLang="zh-CN" b="1" dirty="0"/>
              <a:t>define  V25  1.43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#define  </a:t>
            </a:r>
            <a:r>
              <a:rPr lang="en-GB" altLang="zh-CN" b="1" dirty="0" err="1"/>
              <a:t>Avg_Slope</a:t>
            </a:r>
            <a:r>
              <a:rPr lang="en-GB" altLang="zh-CN" b="1" dirty="0"/>
              <a:t>  0.0043</a:t>
            </a:r>
          </a:p>
          <a:p>
            <a:pPr>
              <a:lnSpc>
                <a:spcPct val="125000"/>
              </a:lnSpc>
            </a:pP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/>
              <a:t>uint16_t  </a:t>
            </a:r>
            <a:r>
              <a:rPr lang="en-GB" altLang="zh-CN" b="1" dirty="0" err="1"/>
              <a:t>ADC_Converted_Value</a:t>
            </a:r>
            <a:r>
              <a:rPr lang="en-GB" altLang="zh-CN" b="1" dirty="0"/>
              <a:t>; </a:t>
            </a:r>
            <a:endParaRPr lang="en-GB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//</a:t>
            </a:r>
            <a:r>
              <a:rPr lang="zh-CN" altLang="en-US" b="1" dirty="0"/>
              <a:t>用于存放</a:t>
            </a:r>
            <a:r>
              <a:rPr lang="en-GB" altLang="zh-CN" b="1" dirty="0"/>
              <a:t>AD</a:t>
            </a:r>
            <a:r>
              <a:rPr lang="zh-CN" altLang="en-US" b="1" dirty="0"/>
              <a:t>转换的结果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uint16_t  </a:t>
            </a:r>
            <a:r>
              <a:rPr lang="en-GB" altLang="zh-CN" b="1" dirty="0" err="1"/>
              <a:t>MCU_Temperature</a:t>
            </a:r>
            <a:r>
              <a:rPr lang="en-GB" altLang="zh-CN" b="1" dirty="0"/>
              <a:t>; </a:t>
            </a:r>
            <a:endParaRPr lang="en-GB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 </a:t>
            </a:r>
            <a:r>
              <a:rPr lang="en-GB" altLang="zh-CN" b="1" dirty="0"/>
              <a:t>//</a:t>
            </a:r>
            <a:r>
              <a:rPr lang="zh-CN" altLang="en-US" b="1" dirty="0"/>
              <a:t>用于存放芯片内部的温度值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/* </a:t>
            </a:r>
            <a:r>
              <a:rPr lang="en-GB" altLang="zh-CN" b="1" dirty="0"/>
              <a:t>USER CODE END PV */</a:t>
            </a:r>
          </a:p>
        </p:txBody>
      </p:sp>
      <p:sp>
        <p:nvSpPr>
          <p:cNvPr id="4" name="右箭头 3"/>
          <p:cNvSpPr/>
          <p:nvPr/>
        </p:nvSpPr>
        <p:spPr>
          <a:xfrm>
            <a:off x="4355976" y="2643758"/>
            <a:ext cx="360040" cy="2341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45503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5536" y="1435746"/>
            <a:ext cx="2880320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然后在</a:t>
            </a:r>
            <a:r>
              <a:rPr lang="en-GB" altLang="zh-CN" sz="2000" b="1" dirty="0" err="1"/>
              <a:t>int</a:t>
            </a:r>
            <a:r>
              <a:rPr lang="en-GB" altLang="zh-CN" sz="2000" b="1" dirty="0"/>
              <a:t> main(void)</a:t>
            </a:r>
            <a:r>
              <a:rPr lang="zh-CN" altLang="en-US" sz="2000" b="1" dirty="0"/>
              <a:t>函数中的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BEGIN 2 */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END 2 */</a:t>
            </a:r>
            <a:r>
              <a:rPr lang="zh-CN" altLang="en-US" sz="2000" b="1" dirty="0"/>
              <a:t>之间</a:t>
            </a:r>
            <a:r>
              <a:rPr lang="zh-CN" altLang="en-US" sz="2000" b="1" dirty="0" smtClean="0"/>
              <a:t>添加代码</a:t>
            </a:r>
            <a:r>
              <a:rPr lang="zh-CN" altLang="en-US" sz="2000" b="1" dirty="0"/>
              <a:t>：</a:t>
            </a:r>
          </a:p>
        </p:txBody>
      </p:sp>
      <p:sp>
        <p:nvSpPr>
          <p:cNvPr id="3" name="矩形 2"/>
          <p:cNvSpPr/>
          <p:nvPr/>
        </p:nvSpPr>
        <p:spPr>
          <a:xfrm>
            <a:off x="3995936" y="1397273"/>
            <a:ext cx="4392488" cy="2862322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/>
              <a:t>/* USER CODE BEGIN 2 */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/* ADC1</a:t>
            </a:r>
            <a:r>
              <a:rPr lang="zh-CN" altLang="en-US" b="1" dirty="0"/>
              <a:t>校准*</a:t>
            </a:r>
            <a:r>
              <a:rPr lang="en-US" altLang="zh-CN" b="1" dirty="0"/>
              <a:t>/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HAL_ADCEx_Calibration_Start</a:t>
            </a:r>
            <a:r>
              <a:rPr lang="en-GB" altLang="zh-CN" b="1" dirty="0"/>
              <a:t>(&amp;hadc1);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/*</a:t>
            </a:r>
            <a:r>
              <a:rPr lang="zh-CN" altLang="en-US" b="1" dirty="0"/>
              <a:t>启动</a:t>
            </a:r>
            <a:r>
              <a:rPr lang="en-GB" altLang="zh-CN" b="1" dirty="0"/>
              <a:t>ADC1</a:t>
            </a:r>
            <a:r>
              <a:rPr lang="zh-CN" altLang="en-US" b="1" dirty="0"/>
              <a:t>的</a:t>
            </a:r>
            <a:r>
              <a:rPr lang="en-GB" altLang="zh-CN" b="1" dirty="0"/>
              <a:t>DMA</a:t>
            </a:r>
            <a:r>
              <a:rPr lang="zh-CN" altLang="en-US" b="1" dirty="0"/>
              <a:t>转换 *</a:t>
            </a:r>
            <a:r>
              <a:rPr lang="en-US" altLang="zh-CN" b="1" dirty="0"/>
              <a:t>/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HAL_ADC_Start_DMA</a:t>
            </a:r>
            <a:r>
              <a:rPr lang="en-GB" altLang="zh-CN" b="1" dirty="0"/>
              <a:t>(&amp;hadc1,(uint32_t*)&amp;</a:t>
            </a:r>
            <a:r>
              <a:rPr lang="en-GB" altLang="zh-CN" b="1" dirty="0" err="1"/>
              <a:t>ADC_Converted_Value,sizeof</a:t>
            </a:r>
            <a:r>
              <a:rPr lang="en-GB" altLang="zh-CN" b="1" dirty="0"/>
              <a:t>(&amp;</a:t>
            </a:r>
            <a:r>
              <a:rPr lang="en-GB" altLang="zh-CN" b="1" dirty="0" err="1"/>
              <a:t>ADC_Converted_Value</a:t>
            </a:r>
            <a:r>
              <a:rPr lang="en-GB" altLang="zh-CN" b="1" dirty="0"/>
              <a:t>));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/* USER CODE END 2 */</a:t>
            </a:r>
          </a:p>
        </p:txBody>
      </p:sp>
      <p:sp>
        <p:nvSpPr>
          <p:cNvPr id="4" name="右箭头 3"/>
          <p:cNvSpPr/>
          <p:nvPr/>
        </p:nvSpPr>
        <p:spPr>
          <a:xfrm>
            <a:off x="3434049" y="2326648"/>
            <a:ext cx="360040" cy="2341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423841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5536" y="1435746"/>
            <a:ext cx="2880320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在</a:t>
            </a:r>
            <a:r>
              <a:rPr lang="en-GB" altLang="zh-CN" sz="2000" b="1" dirty="0"/>
              <a:t>while</a:t>
            </a:r>
            <a:r>
              <a:rPr lang="zh-CN" altLang="en-US" sz="2000" b="1" dirty="0"/>
              <a:t>语句中的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BEGIN 3 */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END 3 */</a:t>
            </a:r>
            <a:r>
              <a:rPr lang="zh-CN" altLang="en-US" sz="2000" b="1" dirty="0"/>
              <a:t>之间</a:t>
            </a:r>
            <a:r>
              <a:rPr lang="zh-CN" altLang="en-US" sz="2000" b="1" dirty="0" smtClean="0"/>
              <a:t>添加代码</a:t>
            </a:r>
            <a:endParaRPr lang="zh-CN" altLang="en-US" sz="2000" b="1" dirty="0"/>
          </a:p>
        </p:txBody>
      </p:sp>
      <p:sp>
        <p:nvSpPr>
          <p:cNvPr id="3" name="矩形 2"/>
          <p:cNvSpPr/>
          <p:nvPr/>
        </p:nvSpPr>
        <p:spPr>
          <a:xfrm>
            <a:off x="3923928" y="437121"/>
            <a:ext cx="4947972" cy="4247317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/>
              <a:t>while (1)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{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/* USER CODE END WHILE */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/* USER CODE BEGIN 3 */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</a:t>
            </a:r>
            <a:r>
              <a:rPr lang="en-GB" altLang="zh-CN" b="1" dirty="0" err="1"/>
              <a:t>HAL_Delay</a:t>
            </a:r>
            <a:r>
              <a:rPr lang="en-GB" altLang="zh-CN" b="1" dirty="0"/>
              <a:t>(1000);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</a:t>
            </a:r>
            <a:r>
              <a:rPr lang="en-GB" altLang="zh-CN" b="1" dirty="0" err="1"/>
              <a:t>printf</a:t>
            </a:r>
            <a:r>
              <a:rPr lang="en-GB" altLang="zh-CN" b="1" dirty="0"/>
              <a:t>("----ADC+DMA+USART</a:t>
            </a:r>
            <a:r>
              <a:rPr lang="zh-CN" altLang="en-US" b="1" dirty="0"/>
              <a:t>实验 </a:t>
            </a:r>
            <a:r>
              <a:rPr lang="en-US" altLang="zh-CN" b="1" dirty="0"/>
              <a:t>-----\</a:t>
            </a:r>
            <a:r>
              <a:rPr lang="en-GB" altLang="zh-CN" b="1" dirty="0"/>
              <a:t>n");  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</a:t>
            </a:r>
            <a:r>
              <a:rPr lang="en-GB" altLang="zh-CN" b="1" dirty="0" err="1"/>
              <a:t>MCU_Temperature</a:t>
            </a:r>
            <a:r>
              <a:rPr lang="en-GB" altLang="zh-CN" b="1" dirty="0"/>
              <a:t> = (V25-ADC_Converted_Value*3.3/4095)/Avg_Slope+25;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</a:t>
            </a:r>
            <a:r>
              <a:rPr lang="en-GB" altLang="zh-CN" b="1" dirty="0" err="1"/>
              <a:t>printf</a:t>
            </a:r>
            <a:r>
              <a:rPr lang="en-GB" altLang="zh-CN" b="1" dirty="0"/>
              <a:t>("\r\n The MCU temperature = %3d \r\n ",</a:t>
            </a:r>
            <a:r>
              <a:rPr lang="en-GB" altLang="zh-CN" b="1" dirty="0" err="1"/>
              <a:t>MCU_Temperature</a:t>
            </a:r>
            <a:r>
              <a:rPr lang="en-GB" altLang="zh-CN" b="1" dirty="0"/>
              <a:t>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}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/* USER CODE END 3 */</a:t>
            </a:r>
          </a:p>
        </p:txBody>
      </p:sp>
      <p:sp>
        <p:nvSpPr>
          <p:cNvPr id="4" name="右箭头 3"/>
          <p:cNvSpPr/>
          <p:nvPr/>
        </p:nvSpPr>
        <p:spPr>
          <a:xfrm>
            <a:off x="3434049" y="2326648"/>
            <a:ext cx="360040" cy="2341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243802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5536" y="1435746"/>
            <a:ext cx="2304256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在</a:t>
            </a:r>
            <a:r>
              <a:rPr lang="en-GB" altLang="zh-CN" sz="2000" b="1" dirty="0" err="1"/>
              <a:t>usart.c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BEGIN 1 */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/* </a:t>
            </a:r>
            <a:r>
              <a:rPr lang="en-GB" altLang="zh-CN" sz="2000" b="1" dirty="0"/>
              <a:t>USER CODE END 1 */</a:t>
            </a:r>
            <a:r>
              <a:rPr lang="zh-CN" altLang="en-US" sz="2000" b="1" dirty="0" smtClean="0"/>
              <a:t>添加代码</a:t>
            </a:r>
            <a:r>
              <a:rPr lang="zh-CN" altLang="en-US" sz="2000" b="1" dirty="0"/>
              <a:t>：</a:t>
            </a:r>
          </a:p>
        </p:txBody>
      </p:sp>
      <p:sp>
        <p:nvSpPr>
          <p:cNvPr id="3" name="矩形 2"/>
          <p:cNvSpPr/>
          <p:nvPr/>
        </p:nvSpPr>
        <p:spPr>
          <a:xfrm>
            <a:off x="3419872" y="437121"/>
            <a:ext cx="5616624" cy="459356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/>
              <a:t>/* USER CODE BEGIN 1 */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//</a:t>
            </a:r>
            <a:r>
              <a:rPr lang="zh-CN" altLang="en-US" b="1" dirty="0"/>
              <a:t>重定向</a:t>
            </a:r>
            <a:r>
              <a:rPr lang="en-GB" altLang="zh-CN" b="1" dirty="0" err="1"/>
              <a:t>fputc</a:t>
            </a:r>
            <a:r>
              <a:rPr lang="zh-CN" altLang="en-US" b="1" dirty="0"/>
              <a:t>函数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int</a:t>
            </a:r>
            <a:r>
              <a:rPr lang="en-GB" altLang="zh-CN" b="1" dirty="0"/>
              <a:t> </a:t>
            </a:r>
            <a:r>
              <a:rPr lang="en-GB" altLang="zh-CN" b="1" dirty="0" err="1"/>
              <a:t>fputc</a:t>
            </a:r>
            <a:r>
              <a:rPr lang="en-GB" altLang="zh-CN" b="1" dirty="0"/>
              <a:t>(</a:t>
            </a:r>
            <a:r>
              <a:rPr lang="en-GB" altLang="zh-CN" b="1" dirty="0" err="1"/>
              <a:t>int</a:t>
            </a:r>
            <a:r>
              <a:rPr lang="en-GB" altLang="zh-CN" b="1" dirty="0"/>
              <a:t> </a:t>
            </a:r>
            <a:r>
              <a:rPr lang="en-GB" altLang="zh-CN" b="1" dirty="0" err="1"/>
              <a:t>ch</a:t>
            </a:r>
            <a:r>
              <a:rPr lang="en-GB" altLang="zh-CN" b="1" dirty="0"/>
              <a:t>, FILE *f)</a:t>
            </a:r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{  </a:t>
            </a:r>
            <a:r>
              <a:rPr lang="en-GB" altLang="zh-CN" b="1" dirty="0" err="1"/>
              <a:t>HAL_UART_Transmit</a:t>
            </a:r>
            <a:r>
              <a:rPr lang="en-GB" altLang="zh-CN" b="1" dirty="0"/>
              <a:t>(&amp;huart1, (uint8_t *)&amp;</a:t>
            </a:r>
            <a:r>
              <a:rPr lang="en-GB" altLang="zh-CN" b="1" dirty="0" err="1"/>
              <a:t>ch</a:t>
            </a:r>
            <a:r>
              <a:rPr lang="en-GB" altLang="zh-CN" b="1" dirty="0"/>
              <a:t>, 1, 0xffff);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return </a:t>
            </a:r>
            <a:r>
              <a:rPr lang="en-GB" altLang="zh-CN" b="1" dirty="0" err="1"/>
              <a:t>ch</a:t>
            </a:r>
            <a:r>
              <a:rPr lang="en-GB" altLang="zh-CN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}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//</a:t>
            </a:r>
            <a:r>
              <a:rPr lang="zh-CN" altLang="en-US" b="1" dirty="0"/>
              <a:t>重定向</a:t>
            </a:r>
            <a:r>
              <a:rPr lang="en-GB" altLang="zh-CN" b="1" dirty="0" err="1"/>
              <a:t>fgetc</a:t>
            </a:r>
            <a:r>
              <a:rPr lang="zh-CN" altLang="en-US" b="1" dirty="0"/>
              <a:t>函数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int</a:t>
            </a:r>
            <a:r>
              <a:rPr lang="en-GB" altLang="zh-CN" b="1" dirty="0"/>
              <a:t> </a:t>
            </a:r>
            <a:r>
              <a:rPr lang="en-GB" altLang="zh-CN" b="1" dirty="0" err="1"/>
              <a:t>fgetc</a:t>
            </a:r>
            <a:r>
              <a:rPr lang="en-GB" altLang="zh-CN" b="1" dirty="0"/>
              <a:t>(FILE * f)</a:t>
            </a:r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{  </a:t>
            </a:r>
            <a:r>
              <a:rPr lang="en-GB" altLang="zh-CN" b="1" dirty="0"/>
              <a:t>uint8_t </a:t>
            </a:r>
            <a:r>
              <a:rPr lang="en-GB" altLang="zh-CN" b="1" dirty="0" err="1"/>
              <a:t>ch</a:t>
            </a:r>
            <a:r>
              <a:rPr lang="en-GB" altLang="zh-CN" b="1" dirty="0"/>
              <a:t> = 0;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</a:t>
            </a:r>
            <a:r>
              <a:rPr lang="en-GB" altLang="zh-CN" b="1" dirty="0" smtClean="0"/>
              <a:t>   </a:t>
            </a:r>
            <a:r>
              <a:rPr lang="en-GB" altLang="zh-CN" b="1" dirty="0" err="1"/>
              <a:t>HAL_UART_Receive</a:t>
            </a:r>
            <a:r>
              <a:rPr lang="en-GB" altLang="zh-CN" b="1" dirty="0"/>
              <a:t>(&amp;huart1,&amp;ch, 1, 0xffff);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</a:t>
            </a:r>
            <a:r>
              <a:rPr lang="en-GB" altLang="zh-CN" b="1" dirty="0" smtClean="0"/>
              <a:t>   </a:t>
            </a:r>
            <a:r>
              <a:rPr lang="en-GB" altLang="zh-CN" b="1" dirty="0"/>
              <a:t>return </a:t>
            </a:r>
            <a:r>
              <a:rPr lang="en-GB" altLang="zh-CN" b="1" dirty="0" err="1"/>
              <a:t>ch</a:t>
            </a:r>
            <a:r>
              <a:rPr lang="en-GB" altLang="zh-CN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}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/* USER CODE END 1 */</a:t>
            </a:r>
          </a:p>
        </p:txBody>
      </p:sp>
      <p:sp>
        <p:nvSpPr>
          <p:cNvPr id="4" name="右箭头 3"/>
          <p:cNvSpPr/>
          <p:nvPr/>
        </p:nvSpPr>
        <p:spPr>
          <a:xfrm>
            <a:off x="2915816" y="2360315"/>
            <a:ext cx="360040" cy="2341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224635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13049" y="1632385"/>
            <a:ext cx="2520280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采用</a:t>
            </a:r>
            <a:r>
              <a:rPr lang="zh-CN" altLang="zh-CN" sz="2000" b="1" dirty="0" smtClean="0"/>
              <a:t>轮询</a:t>
            </a:r>
            <a:r>
              <a:rPr lang="zh-CN" altLang="zh-CN" sz="2000" b="1" dirty="0"/>
              <a:t>方式通过</a:t>
            </a:r>
            <a:r>
              <a:rPr lang="en-US" altLang="zh-CN" sz="2000" b="1" dirty="0"/>
              <a:t>ADC1</a:t>
            </a:r>
            <a:r>
              <a:rPr lang="zh-CN" altLang="zh-CN" sz="2000" b="1" dirty="0"/>
              <a:t>将</a:t>
            </a:r>
            <a:r>
              <a:rPr lang="en-US" altLang="zh-CN" sz="2000" b="1" dirty="0"/>
              <a:t>STM32F103</a:t>
            </a:r>
            <a:r>
              <a:rPr lang="zh-CN" altLang="zh-CN" sz="2000" b="1" dirty="0"/>
              <a:t>芯片内部的温度传感器采集到的温度数据通过串口发送到</a:t>
            </a:r>
            <a:r>
              <a:rPr lang="en-US" altLang="zh-CN" sz="2000" b="1" dirty="0"/>
              <a:t>PC</a:t>
            </a:r>
            <a:endParaRPr lang="zh-CN" altLang="en-US" sz="2000" b="1" dirty="0"/>
          </a:p>
        </p:txBody>
      </p:sp>
      <p:sp>
        <p:nvSpPr>
          <p:cNvPr id="3" name="矩形 2"/>
          <p:cNvSpPr/>
          <p:nvPr/>
        </p:nvSpPr>
        <p:spPr>
          <a:xfrm>
            <a:off x="3779912" y="2154769"/>
            <a:ext cx="4435170" cy="1631216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/>
              <a:t>#define  V25  1.43</a:t>
            </a:r>
            <a:endParaRPr lang="zh-CN" altLang="zh-CN" sz="2000" b="1" dirty="0"/>
          </a:p>
          <a:p>
            <a:r>
              <a:rPr lang="en-US" altLang="zh-CN" sz="2000" b="1" dirty="0"/>
              <a:t>#define  </a:t>
            </a:r>
            <a:r>
              <a:rPr lang="en-US" altLang="zh-CN" sz="2000" b="1" dirty="0" err="1"/>
              <a:t>Avg_Slope</a:t>
            </a:r>
            <a:r>
              <a:rPr lang="en-US" altLang="zh-CN" sz="2000" b="1" dirty="0"/>
              <a:t>  0.0043</a:t>
            </a:r>
            <a:endParaRPr lang="zh-CN" altLang="zh-CN" sz="2000" b="1" dirty="0"/>
          </a:p>
          <a:p>
            <a:r>
              <a:rPr lang="en-US" altLang="zh-CN" sz="2000" b="1" dirty="0"/>
              <a:t> </a:t>
            </a:r>
            <a:endParaRPr lang="zh-CN" altLang="zh-CN" sz="2000" b="1" dirty="0"/>
          </a:p>
          <a:p>
            <a:r>
              <a:rPr lang="en-US" altLang="zh-CN" sz="2000" b="1" dirty="0"/>
              <a:t>uint16_t  </a:t>
            </a:r>
            <a:r>
              <a:rPr lang="en-US" altLang="zh-CN" sz="2000" b="1" dirty="0" err="1"/>
              <a:t>ADC_Converted_Value</a:t>
            </a:r>
            <a:r>
              <a:rPr lang="en-US" altLang="zh-CN" sz="2000" b="1" dirty="0"/>
              <a:t>  = 0; </a:t>
            </a:r>
            <a:endParaRPr lang="en-US" altLang="zh-CN" sz="2000" b="1" dirty="0" smtClean="0"/>
          </a:p>
          <a:p>
            <a:r>
              <a:rPr lang="en-US" altLang="zh-CN" sz="2000" b="1" dirty="0"/>
              <a:t> </a:t>
            </a:r>
            <a:r>
              <a:rPr lang="en-US" altLang="zh-CN" sz="2000" b="1" dirty="0" smtClean="0"/>
              <a:t>    //</a:t>
            </a:r>
            <a:r>
              <a:rPr lang="zh-CN" altLang="zh-CN" sz="2000" b="1" dirty="0"/>
              <a:t>用于存放</a:t>
            </a:r>
            <a:r>
              <a:rPr lang="en-US" altLang="zh-CN" sz="2000" b="1" dirty="0"/>
              <a:t>A/D</a:t>
            </a:r>
            <a:r>
              <a:rPr lang="zh-CN" altLang="zh-CN" sz="2000" b="1" dirty="0"/>
              <a:t>转换的结果</a:t>
            </a:r>
          </a:p>
        </p:txBody>
      </p:sp>
      <p:sp>
        <p:nvSpPr>
          <p:cNvPr id="4" name="右箭头 3"/>
          <p:cNvSpPr/>
          <p:nvPr/>
        </p:nvSpPr>
        <p:spPr>
          <a:xfrm rot="5400000">
            <a:off x="4415971" y="1683366"/>
            <a:ext cx="360040" cy="2341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3779912" y="1049296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/>
              <a:t>添加全局变量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8078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2297" y="1078970"/>
            <a:ext cx="8661519" cy="3693319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/>
              <a:t>/* USER CODE BEGIN 3 */</a:t>
            </a:r>
          </a:p>
          <a:p>
            <a:r>
              <a:rPr lang="en-US" altLang="zh-CN" b="1" dirty="0" err="1"/>
              <a:t>HAL_ADC_Start</a:t>
            </a:r>
            <a:r>
              <a:rPr lang="en-US" altLang="zh-CN" b="1" dirty="0"/>
              <a:t>(&amp;hadc1);//</a:t>
            </a:r>
            <a:r>
              <a:rPr lang="zh-CN" altLang="en-US" b="1" dirty="0"/>
              <a:t>启动</a:t>
            </a:r>
            <a:r>
              <a:rPr lang="en-US" altLang="zh-CN" b="1" dirty="0"/>
              <a:t>ADC</a:t>
            </a:r>
            <a:r>
              <a:rPr lang="zh-CN" altLang="en-US" b="1" dirty="0"/>
              <a:t>装换</a:t>
            </a:r>
          </a:p>
          <a:p>
            <a:r>
              <a:rPr lang="en-US" altLang="zh-CN" b="1" dirty="0" err="1"/>
              <a:t>HAL_ADC_PollForConversion</a:t>
            </a:r>
            <a:r>
              <a:rPr lang="en-US" altLang="zh-CN" b="1" dirty="0"/>
              <a:t>(&amp;hadc1, 50); </a:t>
            </a:r>
            <a:endParaRPr lang="en-US" altLang="zh-CN" b="1" dirty="0" smtClean="0"/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//</a:t>
            </a:r>
            <a:r>
              <a:rPr lang="zh-CN" altLang="en-US" b="1" dirty="0"/>
              <a:t>等待转换结束，第二个参数为超时时间，单位为</a:t>
            </a:r>
            <a:r>
              <a:rPr lang="en-US" altLang="zh-CN" b="1" dirty="0" err="1"/>
              <a:t>ms</a:t>
            </a:r>
            <a:endParaRPr lang="en-US" altLang="zh-CN" b="1" dirty="0"/>
          </a:p>
          <a:p>
            <a:r>
              <a:rPr lang="en-US" altLang="zh-CN" b="1" dirty="0" smtClean="0"/>
              <a:t>      //</a:t>
            </a:r>
            <a:r>
              <a:rPr lang="zh-CN" altLang="en-US" b="1" dirty="0"/>
              <a:t>判断转换完成标志位是否设置，</a:t>
            </a:r>
            <a:r>
              <a:rPr lang="en-US" altLang="zh-CN" b="1" dirty="0"/>
              <a:t>HAL_ADC_STATE_REG_EOC</a:t>
            </a:r>
            <a:r>
              <a:rPr lang="zh-CN" altLang="en-US" b="1" dirty="0"/>
              <a:t>为转换完成标志位 </a:t>
            </a:r>
          </a:p>
          <a:p>
            <a:r>
              <a:rPr lang="en-US" altLang="zh-CN" b="1" dirty="0"/>
              <a:t>if(HAL_IS_BIT_SET(</a:t>
            </a:r>
            <a:r>
              <a:rPr lang="en-US" altLang="zh-CN" b="1" dirty="0" err="1"/>
              <a:t>HAL_ADC_GetState</a:t>
            </a:r>
            <a:r>
              <a:rPr lang="en-US" altLang="zh-CN" b="1" dirty="0"/>
              <a:t>(&amp;hadc1), HAL_ADC_STATE_REG_EOC))</a:t>
            </a:r>
          </a:p>
          <a:p>
            <a:r>
              <a:rPr lang="en-US" altLang="zh-CN" b="1" dirty="0" smtClean="0"/>
              <a:t>{  </a:t>
            </a:r>
            <a:r>
              <a:rPr lang="en-US" altLang="zh-CN" b="1" dirty="0" err="1"/>
              <a:t>ADC_Converted_Value</a:t>
            </a:r>
            <a:r>
              <a:rPr lang="en-US" altLang="zh-CN" b="1" dirty="0"/>
              <a:t> = </a:t>
            </a:r>
            <a:r>
              <a:rPr lang="en-US" altLang="zh-CN" b="1" dirty="0" err="1"/>
              <a:t>HAL_ADC_GetValue</a:t>
            </a:r>
            <a:r>
              <a:rPr lang="en-US" altLang="zh-CN" b="1" dirty="0"/>
              <a:t>(&amp;hadc1); </a:t>
            </a:r>
            <a:endParaRPr lang="en-US" altLang="zh-CN" b="1" dirty="0" smtClean="0"/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  //</a:t>
            </a:r>
            <a:r>
              <a:rPr lang="zh-CN" altLang="en-US" b="1" dirty="0"/>
              <a:t>读取</a:t>
            </a:r>
            <a:r>
              <a:rPr lang="en-US" altLang="zh-CN" b="1" dirty="0"/>
              <a:t>ADC</a:t>
            </a:r>
            <a:r>
              <a:rPr lang="zh-CN" altLang="en-US" b="1" dirty="0"/>
              <a:t>转换数据，数据为</a:t>
            </a:r>
            <a:r>
              <a:rPr lang="en-US" altLang="zh-CN" b="1" dirty="0"/>
              <a:t>12</a:t>
            </a:r>
            <a:r>
              <a:rPr lang="zh-CN" altLang="en-US" b="1" dirty="0"/>
              <a:t>位</a:t>
            </a:r>
          </a:p>
          <a:p>
            <a:r>
              <a:rPr lang="zh-CN" altLang="en-US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("MCU Temperature : %.1f</a:t>
            </a:r>
            <a:r>
              <a:rPr lang="zh-CN" altLang="en-US" b="1" dirty="0"/>
              <a:t>度</a:t>
            </a:r>
            <a:r>
              <a:rPr lang="en-US" altLang="zh-CN" b="1" dirty="0"/>
              <a:t>\r\n",( (V25-ADC_Converted_Value*3.3/</a:t>
            </a:r>
          </a:p>
          <a:p>
            <a:r>
              <a:rPr lang="en-US" altLang="zh-CN" b="1" dirty="0"/>
              <a:t>4095)/Avg_Slope+25);   </a:t>
            </a:r>
          </a:p>
          <a:p>
            <a:r>
              <a:rPr lang="en-US" altLang="zh-CN" b="1" dirty="0"/>
              <a:t>}</a:t>
            </a:r>
          </a:p>
          <a:p>
            <a:r>
              <a:rPr lang="en-US" altLang="zh-CN" b="1" dirty="0" err="1"/>
              <a:t>HAL_Delay</a:t>
            </a:r>
            <a:r>
              <a:rPr lang="en-US" altLang="zh-CN" b="1" dirty="0"/>
              <a:t>(1000);</a:t>
            </a:r>
          </a:p>
          <a:p>
            <a:r>
              <a:rPr lang="en-US" altLang="zh-CN" b="1" dirty="0"/>
              <a:t>/* USER CODE END 3 */</a:t>
            </a:r>
            <a:endParaRPr lang="en-US" altLang="zh-CN" b="1" dirty="0"/>
          </a:p>
        </p:txBody>
      </p:sp>
      <p:sp>
        <p:nvSpPr>
          <p:cNvPr id="4" name="右箭头 3"/>
          <p:cNvSpPr/>
          <p:nvPr/>
        </p:nvSpPr>
        <p:spPr>
          <a:xfrm rot="5400000">
            <a:off x="4415971" y="906513"/>
            <a:ext cx="360040" cy="2341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3779912" y="391476"/>
            <a:ext cx="26068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在</a:t>
            </a:r>
            <a:r>
              <a:rPr lang="en-GB" altLang="zh-CN" sz="2000" b="1" dirty="0"/>
              <a:t>while(1)</a:t>
            </a:r>
            <a:r>
              <a:rPr lang="zh-CN" altLang="en-US" sz="2000" b="1" dirty="0"/>
              <a:t>中添加代码</a:t>
            </a:r>
          </a:p>
        </p:txBody>
      </p:sp>
    </p:spTree>
    <p:extLst>
      <p:ext uri="{BB962C8B-B14F-4D97-AF65-F5344CB8AC3E}">
        <p14:creationId xmlns:p14="http://schemas.microsoft.com/office/powerpoint/2010/main" val="355481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1"/>
          <p:cNvSpPr/>
          <p:nvPr/>
        </p:nvSpPr>
        <p:spPr>
          <a:xfrm rot="10800000">
            <a:off x="3512365" y="3107659"/>
            <a:ext cx="199953" cy="172373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2" name="Isosceles Triangle 2"/>
          <p:cNvSpPr/>
          <p:nvPr/>
        </p:nvSpPr>
        <p:spPr>
          <a:xfrm rot="10800000">
            <a:off x="7440515" y="3107659"/>
            <a:ext cx="199953" cy="172373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3" name="Isosceles Triangle 3"/>
          <p:cNvSpPr/>
          <p:nvPr/>
        </p:nvSpPr>
        <p:spPr>
          <a:xfrm>
            <a:off x="5429771" y="2099466"/>
            <a:ext cx="199953" cy="172373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4" name="Isosceles Triangle 4"/>
          <p:cNvSpPr/>
          <p:nvPr/>
        </p:nvSpPr>
        <p:spPr>
          <a:xfrm>
            <a:off x="1513652" y="2102302"/>
            <a:ext cx="199953" cy="172373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5" name="Round Same Side Corner Rectangle 6"/>
          <p:cNvSpPr/>
          <p:nvPr/>
        </p:nvSpPr>
        <p:spPr>
          <a:xfrm rot="5400000">
            <a:off x="7213642" y="1694659"/>
            <a:ext cx="625643" cy="1977773"/>
          </a:xfrm>
          <a:prstGeom prst="round2Same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6" name="TextBox 7"/>
          <p:cNvSpPr txBox="1"/>
          <p:nvPr/>
        </p:nvSpPr>
        <p:spPr>
          <a:xfrm>
            <a:off x="7227251" y="2510419"/>
            <a:ext cx="537648" cy="3462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10.4</a:t>
            </a:r>
            <a:endParaRPr lang="en-US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4" name="Rectangle 20"/>
          <p:cNvSpPr/>
          <p:nvPr/>
        </p:nvSpPr>
        <p:spPr>
          <a:xfrm>
            <a:off x="812674" y="1037194"/>
            <a:ext cx="1962766" cy="107785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ADC</a:t>
            </a:r>
            <a:r>
              <a:rPr lang="zh-CN" altLang="zh-CN" b="1" dirty="0"/>
              <a:t>基础理论</a:t>
            </a:r>
            <a:r>
              <a:rPr lang="zh-CN" altLang="zh-CN" b="1" dirty="0" smtClean="0"/>
              <a:t>知识</a:t>
            </a:r>
            <a:endParaRPr lang="en-US" altLang="zh-CN" b="1" dirty="0" smtClean="0"/>
          </a:p>
          <a:p>
            <a:pPr marL="171450" indent="-1714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转换过程</a:t>
            </a:r>
            <a:endParaRPr lang="en-US" altLang="zh-CN" b="1" dirty="0" smtClean="0"/>
          </a:p>
          <a:p>
            <a:pPr marL="171450" indent="-1714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主要技术参数</a:t>
            </a:r>
            <a:endParaRPr lang="zh-CN" altLang="zh-CN" b="1" dirty="0"/>
          </a:p>
        </p:txBody>
      </p:sp>
      <p:sp>
        <p:nvSpPr>
          <p:cNvPr id="52" name="任意多边形 51"/>
          <p:cNvSpPr/>
          <p:nvPr/>
        </p:nvSpPr>
        <p:spPr>
          <a:xfrm>
            <a:off x="4559803" y="2370724"/>
            <a:ext cx="2128790" cy="625643"/>
          </a:xfrm>
          <a:custGeom>
            <a:avLst/>
            <a:gdLst>
              <a:gd name="connsiteX0" fmla="*/ 0 w 2838386"/>
              <a:gd name="connsiteY0" fmla="*/ 0 h 834191"/>
              <a:gd name="connsiteX1" fmla="*/ 2637031 w 2838386"/>
              <a:gd name="connsiteY1" fmla="*/ 0 h 834191"/>
              <a:gd name="connsiteX2" fmla="*/ 2637031 w 2838386"/>
              <a:gd name="connsiteY2" fmla="*/ 300312 h 834191"/>
              <a:gd name="connsiteX3" fmla="*/ 2838386 w 2838386"/>
              <a:gd name="connsiteY3" fmla="*/ 417099 h 834191"/>
              <a:gd name="connsiteX4" fmla="*/ 2637031 w 2838386"/>
              <a:gd name="connsiteY4" fmla="*/ 533884 h 834191"/>
              <a:gd name="connsiteX5" fmla="*/ 2637031 w 2838386"/>
              <a:gd name="connsiteY5" fmla="*/ 834191 h 834191"/>
              <a:gd name="connsiteX6" fmla="*/ 0 w 2838386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8386" h="834191">
                <a:moveTo>
                  <a:pt x="0" y="0"/>
                </a:moveTo>
                <a:lnTo>
                  <a:pt x="2637031" y="0"/>
                </a:lnTo>
                <a:lnTo>
                  <a:pt x="2637031" y="300312"/>
                </a:lnTo>
                <a:lnTo>
                  <a:pt x="2838386" y="417099"/>
                </a:lnTo>
                <a:lnTo>
                  <a:pt x="2637031" y="533884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3" name="TextBox 39"/>
          <p:cNvSpPr txBox="1"/>
          <p:nvPr/>
        </p:nvSpPr>
        <p:spPr>
          <a:xfrm>
            <a:off x="5293993" y="2510419"/>
            <a:ext cx="537647" cy="3462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10.3</a:t>
            </a:r>
            <a:endParaRPr lang="en-US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2606423" y="2370724"/>
            <a:ext cx="2104397" cy="625643"/>
          </a:xfrm>
          <a:custGeom>
            <a:avLst/>
            <a:gdLst>
              <a:gd name="connsiteX0" fmla="*/ 0 w 2805862"/>
              <a:gd name="connsiteY0" fmla="*/ 0 h 834191"/>
              <a:gd name="connsiteX1" fmla="*/ 2637031 w 2805862"/>
              <a:gd name="connsiteY1" fmla="*/ 0 h 834191"/>
              <a:gd name="connsiteX2" fmla="*/ 2637031 w 2805862"/>
              <a:gd name="connsiteY2" fmla="*/ 319176 h 834191"/>
              <a:gd name="connsiteX3" fmla="*/ 2805862 w 2805862"/>
              <a:gd name="connsiteY3" fmla="*/ 417098 h 834191"/>
              <a:gd name="connsiteX4" fmla="*/ 2637031 w 2805862"/>
              <a:gd name="connsiteY4" fmla="*/ 515019 h 834191"/>
              <a:gd name="connsiteX5" fmla="*/ 2637031 w 2805862"/>
              <a:gd name="connsiteY5" fmla="*/ 834191 h 834191"/>
              <a:gd name="connsiteX6" fmla="*/ 0 w 2805862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05862" h="834191">
                <a:moveTo>
                  <a:pt x="0" y="0"/>
                </a:moveTo>
                <a:lnTo>
                  <a:pt x="2637031" y="0"/>
                </a:lnTo>
                <a:lnTo>
                  <a:pt x="2637031" y="319176"/>
                </a:lnTo>
                <a:lnTo>
                  <a:pt x="2805862" y="417098"/>
                </a:lnTo>
                <a:lnTo>
                  <a:pt x="2637031" y="515019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5" name="TextBox 43"/>
          <p:cNvSpPr txBox="1"/>
          <p:nvPr/>
        </p:nvSpPr>
        <p:spPr>
          <a:xfrm>
            <a:off x="3294170" y="2510419"/>
            <a:ext cx="537647" cy="3462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10.2</a:t>
            </a:r>
            <a:endParaRPr lang="en-US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6" name="任意多边形 55"/>
          <p:cNvSpPr/>
          <p:nvPr/>
        </p:nvSpPr>
        <p:spPr>
          <a:xfrm rot="5400000">
            <a:off x="1380224" y="1619150"/>
            <a:ext cx="625643" cy="2128790"/>
          </a:xfrm>
          <a:custGeom>
            <a:avLst/>
            <a:gdLst>
              <a:gd name="connsiteX0" fmla="*/ 0 w 834190"/>
              <a:gd name="connsiteY0" fmla="*/ 2699353 h 2838387"/>
              <a:gd name="connsiteX1" fmla="*/ 0 w 834190"/>
              <a:gd name="connsiteY1" fmla="*/ 201356 h 2838387"/>
              <a:gd name="connsiteX2" fmla="*/ 300309 w 834190"/>
              <a:gd name="connsiteY2" fmla="*/ 201356 h 2838387"/>
              <a:gd name="connsiteX3" fmla="*/ 417096 w 834190"/>
              <a:gd name="connsiteY3" fmla="*/ 0 h 2838387"/>
              <a:gd name="connsiteX4" fmla="*/ 533882 w 834190"/>
              <a:gd name="connsiteY4" fmla="*/ 201356 h 2838387"/>
              <a:gd name="connsiteX5" fmla="*/ 834190 w 834190"/>
              <a:gd name="connsiteY5" fmla="*/ 201356 h 2838387"/>
              <a:gd name="connsiteX6" fmla="*/ 834190 w 834190"/>
              <a:gd name="connsiteY6" fmla="*/ 2699353 h 2838387"/>
              <a:gd name="connsiteX7" fmla="*/ 695156 w 834190"/>
              <a:gd name="connsiteY7" fmla="*/ 2838387 h 2838387"/>
              <a:gd name="connsiteX8" fmla="*/ 139034 w 834190"/>
              <a:gd name="connsiteY8" fmla="*/ 2838387 h 2838387"/>
              <a:gd name="connsiteX9" fmla="*/ 0 w 834190"/>
              <a:gd name="connsiteY9" fmla="*/ 2699353 h 283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4190" h="2838387">
                <a:moveTo>
                  <a:pt x="0" y="2699353"/>
                </a:moveTo>
                <a:lnTo>
                  <a:pt x="0" y="201356"/>
                </a:lnTo>
                <a:lnTo>
                  <a:pt x="300309" y="201356"/>
                </a:lnTo>
                <a:lnTo>
                  <a:pt x="417096" y="0"/>
                </a:lnTo>
                <a:lnTo>
                  <a:pt x="533882" y="201356"/>
                </a:lnTo>
                <a:lnTo>
                  <a:pt x="834190" y="201356"/>
                </a:lnTo>
                <a:lnTo>
                  <a:pt x="834190" y="2699353"/>
                </a:lnTo>
                <a:cubicBezTo>
                  <a:pt x="834190" y="2776139"/>
                  <a:pt x="771942" y="2838387"/>
                  <a:pt x="695156" y="2838387"/>
                </a:cubicBezTo>
                <a:lnTo>
                  <a:pt x="139034" y="2838387"/>
                </a:lnTo>
                <a:cubicBezTo>
                  <a:pt x="62248" y="2838387"/>
                  <a:pt x="0" y="2776139"/>
                  <a:pt x="0" y="269935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7" name="TextBox 47"/>
          <p:cNvSpPr txBox="1"/>
          <p:nvPr/>
        </p:nvSpPr>
        <p:spPr>
          <a:xfrm>
            <a:off x="1360913" y="2510419"/>
            <a:ext cx="537648" cy="3462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10.1</a:t>
            </a:r>
            <a:endParaRPr lang="en-US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35498" y="339503"/>
            <a:ext cx="15105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59" name="Rectangle 20"/>
          <p:cNvSpPr/>
          <p:nvPr/>
        </p:nvSpPr>
        <p:spPr>
          <a:xfrm>
            <a:off x="2016494" y="3299414"/>
            <a:ext cx="3191693" cy="145424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STM32</a:t>
            </a:r>
            <a:r>
              <a:rPr lang="zh-CN" altLang="zh-CN" b="1" dirty="0"/>
              <a:t>的</a:t>
            </a:r>
            <a:r>
              <a:rPr lang="en-US" altLang="zh-CN" b="1" dirty="0"/>
              <a:t>ADC</a:t>
            </a:r>
            <a:r>
              <a:rPr lang="zh-CN" altLang="zh-CN" b="1" dirty="0" smtClean="0"/>
              <a:t>模块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引脚、通道选择、中断、</a:t>
            </a:r>
            <a:r>
              <a:rPr lang="en-US" altLang="zh-CN" b="1" dirty="0" smtClean="0"/>
              <a:t>DMA</a:t>
            </a:r>
            <a:r>
              <a:rPr lang="zh-CN" altLang="en-US" b="1" dirty="0" smtClean="0"/>
              <a:t>请求、转换时间、数据对齐、转换模式、校准</a:t>
            </a:r>
            <a:endParaRPr lang="zh-CN" altLang="zh-CN" b="1" dirty="0"/>
          </a:p>
        </p:txBody>
      </p:sp>
      <p:sp>
        <p:nvSpPr>
          <p:cNvPr id="60" name="Rectangle 20"/>
          <p:cNvSpPr/>
          <p:nvPr/>
        </p:nvSpPr>
        <p:spPr>
          <a:xfrm>
            <a:off x="4360993" y="298973"/>
            <a:ext cx="2327600" cy="18004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ADC</a:t>
            </a:r>
            <a:r>
              <a:rPr lang="zh-CN" altLang="en-US" b="1" dirty="0"/>
              <a:t>模块的标准外设库接口函数及</a:t>
            </a:r>
            <a:r>
              <a:rPr lang="zh-CN" altLang="en-US" b="1" dirty="0" smtClean="0"/>
              <a:t>应用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接口函数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配置过程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应用实例</a:t>
            </a:r>
            <a:endParaRPr lang="zh-CN" altLang="zh-CN" b="1" dirty="0"/>
          </a:p>
        </p:txBody>
      </p:sp>
      <p:sp>
        <p:nvSpPr>
          <p:cNvPr id="61" name="Rectangle 20"/>
          <p:cNvSpPr/>
          <p:nvPr/>
        </p:nvSpPr>
        <p:spPr>
          <a:xfrm>
            <a:off x="6376691" y="3333636"/>
            <a:ext cx="2327600" cy="145424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ADC</a:t>
            </a:r>
            <a:r>
              <a:rPr lang="zh-CN" altLang="en-US" b="1" dirty="0"/>
              <a:t>模块的</a:t>
            </a:r>
            <a:r>
              <a:rPr lang="en-US" altLang="zh-CN" b="1" dirty="0"/>
              <a:t>HAL</a:t>
            </a:r>
            <a:r>
              <a:rPr lang="zh-CN" altLang="en-US" b="1" dirty="0"/>
              <a:t>库接口函数及</a:t>
            </a:r>
            <a:r>
              <a:rPr lang="zh-CN" altLang="en-US" b="1" dirty="0" smtClean="0"/>
              <a:t>应用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接口函数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zh-CN" altLang="en-US" b="1" dirty="0" smtClean="0"/>
              <a:t>应用实例</a:t>
            </a:r>
            <a:endParaRPr lang="zh-CN" altLang="zh-CN" b="1" dirty="0"/>
          </a:p>
        </p:txBody>
      </p:sp>
    </p:spTree>
    <p:extLst>
      <p:ext uri="{BB962C8B-B14F-4D97-AF65-F5344CB8AC3E}">
        <p14:creationId xmlns:p14="http://schemas.microsoft.com/office/powerpoint/2010/main" val="219349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4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/>
      <p:bldP spid="60" grpId="0"/>
      <p:bldP spid="6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4745</TotalTime>
  <Words>5924</Words>
  <Application>Microsoft Office PowerPoint</Application>
  <PresentationFormat>全屏显示(16:9)</PresentationFormat>
  <Paragraphs>948</Paragraphs>
  <Slides>79</Slides>
  <Notes>45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1" baseType="lpstr"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马锋</cp:lastModifiedBy>
  <cp:revision>507</cp:revision>
  <dcterms:created xsi:type="dcterms:W3CDTF">2019-08-08T08:45:05Z</dcterms:created>
  <dcterms:modified xsi:type="dcterms:W3CDTF">2020-06-16T11:21:24Z</dcterms:modified>
</cp:coreProperties>
</file>