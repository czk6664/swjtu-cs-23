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3"/>
  </p:notesMasterIdLst>
  <p:sldIdLst>
    <p:sldId id="257" r:id="rId2"/>
    <p:sldId id="259" r:id="rId3"/>
    <p:sldId id="465" r:id="rId4"/>
    <p:sldId id="346" r:id="rId5"/>
    <p:sldId id="467" r:id="rId6"/>
    <p:sldId id="466" r:id="rId7"/>
    <p:sldId id="419" r:id="rId8"/>
    <p:sldId id="470" r:id="rId9"/>
    <p:sldId id="471" r:id="rId10"/>
    <p:sldId id="469" r:id="rId11"/>
    <p:sldId id="420" r:id="rId12"/>
    <p:sldId id="472" r:id="rId13"/>
    <p:sldId id="473" r:id="rId14"/>
    <p:sldId id="474" r:id="rId15"/>
    <p:sldId id="475" r:id="rId16"/>
    <p:sldId id="476" r:id="rId17"/>
    <p:sldId id="335" r:id="rId18"/>
    <p:sldId id="421" r:id="rId19"/>
    <p:sldId id="423" r:id="rId20"/>
    <p:sldId id="422" r:id="rId21"/>
    <p:sldId id="478" r:id="rId22"/>
    <p:sldId id="481" r:id="rId23"/>
    <p:sldId id="482" r:id="rId24"/>
    <p:sldId id="479" r:id="rId25"/>
    <p:sldId id="480" r:id="rId26"/>
    <p:sldId id="425" r:id="rId27"/>
    <p:sldId id="483" r:id="rId28"/>
    <p:sldId id="487" r:id="rId29"/>
    <p:sldId id="485" r:id="rId30"/>
    <p:sldId id="484" r:id="rId31"/>
    <p:sldId id="486" r:id="rId32"/>
    <p:sldId id="427" r:id="rId33"/>
    <p:sldId id="488" r:id="rId34"/>
    <p:sldId id="489" r:id="rId35"/>
    <p:sldId id="490" r:id="rId36"/>
    <p:sldId id="491" r:id="rId37"/>
    <p:sldId id="492" r:id="rId38"/>
    <p:sldId id="424" r:id="rId39"/>
    <p:sldId id="493" r:id="rId40"/>
    <p:sldId id="494" r:id="rId41"/>
    <p:sldId id="477" r:id="rId42"/>
    <p:sldId id="496" r:id="rId43"/>
    <p:sldId id="426" r:id="rId44"/>
    <p:sldId id="497" r:id="rId45"/>
    <p:sldId id="498" r:id="rId46"/>
    <p:sldId id="499" r:id="rId47"/>
    <p:sldId id="500" r:id="rId48"/>
    <p:sldId id="501" r:id="rId49"/>
    <p:sldId id="502" r:id="rId50"/>
    <p:sldId id="428" r:id="rId51"/>
    <p:sldId id="503" r:id="rId52"/>
    <p:sldId id="504" r:id="rId53"/>
    <p:sldId id="505" r:id="rId54"/>
    <p:sldId id="433" r:id="rId55"/>
    <p:sldId id="506" r:id="rId56"/>
    <p:sldId id="507" r:id="rId57"/>
    <p:sldId id="429" r:id="rId58"/>
    <p:sldId id="508" r:id="rId59"/>
    <p:sldId id="509" r:id="rId60"/>
    <p:sldId id="510" r:id="rId61"/>
    <p:sldId id="511" r:id="rId62"/>
    <p:sldId id="512" r:id="rId63"/>
    <p:sldId id="513" r:id="rId64"/>
    <p:sldId id="514" r:id="rId65"/>
    <p:sldId id="515" r:id="rId66"/>
    <p:sldId id="516" r:id="rId67"/>
    <p:sldId id="517" r:id="rId68"/>
    <p:sldId id="518" r:id="rId69"/>
    <p:sldId id="337" r:id="rId70"/>
    <p:sldId id="430" r:id="rId71"/>
    <p:sldId id="520" r:id="rId72"/>
    <p:sldId id="519" r:id="rId73"/>
    <p:sldId id="522" r:id="rId74"/>
    <p:sldId id="521" r:id="rId75"/>
    <p:sldId id="523" r:id="rId76"/>
    <p:sldId id="524" r:id="rId77"/>
    <p:sldId id="525" r:id="rId78"/>
    <p:sldId id="526" r:id="rId79"/>
    <p:sldId id="527" r:id="rId80"/>
    <p:sldId id="528" r:id="rId81"/>
    <p:sldId id="529" r:id="rId82"/>
    <p:sldId id="530" r:id="rId83"/>
    <p:sldId id="533" r:id="rId84"/>
    <p:sldId id="541" r:id="rId85"/>
    <p:sldId id="542" r:id="rId86"/>
    <p:sldId id="543" r:id="rId87"/>
    <p:sldId id="531" r:id="rId88"/>
    <p:sldId id="535" r:id="rId89"/>
    <p:sldId id="536" r:id="rId90"/>
    <p:sldId id="537" r:id="rId91"/>
    <p:sldId id="538" r:id="rId92"/>
    <p:sldId id="544" r:id="rId93"/>
    <p:sldId id="545" r:id="rId94"/>
    <p:sldId id="546" r:id="rId95"/>
    <p:sldId id="547" r:id="rId96"/>
    <p:sldId id="548" r:id="rId97"/>
    <p:sldId id="549" r:id="rId98"/>
    <p:sldId id="550" r:id="rId99"/>
    <p:sldId id="551" r:id="rId100"/>
    <p:sldId id="435" r:id="rId101"/>
    <p:sldId id="310" r:id="rId102"/>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38583"/>
    <a:srgbClr val="685DAB"/>
    <a:srgbClr val="33CCCC"/>
    <a:srgbClr val="4AABC6"/>
    <a:srgbClr val="C86866"/>
    <a:srgbClr val="C15653"/>
    <a:srgbClr val="3EA6C2"/>
    <a:srgbClr val="33CCFF"/>
    <a:srgbClr val="44A9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4C1A8A3-306A-4EB7-A6B1-4F7E0EB9C5D6}" styleName="中度样式 3 - 强调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856" autoAdjust="0"/>
  </p:normalViewPr>
  <p:slideViewPr>
    <p:cSldViewPr>
      <p:cViewPr varScale="1">
        <p:scale>
          <a:sx n="134" d="100"/>
          <a:sy n="134" d="100"/>
        </p:scale>
        <p:origin x="-228" y="-84"/>
      </p:cViewPr>
      <p:guideLst>
        <p:guide orient="horz" pos="1620"/>
        <p:guide pos="2880"/>
      </p:guideLst>
    </p:cSldViewPr>
  </p:slideViewPr>
  <p:notesTextViewPr>
    <p:cViewPr>
      <p:scale>
        <a:sx n="1" d="1"/>
        <a:sy n="1" d="1"/>
      </p:scale>
      <p:origin x="0" y="0"/>
    </p:cViewPr>
  </p:notesText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tableStyles" Target="tableStyles.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280F7A2-59BA-488F-9896-9430A8BC57BD}" type="doc">
      <dgm:prSet loTypeId="urn:microsoft.com/office/officeart/2009/3/layout/HorizontalOrganizationChart" loCatId="hierarchy" qsTypeId="urn:microsoft.com/office/officeart/2005/8/quickstyle/3d6" qsCatId="3D" csTypeId="urn:microsoft.com/office/officeart/2005/8/colors/colorful1" csCatId="colorful" phldr="1"/>
      <dgm:spPr/>
      <dgm:t>
        <a:bodyPr/>
        <a:lstStyle/>
        <a:p>
          <a:endParaRPr lang="zh-CN" altLang="en-US"/>
        </a:p>
      </dgm:t>
    </dgm:pt>
    <dgm:pt modelId="{B43F6EB0-F332-4947-A51C-BF3068AC16B4}">
      <dgm:prSet custT="1"/>
      <dgm:spPr/>
      <dgm:t>
        <a:bodyPr/>
        <a:lstStyle/>
        <a:p>
          <a:pPr rtl="0"/>
          <a:r>
            <a:rPr lang="en-US" sz="1800" b="1" dirty="0" smtClean="0"/>
            <a:t>STM32F103</a:t>
          </a:r>
          <a:r>
            <a:rPr lang="zh-CN" sz="1800" b="1" dirty="0" smtClean="0"/>
            <a:t>微控制器内部</a:t>
          </a:r>
          <a:r>
            <a:rPr lang="zh-CN" altLang="en-US" sz="1800" b="1" dirty="0" smtClean="0"/>
            <a:t>的</a:t>
          </a:r>
          <a:r>
            <a:rPr lang="zh-CN" sz="1800" b="1" dirty="0" smtClean="0"/>
            <a:t>可编程定时器</a:t>
          </a:r>
          <a:endParaRPr lang="zh-CN" sz="1800" dirty="0"/>
        </a:p>
      </dgm:t>
    </dgm:pt>
    <dgm:pt modelId="{9AFD237E-C905-439D-A447-0292B039FD9E}" type="parTrans" cxnId="{4794CA57-CEA1-497C-83FC-9D909F46646E}">
      <dgm:prSet/>
      <dgm:spPr/>
      <dgm:t>
        <a:bodyPr/>
        <a:lstStyle/>
        <a:p>
          <a:endParaRPr lang="zh-CN" altLang="en-US" sz="2800"/>
        </a:p>
      </dgm:t>
    </dgm:pt>
    <dgm:pt modelId="{77440D16-ACCF-46D9-9CEE-A9858A24C531}" type="sibTrans" cxnId="{4794CA57-CEA1-497C-83FC-9D909F46646E}">
      <dgm:prSet/>
      <dgm:spPr/>
      <dgm:t>
        <a:bodyPr/>
        <a:lstStyle/>
        <a:p>
          <a:endParaRPr lang="zh-CN" altLang="en-US" sz="2800"/>
        </a:p>
      </dgm:t>
    </dgm:pt>
    <dgm:pt modelId="{1400FB95-342E-467D-9767-6ED8D2229082}">
      <dgm:prSet custT="1"/>
      <dgm:spPr/>
      <dgm:t>
        <a:bodyPr/>
        <a:lstStyle/>
        <a:p>
          <a:pPr rtl="0"/>
          <a:r>
            <a:rPr lang="zh-CN" altLang="en-US" sz="1800" b="1" dirty="0" smtClean="0"/>
            <a:t>基本定时器</a:t>
          </a:r>
          <a:endParaRPr lang="zh-CN" altLang="en-US" sz="1800" dirty="0"/>
        </a:p>
      </dgm:t>
    </dgm:pt>
    <dgm:pt modelId="{87A632E7-792E-464A-B1BB-7C8B1B965FCF}" type="parTrans" cxnId="{413FDC9B-CDE1-46D4-9BAC-86CEDC8539EB}">
      <dgm:prSet/>
      <dgm:spPr/>
      <dgm:t>
        <a:bodyPr/>
        <a:lstStyle/>
        <a:p>
          <a:endParaRPr lang="zh-CN" altLang="en-US" sz="2800"/>
        </a:p>
      </dgm:t>
    </dgm:pt>
    <dgm:pt modelId="{6D0D0465-10D5-4AC3-A8E1-01A35AB4D5BE}" type="sibTrans" cxnId="{413FDC9B-CDE1-46D4-9BAC-86CEDC8539EB}">
      <dgm:prSet/>
      <dgm:spPr/>
      <dgm:t>
        <a:bodyPr/>
        <a:lstStyle/>
        <a:p>
          <a:endParaRPr lang="zh-CN" altLang="en-US" sz="2800"/>
        </a:p>
      </dgm:t>
    </dgm:pt>
    <dgm:pt modelId="{7F7B0C54-3B58-49DD-B95D-F059E177575B}">
      <dgm:prSet custT="1"/>
      <dgm:spPr/>
      <dgm:t>
        <a:bodyPr/>
        <a:lstStyle/>
        <a:p>
          <a:pPr rtl="0"/>
          <a:r>
            <a:rPr lang="zh-CN" altLang="en-US" sz="1800" b="1" dirty="0" smtClean="0"/>
            <a:t>通用定时器</a:t>
          </a:r>
          <a:endParaRPr lang="zh-CN" altLang="en-US" sz="1800" dirty="0"/>
        </a:p>
      </dgm:t>
    </dgm:pt>
    <dgm:pt modelId="{60593602-0A9A-4208-9BC3-AEB07A6F4E04}" type="parTrans" cxnId="{6D5E4986-F1FB-404B-9E0A-D4A2ECF79563}">
      <dgm:prSet/>
      <dgm:spPr/>
      <dgm:t>
        <a:bodyPr/>
        <a:lstStyle/>
        <a:p>
          <a:endParaRPr lang="zh-CN" altLang="en-US" sz="2800"/>
        </a:p>
      </dgm:t>
    </dgm:pt>
    <dgm:pt modelId="{65661E45-7188-4B5E-BC11-A6B3753B922E}" type="sibTrans" cxnId="{6D5E4986-F1FB-404B-9E0A-D4A2ECF79563}">
      <dgm:prSet/>
      <dgm:spPr/>
      <dgm:t>
        <a:bodyPr/>
        <a:lstStyle/>
        <a:p>
          <a:endParaRPr lang="zh-CN" altLang="en-US" sz="2800"/>
        </a:p>
      </dgm:t>
    </dgm:pt>
    <dgm:pt modelId="{FB0F872C-1295-4AAF-AE77-54C257364A12}">
      <dgm:prSet custT="1"/>
      <dgm:spPr/>
      <dgm:t>
        <a:bodyPr/>
        <a:lstStyle/>
        <a:p>
          <a:pPr rtl="0"/>
          <a:r>
            <a:rPr lang="zh-CN" sz="1800" b="1" dirty="0" smtClean="0"/>
            <a:t>高级定时器（</a:t>
          </a:r>
          <a:r>
            <a:rPr lang="en-US" sz="1800" b="1" dirty="0" smtClean="0"/>
            <a:t>STM32F103/107</a:t>
          </a:r>
          <a:r>
            <a:rPr lang="zh-CN" sz="1800" b="1" dirty="0" smtClean="0"/>
            <a:t>系列）</a:t>
          </a:r>
          <a:endParaRPr lang="zh-CN" sz="1800" dirty="0"/>
        </a:p>
      </dgm:t>
    </dgm:pt>
    <dgm:pt modelId="{234363E7-CB07-4251-BE2F-8F7BFBFC10ED}" type="parTrans" cxnId="{5B524D57-C0E1-45CA-849F-7E177BA794FC}">
      <dgm:prSet/>
      <dgm:spPr/>
      <dgm:t>
        <a:bodyPr/>
        <a:lstStyle/>
        <a:p>
          <a:endParaRPr lang="zh-CN" altLang="en-US" sz="2800"/>
        </a:p>
      </dgm:t>
    </dgm:pt>
    <dgm:pt modelId="{5B1611B7-088B-4F7A-AE65-CAD40C36414D}" type="sibTrans" cxnId="{5B524D57-C0E1-45CA-849F-7E177BA794FC}">
      <dgm:prSet/>
      <dgm:spPr/>
      <dgm:t>
        <a:bodyPr/>
        <a:lstStyle/>
        <a:p>
          <a:endParaRPr lang="zh-CN" altLang="en-US" sz="2800"/>
        </a:p>
      </dgm:t>
    </dgm:pt>
    <dgm:pt modelId="{728F48C9-3C52-4DEF-98F4-A42938F31DC3}">
      <dgm:prSet custT="1"/>
      <dgm:spPr/>
      <dgm:t>
        <a:bodyPr/>
        <a:lstStyle/>
        <a:p>
          <a:pPr rtl="0"/>
          <a:r>
            <a:rPr lang="en-US" sz="1800" b="1" dirty="0" smtClean="0"/>
            <a:t>TIM1</a:t>
          </a:r>
          <a:r>
            <a:rPr lang="zh-CN" sz="1800" b="1" dirty="0" smtClean="0"/>
            <a:t>和</a:t>
          </a:r>
          <a:r>
            <a:rPr lang="en-US" sz="1800" b="1" dirty="0" smtClean="0"/>
            <a:t>TIM8</a:t>
          </a:r>
          <a:endParaRPr lang="zh-CN" sz="1800" dirty="0"/>
        </a:p>
      </dgm:t>
    </dgm:pt>
    <dgm:pt modelId="{C18AF6CA-0259-4F64-933E-A6FB06BAEF8B}" type="parTrans" cxnId="{F53198BE-D428-4B1B-A94C-6B23E2988783}">
      <dgm:prSet/>
      <dgm:spPr/>
      <dgm:t>
        <a:bodyPr/>
        <a:lstStyle/>
        <a:p>
          <a:endParaRPr lang="zh-CN" altLang="en-US" sz="2800"/>
        </a:p>
      </dgm:t>
    </dgm:pt>
    <dgm:pt modelId="{D13FBCC6-A8DB-41BD-88E7-4B2AF3DDBF54}" type="sibTrans" cxnId="{F53198BE-D428-4B1B-A94C-6B23E2988783}">
      <dgm:prSet/>
      <dgm:spPr/>
      <dgm:t>
        <a:bodyPr/>
        <a:lstStyle/>
        <a:p>
          <a:endParaRPr lang="zh-CN" altLang="en-US" sz="2800"/>
        </a:p>
      </dgm:t>
    </dgm:pt>
    <dgm:pt modelId="{41D9250F-B823-4A65-B006-4878AC9BD701}">
      <dgm:prSet custT="1"/>
      <dgm:spPr/>
      <dgm:t>
        <a:bodyPr/>
        <a:lstStyle/>
        <a:p>
          <a:pPr rtl="0"/>
          <a:r>
            <a:rPr lang="en-US" sz="1800" b="1" smtClean="0"/>
            <a:t>TIM6</a:t>
          </a:r>
          <a:r>
            <a:rPr lang="zh-CN" sz="1800" b="1" dirty="0" smtClean="0"/>
            <a:t>和</a:t>
          </a:r>
          <a:r>
            <a:rPr lang="en-US" sz="1800" b="1" dirty="0" smtClean="0"/>
            <a:t>TIM7</a:t>
          </a:r>
          <a:endParaRPr lang="zh-CN" sz="1800" dirty="0"/>
        </a:p>
      </dgm:t>
    </dgm:pt>
    <dgm:pt modelId="{23815677-53BF-4BAD-AC8E-682E93C77A78}" type="parTrans" cxnId="{3226614C-9749-473D-9847-8BE0E5D37165}">
      <dgm:prSet/>
      <dgm:spPr/>
      <dgm:t>
        <a:bodyPr/>
        <a:lstStyle/>
        <a:p>
          <a:endParaRPr lang="zh-CN" altLang="en-US" sz="2800"/>
        </a:p>
      </dgm:t>
    </dgm:pt>
    <dgm:pt modelId="{D65015FA-1C92-477E-9D34-1151B2379DF1}" type="sibTrans" cxnId="{3226614C-9749-473D-9847-8BE0E5D37165}">
      <dgm:prSet/>
      <dgm:spPr/>
      <dgm:t>
        <a:bodyPr/>
        <a:lstStyle/>
        <a:p>
          <a:endParaRPr lang="zh-CN" altLang="en-US" sz="2800"/>
        </a:p>
      </dgm:t>
    </dgm:pt>
    <dgm:pt modelId="{56C9AE39-7B3F-4444-9175-64E62DF7993E}">
      <dgm:prSet custT="1"/>
      <dgm:spPr/>
      <dgm:t>
        <a:bodyPr/>
        <a:lstStyle/>
        <a:p>
          <a:pPr rtl="0"/>
          <a:r>
            <a:rPr lang="en-US" sz="1800" b="1" dirty="0" smtClean="0"/>
            <a:t>TIM2</a:t>
          </a:r>
          <a:r>
            <a:rPr lang="zh-CN" sz="1800" b="1" dirty="0" smtClean="0"/>
            <a:t>、</a:t>
          </a:r>
          <a:r>
            <a:rPr lang="en-US" sz="1800" b="1" dirty="0" smtClean="0"/>
            <a:t>TIM3</a:t>
          </a:r>
          <a:r>
            <a:rPr lang="zh-CN" sz="1800" b="1" dirty="0" smtClean="0"/>
            <a:t>、</a:t>
          </a:r>
          <a:r>
            <a:rPr lang="en-US" sz="1800" b="1" dirty="0" smtClean="0"/>
            <a:t>TIM4</a:t>
          </a:r>
          <a:r>
            <a:rPr lang="zh-CN" sz="1800" b="1" dirty="0" smtClean="0"/>
            <a:t>和</a:t>
          </a:r>
          <a:r>
            <a:rPr lang="en-US" sz="1800" b="1" dirty="0" smtClean="0"/>
            <a:t>TIM5</a:t>
          </a:r>
          <a:endParaRPr lang="zh-CN" sz="1800" dirty="0"/>
        </a:p>
      </dgm:t>
    </dgm:pt>
    <dgm:pt modelId="{D2A48ECA-F60D-43E8-B490-F87A0209D232}" type="parTrans" cxnId="{C6375EA9-A528-4B2E-A460-C23E5D67836F}">
      <dgm:prSet/>
      <dgm:spPr/>
      <dgm:t>
        <a:bodyPr/>
        <a:lstStyle/>
        <a:p>
          <a:endParaRPr lang="zh-CN" altLang="en-US" sz="2800"/>
        </a:p>
      </dgm:t>
    </dgm:pt>
    <dgm:pt modelId="{4E259A65-D39D-488B-A266-07EB463DDA07}" type="sibTrans" cxnId="{C6375EA9-A528-4B2E-A460-C23E5D67836F}">
      <dgm:prSet/>
      <dgm:spPr/>
      <dgm:t>
        <a:bodyPr/>
        <a:lstStyle/>
        <a:p>
          <a:endParaRPr lang="zh-CN" altLang="en-US" sz="2800"/>
        </a:p>
      </dgm:t>
    </dgm:pt>
    <dgm:pt modelId="{9AE28E89-E5ED-45AF-9963-2796ED127D5C}" type="pres">
      <dgm:prSet presAssocID="{F280F7A2-59BA-488F-9896-9430A8BC57BD}" presName="hierChild1" presStyleCnt="0">
        <dgm:presLayoutVars>
          <dgm:orgChart val="1"/>
          <dgm:chPref val="1"/>
          <dgm:dir/>
          <dgm:animOne val="branch"/>
          <dgm:animLvl val="lvl"/>
          <dgm:resizeHandles/>
        </dgm:presLayoutVars>
      </dgm:prSet>
      <dgm:spPr/>
      <dgm:t>
        <a:bodyPr/>
        <a:lstStyle/>
        <a:p>
          <a:endParaRPr lang="zh-CN" altLang="en-US"/>
        </a:p>
      </dgm:t>
    </dgm:pt>
    <dgm:pt modelId="{89123802-C941-4BEE-A8FB-F4509979B289}" type="pres">
      <dgm:prSet presAssocID="{B43F6EB0-F332-4947-A51C-BF3068AC16B4}" presName="hierRoot1" presStyleCnt="0">
        <dgm:presLayoutVars>
          <dgm:hierBranch val="init"/>
        </dgm:presLayoutVars>
      </dgm:prSet>
      <dgm:spPr/>
    </dgm:pt>
    <dgm:pt modelId="{E1C7E0A6-37C2-4F0E-8A4B-BCB20FDEE949}" type="pres">
      <dgm:prSet presAssocID="{B43F6EB0-F332-4947-A51C-BF3068AC16B4}" presName="rootComposite1" presStyleCnt="0"/>
      <dgm:spPr/>
    </dgm:pt>
    <dgm:pt modelId="{2F911080-3898-485C-A919-3B49219BA110}" type="pres">
      <dgm:prSet presAssocID="{B43F6EB0-F332-4947-A51C-BF3068AC16B4}" presName="rootText1" presStyleLbl="node0" presStyleIdx="0" presStyleCnt="1" custScaleX="81330" custScaleY="163262">
        <dgm:presLayoutVars>
          <dgm:chPref val="3"/>
        </dgm:presLayoutVars>
      </dgm:prSet>
      <dgm:spPr/>
      <dgm:t>
        <a:bodyPr/>
        <a:lstStyle/>
        <a:p>
          <a:endParaRPr lang="zh-CN" altLang="en-US"/>
        </a:p>
      </dgm:t>
    </dgm:pt>
    <dgm:pt modelId="{182F3A5C-0286-4895-AF71-41F948D677AF}" type="pres">
      <dgm:prSet presAssocID="{B43F6EB0-F332-4947-A51C-BF3068AC16B4}" presName="rootConnector1" presStyleLbl="node1" presStyleIdx="0" presStyleCnt="0"/>
      <dgm:spPr/>
      <dgm:t>
        <a:bodyPr/>
        <a:lstStyle/>
        <a:p>
          <a:endParaRPr lang="zh-CN" altLang="en-US"/>
        </a:p>
      </dgm:t>
    </dgm:pt>
    <dgm:pt modelId="{0F056E96-CF76-4648-AF75-2A4EE63103E6}" type="pres">
      <dgm:prSet presAssocID="{B43F6EB0-F332-4947-A51C-BF3068AC16B4}" presName="hierChild2" presStyleCnt="0"/>
      <dgm:spPr/>
    </dgm:pt>
    <dgm:pt modelId="{4F5455D1-7B65-4B43-982A-97A98845D2B3}" type="pres">
      <dgm:prSet presAssocID="{87A632E7-792E-464A-B1BB-7C8B1B965FCF}" presName="Name64" presStyleLbl="parChTrans1D2" presStyleIdx="0" presStyleCnt="3"/>
      <dgm:spPr/>
      <dgm:t>
        <a:bodyPr/>
        <a:lstStyle/>
        <a:p>
          <a:endParaRPr lang="zh-CN" altLang="en-US"/>
        </a:p>
      </dgm:t>
    </dgm:pt>
    <dgm:pt modelId="{8C2C83AE-5C6D-4A55-BF35-33DBAA69F396}" type="pres">
      <dgm:prSet presAssocID="{1400FB95-342E-467D-9767-6ED8D2229082}" presName="hierRoot2" presStyleCnt="0">
        <dgm:presLayoutVars>
          <dgm:hierBranch val="init"/>
        </dgm:presLayoutVars>
      </dgm:prSet>
      <dgm:spPr/>
    </dgm:pt>
    <dgm:pt modelId="{287E0B16-7D81-44FC-A410-79DD1E4BD997}" type="pres">
      <dgm:prSet presAssocID="{1400FB95-342E-467D-9767-6ED8D2229082}" presName="rootComposite" presStyleCnt="0"/>
      <dgm:spPr/>
    </dgm:pt>
    <dgm:pt modelId="{4680E471-83E8-4E93-AD10-C8945567FBE2}" type="pres">
      <dgm:prSet presAssocID="{1400FB95-342E-467D-9767-6ED8D2229082}" presName="rootText" presStyleLbl="node2" presStyleIdx="0" presStyleCnt="3">
        <dgm:presLayoutVars>
          <dgm:chPref val="3"/>
        </dgm:presLayoutVars>
      </dgm:prSet>
      <dgm:spPr/>
      <dgm:t>
        <a:bodyPr/>
        <a:lstStyle/>
        <a:p>
          <a:endParaRPr lang="zh-CN" altLang="en-US"/>
        </a:p>
      </dgm:t>
    </dgm:pt>
    <dgm:pt modelId="{A12749BF-27CB-4518-B961-2186D7391581}" type="pres">
      <dgm:prSet presAssocID="{1400FB95-342E-467D-9767-6ED8D2229082}" presName="rootConnector" presStyleLbl="node2" presStyleIdx="0" presStyleCnt="3"/>
      <dgm:spPr/>
      <dgm:t>
        <a:bodyPr/>
        <a:lstStyle/>
        <a:p>
          <a:endParaRPr lang="zh-CN" altLang="en-US"/>
        </a:p>
      </dgm:t>
    </dgm:pt>
    <dgm:pt modelId="{1F9A0B0A-23B6-4C1D-97B5-D68CA1130C9C}" type="pres">
      <dgm:prSet presAssocID="{1400FB95-342E-467D-9767-6ED8D2229082}" presName="hierChild4" presStyleCnt="0"/>
      <dgm:spPr/>
    </dgm:pt>
    <dgm:pt modelId="{718A0C43-0501-4C5D-86CA-4AB377BF592C}" type="pres">
      <dgm:prSet presAssocID="{23815677-53BF-4BAD-AC8E-682E93C77A78}" presName="Name64" presStyleLbl="parChTrans1D3" presStyleIdx="0" presStyleCnt="3"/>
      <dgm:spPr/>
      <dgm:t>
        <a:bodyPr/>
        <a:lstStyle/>
        <a:p>
          <a:endParaRPr lang="zh-CN" altLang="en-US"/>
        </a:p>
      </dgm:t>
    </dgm:pt>
    <dgm:pt modelId="{A595BFFD-6809-4780-9E37-5D82B63B5314}" type="pres">
      <dgm:prSet presAssocID="{41D9250F-B823-4A65-B006-4878AC9BD701}" presName="hierRoot2" presStyleCnt="0">
        <dgm:presLayoutVars>
          <dgm:hierBranch val="init"/>
        </dgm:presLayoutVars>
      </dgm:prSet>
      <dgm:spPr/>
    </dgm:pt>
    <dgm:pt modelId="{0D8A9005-3779-4A5D-8D06-6776E8C30E32}" type="pres">
      <dgm:prSet presAssocID="{41D9250F-B823-4A65-B006-4878AC9BD701}" presName="rootComposite" presStyleCnt="0"/>
      <dgm:spPr/>
    </dgm:pt>
    <dgm:pt modelId="{3A1A1038-3F51-4A06-8DCE-953FFD62970C}" type="pres">
      <dgm:prSet presAssocID="{41D9250F-B823-4A65-B006-4878AC9BD701}" presName="rootText" presStyleLbl="node3" presStyleIdx="0" presStyleCnt="3">
        <dgm:presLayoutVars>
          <dgm:chPref val="3"/>
        </dgm:presLayoutVars>
      </dgm:prSet>
      <dgm:spPr/>
      <dgm:t>
        <a:bodyPr/>
        <a:lstStyle/>
        <a:p>
          <a:endParaRPr lang="zh-CN" altLang="en-US"/>
        </a:p>
      </dgm:t>
    </dgm:pt>
    <dgm:pt modelId="{F2EB2C89-9F65-4D14-9E83-E984680C454B}" type="pres">
      <dgm:prSet presAssocID="{41D9250F-B823-4A65-B006-4878AC9BD701}" presName="rootConnector" presStyleLbl="node3" presStyleIdx="0" presStyleCnt="3"/>
      <dgm:spPr/>
      <dgm:t>
        <a:bodyPr/>
        <a:lstStyle/>
        <a:p>
          <a:endParaRPr lang="zh-CN" altLang="en-US"/>
        </a:p>
      </dgm:t>
    </dgm:pt>
    <dgm:pt modelId="{A83FFDE3-63B8-4EDE-9706-A7024B2D8DFC}" type="pres">
      <dgm:prSet presAssocID="{41D9250F-B823-4A65-B006-4878AC9BD701}" presName="hierChild4" presStyleCnt="0"/>
      <dgm:spPr/>
    </dgm:pt>
    <dgm:pt modelId="{A2EE54D6-B65B-44B0-B28A-AB7225891728}" type="pres">
      <dgm:prSet presAssocID="{41D9250F-B823-4A65-B006-4878AC9BD701}" presName="hierChild5" presStyleCnt="0"/>
      <dgm:spPr/>
    </dgm:pt>
    <dgm:pt modelId="{D5E8C0FA-F96D-4C12-8F55-D3DE53FDC0FF}" type="pres">
      <dgm:prSet presAssocID="{1400FB95-342E-467D-9767-6ED8D2229082}" presName="hierChild5" presStyleCnt="0"/>
      <dgm:spPr/>
    </dgm:pt>
    <dgm:pt modelId="{FD3034CB-CE9E-42E8-8C99-B52B8D45FCA7}" type="pres">
      <dgm:prSet presAssocID="{60593602-0A9A-4208-9BC3-AEB07A6F4E04}" presName="Name64" presStyleLbl="parChTrans1D2" presStyleIdx="1" presStyleCnt="3"/>
      <dgm:spPr/>
      <dgm:t>
        <a:bodyPr/>
        <a:lstStyle/>
        <a:p>
          <a:endParaRPr lang="zh-CN" altLang="en-US"/>
        </a:p>
      </dgm:t>
    </dgm:pt>
    <dgm:pt modelId="{333939DF-72E4-4FF6-96A5-8D5BC831DEC6}" type="pres">
      <dgm:prSet presAssocID="{7F7B0C54-3B58-49DD-B95D-F059E177575B}" presName="hierRoot2" presStyleCnt="0">
        <dgm:presLayoutVars>
          <dgm:hierBranch val="init"/>
        </dgm:presLayoutVars>
      </dgm:prSet>
      <dgm:spPr/>
    </dgm:pt>
    <dgm:pt modelId="{4F72F2EE-8608-449A-89F3-606809E48734}" type="pres">
      <dgm:prSet presAssocID="{7F7B0C54-3B58-49DD-B95D-F059E177575B}" presName="rootComposite" presStyleCnt="0"/>
      <dgm:spPr/>
    </dgm:pt>
    <dgm:pt modelId="{DC608DF3-48D8-4642-BF23-77E6887818CC}" type="pres">
      <dgm:prSet presAssocID="{7F7B0C54-3B58-49DD-B95D-F059E177575B}" presName="rootText" presStyleLbl="node2" presStyleIdx="1" presStyleCnt="3">
        <dgm:presLayoutVars>
          <dgm:chPref val="3"/>
        </dgm:presLayoutVars>
      </dgm:prSet>
      <dgm:spPr/>
      <dgm:t>
        <a:bodyPr/>
        <a:lstStyle/>
        <a:p>
          <a:endParaRPr lang="zh-CN" altLang="en-US"/>
        </a:p>
      </dgm:t>
    </dgm:pt>
    <dgm:pt modelId="{C8760B9A-7B8D-4C14-9D50-8D6CE1E92DF5}" type="pres">
      <dgm:prSet presAssocID="{7F7B0C54-3B58-49DD-B95D-F059E177575B}" presName="rootConnector" presStyleLbl="node2" presStyleIdx="1" presStyleCnt="3"/>
      <dgm:spPr/>
      <dgm:t>
        <a:bodyPr/>
        <a:lstStyle/>
        <a:p>
          <a:endParaRPr lang="zh-CN" altLang="en-US"/>
        </a:p>
      </dgm:t>
    </dgm:pt>
    <dgm:pt modelId="{089F6625-91D3-4E14-B98B-0F4E5B76F479}" type="pres">
      <dgm:prSet presAssocID="{7F7B0C54-3B58-49DD-B95D-F059E177575B}" presName="hierChild4" presStyleCnt="0"/>
      <dgm:spPr/>
    </dgm:pt>
    <dgm:pt modelId="{BA0F6ED7-5F3C-4E19-878C-D64C7EFCFFD8}" type="pres">
      <dgm:prSet presAssocID="{D2A48ECA-F60D-43E8-B490-F87A0209D232}" presName="Name64" presStyleLbl="parChTrans1D3" presStyleIdx="1" presStyleCnt="3"/>
      <dgm:spPr/>
      <dgm:t>
        <a:bodyPr/>
        <a:lstStyle/>
        <a:p>
          <a:endParaRPr lang="zh-CN" altLang="en-US"/>
        </a:p>
      </dgm:t>
    </dgm:pt>
    <dgm:pt modelId="{930D5B6E-A9E4-4A30-B702-918170E8431E}" type="pres">
      <dgm:prSet presAssocID="{56C9AE39-7B3F-4444-9175-64E62DF7993E}" presName="hierRoot2" presStyleCnt="0">
        <dgm:presLayoutVars>
          <dgm:hierBranch val="init"/>
        </dgm:presLayoutVars>
      </dgm:prSet>
      <dgm:spPr/>
    </dgm:pt>
    <dgm:pt modelId="{D9B8C4F0-254C-4994-A712-7720D264314B}" type="pres">
      <dgm:prSet presAssocID="{56C9AE39-7B3F-4444-9175-64E62DF7993E}" presName="rootComposite" presStyleCnt="0"/>
      <dgm:spPr/>
    </dgm:pt>
    <dgm:pt modelId="{09AEDA5C-F0FF-40C8-A282-BC1AAEBBF926}" type="pres">
      <dgm:prSet presAssocID="{56C9AE39-7B3F-4444-9175-64E62DF7993E}" presName="rootText" presStyleLbl="node3" presStyleIdx="1" presStyleCnt="3" custScaleX="169659">
        <dgm:presLayoutVars>
          <dgm:chPref val="3"/>
        </dgm:presLayoutVars>
      </dgm:prSet>
      <dgm:spPr/>
      <dgm:t>
        <a:bodyPr/>
        <a:lstStyle/>
        <a:p>
          <a:endParaRPr lang="zh-CN" altLang="en-US"/>
        </a:p>
      </dgm:t>
    </dgm:pt>
    <dgm:pt modelId="{9D15F53A-2D49-423C-806E-C0F6FB5149F2}" type="pres">
      <dgm:prSet presAssocID="{56C9AE39-7B3F-4444-9175-64E62DF7993E}" presName="rootConnector" presStyleLbl="node3" presStyleIdx="1" presStyleCnt="3"/>
      <dgm:spPr/>
      <dgm:t>
        <a:bodyPr/>
        <a:lstStyle/>
        <a:p>
          <a:endParaRPr lang="zh-CN" altLang="en-US"/>
        </a:p>
      </dgm:t>
    </dgm:pt>
    <dgm:pt modelId="{50510902-1C10-43CA-9369-5786E681C02D}" type="pres">
      <dgm:prSet presAssocID="{56C9AE39-7B3F-4444-9175-64E62DF7993E}" presName="hierChild4" presStyleCnt="0"/>
      <dgm:spPr/>
    </dgm:pt>
    <dgm:pt modelId="{B58B02AF-54AF-417F-9E33-3EEFEC4FE278}" type="pres">
      <dgm:prSet presAssocID="{56C9AE39-7B3F-4444-9175-64E62DF7993E}" presName="hierChild5" presStyleCnt="0"/>
      <dgm:spPr/>
    </dgm:pt>
    <dgm:pt modelId="{4F9303BB-A797-4462-A145-2D8B67CE51A4}" type="pres">
      <dgm:prSet presAssocID="{7F7B0C54-3B58-49DD-B95D-F059E177575B}" presName="hierChild5" presStyleCnt="0"/>
      <dgm:spPr/>
    </dgm:pt>
    <dgm:pt modelId="{538F576A-915B-40CD-A804-A8784FCD3AAB}" type="pres">
      <dgm:prSet presAssocID="{234363E7-CB07-4251-BE2F-8F7BFBFC10ED}" presName="Name64" presStyleLbl="parChTrans1D2" presStyleIdx="2" presStyleCnt="3"/>
      <dgm:spPr/>
      <dgm:t>
        <a:bodyPr/>
        <a:lstStyle/>
        <a:p>
          <a:endParaRPr lang="zh-CN" altLang="en-US"/>
        </a:p>
      </dgm:t>
    </dgm:pt>
    <dgm:pt modelId="{1AD90CD7-0D40-4F17-85F6-B16BFADAA128}" type="pres">
      <dgm:prSet presAssocID="{FB0F872C-1295-4AAF-AE77-54C257364A12}" presName="hierRoot2" presStyleCnt="0">
        <dgm:presLayoutVars>
          <dgm:hierBranch val="init"/>
        </dgm:presLayoutVars>
      </dgm:prSet>
      <dgm:spPr/>
    </dgm:pt>
    <dgm:pt modelId="{04072791-580F-4896-BE3A-F994201D32E7}" type="pres">
      <dgm:prSet presAssocID="{FB0F872C-1295-4AAF-AE77-54C257364A12}" presName="rootComposite" presStyleCnt="0"/>
      <dgm:spPr/>
    </dgm:pt>
    <dgm:pt modelId="{50CEC7AA-3F39-4AD2-9BE8-9BDCCCE6C39A}" type="pres">
      <dgm:prSet presAssocID="{FB0F872C-1295-4AAF-AE77-54C257364A12}" presName="rootText" presStyleLbl="node2" presStyleIdx="2" presStyleCnt="3" custScaleX="139496" custScaleY="99923">
        <dgm:presLayoutVars>
          <dgm:chPref val="3"/>
        </dgm:presLayoutVars>
      </dgm:prSet>
      <dgm:spPr/>
      <dgm:t>
        <a:bodyPr/>
        <a:lstStyle/>
        <a:p>
          <a:endParaRPr lang="zh-CN" altLang="en-US"/>
        </a:p>
      </dgm:t>
    </dgm:pt>
    <dgm:pt modelId="{768C2F7A-6BE0-43B0-A4BA-6C3EFC137B12}" type="pres">
      <dgm:prSet presAssocID="{FB0F872C-1295-4AAF-AE77-54C257364A12}" presName="rootConnector" presStyleLbl="node2" presStyleIdx="2" presStyleCnt="3"/>
      <dgm:spPr/>
      <dgm:t>
        <a:bodyPr/>
        <a:lstStyle/>
        <a:p>
          <a:endParaRPr lang="zh-CN" altLang="en-US"/>
        </a:p>
      </dgm:t>
    </dgm:pt>
    <dgm:pt modelId="{5D84D107-1FF9-406C-A62A-782770140734}" type="pres">
      <dgm:prSet presAssocID="{FB0F872C-1295-4AAF-AE77-54C257364A12}" presName="hierChild4" presStyleCnt="0"/>
      <dgm:spPr/>
    </dgm:pt>
    <dgm:pt modelId="{5CF58943-13F7-432C-AD01-297C1809E7A3}" type="pres">
      <dgm:prSet presAssocID="{C18AF6CA-0259-4F64-933E-A6FB06BAEF8B}" presName="Name64" presStyleLbl="parChTrans1D3" presStyleIdx="2" presStyleCnt="3"/>
      <dgm:spPr/>
      <dgm:t>
        <a:bodyPr/>
        <a:lstStyle/>
        <a:p>
          <a:endParaRPr lang="zh-CN" altLang="en-US"/>
        </a:p>
      </dgm:t>
    </dgm:pt>
    <dgm:pt modelId="{3D75BCA2-777C-45BB-9278-68D41012FAE8}" type="pres">
      <dgm:prSet presAssocID="{728F48C9-3C52-4DEF-98F4-A42938F31DC3}" presName="hierRoot2" presStyleCnt="0">
        <dgm:presLayoutVars>
          <dgm:hierBranch val="init"/>
        </dgm:presLayoutVars>
      </dgm:prSet>
      <dgm:spPr/>
    </dgm:pt>
    <dgm:pt modelId="{141337AC-867C-41C8-AFBB-B8743BB0F31D}" type="pres">
      <dgm:prSet presAssocID="{728F48C9-3C52-4DEF-98F4-A42938F31DC3}" presName="rootComposite" presStyleCnt="0"/>
      <dgm:spPr/>
    </dgm:pt>
    <dgm:pt modelId="{B8BCA36A-B918-4309-ADA9-2A32690A4006}" type="pres">
      <dgm:prSet presAssocID="{728F48C9-3C52-4DEF-98F4-A42938F31DC3}" presName="rootText" presStyleLbl="node3" presStyleIdx="2" presStyleCnt="3">
        <dgm:presLayoutVars>
          <dgm:chPref val="3"/>
        </dgm:presLayoutVars>
      </dgm:prSet>
      <dgm:spPr/>
      <dgm:t>
        <a:bodyPr/>
        <a:lstStyle/>
        <a:p>
          <a:endParaRPr lang="zh-CN" altLang="en-US"/>
        </a:p>
      </dgm:t>
    </dgm:pt>
    <dgm:pt modelId="{A7C417A9-6899-48F5-AB79-2FA7892187DD}" type="pres">
      <dgm:prSet presAssocID="{728F48C9-3C52-4DEF-98F4-A42938F31DC3}" presName="rootConnector" presStyleLbl="node3" presStyleIdx="2" presStyleCnt="3"/>
      <dgm:spPr/>
      <dgm:t>
        <a:bodyPr/>
        <a:lstStyle/>
        <a:p>
          <a:endParaRPr lang="zh-CN" altLang="en-US"/>
        </a:p>
      </dgm:t>
    </dgm:pt>
    <dgm:pt modelId="{DFAA5E6F-5E51-46C6-8DDC-487746C6AD4C}" type="pres">
      <dgm:prSet presAssocID="{728F48C9-3C52-4DEF-98F4-A42938F31DC3}" presName="hierChild4" presStyleCnt="0"/>
      <dgm:spPr/>
    </dgm:pt>
    <dgm:pt modelId="{793875DA-D3F1-4D6C-9522-84C499A0DE86}" type="pres">
      <dgm:prSet presAssocID="{728F48C9-3C52-4DEF-98F4-A42938F31DC3}" presName="hierChild5" presStyleCnt="0"/>
      <dgm:spPr/>
    </dgm:pt>
    <dgm:pt modelId="{9B288F65-E338-46D5-A0C1-BB8EF30D8216}" type="pres">
      <dgm:prSet presAssocID="{FB0F872C-1295-4AAF-AE77-54C257364A12}" presName="hierChild5" presStyleCnt="0"/>
      <dgm:spPr/>
    </dgm:pt>
    <dgm:pt modelId="{2F2A3897-623B-4008-A540-93201B12F86A}" type="pres">
      <dgm:prSet presAssocID="{B43F6EB0-F332-4947-A51C-BF3068AC16B4}" presName="hierChild3" presStyleCnt="0"/>
      <dgm:spPr/>
    </dgm:pt>
  </dgm:ptLst>
  <dgm:cxnLst>
    <dgm:cxn modelId="{F53198BE-D428-4B1B-A94C-6B23E2988783}" srcId="{FB0F872C-1295-4AAF-AE77-54C257364A12}" destId="{728F48C9-3C52-4DEF-98F4-A42938F31DC3}" srcOrd="0" destOrd="0" parTransId="{C18AF6CA-0259-4F64-933E-A6FB06BAEF8B}" sibTransId="{D13FBCC6-A8DB-41BD-88E7-4B2AF3DDBF54}"/>
    <dgm:cxn modelId="{413FDC9B-CDE1-46D4-9BAC-86CEDC8539EB}" srcId="{B43F6EB0-F332-4947-A51C-BF3068AC16B4}" destId="{1400FB95-342E-467D-9767-6ED8D2229082}" srcOrd="0" destOrd="0" parTransId="{87A632E7-792E-464A-B1BB-7C8B1B965FCF}" sibTransId="{6D0D0465-10D5-4AC3-A8E1-01A35AB4D5BE}"/>
    <dgm:cxn modelId="{6BD702CC-14AD-4920-BB77-25944DCAD8BD}" type="presOf" srcId="{F280F7A2-59BA-488F-9896-9430A8BC57BD}" destId="{9AE28E89-E5ED-45AF-9963-2796ED127D5C}" srcOrd="0" destOrd="0" presId="urn:microsoft.com/office/officeart/2009/3/layout/HorizontalOrganizationChart"/>
    <dgm:cxn modelId="{4794CA57-CEA1-497C-83FC-9D909F46646E}" srcId="{F280F7A2-59BA-488F-9896-9430A8BC57BD}" destId="{B43F6EB0-F332-4947-A51C-BF3068AC16B4}" srcOrd="0" destOrd="0" parTransId="{9AFD237E-C905-439D-A447-0292B039FD9E}" sibTransId="{77440D16-ACCF-46D9-9CEE-A9858A24C531}"/>
    <dgm:cxn modelId="{7BFCC0C3-F9AC-4DF4-B41B-414F3DE5565F}" type="presOf" srcId="{60593602-0A9A-4208-9BC3-AEB07A6F4E04}" destId="{FD3034CB-CE9E-42E8-8C99-B52B8D45FCA7}" srcOrd="0" destOrd="0" presId="urn:microsoft.com/office/officeart/2009/3/layout/HorizontalOrganizationChart"/>
    <dgm:cxn modelId="{AA0F841A-8DA8-4D5F-B9BB-590304F21761}" type="presOf" srcId="{728F48C9-3C52-4DEF-98F4-A42938F31DC3}" destId="{A7C417A9-6899-48F5-AB79-2FA7892187DD}" srcOrd="1" destOrd="0" presId="urn:microsoft.com/office/officeart/2009/3/layout/HorizontalOrganizationChart"/>
    <dgm:cxn modelId="{41D378CF-B385-434D-B1B3-68CBCCD2A036}" type="presOf" srcId="{C18AF6CA-0259-4F64-933E-A6FB06BAEF8B}" destId="{5CF58943-13F7-432C-AD01-297C1809E7A3}" srcOrd="0" destOrd="0" presId="urn:microsoft.com/office/officeart/2009/3/layout/HorizontalOrganizationChart"/>
    <dgm:cxn modelId="{5B524D57-C0E1-45CA-849F-7E177BA794FC}" srcId="{B43F6EB0-F332-4947-A51C-BF3068AC16B4}" destId="{FB0F872C-1295-4AAF-AE77-54C257364A12}" srcOrd="2" destOrd="0" parTransId="{234363E7-CB07-4251-BE2F-8F7BFBFC10ED}" sibTransId="{5B1611B7-088B-4F7A-AE65-CAD40C36414D}"/>
    <dgm:cxn modelId="{5F2BE534-CFE4-4136-A0F1-2D5816FF1AAE}" type="presOf" srcId="{56C9AE39-7B3F-4444-9175-64E62DF7993E}" destId="{09AEDA5C-F0FF-40C8-A282-BC1AAEBBF926}" srcOrd="0" destOrd="0" presId="urn:microsoft.com/office/officeart/2009/3/layout/HorizontalOrganizationChart"/>
    <dgm:cxn modelId="{FAB1B81F-46FD-4FE6-A0D8-48907E11D1AF}" type="presOf" srcId="{FB0F872C-1295-4AAF-AE77-54C257364A12}" destId="{768C2F7A-6BE0-43B0-A4BA-6C3EFC137B12}" srcOrd="1" destOrd="0" presId="urn:microsoft.com/office/officeart/2009/3/layout/HorizontalOrganizationChart"/>
    <dgm:cxn modelId="{A995E3FA-2477-473B-BE73-14B7AB79A4D3}" type="presOf" srcId="{56C9AE39-7B3F-4444-9175-64E62DF7993E}" destId="{9D15F53A-2D49-423C-806E-C0F6FB5149F2}" srcOrd="1" destOrd="0" presId="urn:microsoft.com/office/officeart/2009/3/layout/HorizontalOrganizationChart"/>
    <dgm:cxn modelId="{E3205008-E057-476B-A437-0B9F2B1BDCDB}" type="presOf" srcId="{41D9250F-B823-4A65-B006-4878AC9BD701}" destId="{F2EB2C89-9F65-4D14-9E83-E984680C454B}" srcOrd="1" destOrd="0" presId="urn:microsoft.com/office/officeart/2009/3/layout/HorizontalOrganizationChart"/>
    <dgm:cxn modelId="{6D5E4986-F1FB-404B-9E0A-D4A2ECF79563}" srcId="{B43F6EB0-F332-4947-A51C-BF3068AC16B4}" destId="{7F7B0C54-3B58-49DD-B95D-F059E177575B}" srcOrd="1" destOrd="0" parTransId="{60593602-0A9A-4208-9BC3-AEB07A6F4E04}" sibTransId="{65661E45-7188-4B5E-BC11-A6B3753B922E}"/>
    <dgm:cxn modelId="{2E2CD1E5-E4EB-4434-A017-3DA8332F7D2F}" type="presOf" srcId="{B43F6EB0-F332-4947-A51C-BF3068AC16B4}" destId="{182F3A5C-0286-4895-AF71-41F948D677AF}" srcOrd="1" destOrd="0" presId="urn:microsoft.com/office/officeart/2009/3/layout/HorizontalOrganizationChart"/>
    <dgm:cxn modelId="{A11DE1CF-69B6-4CA8-9198-D683C437E008}" type="presOf" srcId="{41D9250F-B823-4A65-B006-4878AC9BD701}" destId="{3A1A1038-3F51-4A06-8DCE-953FFD62970C}" srcOrd="0" destOrd="0" presId="urn:microsoft.com/office/officeart/2009/3/layout/HorizontalOrganizationChart"/>
    <dgm:cxn modelId="{07D76C56-D314-4ED8-95DF-2DABF87C0049}" type="presOf" srcId="{1400FB95-342E-467D-9767-6ED8D2229082}" destId="{4680E471-83E8-4E93-AD10-C8945567FBE2}" srcOrd="0" destOrd="0" presId="urn:microsoft.com/office/officeart/2009/3/layout/HorizontalOrganizationChart"/>
    <dgm:cxn modelId="{E07B2AEC-C197-4728-919A-380D9AC39820}" type="presOf" srcId="{7F7B0C54-3B58-49DD-B95D-F059E177575B}" destId="{DC608DF3-48D8-4642-BF23-77E6887818CC}" srcOrd="0" destOrd="0" presId="urn:microsoft.com/office/officeart/2009/3/layout/HorizontalOrganizationChart"/>
    <dgm:cxn modelId="{C6375EA9-A528-4B2E-A460-C23E5D67836F}" srcId="{7F7B0C54-3B58-49DD-B95D-F059E177575B}" destId="{56C9AE39-7B3F-4444-9175-64E62DF7993E}" srcOrd="0" destOrd="0" parTransId="{D2A48ECA-F60D-43E8-B490-F87A0209D232}" sibTransId="{4E259A65-D39D-488B-A266-07EB463DDA07}"/>
    <dgm:cxn modelId="{333AB678-75A9-43D2-BDFC-3B7DE1A80DFA}" type="presOf" srcId="{FB0F872C-1295-4AAF-AE77-54C257364A12}" destId="{50CEC7AA-3F39-4AD2-9BE8-9BDCCCE6C39A}" srcOrd="0" destOrd="0" presId="urn:microsoft.com/office/officeart/2009/3/layout/HorizontalOrganizationChart"/>
    <dgm:cxn modelId="{43E91E14-34F6-4560-B5E6-BEFB406BBEDE}" type="presOf" srcId="{87A632E7-792E-464A-B1BB-7C8B1B965FCF}" destId="{4F5455D1-7B65-4B43-982A-97A98845D2B3}" srcOrd="0" destOrd="0" presId="urn:microsoft.com/office/officeart/2009/3/layout/HorizontalOrganizationChart"/>
    <dgm:cxn modelId="{AE2E52B1-92E4-4A5C-B762-38849E988E3B}" type="presOf" srcId="{728F48C9-3C52-4DEF-98F4-A42938F31DC3}" destId="{B8BCA36A-B918-4309-ADA9-2A32690A4006}" srcOrd="0" destOrd="0" presId="urn:microsoft.com/office/officeart/2009/3/layout/HorizontalOrganizationChart"/>
    <dgm:cxn modelId="{2A0F779E-136D-4E29-B34D-C700C420F093}" type="presOf" srcId="{D2A48ECA-F60D-43E8-B490-F87A0209D232}" destId="{BA0F6ED7-5F3C-4E19-878C-D64C7EFCFFD8}" srcOrd="0" destOrd="0" presId="urn:microsoft.com/office/officeart/2009/3/layout/HorizontalOrganizationChart"/>
    <dgm:cxn modelId="{3226614C-9749-473D-9847-8BE0E5D37165}" srcId="{1400FB95-342E-467D-9767-6ED8D2229082}" destId="{41D9250F-B823-4A65-B006-4878AC9BD701}" srcOrd="0" destOrd="0" parTransId="{23815677-53BF-4BAD-AC8E-682E93C77A78}" sibTransId="{D65015FA-1C92-477E-9D34-1151B2379DF1}"/>
    <dgm:cxn modelId="{B1814810-8C08-47BA-8B4F-D6069E2DD604}" type="presOf" srcId="{7F7B0C54-3B58-49DD-B95D-F059E177575B}" destId="{C8760B9A-7B8D-4C14-9D50-8D6CE1E92DF5}" srcOrd="1" destOrd="0" presId="urn:microsoft.com/office/officeart/2009/3/layout/HorizontalOrganizationChart"/>
    <dgm:cxn modelId="{081C3228-6614-41B3-AAAD-EBEC1526853C}" type="presOf" srcId="{B43F6EB0-F332-4947-A51C-BF3068AC16B4}" destId="{2F911080-3898-485C-A919-3B49219BA110}" srcOrd="0" destOrd="0" presId="urn:microsoft.com/office/officeart/2009/3/layout/HorizontalOrganizationChart"/>
    <dgm:cxn modelId="{BA9DA6D3-694F-4BDD-B774-B061449553EF}" type="presOf" srcId="{234363E7-CB07-4251-BE2F-8F7BFBFC10ED}" destId="{538F576A-915B-40CD-A804-A8784FCD3AAB}" srcOrd="0" destOrd="0" presId="urn:microsoft.com/office/officeart/2009/3/layout/HorizontalOrganizationChart"/>
    <dgm:cxn modelId="{6284C50F-D425-4711-A929-05A8E50B9CF8}" type="presOf" srcId="{23815677-53BF-4BAD-AC8E-682E93C77A78}" destId="{718A0C43-0501-4C5D-86CA-4AB377BF592C}" srcOrd="0" destOrd="0" presId="urn:microsoft.com/office/officeart/2009/3/layout/HorizontalOrganizationChart"/>
    <dgm:cxn modelId="{99F98056-F762-40FA-853B-0333F14384EF}" type="presOf" srcId="{1400FB95-342E-467D-9767-6ED8D2229082}" destId="{A12749BF-27CB-4518-B961-2186D7391581}" srcOrd="1" destOrd="0" presId="urn:microsoft.com/office/officeart/2009/3/layout/HorizontalOrganizationChart"/>
    <dgm:cxn modelId="{2498089D-66ED-4C18-9EEF-431341815A36}" type="presParOf" srcId="{9AE28E89-E5ED-45AF-9963-2796ED127D5C}" destId="{89123802-C941-4BEE-A8FB-F4509979B289}" srcOrd="0" destOrd="0" presId="urn:microsoft.com/office/officeart/2009/3/layout/HorizontalOrganizationChart"/>
    <dgm:cxn modelId="{753C3ECC-F61A-46D3-BD23-5908B955D95F}" type="presParOf" srcId="{89123802-C941-4BEE-A8FB-F4509979B289}" destId="{E1C7E0A6-37C2-4F0E-8A4B-BCB20FDEE949}" srcOrd="0" destOrd="0" presId="urn:microsoft.com/office/officeart/2009/3/layout/HorizontalOrganizationChart"/>
    <dgm:cxn modelId="{1F9861CB-17E4-4D55-A389-141072999610}" type="presParOf" srcId="{E1C7E0A6-37C2-4F0E-8A4B-BCB20FDEE949}" destId="{2F911080-3898-485C-A919-3B49219BA110}" srcOrd="0" destOrd="0" presId="urn:microsoft.com/office/officeart/2009/3/layout/HorizontalOrganizationChart"/>
    <dgm:cxn modelId="{651A1B8D-CC63-45FB-897B-17E38EBE4561}" type="presParOf" srcId="{E1C7E0A6-37C2-4F0E-8A4B-BCB20FDEE949}" destId="{182F3A5C-0286-4895-AF71-41F948D677AF}" srcOrd="1" destOrd="0" presId="urn:microsoft.com/office/officeart/2009/3/layout/HorizontalOrganizationChart"/>
    <dgm:cxn modelId="{A95EC7BC-4691-4EFF-B2D5-D0E2E58DED44}" type="presParOf" srcId="{89123802-C941-4BEE-A8FB-F4509979B289}" destId="{0F056E96-CF76-4648-AF75-2A4EE63103E6}" srcOrd="1" destOrd="0" presId="urn:microsoft.com/office/officeart/2009/3/layout/HorizontalOrganizationChart"/>
    <dgm:cxn modelId="{3F2E8651-7C96-468F-BCDA-582993365C54}" type="presParOf" srcId="{0F056E96-CF76-4648-AF75-2A4EE63103E6}" destId="{4F5455D1-7B65-4B43-982A-97A98845D2B3}" srcOrd="0" destOrd="0" presId="urn:microsoft.com/office/officeart/2009/3/layout/HorizontalOrganizationChart"/>
    <dgm:cxn modelId="{C45C7CA6-9CF7-4DA9-B1A7-BF2EB198686F}" type="presParOf" srcId="{0F056E96-CF76-4648-AF75-2A4EE63103E6}" destId="{8C2C83AE-5C6D-4A55-BF35-33DBAA69F396}" srcOrd="1" destOrd="0" presId="urn:microsoft.com/office/officeart/2009/3/layout/HorizontalOrganizationChart"/>
    <dgm:cxn modelId="{BB67D76A-B74B-482C-B03A-7C5CDCCEA4FA}" type="presParOf" srcId="{8C2C83AE-5C6D-4A55-BF35-33DBAA69F396}" destId="{287E0B16-7D81-44FC-A410-79DD1E4BD997}" srcOrd="0" destOrd="0" presId="urn:microsoft.com/office/officeart/2009/3/layout/HorizontalOrganizationChart"/>
    <dgm:cxn modelId="{EC6450B4-D3CB-4D90-A570-D0BF25055B26}" type="presParOf" srcId="{287E0B16-7D81-44FC-A410-79DD1E4BD997}" destId="{4680E471-83E8-4E93-AD10-C8945567FBE2}" srcOrd="0" destOrd="0" presId="urn:microsoft.com/office/officeart/2009/3/layout/HorizontalOrganizationChart"/>
    <dgm:cxn modelId="{DE2C4C98-41F3-44B8-970B-37EADB958C11}" type="presParOf" srcId="{287E0B16-7D81-44FC-A410-79DD1E4BD997}" destId="{A12749BF-27CB-4518-B961-2186D7391581}" srcOrd="1" destOrd="0" presId="urn:microsoft.com/office/officeart/2009/3/layout/HorizontalOrganizationChart"/>
    <dgm:cxn modelId="{5E2939D7-4DA9-472A-A602-DC61C87C4FEA}" type="presParOf" srcId="{8C2C83AE-5C6D-4A55-BF35-33DBAA69F396}" destId="{1F9A0B0A-23B6-4C1D-97B5-D68CA1130C9C}" srcOrd="1" destOrd="0" presId="urn:microsoft.com/office/officeart/2009/3/layout/HorizontalOrganizationChart"/>
    <dgm:cxn modelId="{03893E64-3200-4A72-A4C0-F7DC525998C2}" type="presParOf" srcId="{1F9A0B0A-23B6-4C1D-97B5-D68CA1130C9C}" destId="{718A0C43-0501-4C5D-86CA-4AB377BF592C}" srcOrd="0" destOrd="0" presId="urn:microsoft.com/office/officeart/2009/3/layout/HorizontalOrganizationChart"/>
    <dgm:cxn modelId="{61DEA75B-2253-4AF5-8BCE-D13A7BB9E9B5}" type="presParOf" srcId="{1F9A0B0A-23B6-4C1D-97B5-D68CA1130C9C}" destId="{A595BFFD-6809-4780-9E37-5D82B63B5314}" srcOrd="1" destOrd="0" presId="urn:microsoft.com/office/officeart/2009/3/layout/HorizontalOrganizationChart"/>
    <dgm:cxn modelId="{6E828B35-A067-4F8A-89F7-D95147E1E48B}" type="presParOf" srcId="{A595BFFD-6809-4780-9E37-5D82B63B5314}" destId="{0D8A9005-3779-4A5D-8D06-6776E8C30E32}" srcOrd="0" destOrd="0" presId="urn:microsoft.com/office/officeart/2009/3/layout/HorizontalOrganizationChart"/>
    <dgm:cxn modelId="{C86B7784-C4D4-4CAC-871B-829489B31308}" type="presParOf" srcId="{0D8A9005-3779-4A5D-8D06-6776E8C30E32}" destId="{3A1A1038-3F51-4A06-8DCE-953FFD62970C}" srcOrd="0" destOrd="0" presId="urn:microsoft.com/office/officeart/2009/3/layout/HorizontalOrganizationChart"/>
    <dgm:cxn modelId="{86D83F74-8275-4724-BF13-8DF3DF24147F}" type="presParOf" srcId="{0D8A9005-3779-4A5D-8D06-6776E8C30E32}" destId="{F2EB2C89-9F65-4D14-9E83-E984680C454B}" srcOrd="1" destOrd="0" presId="urn:microsoft.com/office/officeart/2009/3/layout/HorizontalOrganizationChart"/>
    <dgm:cxn modelId="{BA588506-6B0F-459D-BB14-ACF97ABDC154}" type="presParOf" srcId="{A595BFFD-6809-4780-9E37-5D82B63B5314}" destId="{A83FFDE3-63B8-4EDE-9706-A7024B2D8DFC}" srcOrd="1" destOrd="0" presId="urn:microsoft.com/office/officeart/2009/3/layout/HorizontalOrganizationChart"/>
    <dgm:cxn modelId="{7D20019B-876B-4E84-8D5E-0C087067796C}" type="presParOf" srcId="{A595BFFD-6809-4780-9E37-5D82B63B5314}" destId="{A2EE54D6-B65B-44B0-B28A-AB7225891728}" srcOrd="2" destOrd="0" presId="urn:microsoft.com/office/officeart/2009/3/layout/HorizontalOrganizationChart"/>
    <dgm:cxn modelId="{4B276CF8-3E8B-4898-8F54-ACFCC262FAC0}" type="presParOf" srcId="{8C2C83AE-5C6D-4A55-BF35-33DBAA69F396}" destId="{D5E8C0FA-F96D-4C12-8F55-D3DE53FDC0FF}" srcOrd="2" destOrd="0" presId="urn:microsoft.com/office/officeart/2009/3/layout/HorizontalOrganizationChart"/>
    <dgm:cxn modelId="{954D5866-3E6C-4ACD-875E-123A31F9A169}" type="presParOf" srcId="{0F056E96-CF76-4648-AF75-2A4EE63103E6}" destId="{FD3034CB-CE9E-42E8-8C99-B52B8D45FCA7}" srcOrd="2" destOrd="0" presId="urn:microsoft.com/office/officeart/2009/3/layout/HorizontalOrganizationChart"/>
    <dgm:cxn modelId="{5434DAC5-AE6D-4200-B60C-ED6553DF8441}" type="presParOf" srcId="{0F056E96-CF76-4648-AF75-2A4EE63103E6}" destId="{333939DF-72E4-4FF6-96A5-8D5BC831DEC6}" srcOrd="3" destOrd="0" presId="urn:microsoft.com/office/officeart/2009/3/layout/HorizontalOrganizationChart"/>
    <dgm:cxn modelId="{1D16F58E-FB1C-4F70-A31F-F2E75DABA7B9}" type="presParOf" srcId="{333939DF-72E4-4FF6-96A5-8D5BC831DEC6}" destId="{4F72F2EE-8608-449A-89F3-606809E48734}" srcOrd="0" destOrd="0" presId="urn:microsoft.com/office/officeart/2009/3/layout/HorizontalOrganizationChart"/>
    <dgm:cxn modelId="{80FCD40E-B526-4A7C-9026-1CDFF22C5C95}" type="presParOf" srcId="{4F72F2EE-8608-449A-89F3-606809E48734}" destId="{DC608DF3-48D8-4642-BF23-77E6887818CC}" srcOrd="0" destOrd="0" presId="urn:microsoft.com/office/officeart/2009/3/layout/HorizontalOrganizationChart"/>
    <dgm:cxn modelId="{588CF4FA-1237-40F1-AA46-9AF050EE1B14}" type="presParOf" srcId="{4F72F2EE-8608-449A-89F3-606809E48734}" destId="{C8760B9A-7B8D-4C14-9D50-8D6CE1E92DF5}" srcOrd="1" destOrd="0" presId="urn:microsoft.com/office/officeart/2009/3/layout/HorizontalOrganizationChart"/>
    <dgm:cxn modelId="{87AA2B0C-9362-4D49-BED1-280D9AD8B588}" type="presParOf" srcId="{333939DF-72E4-4FF6-96A5-8D5BC831DEC6}" destId="{089F6625-91D3-4E14-B98B-0F4E5B76F479}" srcOrd="1" destOrd="0" presId="urn:microsoft.com/office/officeart/2009/3/layout/HorizontalOrganizationChart"/>
    <dgm:cxn modelId="{A2D5197F-5434-4AA5-8162-BCD56024F58A}" type="presParOf" srcId="{089F6625-91D3-4E14-B98B-0F4E5B76F479}" destId="{BA0F6ED7-5F3C-4E19-878C-D64C7EFCFFD8}" srcOrd="0" destOrd="0" presId="urn:microsoft.com/office/officeart/2009/3/layout/HorizontalOrganizationChart"/>
    <dgm:cxn modelId="{0413769C-43A9-4F41-99B6-B22914CE7433}" type="presParOf" srcId="{089F6625-91D3-4E14-B98B-0F4E5B76F479}" destId="{930D5B6E-A9E4-4A30-B702-918170E8431E}" srcOrd="1" destOrd="0" presId="urn:microsoft.com/office/officeart/2009/3/layout/HorizontalOrganizationChart"/>
    <dgm:cxn modelId="{44F75160-77EB-491F-A09C-6402D5257BC8}" type="presParOf" srcId="{930D5B6E-A9E4-4A30-B702-918170E8431E}" destId="{D9B8C4F0-254C-4994-A712-7720D264314B}" srcOrd="0" destOrd="0" presId="urn:microsoft.com/office/officeart/2009/3/layout/HorizontalOrganizationChart"/>
    <dgm:cxn modelId="{33782CB4-D169-4B61-B9A6-8542C54114EE}" type="presParOf" srcId="{D9B8C4F0-254C-4994-A712-7720D264314B}" destId="{09AEDA5C-F0FF-40C8-A282-BC1AAEBBF926}" srcOrd="0" destOrd="0" presId="urn:microsoft.com/office/officeart/2009/3/layout/HorizontalOrganizationChart"/>
    <dgm:cxn modelId="{AE17AB80-D873-4EA7-BC08-EA72DAA1A8B5}" type="presParOf" srcId="{D9B8C4F0-254C-4994-A712-7720D264314B}" destId="{9D15F53A-2D49-423C-806E-C0F6FB5149F2}" srcOrd="1" destOrd="0" presId="urn:microsoft.com/office/officeart/2009/3/layout/HorizontalOrganizationChart"/>
    <dgm:cxn modelId="{B9F19021-1B1F-48A1-8706-025292AE45B7}" type="presParOf" srcId="{930D5B6E-A9E4-4A30-B702-918170E8431E}" destId="{50510902-1C10-43CA-9369-5786E681C02D}" srcOrd="1" destOrd="0" presId="urn:microsoft.com/office/officeart/2009/3/layout/HorizontalOrganizationChart"/>
    <dgm:cxn modelId="{58F29A55-CBF2-421E-B057-D54112B52E64}" type="presParOf" srcId="{930D5B6E-A9E4-4A30-B702-918170E8431E}" destId="{B58B02AF-54AF-417F-9E33-3EEFEC4FE278}" srcOrd="2" destOrd="0" presId="urn:microsoft.com/office/officeart/2009/3/layout/HorizontalOrganizationChart"/>
    <dgm:cxn modelId="{755291AC-9649-4440-8A3F-8B3F26149068}" type="presParOf" srcId="{333939DF-72E4-4FF6-96A5-8D5BC831DEC6}" destId="{4F9303BB-A797-4462-A145-2D8B67CE51A4}" srcOrd="2" destOrd="0" presId="urn:microsoft.com/office/officeart/2009/3/layout/HorizontalOrganizationChart"/>
    <dgm:cxn modelId="{7C431AA3-BA48-4910-8FB0-701B99A98FD9}" type="presParOf" srcId="{0F056E96-CF76-4648-AF75-2A4EE63103E6}" destId="{538F576A-915B-40CD-A804-A8784FCD3AAB}" srcOrd="4" destOrd="0" presId="urn:microsoft.com/office/officeart/2009/3/layout/HorizontalOrganizationChart"/>
    <dgm:cxn modelId="{FD0929C5-8F0E-467E-B4FF-38C3301B7769}" type="presParOf" srcId="{0F056E96-CF76-4648-AF75-2A4EE63103E6}" destId="{1AD90CD7-0D40-4F17-85F6-B16BFADAA128}" srcOrd="5" destOrd="0" presId="urn:microsoft.com/office/officeart/2009/3/layout/HorizontalOrganizationChart"/>
    <dgm:cxn modelId="{9F2BF544-3985-4CE6-A95C-BDF2CF3812DD}" type="presParOf" srcId="{1AD90CD7-0D40-4F17-85F6-B16BFADAA128}" destId="{04072791-580F-4896-BE3A-F994201D32E7}" srcOrd="0" destOrd="0" presId="urn:microsoft.com/office/officeart/2009/3/layout/HorizontalOrganizationChart"/>
    <dgm:cxn modelId="{E627917B-F9D7-4903-B1C1-7E08D370B246}" type="presParOf" srcId="{04072791-580F-4896-BE3A-F994201D32E7}" destId="{50CEC7AA-3F39-4AD2-9BE8-9BDCCCE6C39A}" srcOrd="0" destOrd="0" presId="urn:microsoft.com/office/officeart/2009/3/layout/HorizontalOrganizationChart"/>
    <dgm:cxn modelId="{EEF90898-1425-4D42-989A-1FED2D93502B}" type="presParOf" srcId="{04072791-580F-4896-BE3A-F994201D32E7}" destId="{768C2F7A-6BE0-43B0-A4BA-6C3EFC137B12}" srcOrd="1" destOrd="0" presId="urn:microsoft.com/office/officeart/2009/3/layout/HorizontalOrganizationChart"/>
    <dgm:cxn modelId="{BF29C6AC-6B4A-47EB-B744-7A06AD79BE37}" type="presParOf" srcId="{1AD90CD7-0D40-4F17-85F6-B16BFADAA128}" destId="{5D84D107-1FF9-406C-A62A-782770140734}" srcOrd="1" destOrd="0" presId="urn:microsoft.com/office/officeart/2009/3/layout/HorizontalOrganizationChart"/>
    <dgm:cxn modelId="{9250BC3D-BAF0-46A2-B26C-2B393F3B0FD4}" type="presParOf" srcId="{5D84D107-1FF9-406C-A62A-782770140734}" destId="{5CF58943-13F7-432C-AD01-297C1809E7A3}" srcOrd="0" destOrd="0" presId="urn:microsoft.com/office/officeart/2009/3/layout/HorizontalOrganizationChart"/>
    <dgm:cxn modelId="{9CC7EBDC-BEA6-4002-81CF-A3DBDE06ACF1}" type="presParOf" srcId="{5D84D107-1FF9-406C-A62A-782770140734}" destId="{3D75BCA2-777C-45BB-9278-68D41012FAE8}" srcOrd="1" destOrd="0" presId="urn:microsoft.com/office/officeart/2009/3/layout/HorizontalOrganizationChart"/>
    <dgm:cxn modelId="{28498B90-27FC-45BF-B0D2-D24174992F83}" type="presParOf" srcId="{3D75BCA2-777C-45BB-9278-68D41012FAE8}" destId="{141337AC-867C-41C8-AFBB-B8743BB0F31D}" srcOrd="0" destOrd="0" presId="urn:microsoft.com/office/officeart/2009/3/layout/HorizontalOrganizationChart"/>
    <dgm:cxn modelId="{BA2FF686-6025-46CF-865D-05A8344CE024}" type="presParOf" srcId="{141337AC-867C-41C8-AFBB-B8743BB0F31D}" destId="{B8BCA36A-B918-4309-ADA9-2A32690A4006}" srcOrd="0" destOrd="0" presId="urn:microsoft.com/office/officeart/2009/3/layout/HorizontalOrganizationChart"/>
    <dgm:cxn modelId="{1AEA8E22-D34C-40AF-8299-BDF3FA149A60}" type="presParOf" srcId="{141337AC-867C-41C8-AFBB-B8743BB0F31D}" destId="{A7C417A9-6899-48F5-AB79-2FA7892187DD}" srcOrd="1" destOrd="0" presId="urn:microsoft.com/office/officeart/2009/3/layout/HorizontalOrganizationChart"/>
    <dgm:cxn modelId="{4875A1A0-3F75-43E7-A314-D18307028647}" type="presParOf" srcId="{3D75BCA2-777C-45BB-9278-68D41012FAE8}" destId="{DFAA5E6F-5E51-46C6-8DDC-487746C6AD4C}" srcOrd="1" destOrd="0" presId="urn:microsoft.com/office/officeart/2009/3/layout/HorizontalOrganizationChart"/>
    <dgm:cxn modelId="{F26A991C-C3BD-49DF-BC11-AC801D99F4A9}" type="presParOf" srcId="{3D75BCA2-777C-45BB-9278-68D41012FAE8}" destId="{793875DA-D3F1-4D6C-9522-84C499A0DE86}" srcOrd="2" destOrd="0" presId="urn:microsoft.com/office/officeart/2009/3/layout/HorizontalOrganizationChart"/>
    <dgm:cxn modelId="{D2BD5904-3C38-4E79-A453-58541F58ECF6}" type="presParOf" srcId="{1AD90CD7-0D40-4F17-85F6-B16BFADAA128}" destId="{9B288F65-E338-46D5-A0C1-BB8EF30D8216}" srcOrd="2" destOrd="0" presId="urn:microsoft.com/office/officeart/2009/3/layout/HorizontalOrganizationChart"/>
    <dgm:cxn modelId="{D1AEAFEE-6519-4EED-B819-312F80E3CBA9}" type="presParOf" srcId="{89123802-C941-4BEE-A8FB-F4509979B289}" destId="{2F2A3897-623B-4008-A540-93201B12F86A}" srcOrd="2" destOrd="0" presId="urn:microsoft.com/office/officeart/2009/3/layout/Horizontal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41C5EAB-C2A4-4095-82BC-77E358E1C819}" type="doc">
      <dgm:prSet loTypeId="urn:microsoft.com/office/officeart/2005/8/layout/hierarchy4" loCatId="hierarchy" qsTypeId="urn:microsoft.com/office/officeart/2005/8/quickstyle/simple2" qsCatId="simple" csTypeId="urn:microsoft.com/office/officeart/2005/8/colors/accent1_2" csCatId="accent1" phldr="1"/>
      <dgm:spPr/>
      <dgm:t>
        <a:bodyPr/>
        <a:lstStyle/>
        <a:p>
          <a:endParaRPr lang="zh-CN" altLang="en-US"/>
        </a:p>
      </dgm:t>
    </dgm:pt>
    <dgm:pt modelId="{53106BCF-164B-4044-A7E1-A1ECC471610E}">
      <dgm:prSet/>
      <dgm:spPr>
        <a:solidFill>
          <a:schemeClr val="accent5">
            <a:lumMod val="75000"/>
          </a:schemeClr>
        </a:solidFill>
      </dgm:spPr>
      <dgm:t>
        <a:bodyPr/>
        <a:lstStyle/>
        <a:p>
          <a:pPr rtl="0"/>
          <a:r>
            <a:rPr lang="zh-CN" b="1" dirty="0" smtClean="0"/>
            <a:t>计数</a:t>
          </a:r>
          <a:endParaRPr lang="zh-CN" b="1" dirty="0"/>
        </a:p>
      </dgm:t>
    </dgm:pt>
    <dgm:pt modelId="{FF0A856F-A0C3-4035-A25B-FD50F6BB9C85}" type="parTrans" cxnId="{FD9A9EBF-68FC-4AF4-A133-A77B366F147C}">
      <dgm:prSet/>
      <dgm:spPr/>
      <dgm:t>
        <a:bodyPr/>
        <a:lstStyle/>
        <a:p>
          <a:endParaRPr lang="zh-CN" altLang="en-US"/>
        </a:p>
      </dgm:t>
    </dgm:pt>
    <dgm:pt modelId="{A9E576B2-4253-4E2A-98CD-9B5028476F4A}" type="sibTrans" cxnId="{FD9A9EBF-68FC-4AF4-A133-A77B366F147C}">
      <dgm:prSet/>
      <dgm:spPr/>
      <dgm:t>
        <a:bodyPr/>
        <a:lstStyle/>
        <a:p>
          <a:endParaRPr lang="zh-CN" altLang="en-US"/>
        </a:p>
      </dgm:t>
    </dgm:pt>
    <dgm:pt modelId="{2784EC14-C125-4D0F-9A00-03CA049E37C2}">
      <dgm:prSet/>
      <dgm:spPr>
        <a:solidFill>
          <a:schemeClr val="accent4">
            <a:lumMod val="75000"/>
          </a:schemeClr>
        </a:solidFill>
      </dgm:spPr>
      <dgm:t>
        <a:bodyPr/>
        <a:lstStyle/>
        <a:p>
          <a:pPr rtl="0"/>
          <a:r>
            <a:rPr lang="zh-CN" b="1" dirty="0" smtClean="0">
              <a:solidFill>
                <a:schemeClr val="bg1"/>
              </a:solidFill>
            </a:rPr>
            <a:t>定时</a:t>
          </a:r>
          <a:endParaRPr lang="zh-CN" b="1" dirty="0">
            <a:solidFill>
              <a:schemeClr val="bg1"/>
            </a:solidFill>
          </a:endParaRPr>
        </a:p>
      </dgm:t>
    </dgm:pt>
    <dgm:pt modelId="{EAB239B9-B0B4-4488-8E48-225C7CBE1708}" type="parTrans" cxnId="{9E2CEF87-BA63-455C-B1B4-37AE0021C3B9}">
      <dgm:prSet/>
      <dgm:spPr/>
      <dgm:t>
        <a:bodyPr/>
        <a:lstStyle/>
        <a:p>
          <a:endParaRPr lang="zh-CN" altLang="en-US"/>
        </a:p>
      </dgm:t>
    </dgm:pt>
    <dgm:pt modelId="{1FD6D9A3-35EF-4D3A-A7B9-1F4A15E9A764}" type="sibTrans" cxnId="{9E2CEF87-BA63-455C-B1B4-37AE0021C3B9}">
      <dgm:prSet/>
      <dgm:spPr/>
      <dgm:t>
        <a:bodyPr/>
        <a:lstStyle/>
        <a:p>
          <a:endParaRPr lang="zh-CN" altLang="en-US"/>
        </a:p>
      </dgm:t>
    </dgm:pt>
    <dgm:pt modelId="{A327E48B-71E7-4C6E-BEF4-174423A8519A}">
      <dgm:prSet/>
      <dgm:spPr>
        <a:solidFill>
          <a:schemeClr val="accent5">
            <a:lumMod val="75000"/>
          </a:schemeClr>
        </a:solidFill>
      </dgm:spPr>
      <dgm:t>
        <a:bodyPr/>
        <a:lstStyle/>
        <a:p>
          <a:pPr rtl="0"/>
          <a:r>
            <a:rPr lang="zh-CN" b="1" dirty="0" smtClean="0"/>
            <a:t>输入捕获</a:t>
          </a:r>
          <a:endParaRPr lang="zh-CN" b="1" dirty="0"/>
        </a:p>
      </dgm:t>
    </dgm:pt>
    <dgm:pt modelId="{DDBF4249-B8E6-450C-B18E-E5BA7A1C876B}" type="parTrans" cxnId="{4308558F-48B0-4D84-A2A4-FC57CF0F0000}">
      <dgm:prSet/>
      <dgm:spPr/>
      <dgm:t>
        <a:bodyPr/>
        <a:lstStyle/>
        <a:p>
          <a:endParaRPr lang="zh-CN" altLang="en-US"/>
        </a:p>
      </dgm:t>
    </dgm:pt>
    <dgm:pt modelId="{CF7AED4B-1129-421D-AE7E-7647A6987F13}" type="sibTrans" cxnId="{4308558F-48B0-4D84-A2A4-FC57CF0F0000}">
      <dgm:prSet/>
      <dgm:spPr/>
      <dgm:t>
        <a:bodyPr/>
        <a:lstStyle/>
        <a:p>
          <a:endParaRPr lang="zh-CN" altLang="en-US"/>
        </a:p>
      </dgm:t>
    </dgm:pt>
    <dgm:pt modelId="{F7FFA0E1-45C2-4023-A1F1-CA7B860C9D56}">
      <dgm:prSet/>
      <dgm:spPr>
        <a:solidFill>
          <a:schemeClr val="accent4">
            <a:lumMod val="75000"/>
          </a:schemeClr>
        </a:solidFill>
      </dgm:spPr>
      <dgm:t>
        <a:bodyPr/>
        <a:lstStyle/>
        <a:p>
          <a:pPr rtl="0"/>
          <a:r>
            <a:rPr lang="zh-CN" b="1" dirty="0" smtClean="0"/>
            <a:t>输出比较</a:t>
          </a:r>
          <a:endParaRPr lang="zh-CN" b="1" dirty="0"/>
        </a:p>
      </dgm:t>
    </dgm:pt>
    <dgm:pt modelId="{629885D7-7978-47C4-A5D2-5A83B134FC3B}" type="parTrans" cxnId="{72381DB8-67F9-4080-85F5-B56FE1F72E46}">
      <dgm:prSet/>
      <dgm:spPr/>
      <dgm:t>
        <a:bodyPr/>
        <a:lstStyle/>
        <a:p>
          <a:endParaRPr lang="zh-CN" altLang="en-US"/>
        </a:p>
      </dgm:t>
    </dgm:pt>
    <dgm:pt modelId="{50299C5C-AD62-4D64-9FBE-F6F66E306B67}" type="sibTrans" cxnId="{72381DB8-67F9-4080-85F5-B56FE1F72E46}">
      <dgm:prSet/>
      <dgm:spPr/>
      <dgm:t>
        <a:bodyPr/>
        <a:lstStyle/>
        <a:p>
          <a:endParaRPr lang="zh-CN" altLang="en-US"/>
        </a:p>
      </dgm:t>
    </dgm:pt>
    <dgm:pt modelId="{2710EFFC-2E76-4E1D-BCF9-5FEB03EDF4D0}">
      <dgm:prSet custT="1"/>
      <dgm:spPr>
        <a:solidFill>
          <a:schemeClr val="accent5">
            <a:lumMod val="75000"/>
          </a:schemeClr>
        </a:solidFill>
      </dgm:spPr>
      <dgm:t>
        <a:bodyPr/>
        <a:lstStyle/>
        <a:p>
          <a:pPr marL="0" marR="0" indent="0" algn="l" defTabSz="914400" rtl="0" eaLnBrk="1" fontAlgn="auto" latinLnBrk="0" hangingPunct="1">
            <a:lnSpc>
              <a:spcPct val="125000"/>
            </a:lnSpc>
            <a:spcBef>
              <a:spcPts val="0"/>
            </a:spcBef>
            <a:spcAft>
              <a:spcPts val="0"/>
            </a:spcAft>
            <a:buClrTx/>
            <a:buSzTx/>
            <a:buFontTx/>
            <a:buNone/>
            <a:tabLst/>
            <a:defRPr/>
          </a:pPr>
          <a:r>
            <a:rPr lang="zh-CN" altLang="zh-CN" sz="1600" b="1" dirty="0" smtClean="0"/>
            <a:t>脉冲计数</a:t>
          </a:r>
          <a:r>
            <a:rPr lang="zh-CN" altLang="en-US" sz="1600" b="1" dirty="0" smtClean="0"/>
            <a:t>，</a:t>
          </a:r>
          <a:r>
            <a:rPr lang="zh-CN" sz="1600" b="1" dirty="0" smtClean="0"/>
            <a:t>使用使用微控制器内部的外部时钟（</a:t>
          </a:r>
          <a:r>
            <a:rPr lang="en-US" sz="1600" b="1" dirty="0" smtClean="0"/>
            <a:t>PCLK</a:t>
          </a:r>
          <a:r>
            <a:rPr lang="zh-CN" sz="1600" b="1" dirty="0" smtClean="0"/>
            <a:t>）来计数，是对固定周期的脉冲信号计数</a:t>
          </a:r>
          <a:r>
            <a:rPr lang="zh-CN" altLang="en-US" sz="1600" b="1" dirty="0" smtClean="0"/>
            <a:t>。</a:t>
          </a:r>
          <a:endParaRPr lang="zh-CN" sz="1600" b="1" dirty="0"/>
        </a:p>
      </dgm:t>
    </dgm:pt>
    <dgm:pt modelId="{CDDB8C67-387B-4B43-894C-888795DE6193}" type="parTrans" cxnId="{52E413B9-9D90-4FB1-869A-BADEF45AF96D}">
      <dgm:prSet/>
      <dgm:spPr/>
      <dgm:t>
        <a:bodyPr/>
        <a:lstStyle/>
        <a:p>
          <a:endParaRPr lang="zh-CN" altLang="en-US"/>
        </a:p>
      </dgm:t>
    </dgm:pt>
    <dgm:pt modelId="{7F3E6811-712B-44CB-ADA9-107D39D4B78B}" type="sibTrans" cxnId="{52E413B9-9D90-4FB1-869A-BADEF45AF96D}">
      <dgm:prSet/>
      <dgm:spPr/>
      <dgm:t>
        <a:bodyPr/>
        <a:lstStyle/>
        <a:p>
          <a:endParaRPr lang="zh-CN" altLang="en-US"/>
        </a:p>
      </dgm:t>
    </dgm:pt>
    <dgm:pt modelId="{7C640A0A-B44F-469C-9363-7934EB96513D}">
      <dgm:prSet custT="1"/>
      <dgm:spPr>
        <a:solidFill>
          <a:schemeClr val="accent5">
            <a:lumMod val="75000"/>
          </a:schemeClr>
        </a:solidFill>
      </dgm:spPr>
      <dgm:t>
        <a:bodyPr/>
        <a:lstStyle/>
        <a:p>
          <a:pPr rtl="0">
            <a:lnSpc>
              <a:spcPct val="125000"/>
            </a:lnSpc>
          </a:pPr>
          <a:r>
            <a:rPr lang="zh-CN" altLang="en-US" sz="1600" b="1" dirty="0" smtClean="0"/>
            <a:t>对输入信号进行捕获，实现对脉冲的频率测量，可用于对外部输入信号脉冲宽度的测量，比如测量电机转速。</a:t>
          </a:r>
          <a:endParaRPr lang="zh-CN" altLang="en-US" sz="1600" b="1" dirty="0"/>
        </a:p>
      </dgm:t>
    </dgm:pt>
    <dgm:pt modelId="{0152A37A-DB73-4959-A321-243606369F23}" type="parTrans" cxnId="{35A1EC41-8808-47AE-A197-E9F0AF670F20}">
      <dgm:prSet/>
      <dgm:spPr/>
      <dgm:t>
        <a:bodyPr/>
        <a:lstStyle/>
        <a:p>
          <a:endParaRPr lang="zh-CN" altLang="en-US"/>
        </a:p>
      </dgm:t>
    </dgm:pt>
    <dgm:pt modelId="{B5A66E44-6FD0-45DD-BDAE-931060D3D73A}" type="sibTrans" cxnId="{35A1EC41-8808-47AE-A197-E9F0AF670F20}">
      <dgm:prSet/>
      <dgm:spPr/>
      <dgm:t>
        <a:bodyPr/>
        <a:lstStyle/>
        <a:p>
          <a:endParaRPr lang="zh-CN" altLang="en-US"/>
        </a:p>
      </dgm:t>
    </dgm:pt>
    <dgm:pt modelId="{CBFB9213-2014-448B-8F1E-D8F41E525DCC}">
      <dgm:prSet custT="1"/>
      <dgm:spPr>
        <a:solidFill>
          <a:schemeClr val="accent4">
            <a:lumMod val="75000"/>
          </a:schemeClr>
        </a:solidFill>
      </dgm:spPr>
      <dgm:t>
        <a:bodyPr/>
        <a:lstStyle/>
        <a:p>
          <a:pPr algn="l" rtl="0">
            <a:lnSpc>
              <a:spcPct val="125000"/>
            </a:lnSpc>
          </a:pPr>
          <a:r>
            <a:rPr lang="zh-CN" altLang="en-US" sz="1600" b="1" dirty="0" smtClean="0"/>
            <a:t>将计数器计数值和设定值进行比较，根据比较结果输出不同电平，用于控制输出波形，比如直流电机的调速。</a:t>
          </a:r>
          <a:endParaRPr lang="zh-CN" altLang="en-US" sz="1600" b="1" dirty="0"/>
        </a:p>
      </dgm:t>
    </dgm:pt>
    <dgm:pt modelId="{DC55A910-BE3E-436B-B214-F11EA4B01EE2}" type="parTrans" cxnId="{781837D8-EC5C-4240-83D7-9273F0106D07}">
      <dgm:prSet/>
      <dgm:spPr/>
      <dgm:t>
        <a:bodyPr/>
        <a:lstStyle/>
        <a:p>
          <a:endParaRPr lang="zh-CN" altLang="en-US"/>
        </a:p>
      </dgm:t>
    </dgm:pt>
    <dgm:pt modelId="{A6C6AE97-7FCA-4538-973C-E405596E9B34}" type="sibTrans" cxnId="{781837D8-EC5C-4240-83D7-9273F0106D07}">
      <dgm:prSet/>
      <dgm:spPr/>
      <dgm:t>
        <a:bodyPr/>
        <a:lstStyle/>
        <a:p>
          <a:endParaRPr lang="zh-CN" altLang="en-US"/>
        </a:p>
      </dgm:t>
    </dgm:pt>
    <dgm:pt modelId="{6A40187E-4A56-4C88-9656-9712B3EB10E8}">
      <dgm:prSet custT="1"/>
      <dgm:spPr>
        <a:solidFill>
          <a:schemeClr val="accent4">
            <a:lumMod val="75000"/>
          </a:schemeClr>
        </a:solidFill>
      </dgm:spPr>
      <dgm:t>
        <a:bodyPr/>
        <a:lstStyle/>
        <a:p>
          <a:pPr rtl="0">
            <a:lnSpc>
              <a:spcPct val="125000"/>
            </a:lnSpc>
          </a:pPr>
          <a:r>
            <a:rPr lang="zh-CN" altLang="en-US" sz="1600" b="1" dirty="0" smtClean="0">
              <a:solidFill>
                <a:schemeClr val="bg1"/>
              </a:solidFill>
            </a:rPr>
            <a:t>时间控制，通过对微控制器内部的时钟脉冲进行计数实现定时功能。</a:t>
          </a:r>
          <a:endParaRPr lang="zh-CN" altLang="en-US" sz="1600" b="1" dirty="0">
            <a:solidFill>
              <a:schemeClr val="bg1"/>
            </a:solidFill>
          </a:endParaRPr>
        </a:p>
      </dgm:t>
    </dgm:pt>
    <dgm:pt modelId="{DF91D695-E001-4597-991A-E53FE75E5152}" type="parTrans" cxnId="{C1E60A35-3EA6-4555-BAE6-EB21AE1D5441}">
      <dgm:prSet/>
      <dgm:spPr/>
      <dgm:t>
        <a:bodyPr/>
        <a:lstStyle/>
        <a:p>
          <a:endParaRPr lang="zh-CN" altLang="en-US"/>
        </a:p>
      </dgm:t>
    </dgm:pt>
    <dgm:pt modelId="{252B0762-581D-4E13-BF2F-F380F41ECA7F}" type="sibTrans" cxnId="{C1E60A35-3EA6-4555-BAE6-EB21AE1D5441}">
      <dgm:prSet/>
      <dgm:spPr/>
      <dgm:t>
        <a:bodyPr/>
        <a:lstStyle/>
        <a:p>
          <a:endParaRPr lang="zh-CN" altLang="en-US"/>
        </a:p>
      </dgm:t>
    </dgm:pt>
    <dgm:pt modelId="{D53D6ADF-95E3-413C-85C9-196FFE51F40B}" type="pres">
      <dgm:prSet presAssocID="{C41C5EAB-C2A4-4095-82BC-77E358E1C819}" presName="Name0" presStyleCnt="0">
        <dgm:presLayoutVars>
          <dgm:chPref val="1"/>
          <dgm:dir/>
          <dgm:animOne val="branch"/>
          <dgm:animLvl val="lvl"/>
          <dgm:resizeHandles/>
        </dgm:presLayoutVars>
      </dgm:prSet>
      <dgm:spPr/>
      <dgm:t>
        <a:bodyPr/>
        <a:lstStyle/>
        <a:p>
          <a:endParaRPr lang="zh-CN" altLang="en-US"/>
        </a:p>
      </dgm:t>
    </dgm:pt>
    <dgm:pt modelId="{B87231A7-65BC-41BE-AAF7-2CFE0A974BF1}" type="pres">
      <dgm:prSet presAssocID="{53106BCF-164B-4044-A7E1-A1ECC471610E}" presName="vertOne" presStyleCnt="0"/>
      <dgm:spPr/>
    </dgm:pt>
    <dgm:pt modelId="{E5EBE843-B0C1-4AED-AECF-52C4A3887897}" type="pres">
      <dgm:prSet presAssocID="{53106BCF-164B-4044-A7E1-A1ECC471610E}" presName="txOne" presStyleLbl="node0" presStyleIdx="0" presStyleCnt="4" custScaleY="19032" custLinFactNeighborX="1033" custLinFactNeighborY="66846">
        <dgm:presLayoutVars>
          <dgm:chPref val="3"/>
        </dgm:presLayoutVars>
      </dgm:prSet>
      <dgm:spPr/>
      <dgm:t>
        <a:bodyPr/>
        <a:lstStyle/>
        <a:p>
          <a:endParaRPr lang="zh-CN" altLang="en-US"/>
        </a:p>
      </dgm:t>
    </dgm:pt>
    <dgm:pt modelId="{DE36A367-D862-4C12-8C2E-3DFE6D2E453D}" type="pres">
      <dgm:prSet presAssocID="{53106BCF-164B-4044-A7E1-A1ECC471610E}" presName="parTransOne" presStyleCnt="0"/>
      <dgm:spPr/>
    </dgm:pt>
    <dgm:pt modelId="{AD29E1B9-C814-4FE6-AFF6-D15D0032AE7B}" type="pres">
      <dgm:prSet presAssocID="{53106BCF-164B-4044-A7E1-A1ECC471610E}" presName="horzOne" presStyleCnt="0"/>
      <dgm:spPr/>
    </dgm:pt>
    <dgm:pt modelId="{A0BB16AE-5CC1-4210-8D45-B5D98E96E71A}" type="pres">
      <dgm:prSet presAssocID="{2710EFFC-2E76-4E1D-BCF9-5FEB03EDF4D0}" presName="vertTwo" presStyleCnt="0"/>
      <dgm:spPr/>
    </dgm:pt>
    <dgm:pt modelId="{433FB905-6EE9-46E9-8E43-E3623128117C}" type="pres">
      <dgm:prSet presAssocID="{2710EFFC-2E76-4E1D-BCF9-5FEB03EDF4D0}" presName="txTwo" presStyleLbl="node2" presStyleIdx="0" presStyleCnt="4">
        <dgm:presLayoutVars>
          <dgm:chPref val="3"/>
        </dgm:presLayoutVars>
      </dgm:prSet>
      <dgm:spPr/>
      <dgm:t>
        <a:bodyPr/>
        <a:lstStyle/>
        <a:p>
          <a:endParaRPr lang="zh-CN" altLang="en-US"/>
        </a:p>
      </dgm:t>
    </dgm:pt>
    <dgm:pt modelId="{EF187FCB-BA6B-4FAB-A915-A355BAA6FCBB}" type="pres">
      <dgm:prSet presAssocID="{2710EFFC-2E76-4E1D-BCF9-5FEB03EDF4D0}" presName="horzTwo" presStyleCnt="0"/>
      <dgm:spPr/>
    </dgm:pt>
    <dgm:pt modelId="{9090C473-1221-4DDF-BBE8-55C5559ABA37}" type="pres">
      <dgm:prSet presAssocID="{A9E576B2-4253-4E2A-98CD-9B5028476F4A}" presName="sibSpaceOne" presStyleCnt="0"/>
      <dgm:spPr/>
    </dgm:pt>
    <dgm:pt modelId="{09DCE13C-15C5-4FA7-B020-4FAB6A5E558F}" type="pres">
      <dgm:prSet presAssocID="{2784EC14-C125-4D0F-9A00-03CA049E37C2}" presName="vertOne" presStyleCnt="0"/>
      <dgm:spPr/>
    </dgm:pt>
    <dgm:pt modelId="{E452DE8B-15D2-42CF-97A2-FB70726F0CBD}" type="pres">
      <dgm:prSet presAssocID="{2784EC14-C125-4D0F-9A00-03CA049E37C2}" presName="txOne" presStyleLbl="node0" presStyleIdx="1" presStyleCnt="4" custScaleY="19032" custLinFactNeighborX="103" custLinFactNeighborY="66846">
        <dgm:presLayoutVars>
          <dgm:chPref val="3"/>
        </dgm:presLayoutVars>
      </dgm:prSet>
      <dgm:spPr/>
      <dgm:t>
        <a:bodyPr/>
        <a:lstStyle/>
        <a:p>
          <a:endParaRPr lang="zh-CN" altLang="en-US"/>
        </a:p>
      </dgm:t>
    </dgm:pt>
    <dgm:pt modelId="{F4301522-0338-4C7F-8715-D81B0BA0DABE}" type="pres">
      <dgm:prSet presAssocID="{2784EC14-C125-4D0F-9A00-03CA049E37C2}" presName="parTransOne" presStyleCnt="0"/>
      <dgm:spPr/>
    </dgm:pt>
    <dgm:pt modelId="{404CF50E-F8EB-40AA-AFDD-C09A01E16E53}" type="pres">
      <dgm:prSet presAssocID="{2784EC14-C125-4D0F-9A00-03CA049E37C2}" presName="horzOne" presStyleCnt="0"/>
      <dgm:spPr/>
    </dgm:pt>
    <dgm:pt modelId="{DCF2DF18-D553-4753-96EA-7E27335E3CF7}" type="pres">
      <dgm:prSet presAssocID="{6A40187E-4A56-4C88-9656-9712B3EB10E8}" presName="vertTwo" presStyleCnt="0"/>
      <dgm:spPr/>
    </dgm:pt>
    <dgm:pt modelId="{D00AA00B-2FD2-4EA2-B9FC-B9784CA1A75B}" type="pres">
      <dgm:prSet presAssocID="{6A40187E-4A56-4C88-9656-9712B3EB10E8}" presName="txTwo" presStyleLbl="node2" presStyleIdx="1" presStyleCnt="4">
        <dgm:presLayoutVars>
          <dgm:chPref val="3"/>
        </dgm:presLayoutVars>
      </dgm:prSet>
      <dgm:spPr/>
      <dgm:t>
        <a:bodyPr/>
        <a:lstStyle/>
        <a:p>
          <a:endParaRPr lang="zh-CN" altLang="en-US"/>
        </a:p>
      </dgm:t>
    </dgm:pt>
    <dgm:pt modelId="{357618A7-B791-42D3-B76C-2C88BE035883}" type="pres">
      <dgm:prSet presAssocID="{6A40187E-4A56-4C88-9656-9712B3EB10E8}" presName="horzTwo" presStyleCnt="0"/>
      <dgm:spPr/>
    </dgm:pt>
    <dgm:pt modelId="{1E4BC41E-5C1C-443C-ADD7-D004DC7395AF}" type="pres">
      <dgm:prSet presAssocID="{1FD6D9A3-35EF-4D3A-A7B9-1F4A15E9A764}" presName="sibSpaceOne" presStyleCnt="0"/>
      <dgm:spPr/>
    </dgm:pt>
    <dgm:pt modelId="{56B82233-D486-4A60-996B-F125D6D39627}" type="pres">
      <dgm:prSet presAssocID="{A327E48B-71E7-4C6E-BEF4-174423A8519A}" presName="vertOne" presStyleCnt="0"/>
      <dgm:spPr/>
    </dgm:pt>
    <dgm:pt modelId="{000CFC81-6E43-42B3-847B-B1CB42F6C969}" type="pres">
      <dgm:prSet presAssocID="{A327E48B-71E7-4C6E-BEF4-174423A8519A}" presName="txOne" presStyleLbl="node0" presStyleIdx="2" presStyleCnt="4" custScaleY="19032" custLinFactNeighborX="103" custLinFactNeighborY="66846">
        <dgm:presLayoutVars>
          <dgm:chPref val="3"/>
        </dgm:presLayoutVars>
      </dgm:prSet>
      <dgm:spPr/>
      <dgm:t>
        <a:bodyPr/>
        <a:lstStyle/>
        <a:p>
          <a:endParaRPr lang="zh-CN" altLang="en-US"/>
        </a:p>
      </dgm:t>
    </dgm:pt>
    <dgm:pt modelId="{5A0FB142-4910-4C99-B499-4465980E90B2}" type="pres">
      <dgm:prSet presAssocID="{A327E48B-71E7-4C6E-BEF4-174423A8519A}" presName="parTransOne" presStyleCnt="0"/>
      <dgm:spPr/>
    </dgm:pt>
    <dgm:pt modelId="{CC59DD31-B64D-4448-8AB1-EB376A9665BD}" type="pres">
      <dgm:prSet presAssocID="{A327E48B-71E7-4C6E-BEF4-174423A8519A}" presName="horzOne" presStyleCnt="0"/>
      <dgm:spPr/>
    </dgm:pt>
    <dgm:pt modelId="{89C38A16-E807-49A2-8268-168605FF5348}" type="pres">
      <dgm:prSet presAssocID="{7C640A0A-B44F-469C-9363-7934EB96513D}" presName="vertTwo" presStyleCnt="0"/>
      <dgm:spPr/>
    </dgm:pt>
    <dgm:pt modelId="{23CEF2EF-EF52-4B20-AF5E-B83C3BA3674A}" type="pres">
      <dgm:prSet presAssocID="{7C640A0A-B44F-469C-9363-7934EB96513D}" presName="txTwo" presStyleLbl="node2" presStyleIdx="2" presStyleCnt="4">
        <dgm:presLayoutVars>
          <dgm:chPref val="3"/>
        </dgm:presLayoutVars>
      </dgm:prSet>
      <dgm:spPr/>
      <dgm:t>
        <a:bodyPr/>
        <a:lstStyle/>
        <a:p>
          <a:endParaRPr lang="zh-CN" altLang="en-US"/>
        </a:p>
      </dgm:t>
    </dgm:pt>
    <dgm:pt modelId="{568FA348-9888-483A-AF74-300E128DD9A8}" type="pres">
      <dgm:prSet presAssocID="{7C640A0A-B44F-469C-9363-7934EB96513D}" presName="horzTwo" presStyleCnt="0"/>
      <dgm:spPr/>
    </dgm:pt>
    <dgm:pt modelId="{531666E1-28BA-4CA9-8E39-BD2B47023EF2}" type="pres">
      <dgm:prSet presAssocID="{CF7AED4B-1129-421D-AE7E-7647A6987F13}" presName="sibSpaceOne" presStyleCnt="0"/>
      <dgm:spPr/>
    </dgm:pt>
    <dgm:pt modelId="{BB268B2B-83A7-47F4-8FC5-98B12C5FB564}" type="pres">
      <dgm:prSet presAssocID="{F7FFA0E1-45C2-4023-A1F1-CA7B860C9D56}" presName="vertOne" presStyleCnt="0"/>
      <dgm:spPr/>
    </dgm:pt>
    <dgm:pt modelId="{2ED1E486-F869-478A-921D-4780E293D903}" type="pres">
      <dgm:prSet presAssocID="{F7FFA0E1-45C2-4023-A1F1-CA7B860C9D56}" presName="txOne" presStyleLbl="node0" presStyleIdx="3" presStyleCnt="4" custScaleY="19032" custLinFactNeighborX="103" custLinFactNeighborY="66846">
        <dgm:presLayoutVars>
          <dgm:chPref val="3"/>
        </dgm:presLayoutVars>
      </dgm:prSet>
      <dgm:spPr/>
      <dgm:t>
        <a:bodyPr/>
        <a:lstStyle/>
        <a:p>
          <a:endParaRPr lang="zh-CN" altLang="en-US"/>
        </a:p>
      </dgm:t>
    </dgm:pt>
    <dgm:pt modelId="{4F88BFB3-1B0B-4985-9F6F-8E48F0A6E5D7}" type="pres">
      <dgm:prSet presAssocID="{F7FFA0E1-45C2-4023-A1F1-CA7B860C9D56}" presName="parTransOne" presStyleCnt="0"/>
      <dgm:spPr/>
    </dgm:pt>
    <dgm:pt modelId="{62CAB484-A575-491F-AFD9-232CB7601047}" type="pres">
      <dgm:prSet presAssocID="{F7FFA0E1-45C2-4023-A1F1-CA7B860C9D56}" presName="horzOne" presStyleCnt="0"/>
      <dgm:spPr/>
    </dgm:pt>
    <dgm:pt modelId="{F9331548-6976-4070-A688-9BACA4B1FB0C}" type="pres">
      <dgm:prSet presAssocID="{CBFB9213-2014-448B-8F1E-D8F41E525DCC}" presName="vertTwo" presStyleCnt="0"/>
      <dgm:spPr/>
    </dgm:pt>
    <dgm:pt modelId="{56C8FB25-FB6D-4C3A-84DE-B2EE84797CCE}" type="pres">
      <dgm:prSet presAssocID="{CBFB9213-2014-448B-8F1E-D8F41E525DCC}" presName="txTwo" presStyleLbl="node2" presStyleIdx="3" presStyleCnt="4">
        <dgm:presLayoutVars>
          <dgm:chPref val="3"/>
        </dgm:presLayoutVars>
      </dgm:prSet>
      <dgm:spPr/>
      <dgm:t>
        <a:bodyPr/>
        <a:lstStyle/>
        <a:p>
          <a:endParaRPr lang="zh-CN" altLang="en-US"/>
        </a:p>
      </dgm:t>
    </dgm:pt>
    <dgm:pt modelId="{A163595B-7955-4CBB-A18E-1613DE5838DD}" type="pres">
      <dgm:prSet presAssocID="{CBFB9213-2014-448B-8F1E-D8F41E525DCC}" presName="horzTwo" presStyleCnt="0"/>
      <dgm:spPr/>
    </dgm:pt>
  </dgm:ptLst>
  <dgm:cxnLst>
    <dgm:cxn modelId="{7BC9A1B9-56B4-4E6F-9C37-3AE453BFB639}" type="presOf" srcId="{A327E48B-71E7-4C6E-BEF4-174423A8519A}" destId="{000CFC81-6E43-42B3-847B-B1CB42F6C969}" srcOrd="0" destOrd="0" presId="urn:microsoft.com/office/officeart/2005/8/layout/hierarchy4"/>
    <dgm:cxn modelId="{EE54B18C-79CC-41A1-9B7B-9FC167899F20}" type="presOf" srcId="{CBFB9213-2014-448B-8F1E-D8F41E525DCC}" destId="{56C8FB25-FB6D-4C3A-84DE-B2EE84797CCE}" srcOrd="0" destOrd="0" presId="urn:microsoft.com/office/officeart/2005/8/layout/hierarchy4"/>
    <dgm:cxn modelId="{517397C0-C89E-4873-9FFF-1FE6E5C135E3}" type="presOf" srcId="{2784EC14-C125-4D0F-9A00-03CA049E37C2}" destId="{E452DE8B-15D2-42CF-97A2-FB70726F0CBD}" srcOrd="0" destOrd="0" presId="urn:microsoft.com/office/officeart/2005/8/layout/hierarchy4"/>
    <dgm:cxn modelId="{C1E60A35-3EA6-4555-BAE6-EB21AE1D5441}" srcId="{2784EC14-C125-4D0F-9A00-03CA049E37C2}" destId="{6A40187E-4A56-4C88-9656-9712B3EB10E8}" srcOrd="0" destOrd="0" parTransId="{DF91D695-E001-4597-991A-E53FE75E5152}" sibTransId="{252B0762-581D-4E13-BF2F-F380F41ECA7F}"/>
    <dgm:cxn modelId="{F704A712-F71B-487D-86AA-7031712B9371}" type="presOf" srcId="{F7FFA0E1-45C2-4023-A1F1-CA7B860C9D56}" destId="{2ED1E486-F869-478A-921D-4780E293D903}" srcOrd="0" destOrd="0" presId="urn:microsoft.com/office/officeart/2005/8/layout/hierarchy4"/>
    <dgm:cxn modelId="{AADA463D-9E82-4B96-BA32-03F81D985B74}" type="presOf" srcId="{53106BCF-164B-4044-A7E1-A1ECC471610E}" destId="{E5EBE843-B0C1-4AED-AECF-52C4A3887897}" srcOrd="0" destOrd="0" presId="urn:microsoft.com/office/officeart/2005/8/layout/hierarchy4"/>
    <dgm:cxn modelId="{781837D8-EC5C-4240-83D7-9273F0106D07}" srcId="{F7FFA0E1-45C2-4023-A1F1-CA7B860C9D56}" destId="{CBFB9213-2014-448B-8F1E-D8F41E525DCC}" srcOrd="0" destOrd="0" parTransId="{DC55A910-BE3E-436B-B214-F11EA4B01EE2}" sibTransId="{A6C6AE97-7FCA-4538-973C-E405596E9B34}"/>
    <dgm:cxn modelId="{8F379D0D-EA93-445C-9FF9-0E4134978BAB}" type="presOf" srcId="{7C640A0A-B44F-469C-9363-7934EB96513D}" destId="{23CEF2EF-EF52-4B20-AF5E-B83C3BA3674A}" srcOrd="0" destOrd="0" presId="urn:microsoft.com/office/officeart/2005/8/layout/hierarchy4"/>
    <dgm:cxn modelId="{A1E1B655-53DD-4C5B-81DA-B0602A2C81A9}" type="presOf" srcId="{2710EFFC-2E76-4E1D-BCF9-5FEB03EDF4D0}" destId="{433FB905-6EE9-46E9-8E43-E3623128117C}" srcOrd="0" destOrd="0" presId="urn:microsoft.com/office/officeart/2005/8/layout/hierarchy4"/>
    <dgm:cxn modelId="{FD9A9EBF-68FC-4AF4-A133-A77B366F147C}" srcId="{C41C5EAB-C2A4-4095-82BC-77E358E1C819}" destId="{53106BCF-164B-4044-A7E1-A1ECC471610E}" srcOrd="0" destOrd="0" parTransId="{FF0A856F-A0C3-4035-A25B-FD50F6BB9C85}" sibTransId="{A9E576B2-4253-4E2A-98CD-9B5028476F4A}"/>
    <dgm:cxn modelId="{4308558F-48B0-4D84-A2A4-FC57CF0F0000}" srcId="{C41C5EAB-C2A4-4095-82BC-77E358E1C819}" destId="{A327E48B-71E7-4C6E-BEF4-174423A8519A}" srcOrd="2" destOrd="0" parTransId="{DDBF4249-B8E6-450C-B18E-E5BA7A1C876B}" sibTransId="{CF7AED4B-1129-421D-AE7E-7647A6987F13}"/>
    <dgm:cxn modelId="{9E2CEF87-BA63-455C-B1B4-37AE0021C3B9}" srcId="{C41C5EAB-C2A4-4095-82BC-77E358E1C819}" destId="{2784EC14-C125-4D0F-9A00-03CA049E37C2}" srcOrd="1" destOrd="0" parTransId="{EAB239B9-B0B4-4488-8E48-225C7CBE1708}" sibTransId="{1FD6D9A3-35EF-4D3A-A7B9-1F4A15E9A764}"/>
    <dgm:cxn modelId="{C453540B-1511-436A-8349-2B255F471065}" type="presOf" srcId="{C41C5EAB-C2A4-4095-82BC-77E358E1C819}" destId="{D53D6ADF-95E3-413C-85C9-196FFE51F40B}" srcOrd="0" destOrd="0" presId="urn:microsoft.com/office/officeart/2005/8/layout/hierarchy4"/>
    <dgm:cxn modelId="{72381DB8-67F9-4080-85F5-B56FE1F72E46}" srcId="{C41C5EAB-C2A4-4095-82BC-77E358E1C819}" destId="{F7FFA0E1-45C2-4023-A1F1-CA7B860C9D56}" srcOrd="3" destOrd="0" parTransId="{629885D7-7978-47C4-A5D2-5A83B134FC3B}" sibTransId="{50299C5C-AD62-4D64-9FBE-F6F66E306B67}"/>
    <dgm:cxn modelId="{52E413B9-9D90-4FB1-869A-BADEF45AF96D}" srcId="{53106BCF-164B-4044-A7E1-A1ECC471610E}" destId="{2710EFFC-2E76-4E1D-BCF9-5FEB03EDF4D0}" srcOrd="0" destOrd="0" parTransId="{CDDB8C67-387B-4B43-894C-888795DE6193}" sibTransId="{7F3E6811-712B-44CB-ADA9-107D39D4B78B}"/>
    <dgm:cxn modelId="{A91B6C5A-DAB3-47D2-AAC6-839CAD247BF6}" type="presOf" srcId="{6A40187E-4A56-4C88-9656-9712B3EB10E8}" destId="{D00AA00B-2FD2-4EA2-B9FC-B9784CA1A75B}" srcOrd="0" destOrd="0" presId="urn:microsoft.com/office/officeart/2005/8/layout/hierarchy4"/>
    <dgm:cxn modelId="{35A1EC41-8808-47AE-A197-E9F0AF670F20}" srcId="{A327E48B-71E7-4C6E-BEF4-174423A8519A}" destId="{7C640A0A-B44F-469C-9363-7934EB96513D}" srcOrd="0" destOrd="0" parTransId="{0152A37A-DB73-4959-A321-243606369F23}" sibTransId="{B5A66E44-6FD0-45DD-BDAE-931060D3D73A}"/>
    <dgm:cxn modelId="{99FFE08E-8498-4C1D-8C42-6926A5FE457B}" type="presParOf" srcId="{D53D6ADF-95E3-413C-85C9-196FFE51F40B}" destId="{B87231A7-65BC-41BE-AAF7-2CFE0A974BF1}" srcOrd="0" destOrd="0" presId="urn:microsoft.com/office/officeart/2005/8/layout/hierarchy4"/>
    <dgm:cxn modelId="{5AE9AC78-FBF8-417F-A02D-2BB53DCBABFA}" type="presParOf" srcId="{B87231A7-65BC-41BE-AAF7-2CFE0A974BF1}" destId="{E5EBE843-B0C1-4AED-AECF-52C4A3887897}" srcOrd="0" destOrd="0" presId="urn:microsoft.com/office/officeart/2005/8/layout/hierarchy4"/>
    <dgm:cxn modelId="{BB3E3426-85DC-4ACE-ABF8-2756AA11036B}" type="presParOf" srcId="{B87231A7-65BC-41BE-AAF7-2CFE0A974BF1}" destId="{DE36A367-D862-4C12-8C2E-3DFE6D2E453D}" srcOrd="1" destOrd="0" presId="urn:microsoft.com/office/officeart/2005/8/layout/hierarchy4"/>
    <dgm:cxn modelId="{30A4AB7C-AF74-448B-B4EA-9650679ECBD6}" type="presParOf" srcId="{B87231A7-65BC-41BE-AAF7-2CFE0A974BF1}" destId="{AD29E1B9-C814-4FE6-AFF6-D15D0032AE7B}" srcOrd="2" destOrd="0" presId="urn:microsoft.com/office/officeart/2005/8/layout/hierarchy4"/>
    <dgm:cxn modelId="{F1E919E0-3835-4C88-899B-C70117726C52}" type="presParOf" srcId="{AD29E1B9-C814-4FE6-AFF6-D15D0032AE7B}" destId="{A0BB16AE-5CC1-4210-8D45-B5D98E96E71A}" srcOrd="0" destOrd="0" presId="urn:microsoft.com/office/officeart/2005/8/layout/hierarchy4"/>
    <dgm:cxn modelId="{217F37AC-817D-49A5-A00B-11F25B609D63}" type="presParOf" srcId="{A0BB16AE-5CC1-4210-8D45-B5D98E96E71A}" destId="{433FB905-6EE9-46E9-8E43-E3623128117C}" srcOrd="0" destOrd="0" presId="urn:microsoft.com/office/officeart/2005/8/layout/hierarchy4"/>
    <dgm:cxn modelId="{F43ADFBC-1893-431D-8A6A-FB96D8C660EC}" type="presParOf" srcId="{A0BB16AE-5CC1-4210-8D45-B5D98E96E71A}" destId="{EF187FCB-BA6B-4FAB-A915-A355BAA6FCBB}" srcOrd="1" destOrd="0" presId="urn:microsoft.com/office/officeart/2005/8/layout/hierarchy4"/>
    <dgm:cxn modelId="{51DB6AE4-2459-48C9-BEF6-0AE6431C5C5A}" type="presParOf" srcId="{D53D6ADF-95E3-413C-85C9-196FFE51F40B}" destId="{9090C473-1221-4DDF-BBE8-55C5559ABA37}" srcOrd="1" destOrd="0" presId="urn:microsoft.com/office/officeart/2005/8/layout/hierarchy4"/>
    <dgm:cxn modelId="{05F631B3-172F-491F-81E0-8C1972EA7901}" type="presParOf" srcId="{D53D6ADF-95E3-413C-85C9-196FFE51F40B}" destId="{09DCE13C-15C5-4FA7-B020-4FAB6A5E558F}" srcOrd="2" destOrd="0" presId="urn:microsoft.com/office/officeart/2005/8/layout/hierarchy4"/>
    <dgm:cxn modelId="{216DE1A1-B79E-4EA5-9657-1759A903EF9E}" type="presParOf" srcId="{09DCE13C-15C5-4FA7-B020-4FAB6A5E558F}" destId="{E452DE8B-15D2-42CF-97A2-FB70726F0CBD}" srcOrd="0" destOrd="0" presId="urn:microsoft.com/office/officeart/2005/8/layout/hierarchy4"/>
    <dgm:cxn modelId="{CEC275ED-B391-4C8E-8B23-C3B7EA1869D9}" type="presParOf" srcId="{09DCE13C-15C5-4FA7-B020-4FAB6A5E558F}" destId="{F4301522-0338-4C7F-8715-D81B0BA0DABE}" srcOrd="1" destOrd="0" presId="urn:microsoft.com/office/officeart/2005/8/layout/hierarchy4"/>
    <dgm:cxn modelId="{D2DB3A7B-5C90-4337-A032-E7CCE5D6FDD4}" type="presParOf" srcId="{09DCE13C-15C5-4FA7-B020-4FAB6A5E558F}" destId="{404CF50E-F8EB-40AA-AFDD-C09A01E16E53}" srcOrd="2" destOrd="0" presId="urn:microsoft.com/office/officeart/2005/8/layout/hierarchy4"/>
    <dgm:cxn modelId="{D48E5294-2204-4DFF-9DC4-D90E4796E891}" type="presParOf" srcId="{404CF50E-F8EB-40AA-AFDD-C09A01E16E53}" destId="{DCF2DF18-D553-4753-96EA-7E27335E3CF7}" srcOrd="0" destOrd="0" presId="urn:microsoft.com/office/officeart/2005/8/layout/hierarchy4"/>
    <dgm:cxn modelId="{0AD41AD8-7271-4EB7-92AE-3FBBE4E72D3A}" type="presParOf" srcId="{DCF2DF18-D553-4753-96EA-7E27335E3CF7}" destId="{D00AA00B-2FD2-4EA2-B9FC-B9784CA1A75B}" srcOrd="0" destOrd="0" presId="urn:microsoft.com/office/officeart/2005/8/layout/hierarchy4"/>
    <dgm:cxn modelId="{313F7DF7-73A2-474D-91DB-3D798A1EFCD3}" type="presParOf" srcId="{DCF2DF18-D553-4753-96EA-7E27335E3CF7}" destId="{357618A7-B791-42D3-B76C-2C88BE035883}" srcOrd="1" destOrd="0" presId="urn:microsoft.com/office/officeart/2005/8/layout/hierarchy4"/>
    <dgm:cxn modelId="{78BC5EC9-4F40-4307-9581-9DD34CE35F96}" type="presParOf" srcId="{D53D6ADF-95E3-413C-85C9-196FFE51F40B}" destId="{1E4BC41E-5C1C-443C-ADD7-D004DC7395AF}" srcOrd="3" destOrd="0" presId="urn:microsoft.com/office/officeart/2005/8/layout/hierarchy4"/>
    <dgm:cxn modelId="{C11CD3E9-6E56-4551-AA43-4ABA24F562EF}" type="presParOf" srcId="{D53D6ADF-95E3-413C-85C9-196FFE51F40B}" destId="{56B82233-D486-4A60-996B-F125D6D39627}" srcOrd="4" destOrd="0" presId="urn:microsoft.com/office/officeart/2005/8/layout/hierarchy4"/>
    <dgm:cxn modelId="{AD6E463C-0271-44F2-9FA9-5EB352CAF1DB}" type="presParOf" srcId="{56B82233-D486-4A60-996B-F125D6D39627}" destId="{000CFC81-6E43-42B3-847B-B1CB42F6C969}" srcOrd="0" destOrd="0" presId="urn:microsoft.com/office/officeart/2005/8/layout/hierarchy4"/>
    <dgm:cxn modelId="{D9582A3A-C031-4892-91C8-6CF8589F0CEE}" type="presParOf" srcId="{56B82233-D486-4A60-996B-F125D6D39627}" destId="{5A0FB142-4910-4C99-B499-4465980E90B2}" srcOrd="1" destOrd="0" presId="urn:microsoft.com/office/officeart/2005/8/layout/hierarchy4"/>
    <dgm:cxn modelId="{10084133-97BF-4BD4-AB67-C716206BC811}" type="presParOf" srcId="{56B82233-D486-4A60-996B-F125D6D39627}" destId="{CC59DD31-B64D-4448-8AB1-EB376A9665BD}" srcOrd="2" destOrd="0" presId="urn:microsoft.com/office/officeart/2005/8/layout/hierarchy4"/>
    <dgm:cxn modelId="{9DD09D19-DCCF-42B5-BF2E-AC676501E1EF}" type="presParOf" srcId="{CC59DD31-B64D-4448-8AB1-EB376A9665BD}" destId="{89C38A16-E807-49A2-8268-168605FF5348}" srcOrd="0" destOrd="0" presId="urn:microsoft.com/office/officeart/2005/8/layout/hierarchy4"/>
    <dgm:cxn modelId="{9F7BAC61-3B2D-44B5-8275-14E73E7B0C89}" type="presParOf" srcId="{89C38A16-E807-49A2-8268-168605FF5348}" destId="{23CEF2EF-EF52-4B20-AF5E-B83C3BA3674A}" srcOrd="0" destOrd="0" presId="urn:microsoft.com/office/officeart/2005/8/layout/hierarchy4"/>
    <dgm:cxn modelId="{58F2162A-3615-4E09-A01C-B6E845035E1F}" type="presParOf" srcId="{89C38A16-E807-49A2-8268-168605FF5348}" destId="{568FA348-9888-483A-AF74-300E128DD9A8}" srcOrd="1" destOrd="0" presId="urn:microsoft.com/office/officeart/2005/8/layout/hierarchy4"/>
    <dgm:cxn modelId="{2EE06C20-B02A-48D1-A94E-9943BA118474}" type="presParOf" srcId="{D53D6ADF-95E3-413C-85C9-196FFE51F40B}" destId="{531666E1-28BA-4CA9-8E39-BD2B47023EF2}" srcOrd="5" destOrd="0" presId="urn:microsoft.com/office/officeart/2005/8/layout/hierarchy4"/>
    <dgm:cxn modelId="{B94780D9-CAD5-4A72-A6A8-327C0F49EF1E}" type="presParOf" srcId="{D53D6ADF-95E3-413C-85C9-196FFE51F40B}" destId="{BB268B2B-83A7-47F4-8FC5-98B12C5FB564}" srcOrd="6" destOrd="0" presId="urn:microsoft.com/office/officeart/2005/8/layout/hierarchy4"/>
    <dgm:cxn modelId="{8A0665FE-2CC9-4910-889E-EE51C58E9FA4}" type="presParOf" srcId="{BB268B2B-83A7-47F4-8FC5-98B12C5FB564}" destId="{2ED1E486-F869-478A-921D-4780E293D903}" srcOrd="0" destOrd="0" presId="urn:microsoft.com/office/officeart/2005/8/layout/hierarchy4"/>
    <dgm:cxn modelId="{D91209E3-B99A-47D4-8A25-7926A4C1A4B2}" type="presParOf" srcId="{BB268B2B-83A7-47F4-8FC5-98B12C5FB564}" destId="{4F88BFB3-1B0B-4985-9F6F-8E48F0A6E5D7}" srcOrd="1" destOrd="0" presId="urn:microsoft.com/office/officeart/2005/8/layout/hierarchy4"/>
    <dgm:cxn modelId="{202479E2-13C8-4065-9543-0AA31FE0B0BD}" type="presParOf" srcId="{BB268B2B-83A7-47F4-8FC5-98B12C5FB564}" destId="{62CAB484-A575-491F-AFD9-232CB7601047}" srcOrd="2" destOrd="0" presId="urn:microsoft.com/office/officeart/2005/8/layout/hierarchy4"/>
    <dgm:cxn modelId="{AFDECF1E-C3CA-4D97-A214-EF6DF9EE8311}" type="presParOf" srcId="{62CAB484-A575-491F-AFD9-232CB7601047}" destId="{F9331548-6976-4070-A688-9BACA4B1FB0C}" srcOrd="0" destOrd="0" presId="urn:microsoft.com/office/officeart/2005/8/layout/hierarchy4"/>
    <dgm:cxn modelId="{978A625E-1CE6-41D8-AFED-EC897F6E52F6}" type="presParOf" srcId="{F9331548-6976-4070-A688-9BACA4B1FB0C}" destId="{56C8FB25-FB6D-4C3A-84DE-B2EE84797CCE}" srcOrd="0" destOrd="0" presId="urn:microsoft.com/office/officeart/2005/8/layout/hierarchy4"/>
    <dgm:cxn modelId="{239A55B4-B2D3-4DF5-B698-5885C36781EE}" type="presParOf" srcId="{F9331548-6976-4070-A688-9BACA4B1FB0C}" destId="{A163595B-7955-4CBB-A18E-1613DE5838DD}"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386A878-2167-49B2-9115-110934AEF39D}" type="doc">
      <dgm:prSet loTypeId="urn:microsoft.com/office/officeart/2009/3/layout/StepUpProcess" loCatId="process" qsTypeId="urn:microsoft.com/office/officeart/2005/8/quickstyle/simple1" qsCatId="simple" csTypeId="urn:microsoft.com/office/officeart/2005/8/colors/accent5_3" csCatId="accent5"/>
      <dgm:spPr/>
      <dgm:t>
        <a:bodyPr/>
        <a:lstStyle/>
        <a:p>
          <a:endParaRPr lang="zh-CN" altLang="en-US"/>
        </a:p>
      </dgm:t>
    </dgm:pt>
    <dgm:pt modelId="{439729AB-A3C0-41C9-A42D-15D8897F5439}">
      <dgm:prSet custT="1"/>
      <dgm:spPr/>
      <dgm:t>
        <a:bodyPr/>
        <a:lstStyle/>
        <a:p>
          <a:pPr rtl="0"/>
          <a:r>
            <a:rPr lang="en-US" sz="1800" b="1" smtClean="0"/>
            <a:t>TIM2</a:t>
          </a:r>
          <a:r>
            <a:rPr lang="zh-CN" sz="1800" b="1" smtClean="0"/>
            <a:t>时钟使能</a:t>
          </a:r>
          <a:endParaRPr lang="zh-CN" sz="1800"/>
        </a:p>
      </dgm:t>
    </dgm:pt>
    <dgm:pt modelId="{AAED0F31-A6B3-44A7-87F3-769C97599207}" type="parTrans" cxnId="{5EEFD91D-ED2F-4AE0-887E-747DF4EB744C}">
      <dgm:prSet/>
      <dgm:spPr/>
      <dgm:t>
        <a:bodyPr/>
        <a:lstStyle/>
        <a:p>
          <a:endParaRPr lang="zh-CN" altLang="en-US" sz="2400"/>
        </a:p>
      </dgm:t>
    </dgm:pt>
    <dgm:pt modelId="{D973551D-9333-43FA-B01F-51972110959C}" type="sibTrans" cxnId="{5EEFD91D-ED2F-4AE0-887E-747DF4EB744C}">
      <dgm:prSet/>
      <dgm:spPr/>
      <dgm:t>
        <a:bodyPr/>
        <a:lstStyle/>
        <a:p>
          <a:endParaRPr lang="zh-CN" altLang="en-US" sz="2400"/>
        </a:p>
      </dgm:t>
    </dgm:pt>
    <dgm:pt modelId="{09DA53CE-E485-409B-A7FB-5D6104A87AB2}">
      <dgm:prSet custT="1"/>
      <dgm:spPr/>
      <dgm:t>
        <a:bodyPr/>
        <a:lstStyle/>
        <a:p>
          <a:pPr rtl="0"/>
          <a:r>
            <a:rPr lang="zh-CN" altLang="en-US" sz="1800" b="1" smtClean="0"/>
            <a:t>初始化定时器参数</a:t>
          </a:r>
          <a:endParaRPr lang="zh-CN" altLang="en-US" sz="1800"/>
        </a:p>
      </dgm:t>
    </dgm:pt>
    <dgm:pt modelId="{2DBEA74E-4FE1-4F26-B256-0DFACD26B5B7}" type="parTrans" cxnId="{399729E6-DBA2-472A-8435-C5E0DAC26E4E}">
      <dgm:prSet/>
      <dgm:spPr/>
      <dgm:t>
        <a:bodyPr/>
        <a:lstStyle/>
        <a:p>
          <a:endParaRPr lang="zh-CN" altLang="en-US" sz="2400"/>
        </a:p>
      </dgm:t>
    </dgm:pt>
    <dgm:pt modelId="{12CA4980-031B-4EEB-824F-6F7395DB6842}" type="sibTrans" cxnId="{399729E6-DBA2-472A-8435-C5E0DAC26E4E}">
      <dgm:prSet/>
      <dgm:spPr/>
      <dgm:t>
        <a:bodyPr/>
        <a:lstStyle/>
        <a:p>
          <a:endParaRPr lang="zh-CN" altLang="en-US" sz="2400"/>
        </a:p>
      </dgm:t>
    </dgm:pt>
    <dgm:pt modelId="{41B286DB-3C25-4ECC-A35B-55BEDBD8D8A2}">
      <dgm:prSet custT="1"/>
      <dgm:spPr/>
      <dgm:t>
        <a:bodyPr/>
        <a:lstStyle/>
        <a:p>
          <a:pPr rtl="0"/>
          <a:r>
            <a:rPr lang="zh-CN" sz="1800" b="1" smtClean="0"/>
            <a:t>设置</a:t>
          </a:r>
          <a:r>
            <a:rPr lang="en-US" sz="1800" b="1" smtClean="0"/>
            <a:t>TIM2</a:t>
          </a:r>
          <a:r>
            <a:rPr lang="zh-CN" sz="1800" b="1" smtClean="0"/>
            <a:t>允许更新中断</a:t>
          </a:r>
          <a:endParaRPr lang="zh-CN" sz="1800"/>
        </a:p>
      </dgm:t>
    </dgm:pt>
    <dgm:pt modelId="{1C8954A3-256B-4A6A-997F-893E6D6B9D34}" type="parTrans" cxnId="{E863C65F-5085-4EB1-A591-192F01DF16E2}">
      <dgm:prSet/>
      <dgm:spPr/>
      <dgm:t>
        <a:bodyPr/>
        <a:lstStyle/>
        <a:p>
          <a:endParaRPr lang="zh-CN" altLang="en-US" sz="2400"/>
        </a:p>
      </dgm:t>
    </dgm:pt>
    <dgm:pt modelId="{5E92BE21-6107-48AE-8308-4E84B13AF83F}" type="sibTrans" cxnId="{E863C65F-5085-4EB1-A591-192F01DF16E2}">
      <dgm:prSet/>
      <dgm:spPr/>
      <dgm:t>
        <a:bodyPr/>
        <a:lstStyle/>
        <a:p>
          <a:endParaRPr lang="zh-CN" altLang="en-US" sz="2400"/>
        </a:p>
      </dgm:t>
    </dgm:pt>
    <dgm:pt modelId="{8D9D8B9D-96EB-449B-83E6-0580C4DE271E}">
      <dgm:prSet custT="1"/>
      <dgm:spPr/>
      <dgm:t>
        <a:bodyPr/>
        <a:lstStyle/>
        <a:p>
          <a:pPr rtl="0"/>
          <a:r>
            <a:rPr lang="en-US" sz="1800" b="1" smtClean="0"/>
            <a:t>TIM2</a:t>
          </a:r>
          <a:r>
            <a:rPr lang="zh-CN" sz="1800" b="1" smtClean="0"/>
            <a:t>中断优先级设置</a:t>
          </a:r>
          <a:endParaRPr lang="zh-CN" sz="1800"/>
        </a:p>
      </dgm:t>
    </dgm:pt>
    <dgm:pt modelId="{2CCC2E70-4723-4889-B6E3-3BDA30F06537}" type="parTrans" cxnId="{ED5AA48F-9BD5-415F-9F21-DF5C7B3A1F69}">
      <dgm:prSet/>
      <dgm:spPr/>
      <dgm:t>
        <a:bodyPr/>
        <a:lstStyle/>
        <a:p>
          <a:endParaRPr lang="zh-CN" altLang="en-US" sz="2400"/>
        </a:p>
      </dgm:t>
    </dgm:pt>
    <dgm:pt modelId="{17A3E3FC-83E0-4E49-89D5-E1EBCB1A5CB4}" type="sibTrans" cxnId="{ED5AA48F-9BD5-415F-9F21-DF5C7B3A1F69}">
      <dgm:prSet/>
      <dgm:spPr/>
      <dgm:t>
        <a:bodyPr/>
        <a:lstStyle/>
        <a:p>
          <a:endParaRPr lang="zh-CN" altLang="en-US" sz="2400"/>
        </a:p>
      </dgm:t>
    </dgm:pt>
    <dgm:pt modelId="{15CE58F4-BFCF-4278-9A29-3A068377C83A}">
      <dgm:prSet custT="1"/>
      <dgm:spPr/>
      <dgm:t>
        <a:bodyPr/>
        <a:lstStyle/>
        <a:p>
          <a:pPr rtl="0"/>
          <a:r>
            <a:rPr lang="zh-CN" sz="1800" b="1" smtClean="0"/>
            <a:t>使能</a:t>
          </a:r>
          <a:r>
            <a:rPr lang="en-US" sz="1800" b="1" smtClean="0"/>
            <a:t>TIM2</a:t>
          </a:r>
          <a:endParaRPr lang="zh-CN" sz="1800"/>
        </a:p>
      </dgm:t>
    </dgm:pt>
    <dgm:pt modelId="{F666B60E-9F9E-4820-AEF5-925B5E09BDCB}" type="parTrans" cxnId="{0EE62DE5-1BCB-4691-82C0-3023C37BE867}">
      <dgm:prSet/>
      <dgm:spPr/>
      <dgm:t>
        <a:bodyPr/>
        <a:lstStyle/>
        <a:p>
          <a:endParaRPr lang="zh-CN" altLang="en-US" sz="2400"/>
        </a:p>
      </dgm:t>
    </dgm:pt>
    <dgm:pt modelId="{B2FF6EFB-B18D-4EBC-B548-D9A6636A168E}" type="sibTrans" cxnId="{0EE62DE5-1BCB-4691-82C0-3023C37BE867}">
      <dgm:prSet/>
      <dgm:spPr/>
      <dgm:t>
        <a:bodyPr/>
        <a:lstStyle/>
        <a:p>
          <a:endParaRPr lang="zh-CN" altLang="en-US" sz="2400"/>
        </a:p>
      </dgm:t>
    </dgm:pt>
    <dgm:pt modelId="{2CD9E1A5-DCC4-4648-B2B7-EADC67CA5B31}">
      <dgm:prSet custT="1"/>
      <dgm:spPr/>
      <dgm:t>
        <a:bodyPr/>
        <a:lstStyle/>
        <a:p>
          <a:pPr rtl="0"/>
          <a:r>
            <a:rPr lang="zh-CN" altLang="en-US" sz="1800" b="1" smtClean="0"/>
            <a:t>编写中断服务函数</a:t>
          </a:r>
          <a:endParaRPr lang="zh-CN" altLang="en-US" sz="1800"/>
        </a:p>
      </dgm:t>
    </dgm:pt>
    <dgm:pt modelId="{3B3BBD76-25C3-4656-9E3A-2347E7D6B583}" type="parTrans" cxnId="{3612C020-35AC-4CB6-8114-0A978249883A}">
      <dgm:prSet/>
      <dgm:spPr/>
      <dgm:t>
        <a:bodyPr/>
        <a:lstStyle/>
        <a:p>
          <a:endParaRPr lang="zh-CN" altLang="en-US" sz="2400"/>
        </a:p>
      </dgm:t>
    </dgm:pt>
    <dgm:pt modelId="{E2E6D130-C4A2-4BC6-97F0-0C1CCABF5B90}" type="sibTrans" cxnId="{3612C020-35AC-4CB6-8114-0A978249883A}">
      <dgm:prSet/>
      <dgm:spPr/>
      <dgm:t>
        <a:bodyPr/>
        <a:lstStyle/>
        <a:p>
          <a:endParaRPr lang="zh-CN" altLang="en-US" sz="2400"/>
        </a:p>
      </dgm:t>
    </dgm:pt>
    <dgm:pt modelId="{67ACF0A5-2324-4F31-9B19-8A595FE4C008}" type="pres">
      <dgm:prSet presAssocID="{6386A878-2167-49B2-9115-110934AEF39D}" presName="rootnode" presStyleCnt="0">
        <dgm:presLayoutVars>
          <dgm:chMax/>
          <dgm:chPref/>
          <dgm:dir/>
          <dgm:animLvl val="lvl"/>
        </dgm:presLayoutVars>
      </dgm:prSet>
      <dgm:spPr/>
      <dgm:t>
        <a:bodyPr/>
        <a:lstStyle/>
        <a:p>
          <a:endParaRPr lang="zh-CN" altLang="en-US"/>
        </a:p>
      </dgm:t>
    </dgm:pt>
    <dgm:pt modelId="{DB9983CD-DC17-4B03-B6E4-1C0DA62F2E07}" type="pres">
      <dgm:prSet presAssocID="{439729AB-A3C0-41C9-A42D-15D8897F5439}" presName="composite" presStyleCnt="0"/>
      <dgm:spPr/>
    </dgm:pt>
    <dgm:pt modelId="{648AED8F-026F-4801-9027-7241A2276B38}" type="pres">
      <dgm:prSet presAssocID="{439729AB-A3C0-41C9-A42D-15D8897F5439}" presName="LShape" presStyleLbl="alignNode1" presStyleIdx="0" presStyleCnt="11"/>
      <dgm:spPr/>
    </dgm:pt>
    <dgm:pt modelId="{AD681A25-653B-40EE-91ED-716001152480}" type="pres">
      <dgm:prSet presAssocID="{439729AB-A3C0-41C9-A42D-15D8897F5439}" presName="ParentText" presStyleLbl="revTx" presStyleIdx="0" presStyleCnt="6">
        <dgm:presLayoutVars>
          <dgm:chMax val="0"/>
          <dgm:chPref val="0"/>
          <dgm:bulletEnabled val="1"/>
        </dgm:presLayoutVars>
      </dgm:prSet>
      <dgm:spPr/>
      <dgm:t>
        <a:bodyPr/>
        <a:lstStyle/>
        <a:p>
          <a:endParaRPr lang="zh-CN" altLang="en-US"/>
        </a:p>
      </dgm:t>
    </dgm:pt>
    <dgm:pt modelId="{80A38623-3D01-4127-B72D-78BD90792827}" type="pres">
      <dgm:prSet presAssocID="{439729AB-A3C0-41C9-A42D-15D8897F5439}" presName="Triangle" presStyleLbl="alignNode1" presStyleIdx="1" presStyleCnt="11"/>
      <dgm:spPr/>
    </dgm:pt>
    <dgm:pt modelId="{E1D8EAC9-5F88-4CE3-8622-0790F354DDBD}" type="pres">
      <dgm:prSet presAssocID="{D973551D-9333-43FA-B01F-51972110959C}" presName="sibTrans" presStyleCnt="0"/>
      <dgm:spPr/>
    </dgm:pt>
    <dgm:pt modelId="{26FCED0F-EA2A-47EE-BC38-302578EE6B74}" type="pres">
      <dgm:prSet presAssocID="{D973551D-9333-43FA-B01F-51972110959C}" presName="space" presStyleCnt="0"/>
      <dgm:spPr/>
    </dgm:pt>
    <dgm:pt modelId="{22B499DB-5D66-4BD5-8914-D928ACD42BAF}" type="pres">
      <dgm:prSet presAssocID="{09DA53CE-E485-409B-A7FB-5D6104A87AB2}" presName="composite" presStyleCnt="0"/>
      <dgm:spPr/>
    </dgm:pt>
    <dgm:pt modelId="{66573DDA-3542-41C5-A6EB-1C51AA2B3AB9}" type="pres">
      <dgm:prSet presAssocID="{09DA53CE-E485-409B-A7FB-5D6104A87AB2}" presName="LShape" presStyleLbl="alignNode1" presStyleIdx="2" presStyleCnt="11"/>
      <dgm:spPr/>
    </dgm:pt>
    <dgm:pt modelId="{C05AE5A5-38F9-4004-A7D2-9FF092977670}" type="pres">
      <dgm:prSet presAssocID="{09DA53CE-E485-409B-A7FB-5D6104A87AB2}" presName="ParentText" presStyleLbl="revTx" presStyleIdx="1" presStyleCnt="6">
        <dgm:presLayoutVars>
          <dgm:chMax val="0"/>
          <dgm:chPref val="0"/>
          <dgm:bulletEnabled val="1"/>
        </dgm:presLayoutVars>
      </dgm:prSet>
      <dgm:spPr/>
      <dgm:t>
        <a:bodyPr/>
        <a:lstStyle/>
        <a:p>
          <a:endParaRPr lang="zh-CN" altLang="en-US"/>
        </a:p>
      </dgm:t>
    </dgm:pt>
    <dgm:pt modelId="{6233C497-FDA2-4EA7-8F8C-6207E49695E5}" type="pres">
      <dgm:prSet presAssocID="{09DA53CE-E485-409B-A7FB-5D6104A87AB2}" presName="Triangle" presStyleLbl="alignNode1" presStyleIdx="3" presStyleCnt="11"/>
      <dgm:spPr/>
    </dgm:pt>
    <dgm:pt modelId="{D3B2528B-D277-4FEC-BC4B-B1311CED114E}" type="pres">
      <dgm:prSet presAssocID="{12CA4980-031B-4EEB-824F-6F7395DB6842}" presName="sibTrans" presStyleCnt="0"/>
      <dgm:spPr/>
    </dgm:pt>
    <dgm:pt modelId="{F9C85FA7-8310-4574-BE3F-0EDF237263E9}" type="pres">
      <dgm:prSet presAssocID="{12CA4980-031B-4EEB-824F-6F7395DB6842}" presName="space" presStyleCnt="0"/>
      <dgm:spPr/>
    </dgm:pt>
    <dgm:pt modelId="{F578133C-52A7-459A-8EF5-98FDCE42A277}" type="pres">
      <dgm:prSet presAssocID="{41B286DB-3C25-4ECC-A35B-55BEDBD8D8A2}" presName="composite" presStyleCnt="0"/>
      <dgm:spPr/>
    </dgm:pt>
    <dgm:pt modelId="{E735ACAB-5C32-4B8D-A2AC-440414DA6A10}" type="pres">
      <dgm:prSet presAssocID="{41B286DB-3C25-4ECC-A35B-55BEDBD8D8A2}" presName="LShape" presStyleLbl="alignNode1" presStyleIdx="4" presStyleCnt="11"/>
      <dgm:spPr/>
    </dgm:pt>
    <dgm:pt modelId="{B9E8ADFC-2E26-40E4-B9EF-D228F52D6428}" type="pres">
      <dgm:prSet presAssocID="{41B286DB-3C25-4ECC-A35B-55BEDBD8D8A2}" presName="ParentText" presStyleLbl="revTx" presStyleIdx="2" presStyleCnt="6">
        <dgm:presLayoutVars>
          <dgm:chMax val="0"/>
          <dgm:chPref val="0"/>
          <dgm:bulletEnabled val="1"/>
        </dgm:presLayoutVars>
      </dgm:prSet>
      <dgm:spPr/>
      <dgm:t>
        <a:bodyPr/>
        <a:lstStyle/>
        <a:p>
          <a:endParaRPr lang="zh-CN" altLang="en-US"/>
        </a:p>
      </dgm:t>
    </dgm:pt>
    <dgm:pt modelId="{0CD6DF25-CEFD-4012-9040-9BC8182C8654}" type="pres">
      <dgm:prSet presAssocID="{41B286DB-3C25-4ECC-A35B-55BEDBD8D8A2}" presName="Triangle" presStyleLbl="alignNode1" presStyleIdx="5" presStyleCnt="11"/>
      <dgm:spPr/>
    </dgm:pt>
    <dgm:pt modelId="{38E2D6FC-8ACC-409D-9DAA-341C7C9B4738}" type="pres">
      <dgm:prSet presAssocID="{5E92BE21-6107-48AE-8308-4E84B13AF83F}" presName="sibTrans" presStyleCnt="0"/>
      <dgm:spPr/>
    </dgm:pt>
    <dgm:pt modelId="{F52E369A-39AA-4752-8B69-1C4B4663353D}" type="pres">
      <dgm:prSet presAssocID="{5E92BE21-6107-48AE-8308-4E84B13AF83F}" presName="space" presStyleCnt="0"/>
      <dgm:spPr/>
    </dgm:pt>
    <dgm:pt modelId="{7AF7FEBE-42A1-4177-9896-B9C81174446B}" type="pres">
      <dgm:prSet presAssocID="{8D9D8B9D-96EB-449B-83E6-0580C4DE271E}" presName="composite" presStyleCnt="0"/>
      <dgm:spPr/>
    </dgm:pt>
    <dgm:pt modelId="{7F7C8D56-763A-44F1-B77B-C745C1C4AE98}" type="pres">
      <dgm:prSet presAssocID="{8D9D8B9D-96EB-449B-83E6-0580C4DE271E}" presName="LShape" presStyleLbl="alignNode1" presStyleIdx="6" presStyleCnt="11"/>
      <dgm:spPr/>
    </dgm:pt>
    <dgm:pt modelId="{00ABA8EF-AD59-4FFF-B07E-DF4A2192C035}" type="pres">
      <dgm:prSet presAssocID="{8D9D8B9D-96EB-449B-83E6-0580C4DE271E}" presName="ParentText" presStyleLbl="revTx" presStyleIdx="3" presStyleCnt="6">
        <dgm:presLayoutVars>
          <dgm:chMax val="0"/>
          <dgm:chPref val="0"/>
          <dgm:bulletEnabled val="1"/>
        </dgm:presLayoutVars>
      </dgm:prSet>
      <dgm:spPr/>
      <dgm:t>
        <a:bodyPr/>
        <a:lstStyle/>
        <a:p>
          <a:endParaRPr lang="zh-CN" altLang="en-US"/>
        </a:p>
      </dgm:t>
    </dgm:pt>
    <dgm:pt modelId="{AAE405D0-7F7D-4764-9079-7828A8AE6A61}" type="pres">
      <dgm:prSet presAssocID="{8D9D8B9D-96EB-449B-83E6-0580C4DE271E}" presName="Triangle" presStyleLbl="alignNode1" presStyleIdx="7" presStyleCnt="11"/>
      <dgm:spPr/>
    </dgm:pt>
    <dgm:pt modelId="{1BF85251-4BD0-4220-A002-FEC00A6DCA1A}" type="pres">
      <dgm:prSet presAssocID="{17A3E3FC-83E0-4E49-89D5-E1EBCB1A5CB4}" presName="sibTrans" presStyleCnt="0"/>
      <dgm:spPr/>
    </dgm:pt>
    <dgm:pt modelId="{6DD9A23E-CA1E-4BDC-AFF0-2CE46BAB843D}" type="pres">
      <dgm:prSet presAssocID="{17A3E3FC-83E0-4E49-89D5-E1EBCB1A5CB4}" presName="space" presStyleCnt="0"/>
      <dgm:spPr/>
    </dgm:pt>
    <dgm:pt modelId="{D3E05167-3914-4999-A6C2-907118AA2D30}" type="pres">
      <dgm:prSet presAssocID="{15CE58F4-BFCF-4278-9A29-3A068377C83A}" presName="composite" presStyleCnt="0"/>
      <dgm:spPr/>
    </dgm:pt>
    <dgm:pt modelId="{4FC70874-D29D-4D95-A243-57650B7E2AD3}" type="pres">
      <dgm:prSet presAssocID="{15CE58F4-BFCF-4278-9A29-3A068377C83A}" presName="LShape" presStyleLbl="alignNode1" presStyleIdx="8" presStyleCnt="11"/>
      <dgm:spPr/>
    </dgm:pt>
    <dgm:pt modelId="{412DB053-0235-48C6-9D95-28D5F714838B}" type="pres">
      <dgm:prSet presAssocID="{15CE58F4-BFCF-4278-9A29-3A068377C83A}" presName="ParentText" presStyleLbl="revTx" presStyleIdx="4" presStyleCnt="6">
        <dgm:presLayoutVars>
          <dgm:chMax val="0"/>
          <dgm:chPref val="0"/>
          <dgm:bulletEnabled val="1"/>
        </dgm:presLayoutVars>
      </dgm:prSet>
      <dgm:spPr/>
      <dgm:t>
        <a:bodyPr/>
        <a:lstStyle/>
        <a:p>
          <a:endParaRPr lang="zh-CN" altLang="en-US"/>
        </a:p>
      </dgm:t>
    </dgm:pt>
    <dgm:pt modelId="{F801D31E-476B-4780-A8A8-9D7C82647E9A}" type="pres">
      <dgm:prSet presAssocID="{15CE58F4-BFCF-4278-9A29-3A068377C83A}" presName="Triangle" presStyleLbl="alignNode1" presStyleIdx="9" presStyleCnt="11"/>
      <dgm:spPr/>
    </dgm:pt>
    <dgm:pt modelId="{5543869F-E7DC-4368-9731-89A5C3F21060}" type="pres">
      <dgm:prSet presAssocID="{B2FF6EFB-B18D-4EBC-B548-D9A6636A168E}" presName="sibTrans" presStyleCnt="0"/>
      <dgm:spPr/>
    </dgm:pt>
    <dgm:pt modelId="{CE73D587-1A63-4C2E-B4B6-8ECA7A1A080F}" type="pres">
      <dgm:prSet presAssocID="{B2FF6EFB-B18D-4EBC-B548-D9A6636A168E}" presName="space" presStyleCnt="0"/>
      <dgm:spPr/>
    </dgm:pt>
    <dgm:pt modelId="{9B6E6885-B4AC-4C43-97F7-582E6AE10934}" type="pres">
      <dgm:prSet presAssocID="{2CD9E1A5-DCC4-4648-B2B7-EADC67CA5B31}" presName="composite" presStyleCnt="0"/>
      <dgm:spPr/>
    </dgm:pt>
    <dgm:pt modelId="{C3A42276-188A-4AA8-AD07-DC6C91ED8B75}" type="pres">
      <dgm:prSet presAssocID="{2CD9E1A5-DCC4-4648-B2B7-EADC67CA5B31}" presName="LShape" presStyleLbl="alignNode1" presStyleIdx="10" presStyleCnt="11"/>
      <dgm:spPr/>
    </dgm:pt>
    <dgm:pt modelId="{2372418E-6116-4F0D-9C40-F87E3C70172D}" type="pres">
      <dgm:prSet presAssocID="{2CD9E1A5-DCC4-4648-B2B7-EADC67CA5B31}" presName="ParentText" presStyleLbl="revTx" presStyleIdx="5" presStyleCnt="6">
        <dgm:presLayoutVars>
          <dgm:chMax val="0"/>
          <dgm:chPref val="0"/>
          <dgm:bulletEnabled val="1"/>
        </dgm:presLayoutVars>
      </dgm:prSet>
      <dgm:spPr/>
      <dgm:t>
        <a:bodyPr/>
        <a:lstStyle/>
        <a:p>
          <a:endParaRPr lang="zh-CN" altLang="en-US"/>
        </a:p>
      </dgm:t>
    </dgm:pt>
  </dgm:ptLst>
  <dgm:cxnLst>
    <dgm:cxn modelId="{399729E6-DBA2-472A-8435-C5E0DAC26E4E}" srcId="{6386A878-2167-49B2-9115-110934AEF39D}" destId="{09DA53CE-E485-409B-A7FB-5D6104A87AB2}" srcOrd="1" destOrd="0" parTransId="{2DBEA74E-4FE1-4F26-B256-0DFACD26B5B7}" sibTransId="{12CA4980-031B-4EEB-824F-6F7395DB6842}"/>
    <dgm:cxn modelId="{9B3A2AC4-7EB9-438C-83D8-AE6451388059}" type="presOf" srcId="{8D9D8B9D-96EB-449B-83E6-0580C4DE271E}" destId="{00ABA8EF-AD59-4FFF-B07E-DF4A2192C035}" srcOrd="0" destOrd="0" presId="urn:microsoft.com/office/officeart/2009/3/layout/StepUpProcess"/>
    <dgm:cxn modelId="{6E4CD632-1385-48E2-8AB9-70FDC8918D9C}" type="presOf" srcId="{41B286DB-3C25-4ECC-A35B-55BEDBD8D8A2}" destId="{B9E8ADFC-2E26-40E4-B9EF-D228F52D6428}" srcOrd="0" destOrd="0" presId="urn:microsoft.com/office/officeart/2009/3/layout/StepUpProcess"/>
    <dgm:cxn modelId="{36D17AFE-A9B9-49A0-A801-54F261427CBA}" type="presOf" srcId="{09DA53CE-E485-409B-A7FB-5D6104A87AB2}" destId="{C05AE5A5-38F9-4004-A7D2-9FF092977670}" srcOrd="0" destOrd="0" presId="urn:microsoft.com/office/officeart/2009/3/layout/StepUpProcess"/>
    <dgm:cxn modelId="{3612C020-35AC-4CB6-8114-0A978249883A}" srcId="{6386A878-2167-49B2-9115-110934AEF39D}" destId="{2CD9E1A5-DCC4-4648-B2B7-EADC67CA5B31}" srcOrd="5" destOrd="0" parTransId="{3B3BBD76-25C3-4656-9E3A-2347E7D6B583}" sibTransId="{E2E6D130-C4A2-4BC6-97F0-0C1CCABF5B90}"/>
    <dgm:cxn modelId="{0EE62DE5-1BCB-4691-82C0-3023C37BE867}" srcId="{6386A878-2167-49B2-9115-110934AEF39D}" destId="{15CE58F4-BFCF-4278-9A29-3A068377C83A}" srcOrd="4" destOrd="0" parTransId="{F666B60E-9F9E-4820-AEF5-925B5E09BDCB}" sibTransId="{B2FF6EFB-B18D-4EBC-B548-D9A6636A168E}"/>
    <dgm:cxn modelId="{D7072F16-0606-4AC7-86B8-1597CB0E0845}" type="presOf" srcId="{2CD9E1A5-DCC4-4648-B2B7-EADC67CA5B31}" destId="{2372418E-6116-4F0D-9C40-F87E3C70172D}" srcOrd="0" destOrd="0" presId="urn:microsoft.com/office/officeart/2009/3/layout/StepUpProcess"/>
    <dgm:cxn modelId="{5EEFD91D-ED2F-4AE0-887E-747DF4EB744C}" srcId="{6386A878-2167-49B2-9115-110934AEF39D}" destId="{439729AB-A3C0-41C9-A42D-15D8897F5439}" srcOrd="0" destOrd="0" parTransId="{AAED0F31-A6B3-44A7-87F3-769C97599207}" sibTransId="{D973551D-9333-43FA-B01F-51972110959C}"/>
    <dgm:cxn modelId="{ED5AA48F-9BD5-415F-9F21-DF5C7B3A1F69}" srcId="{6386A878-2167-49B2-9115-110934AEF39D}" destId="{8D9D8B9D-96EB-449B-83E6-0580C4DE271E}" srcOrd="3" destOrd="0" parTransId="{2CCC2E70-4723-4889-B6E3-3BDA30F06537}" sibTransId="{17A3E3FC-83E0-4E49-89D5-E1EBCB1A5CB4}"/>
    <dgm:cxn modelId="{4824006E-0463-4096-8329-E86B49E99C8E}" type="presOf" srcId="{6386A878-2167-49B2-9115-110934AEF39D}" destId="{67ACF0A5-2324-4F31-9B19-8A595FE4C008}" srcOrd="0" destOrd="0" presId="urn:microsoft.com/office/officeart/2009/3/layout/StepUpProcess"/>
    <dgm:cxn modelId="{E863C65F-5085-4EB1-A591-192F01DF16E2}" srcId="{6386A878-2167-49B2-9115-110934AEF39D}" destId="{41B286DB-3C25-4ECC-A35B-55BEDBD8D8A2}" srcOrd="2" destOrd="0" parTransId="{1C8954A3-256B-4A6A-997F-893E6D6B9D34}" sibTransId="{5E92BE21-6107-48AE-8308-4E84B13AF83F}"/>
    <dgm:cxn modelId="{E0959684-3C3F-4FAB-B6F1-C254C5357FE0}" type="presOf" srcId="{439729AB-A3C0-41C9-A42D-15D8897F5439}" destId="{AD681A25-653B-40EE-91ED-716001152480}" srcOrd="0" destOrd="0" presId="urn:microsoft.com/office/officeart/2009/3/layout/StepUpProcess"/>
    <dgm:cxn modelId="{EAF4C4C8-F480-40CA-BE4A-DCA11A99C10B}" type="presOf" srcId="{15CE58F4-BFCF-4278-9A29-3A068377C83A}" destId="{412DB053-0235-48C6-9D95-28D5F714838B}" srcOrd="0" destOrd="0" presId="urn:microsoft.com/office/officeart/2009/3/layout/StepUpProcess"/>
    <dgm:cxn modelId="{C02DF7A2-5A6E-4505-AFB0-5C08A4821575}" type="presParOf" srcId="{67ACF0A5-2324-4F31-9B19-8A595FE4C008}" destId="{DB9983CD-DC17-4B03-B6E4-1C0DA62F2E07}" srcOrd="0" destOrd="0" presId="urn:microsoft.com/office/officeart/2009/3/layout/StepUpProcess"/>
    <dgm:cxn modelId="{A21E9122-3A5E-4057-8840-A931AA1E6592}" type="presParOf" srcId="{DB9983CD-DC17-4B03-B6E4-1C0DA62F2E07}" destId="{648AED8F-026F-4801-9027-7241A2276B38}" srcOrd="0" destOrd="0" presId="urn:microsoft.com/office/officeart/2009/3/layout/StepUpProcess"/>
    <dgm:cxn modelId="{780012E3-2E99-4DEE-A430-688DEAFFAE4A}" type="presParOf" srcId="{DB9983CD-DC17-4B03-B6E4-1C0DA62F2E07}" destId="{AD681A25-653B-40EE-91ED-716001152480}" srcOrd="1" destOrd="0" presId="urn:microsoft.com/office/officeart/2009/3/layout/StepUpProcess"/>
    <dgm:cxn modelId="{6D90DFFA-80B0-41D1-A915-16E9B91CE2E4}" type="presParOf" srcId="{DB9983CD-DC17-4B03-B6E4-1C0DA62F2E07}" destId="{80A38623-3D01-4127-B72D-78BD90792827}" srcOrd="2" destOrd="0" presId="urn:microsoft.com/office/officeart/2009/3/layout/StepUpProcess"/>
    <dgm:cxn modelId="{C581D5C7-0E1A-4D0B-ACFA-B99321C533FB}" type="presParOf" srcId="{67ACF0A5-2324-4F31-9B19-8A595FE4C008}" destId="{E1D8EAC9-5F88-4CE3-8622-0790F354DDBD}" srcOrd="1" destOrd="0" presId="urn:microsoft.com/office/officeart/2009/3/layout/StepUpProcess"/>
    <dgm:cxn modelId="{7CEB69E3-64C2-4C58-8632-4353B0497459}" type="presParOf" srcId="{E1D8EAC9-5F88-4CE3-8622-0790F354DDBD}" destId="{26FCED0F-EA2A-47EE-BC38-302578EE6B74}" srcOrd="0" destOrd="0" presId="urn:microsoft.com/office/officeart/2009/3/layout/StepUpProcess"/>
    <dgm:cxn modelId="{A094DE6C-9537-401D-96C8-CF9ABA8FBAB2}" type="presParOf" srcId="{67ACF0A5-2324-4F31-9B19-8A595FE4C008}" destId="{22B499DB-5D66-4BD5-8914-D928ACD42BAF}" srcOrd="2" destOrd="0" presId="urn:microsoft.com/office/officeart/2009/3/layout/StepUpProcess"/>
    <dgm:cxn modelId="{A8F947A1-72E7-410A-9804-921FCE4C0F01}" type="presParOf" srcId="{22B499DB-5D66-4BD5-8914-D928ACD42BAF}" destId="{66573DDA-3542-41C5-A6EB-1C51AA2B3AB9}" srcOrd="0" destOrd="0" presId="urn:microsoft.com/office/officeart/2009/3/layout/StepUpProcess"/>
    <dgm:cxn modelId="{0E54367C-94E5-44DA-9373-4251EC83D467}" type="presParOf" srcId="{22B499DB-5D66-4BD5-8914-D928ACD42BAF}" destId="{C05AE5A5-38F9-4004-A7D2-9FF092977670}" srcOrd="1" destOrd="0" presId="urn:microsoft.com/office/officeart/2009/3/layout/StepUpProcess"/>
    <dgm:cxn modelId="{95BC4D8C-1B49-45A6-BB1A-A22AFA3AA0F1}" type="presParOf" srcId="{22B499DB-5D66-4BD5-8914-D928ACD42BAF}" destId="{6233C497-FDA2-4EA7-8F8C-6207E49695E5}" srcOrd="2" destOrd="0" presId="urn:microsoft.com/office/officeart/2009/3/layout/StepUpProcess"/>
    <dgm:cxn modelId="{2DFC060D-BC95-49BD-8589-50F58B02A4A1}" type="presParOf" srcId="{67ACF0A5-2324-4F31-9B19-8A595FE4C008}" destId="{D3B2528B-D277-4FEC-BC4B-B1311CED114E}" srcOrd="3" destOrd="0" presId="urn:microsoft.com/office/officeart/2009/3/layout/StepUpProcess"/>
    <dgm:cxn modelId="{8D800834-25A6-441F-905F-545E60306D38}" type="presParOf" srcId="{D3B2528B-D277-4FEC-BC4B-B1311CED114E}" destId="{F9C85FA7-8310-4574-BE3F-0EDF237263E9}" srcOrd="0" destOrd="0" presId="urn:microsoft.com/office/officeart/2009/3/layout/StepUpProcess"/>
    <dgm:cxn modelId="{F4494C55-2D9F-44F1-BFC9-319C3C2FC61A}" type="presParOf" srcId="{67ACF0A5-2324-4F31-9B19-8A595FE4C008}" destId="{F578133C-52A7-459A-8EF5-98FDCE42A277}" srcOrd="4" destOrd="0" presId="urn:microsoft.com/office/officeart/2009/3/layout/StepUpProcess"/>
    <dgm:cxn modelId="{7070CEB7-76B6-4406-A6D6-B930230941AE}" type="presParOf" srcId="{F578133C-52A7-459A-8EF5-98FDCE42A277}" destId="{E735ACAB-5C32-4B8D-A2AC-440414DA6A10}" srcOrd="0" destOrd="0" presId="urn:microsoft.com/office/officeart/2009/3/layout/StepUpProcess"/>
    <dgm:cxn modelId="{7D5ABA0F-C56B-42AB-B8FE-5707056C03FC}" type="presParOf" srcId="{F578133C-52A7-459A-8EF5-98FDCE42A277}" destId="{B9E8ADFC-2E26-40E4-B9EF-D228F52D6428}" srcOrd="1" destOrd="0" presId="urn:microsoft.com/office/officeart/2009/3/layout/StepUpProcess"/>
    <dgm:cxn modelId="{7161FCB3-490E-4FDA-93FA-A3A2065D37E3}" type="presParOf" srcId="{F578133C-52A7-459A-8EF5-98FDCE42A277}" destId="{0CD6DF25-CEFD-4012-9040-9BC8182C8654}" srcOrd="2" destOrd="0" presId="urn:microsoft.com/office/officeart/2009/3/layout/StepUpProcess"/>
    <dgm:cxn modelId="{38FC4C2F-BDA6-48D8-9B83-04EF3EE1121A}" type="presParOf" srcId="{67ACF0A5-2324-4F31-9B19-8A595FE4C008}" destId="{38E2D6FC-8ACC-409D-9DAA-341C7C9B4738}" srcOrd="5" destOrd="0" presId="urn:microsoft.com/office/officeart/2009/3/layout/StepUpProcess"/>
    <dgm:cxn modelId="{00460D51-7D69-40D1-B649-7173E9425537}" type="presParOf" srcId="{38E2D6FC-8ACC-409D-9DAA-341C7C9B4738}" destId="{F52E369A-39AA-4752-8B69-1C4B4663353D}" srcOrd="0" destOrd="0" presId="urn:microsoft.com/office/officeart/2009/3/layout/StepUpProcess"/>
    <dgm:cxn modelId="{58AFCA6B-6FE6-4DF2-BA8F-FFD5E392BEB1}" type="presParOf" srcId="{67ACF0A5-2324-4F31-9B19-8A595FE4C008}" destId="{7AF7FEBE-42A1-4177-9896-B9C81174446B}" srcOrd="6" destOrd="0" presId="urn:microsoft.com/office/officeart/2009/3/layout/StepUpProcess"/>
    <dgm:cxn modelId="{450BB2ED-3344-4C84-9D26-4AC9131363C4}" type="presParOf" srcId="{7AF7FEBE-42A1-4177-9896-B9C81174446B}" destId="{7F7C8D56-763A-44F1-B77B-C745C1C4AE98}" srcOrd="0" destOrd="0" presId="urn:microsoft.com/office/officeart/2009/3/layout/StepUpProcess"/>
    <dgm:cxn modelId="{8C5874EE-2961-4AB4-8EC4-2BC754E397F7}" type="presParOf" srcId="{7AF7FEBE-42A1-4177-9896-B9C81174446B}" destId="{00ABA8EF-AD59-4FFF-B07E-DF4A2192C035}" srcOrd="1" destOrd="0" presId="urn:microsoft.com/office/officeart/2009/3/layout/StepUpProcess"/>
    <dgm:cxn modelId="{41B48E0D-45D6-49DF-830B-77DACEA84D6A}" type="presParOf" srcId="{7AF7FEBE-42A1-4177-9896-B9C81174446B}" destId="{AAE405D0-7F7D-4764-9079-7828A8AE6A61}" srcOrd="2" destOrd="0" presId="urn:microsoft.com/office/officeart/2009/3/layout/StepUpProcess"/>
    <dgm:cxn modelId="{EDA14632-B2BC-48AC-AFA6-D2364D920467}" type="presParOf" srcId="{67ACF0A5-2324-4F31-9B19-8A595FE4C008}" destId="{1BF85251-4BD0-4220-A002-FEC00A6DCA1A}" srcOrd="7" destOrd="0" presId="urn:microsoft.com/office/officeart/2009/3/layout/StepUpProcess"/>
    <dgm:cxn modelId="{43184374-D994-4198-A4C1-C2017A8C67F6}" type="presParOf" srcId="{1BF85251-4BD0-4220-A002-FEC00A6DCA1A}" destId="{6DD9A23E-CA1E-4BDC-AFF0-2CE46BAB843D}" srcOrd="0" destOrd="0" presId="urn:microsoft.com/office/officeart/2009/3/layout/StepUpProcess"/>
    <dgm:cxn modelId="{8775040B-DB0E-422E-877A-30F3AC8EDB7A}" type="presParOf" srcId="{67ACF0A5-2324-4F31-9B19-8A595FE4C008}" destId="{D3E05167-3914-4999-A6C2-907118AA2D30}" srcOrd="8" destOrd="0" presId="urn:microsoft.com/office/officeart/2009/3/layout/StepUpProcess"/>
    <dgm:cxn modelId="{080F0CDE-EAF4-4CFE-A4DA-95C678E6B6AF}" type="presParOf" srcId="{D3E05167-3914-4999-A6C2-907118AA2D30}" destId="{4FC70874-D29D-4D95-A243-57650B7E2AD3}" srcOrd="0" destOrd="0" presId="urn:microsoft.com/office/officeart/2009/3/layout/StepUpProcess"/>
    <dgm:cxn modelId="{F2750DDF-78CF-4011-9830-3D4517D16159}" type="presParOf" srcId="{D3E05167-3914-4999-A6C2-907118AA2D30}" destId="{412DB053-0235-48C6-9D95-28D5F714838B}" srcOrd="1" destOrd="0" presId="urn:microsoft.com/office/officeart/2009/3/layout/StepUpProcess"/>
    <dgm:cxn modelId="{320CA532-B0CA-43F0-A803-3533B8461C74}" type="presParOf" srcId="{D3E05167-3914-4999-A6C2-907118AA2D30}" destId="{F801D31E-476B-4780-A8A8-9D7C82647E9A}" srcOrd="2" destOrd="0" presId="urn:microsoft.com/office/officeart/2009/3/layout/StepUpProcess"/>
    <dgm:cxn modelId="{25D55FD4-8865-4C53-9FAB-4FBFB915CBA8}" type="presParOf" srcId="{67ACF0A5-2324-4F31-9B19-8A595FE4C008}" destId="{5543869F-E7DC-4368-9731-89A5C3F21060}" srcOrd="9" destOrd="0" presId="urn:microsoft.com/office/officeart/2009/3/layout/StepUpProcess"/>
    <dgm:cxn modelId="{53E7B85E-1BCA-475F-AE99-C866D515ADFE}" type="presParOf" srcId="{5543869F-E7DC-4368-9731-89A5C3F21060}" destId="{CE73D587-1A63-4C2E-B4B6-8ECA7A1A080F}" srcOrd="0" destOrd="0" presId="urn:microsoft.com/office/officeart/2009/3/layout/StepUpProcess"/>
    <dgm:cxn modelId="{5D667A97-12CC-43B3-B71C-A3DD83FA0A57}" type="presParOf" srcId="{67ACF0A5-2324-4F31-9B19-8A595FE4C008}" destId="{9B6E6885-B4AC-4C43-97F7-582E6AE10934}" srcOrd="10" destOrd="0" presId="urn:microsoft.com/office/officeart/2009/3/layout/StepUpProcess"/>
    <dgm:cxn modelId="{ACA984E4-6C78-408E-9B94-484FE29278A8}" type="presParOf" srcId="{9B6E6885-B4AC-4C43-97F7-582E6AE10934}" destId="{C3A42276-188A-4AA8-AD07-DC6C91ED8B75}" srcOrd="0" destOrd="0" presId="urn:microsoft.com/office/officeart/2009/3/layout/StepUpProcess"/>
    <dgm:cxn modelId="{45CF91DB-83F7-4E81-B0F9-DE17C29981CB}" type="presParOf" srcId="{9B6E6885-B4AC-4C43-97F7-582E6AE10934}" destId="{2372418E-6116-4F0D-9C40-F87E3C70172D}" srcOrd="1" destOrd="0" presId="urn:microsoft.com/office/officeart/2009/3/layout/StepUp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EAD4F95-1E99-437B-A3DC-EDDED481F08F}" type="doc">
      <dgm:prSet loTypeId="urn:microsoft.com/office/officeart/2005/8/layout/orgChart1" loCatId="hierarchy" qsTypeId="urn:microsoft.com/office/officeart/2005/8/quickstyle/simple2" qsCatId="simple" csTypeId="urn:microsoft.com/office/officeart/2005/8/colors/colorful4" csCatId="colorful" phldr="1"/>
      <dgm:spPr/>
      <dgm:t>
        <a:bodyPr/>
        <a:lstStyle/>
        <a:p>
          <a:endParaRPr lang="zh-CN" altLang="en-US"/>
        </a:p>
      </dgm:t>
    </dgm:pt>
    <dgm:pt modelId="{58A2AA0E-4A08-4A26-A8B2-CBE8D80D70CD}">
      <dgm:prSet/>
      <dgm:spPr/>
      <dgm:t>
        <a:bodyPr/>
        <a:lstStyle/>
        <a:p>
          <a:pPr rtl="0"/>
          <a:r>
            <a:rPr lang="zh-CN" altLang="en-US" sz="1800" b="1" dirty="0" smtClean="0"/>
            <a:t>程序编写</a:t>
          </a:r>
          <a:endParaRPr lang="zh-CN" sz="1800" b="1" dirty="0"/>
        </a:p>
      </dgm:t>
    </dgm:pt>
    <dgm:pt modelId="{0A2E4076-12FA-4482-997D-E6595CB81A6B}" type="parTrans" cxnId="{8AC9809F-2817-4BA3-8538-26A6E769A932}">
      <dgm:prSet/>
      <dgm:spPr/>
      <dgm:t>
        <a:bodyPr/>
        <a:lstStyle/>
        <a:p>
          <a:endParaRPr lang="zh-CN" altLang="en-US" sz="4000" b="1">
            <a:solidFill>
              <a:schemeClr val="tx1"/>
            </a:solidFill>
          </a:endParaRPr>
        </a:p>
      </dgm:t>
    </dgm:pt>
    <dgm:pt modelId="{39D9C223-A479-40D5-AFF8-0AFAD9BDD8CB}" type="sibTrans" cxnId="{8AC9809F-2817-4BA3-8538-26A6E769A932}">
      <dgm:prSet/>
      <dgm:spPr/>
      <dgm:t>
        <a:bodyPr/>
        <a:lstStyle/>
        <a:p>
          <a:endParaRPr lang="zh-CN" altLang="en-US" sz="4000" b="1">
            <a:solidFill>
              <a:schemeClr val="tx1"/>
            </a:solidFill>
          </a:endParaRPr>
        </a:p>
      </dgm:t>
    </dgm:pt>
    <dgm:pt modelId="{97849B20-2DB4-4A74-8BFA-9A7F1E45EF36}">
      <dgm:prSet custT="1"/>
      <dgm:spPr/>
      <dgm:t>
        <a:bodyPr/>
        <a:lstStyle/>
        <a:p>
          <a:pPr rtl="0">
            <a:lnSpc>
              <a:spcPct val="100000"/>
            </a:lnSpc>
            <a:spcAft>
              <a:spcPts val="0"/>
            </a:spcAft>
          </a:pPr>
          <a:r>
            <a:rPr lang="en-US" sz="1800" b="1" dirty="0" err="1" smtClean="0"/>
            <a:t>Timer.h</a:t>
          </a:r>
          <a:endParaRPr lang="en-US" sz="1800" b="1" dirty="0" smtClean="0"/>
        </a:p>
        <a:p>
          <a:pPr rtl="0">
            <a:lnSpc>
              <a:spcPct val="100000"/>
            </a:lnSpc>
            <a:spcAft>
              <a:spcPts val="0"/>
            </a:spcAft>
          </a:pPr>
          <a:r>
            <a:rPr lang="zh-CN" sz="1800" b="1" dirty="0" smtClean="0"/>
            <a:t>文件</a:t>
          </a:r>
          <a:endParaRPr lang="zh-CN" sz="1800" b="1" dirty="0"/>
        </a:p>
      </dgm:t>
    </dgm:pt>
    <dgm:pt modelId="{CE8FAB1E-9C8B-49D4-853D-3AA6AB51BF5A}" type="parTrans" cxnId="{C4CD5870-98C4-4EE2-B584-ED3C9797709F}">
      <dgm:prSet/>
      <dgm:spPr/>
      <dgm:t>
        <a:bodyPr/>
        <a:lstStyle/>
        <a:p>
          <a:endParaRPr lang="zh-CN" altLang="en-US" sz="4000" b="1">
            <a:solidFill>
              <a:schemeClr val="tx1"/>
            </a:solidFill>
          </a:endParaRPr>
        </a:p>
      </dgm:t>
    </dgm:pt>
    <dgm:pt modelId="{0AC05126-25B4-4E62-95C8-BC5164707A30}" type="sibTrans" cxnId="{C4CD5870-98C4-4EE2-B584-ED3C9797709F}">
      <dgm:prSet/>
      <dgm:spPr/>
      <dgm:t>
        <a:bodyPr/>
        <a:lstStyle/>
        <a:p>
          <a:endParaRPr lang="zh-CN" altLang="en-US" sz="4000" b="1">
            <a:solidFill>
              <a:schemeClr val="tx1"/>
            </a:solidFill>
          </a:endParaRPr>
        </a:p>
      </dgm:t>
    </dgm:pt>
    <dgm:pt modelId="{7985F242-3F91-4DDE-8FC4-C607A025ACB6}">
      <dgm:prSet custT="1"/>
      <dgm:spPr/>
      <dgm:t>
        <a:bodyPr/>
        <a:lstStyle/>
        <a:p>
          <a:pPr rtl="0">
            <a:lnSpc>
              <a:spcPct val="100000"/>
            </a:lnSpc>
            <a:spcAft>
              <a:spcPts val="0"/>
            </a:spcAft>
          </a:pPr>
          <a:r>
            <a:rPr lang="en-US" sz="1800" b="1" dirty="0" err="1" smtClean="0"/>
            <a:t>Timer.c</a:t>
          </a:r>
          <a:endParaRPr lang="en-US" sz="1800" b="1" dirty="0" smtClean="0"/>
        </a:p>
        <a:p>
          <a:pPr rtl="0">
            <a:lnSpc>
              <a:spcPct val="100000"/>
            </a:lnSpc>
            <a:spcAft>
              <a:spcPts val="0"/>
            </a:spcAft>
          </a:pPr>
          <a:r>
            <a:rPr lang="zh-CN" sz="1800" b="1" dirty="0" smtClean="0"/>
            <a:t>文件</a:t>
          </a:r>
          <a:endParaRPr lang="zh-CN" sz="1800" b="1" dirty="0"/>
        </a:p>
      </dgm:t>
    </dgm:pt>
    <dgm:pt modelId="{DC6FC1E2-2A73-4BF0-900B-E4795C04EA5F}" type="parTrans" cxnId="{2B2B0B95-7F8E-4E5C-A660-E2F371471489}">
      <dgm:prSet/>
      <dgm:spPr/>
      <dgm:t>
        <a:bodyPr/>
        <a:lstStyle/>
        <a:p>
          <a:endParaRPr lang="zh-CN" altLang="en-US" sz="4000" b="1">
            <a:solidFill>
              <a:schemeClr val="tx1"/>
            </a:solidFill>
          </a:endParaRPr>
        </a:p>
      </dgm:t>
    </dgm:pt>
    <dgm:pt modelId="{485CA2BE-4FAA-4F4F-861B-0E8909E2762F}" type="sibTrans" cxnId="{2B2B0B95-7F8E-4E5C-A660-E2F371471489}">
      <dgm:prSet/>
      <dgm:spPr/>
      <dgm:t>
        <a:bodyPr/>
        <a:lstStyle/>
        <a:p>
          <a:endParaRPr lang="zh-CN" altLang="en-US" sz="4000" b="1">
            <a:solidFill>
              <a:schemeClr val="tx1"/>
            </a:solidFill>
          </a:endParaRPr>
        </a:p>
      </dgm:t>
    </dgm:pt>
    <dgm:pt modelId="{FEEDABE5-10A6-402E-BC25-122C3B995B67}">
      <dgm:prSet custT="1"/>
      <dgm:spPr/>
      <dgm:t>
        <a:bodyPr/>
        <a:lstStyle/>
        <a:p>
          <a:pPr rtl="0"/>
          <a:r>
            <a:rPr lang="zh-CN" sz="1800" b="1" dirty="0" smtClean="0"/>
            <a:t>主程序</a:t>
          </a:r>
          <a:r>
            <a:rPr lang="en-US" sz="1800" b="1" dirty="0" err="1" smtClean="0"/>
            <a:t>main.c</a:t>
          </a:r>
          <a:endParaRPr lang="zh-CN" sz="1800" b="1" dirty="0"/>
        </a:p>
      </dgm:t>
    </dgm:pt>
    <dgm:pt modelId="{3881DFE1-884A-4A2A-9C28-7F69C1325B3C}" type="parTrans" cxnId="{99E45685-2866-4618-89D1-DA5C83D75752}">
      <dgm:prSet/>
      <dgm:spPr/>
      <dgm:t>
        <a:bodyPr/>
        <a:lstStyle/>
        <a:p>
          <a:endParaRPr lang="zh-CN" altLang="en-US" sz="4000" b="1">
            <a:solidFill>
              <a:schemeClr val="tx1"/>
            </a:solidFill>
          </a:endParaRPr>
        </a:p>
      </dgm:t>
    </dgm:pt>
    <dgm:pt modelId="{268BC60B-A2E6-4282-90E2-8EC6F13E3168}" type="sibTrans" cxnId="{99E45685-2866-4618-89D1-DA5C83D75752}">
      <dgm:prSet/>
      <dgm:spPr/>
      <dgm:t>
        <a:bodyPr/>
        <a:lstStyle/>
        <a:p>
          <a:endParaRPr lang="zh-CN" altLang="en-US" sz="4000" b="1">
            <a:solidFill>
              <a:schemeClr val="tx1"/>
            </a:solidFill>
          </a:endParaRPr>
        </a:p>
      </dgm:t>
    </dgm:pt>
    <dgm:pt modelId="{293B6578-87D4-45DE-908A-6A81DCB41241}">
      <dgm:prSet custT="1"/>
      <dgm:spPr/>
      <dgm:t>
        <a:bodyPr/>
        <a:lstStyle/>
        <a:p>
          <a:pPr rtl="0"/>
          <a:r>
            <a:rPr lang="en-US" sz="1800" b="1" dirty="0" smtClean="0"/>
            <a:t>LED</a:t>
          </a:r>
          <a:r>
            <a:rPr lang="zh-CN" sz="1800" b="1" dirty="0" smtClean="0"/>
            <a:t>相关的程序</a:t>
          </a:r>
          <a:endParaRPr lang="zh-CN" sz="1800" b="1" dirty="0"/>
        </a:p>
      </dgm:t>
    </dgm:pt>
    <dgm:pt modelId="{A4ACE397-059D-4144-8F77-403D6529A84A}" type="parTrans" cxnId="{5CB85EDC-2BCB-472E-8999-C2498941977F}">
      <dgm:prSet/>
      <dgm:spPr/>
      <dgm:t>
        <a:bodyPr/>
        <a:lstStyle/>
        <a:p>
          <a:endParaRPr lang="zh-CN" altLang="en-US" sz="4000" b="1">
            <a:solidFill>
              <a:schemeClr val="tx1"/>
            </a:solidFill>
          </a:endParaRPr>
        </a:p>
      </dgm:t>
    </dgm:pt>
    <dgm:pt modelId="{FEAC17B0-F718-4CC7-8E52-3CC8E075ABF0}" type="sibTrans" cxnId="{5CB85EDC-2BCB-472E-8999-C2498941977F}">
      <dgm:prSet/>
      <dgm:spPr/>
      <dgm:t>
        <a:bodyPr/>
        <a:lstStyle/>
        <a:p>
          <a:endParaRPr lang="zh-CN" altLang="en-US" sz="4000" b="1">
            <a:solidFill>
              <a:schemeClr val="tx1"/>
            </a:solidFill>
          </a:endParaRPr>
        </a:p>
      </dgm:t>
    </dgm:pt>
    <dgm:pt modelId="{8E7ECE04-7E90-4393-9C99-C845804A85C4}">
      <dgm:prSet custT="1"/>
      <dgm:spPr/>
      <dgm:t>
        <a:bodyPr/>
        <a:lstStyle/>
        <a:p>
          <a:pPr rtl="0"/>
          <a:r>
            <a:rPr lang="en-US" altLang="zh-CN" sz="1800" b="1" dirty="0" err="1" smtClean="0">
              <a:solidFill>
                <a:schemeClr val="tx1"/>
              </a:solidFill>
            </a:rPr>
            <a:t>led.c</a:t>
          </a:r>
          <a:r>
            <a:rPr lang="zh-CN" altLang="en-US" sz="1800" b="1" dirty="0" smtClean="0">
              <a:solidFill>
                <a:schemeClr val="tx1"/>
              </a:solidFill>
            </a:rPr>
            <a:t>文件</a:t>
          </a:r>
          <a:endParaRPr lang="zh-CN" sz="1800" b="1" dirty="0">
            <a:solidFill>
              <a:schemeClr val="tx1"/>
            </a:solidFill>
          </a:endParaRPr>
        </a:p>
      </dgm:t>
    </dgm:pt>
    <dgm:pt modelId="{468936BF-CA90-46EB-AC14-C8BA148A6009}" type="parTrans" cxnId="{74076025-3CC5-41BD-B715-E3A41250E6BD}">
      <dgm:prSet/>
      <dgm:spPr/>
      <dgm:t>
        <a:bodyPr/>
        <a:lstStyle/>
        <a:p>
          <a:endParaRPr lang="zh-CN" altLang="en-US" sz="4000" b="1">
            <a:solidFill>
              <a:schemeClr val="tx1"/>
            </a:solidFill>
          </a:endParaRPr>
        </a:p>
      </dgm:t>
    </dgm:pt>
    <dgm:pt modelId="{E68B7C5D-F109-488C-A0A5-1E68139F4E3C}" type="sibTrans" cxnId="{74076025-3CC5-41BD-B715-E3A41250E6BD}">
      <dgm:prSet/>
      <dgm:spPr/>
      <dgm:t>
        <a:bodyPr/>
        <a:lstStyle/>
        <a:p>
          <a:endParaRPr lang="zh-CN" altLang="en-US" sz="4000" b="1">
            <a:solidFill>
              <a:schemeClr val="tx1"/>
            </a:solidFill>
          </a:endParaRPr>
        </a:p>
      </dgm:t>
    </dgm:pt>
    <dgm:pt modelId="{315DC286-459E-478C-A70E-BFB323B830AA}">
      <dgm:prSet custT="1"/>
      <dgm:spPr/>
      <dgm:t>
        <a:bodyPr/>
        <a:lstStyle/>
        <a:p>
          <a:pPr rtl="0"/>
          <a:r>
            <a:rPr lang="en-US" altLang="zh-CN" sz="1800" b="1" dirty="0" err="1" smtClean="0">
              <a:solidFill>
                <a:schemeClr val="tx1"/>
              </a:solidFill>
            </a:rPr>
            <a:t>led.h</a:t>
          </a:r>
          <a:r>
            <a:rPr lang="zh-CN" altLang="en-US" sz="1800" b="1" dirty="0" smtClean="0">
              <a:solidFill>
                <a:schemeClr val="tx1"/>
              </a:solidFill>
            </a:rPr>
            <a:t>头文件</a:t>
          </a:r>
          <a:endParaRPr lang="zh-CN" sz="1800" b="1" dirty="0">
            <a:solidFill>
              <a:schemeClr val="tx1"/>
            </a:solidFill>
          </a:endParaRPr>
        </a:p>
      </dgm:t>
    </dgm:pt>
    <dgm:pt modelId="{B4489DAC-1943-4F3A-9C67-10D3CD7259FF}" type="parTrans" cxnId="{FDC8685F-2179-437E-895D-45F30154FD72}">
      <dgm:prSet/>
      <dgm:spPr/>
      <dgm:t>
        <a:bodyPr/>
        <a:lstStyle/>
        <a:p>
          <a:endParaRPr lang="zh-CN" altLang="en-US" b="1"/>
        </a:p>
      </dgm:t>
    </dgm:pt>
    <dgm:pt modelId="{A6CCB6C9-2DDC-44C4-8634-7E4EAD4AF638}" type="sibTrans" cxnId="{FDC8685F-2179-437E-895D-45F30154FD72}">
      <dgm:prSet/>
      <dgm:spPr/>
      <dgm:t>
        <a:bodyPr/>
        <a:lstStyle/>
        <a:p>
          <a:endParaRPr lang="zh-CN" altLang="en-US" b="1"/>
        </a:p>
      </dgm:t>
    </dgm:pt>
    <dgm:pt modelId="{CD8C3609-8700-41E3-BFCA-0E0A51A52642}" type="pres">
      <dgm:prSet presAssocID="{CEAD4F95-1E99-437B-A3DC-EDDED481F08F}" presName="hierChild1" presStyleCnt="0">
        <dgm:presLayoutVars>
          <dgm:orgChart val="1"/>
          <dgm:chPref val="1"/>
          <dgm:dir/>
          <dgm:animOne val="branch"/>
          <dgm:animLvl val="lvl"/>
          <dgm:resizeHandles/>
        </dgm:presLayoutVars>
      </dgm:prSet>
      <dgm:spPr/>
      <dgm:t>
        <a:bodyPr/>
        <a:lstStyle/>
        <a:p>
          <a:endParaRPr lang="zh-CN" altLang="en-US"/>
        </a:p>
      </dgm:t>
    </dgm:pt>
    <dgm:pt modelId="{FB7A86DE-96B5-4683-9E8D-92EE3E16AED5}" type="pres">
      <dgm:prSet presAssocID="{58A2AA0E-4A08-4A26-A8B2-CBE8D80D70CD}" presName="hierRoot1" presStyleCnt="0">
        <dgm:presLayoutVars>
          <dgm:hierBranch val="init"/>
        </dgm:presLayoutVars>
      </dgm:prSet>
      <dgm:spPr/>
    </dgm:pt>
    <dgm:pt modelId="{19C880E1-A2B0-4153-8EEC-3D5D3D49405E}" type="pres">
      <dgm:prSet presAssocID="{58A2AA0E-4A08-4A26-A8B2-CBE8D80D70CD}" presName="rootComposite1" presStyleCnt="0"/>
      <dgm:spPr/>
    </dgm:pt>
    <dgm:pt modelId="{7743FE7A-9472-48CE-88B9-9087331AEB46}" type="pres">
      <dgm:prSet presAssocID="{58A2AA0E-4A08-4A26-A8B2-CBE8D80D70CD}" presName="rootText1" presStyleLbl="node0" presStyleIdx="0" presStyleCnt="1" custScaleX="120148" custLinFactNeighborY="-6059">
        <dgm:presLayoutVars>
          <dgm:chPref val="3"/>
        </dgm:presLayoutVars>
      </dgm:prSet>
      <dgm:spPr/>
      <dgm:t>
        <a:bodyPr/>
        <a:lstStyle/>
        <a:p>
          <a:endParaRPr lang="zh-CN" altLang="en-US"/>
        </a:p>
      </dgm:t>
    </dgm:pt>
    <dgm:pt modelId="{58C1A81D-9994-4E50-87BA-1D0753A459E8}" type="pres">
      <dgm:prSet presAssocID="{58A2AA0E-4A08-4A26-A8B2-CBE8D80D70CD}" presName="rootConnector1" presStyleLbl="node1" presStyleIdx="0" presStyleCnt="0"/>
      <dgm:spPr/>
      <dgm:t>
        <a:bodyPr/>
        <a:lstStyle/>
        <a:p>
          <a:endParaRPr lang="zh-CN" altLang="en-US"/>
        </a:p>
      </dgm:t>
    </dgm:pt>
    <dgm:pt modelId="{92A7E46A-9DB2-4311-A0FC-7D1FF51D49EB}" type="pres">
      <dgm:prSet presAssocID="{58A2AA0E-4A08-4A26-A8B2-CBE8D80D70CD}" presName="hierChild2" presStyleCnt="0"/>
      <dgm:spPr/>
    </dgm:pt>
    <dgm:pt modelId="{46B8E54B-E406-4916-B93F-A3659C2C5CF1}" type="pres">
      <dgm:prSet presAssocID="{CE8FAB1E-9C8B-49D4-853D-3AA6AB51BF5A}" presName="Name37" presStyleLbl="parChTrans1D2" presStyleIdx="0" presStyleCnt="4"/>
      <dgm:spPr/>
      <dgm:t>
        <a:bodyPr/>
        <a:lstStyle/>
        <a:p>
          <a:endParaRPr lang="zh-CN" altLang="en-US"/>
        </a:p>
      </dgm:t>
    </dgm:pt>
    <dgm:pt modelId="{DCB4B7CF-52AC-4050-B7A1-C4BB71B9991D}" type="pres">
      <dgm:prSet presAssocID="{97849B20-2DB4-4A74-8BFA-9A7F1E45EF36}" presName="hierRoot2" presStyleCnt="0">
        <dgm:presLayoutVars>
          <dgm:hierBranch val="init"/>
        </dgm:presLayoutVars>
      </dgm:prSet>
      <dgm:spPr/>
    </dgm:pt>
    <dgm:pt modelId="{2AB56CD4-6EC5-4893-9BDE-44EF0FBE1307}" type="pres">
      <dgm:prSet presAssocID="{97849B20-2DB4-4A74-8BFA-9A7F1E45EF36}" presName="rootComposite" presStyleCnt="0"/>
      <dgm:spPr/>
    </dgm:pt>
    <dgm:pt modelId="{4F2CAB8E-49E2-408C-84B4-B195C7BAEBFE}" type="pres">
      <dgm:prSet presAssocID="{97849B20-2DB4-4A74-8BFA-9A7F1E45EF36}" presName="rootText" presStyleLbl="node2" presStyleIdx="0" presStyleCnt="4">
        <dgm:presLayoutVars>
          <dgm:chPref val="3"/>
        </dgm:presLayoutVars>
      </dgm:prSet>
      <dgm:spPr/>
      <dgm:t>
        <a:bodyPr/>
        <a:lstStyle/>
        <a:p>
          <a:endParaRPr lang="zh-CN" altLang="en-US"/>
        </a:p>
      </dgm:t>
    </dgm:pt>
    <dgm:pt modelId="{246D5A46-A965-473C-837E-4DEF3C706108}" type="pres">
      <dgm:prSet presAssocID="{97849B20-2DB4-4A74-8BFA-9A7F1E45EF36}" presName="rootConnector" presStyleLbl="node2" presStyleIdx="0" presStyleCnt="4"/>
      <dgm:spPr/>
      <dgm:t>
        <a:bodyPr/>
        <a:lstStyle/>
        <a:p>
          <a:endParaRPr lang="zh-CN" altLang="en-US"/>
        </a:p>
      </dgm:t>
    </dgm:pt>
    <dgm:pt modelId="{B3336E52-744A-41AC-9B65-7BBFBF28C6B8}" type="pres">
      <dgm:prSet presAssocID="{97849B20-2DB4-4A74-8BFA-9A7F1E45EF36}" presName="hierChild4" presStyleCnt="0"/>
      <dgm:spPr/>
    </dgm:pt>
    <dgm:pt modelId="{8DE510AE-9FBA-4DF5-AD89-FE2F6832BE05}" type="pres">
      <dgm:prSet presAssocID="{97849B20-2DB4-4A74-8BFA-9A7F1E45EF36}" presName="hierChild5" presStyleCnt="0"/>
      <dgm:spPr/>
    </dgm:pt>
    <dgm:pt modelId="{74DE3214-6944-43EA-841E-5A8EDC924FCD}" type="pres">
      <dgm:prSet presAssocID="{DC6FC1E2-2A73-4BF0-900B-E4795C04EA5F}" presName="Name37" presStyleLbl="parChTrans1D2" presStyleIdx="1" presStyleCnt="4"/>
      <dgm:spPr/>
      <dgm:t>
        <a:bodyPr/>
        <a:lstStyle/>
        <a:p>
          <a:endParaRPr lang="zh-CN" altLang="en-US"/>
        </a:p>
      </dgm:t>
    </dgm:pt>
    <dgm:pt modelId="{BB7E16A2-D3CD-47F0-B95D-64C18F049FC8}" type="pres">
      <dgm:prSet presAssocID="{7985F242-3F91-4DDE-8FC4-C607A025ACB6}" presName="hierRoot2" presStyleCnt="0">
        <dgm:presLayoutVars>
          <dgm:hierBranch val="init"/>
        </dgm:presLayoutVars>
      </dgm:prSet>
      <dgm:spPr/>
    </dgm:pt>
    <dgm:pt modelId="{7CAE2602-5CD5-48CC-B7DB-628D8EF677DA}" type="pres">
      <dgm:prSet presAssocID="{7985F242-3F91-4DDE-8FC4-C607A025ACB6}" presName="rootComposite" presStyleCnt="0"/>
      <dgm:spPr/>
    </dgm:pt>
    <dgm:pt modelId="{32D3F3DC-EBEF-4576-A62D-E97BA082F290}" type="pres">
      <dgm:prSet presAssocID="{7985F242-3F91-4DDE-8FC4-C607A025ACB6}" presName="rootText" presStyleLbl="node2" presStyleIdx="1" presStyleCnt="4">
        <dgm:presLayoutVars>
          <dgm:chPref val="3"/>
        </dgm:presLayoutVars>
      </dgm:prSet>
      <dgm:spPr/>
      <dgm:t>
        <a:bodyPr/>
        <a:lstStyle/>
        <a:p>
          <a:endParaRPr lang="zh-CN" altLang="en-US"/>
        </a:p>
      </dgm:t>
    </dgm:pt>
    <dgm:pt modelId="{D86BBA7D-FA04-427D-A9A9-321A59713392}" type="pres">
      <dgm:prSet presAssocID="{7985F242-3F91-4DDE-8FC4-C607A025ACB6}" presName="rootConnector" presStyleLbl="node2" presStyleIdx="1" presStyleCnt="4"/>
      <dgm:spPr/>
      <dgm:t>
        <a:bodyPr/>
        <a:lstStyle/>
        <a:p>
          <a:endParaRPr lang="zh-CN" altLang="en-US"/>
        </a:p>
      </dgm:t>
    </dgm:pt>
    <dgm:pt modelId="{0F18635B-95B9-423C-870E-9AA20935BC2A}" type="pres">
      <dgm:prSet presAssocID="{7985F242-3F91-4DDE-8FC4-C607A025ACB6}" presName="hierChild4" presStyleCnt="0"/>
      <dgm:spPr/>
    </dgm:pt>
    <dgm:pt modelId="{A1A94753-5CC7-43C0-B16B-86327B61F613}" type="pres">
      <dgm:prSet presAssocID="{7985F242-3F91-4DDE-8FC4-C607A025ACB6}" presName="hierChild5" presStyleCnt="0"/>
      <dgm:spPr/>
    </dgm:pt>
    <dgm:pt modelId="{92BBAE44-5D50-4181-BBA6-29041690C994}" type="pres">
      <dgm:prSet presAssocID="{3881DFE1-884A-4A2A-9C28-7F69C1325B3C}" presName="Name37" presStyleLbl="parChTrans1D2" presStyleIdx="2" presStyleCnt="4"/>
      <dgm:spPr/>
      <dgm:t>
        <a:bodyPr/>
        <a:lstStyle/>
        <a:p>
          <a:endParaRPr lang="zh-CN" altLang="en-US"/>
        </a:p>
      </dgm:t>
    </dgm:pt>
    <dgm:pt modelId="{7A379338-5D85-4577-A560-2FC1F581FEBD}" type="pres">
      <dgm:prSet presAssocID="{FEEDABE5-10A6-402E-BC25-122C3B995B67}" presName="hierRoot2" presStyleCnt="0">
        <dgm:presLayoutVars>
          <dgm:hierBranch val="init"/>
        </dgm:presLayoutVars>
      </dgm:prSet>
      <dgm:spPr/>
    </dgm:pt>
    <dgm:pt modelId="{708CCC51-2A52-4220-8FEA-8AF20E1CCF70}" type="pres">
      <dgm:prSet presAssocID="{FEEDABE5-10A6-402E-BC25-122C3B995B67}" presName="rootComposite" presStyleCnt="0"/>
      <dgm:spPr/>
    </dgm:pt>
    <dgm:pt modelId="{517303F1-DE16-4C85-8213-A0408C38360C}" type="pres">
      <dgm:prSet presAssocID="{FEEDABE5-10A6-402E-BC25-122C3B995B67}" presName="rootText" presStyleLbl="node2" presStyleIdx="2" presStyleCnt="4">
        <dgm:presLayoutVars>
          <dgm:chPref val="3"/>
        </dgm:presLayoutVars>
      </dgm:prSet>
      <dgm:spPr/>
      <dgm:t>
        <a:bodyPr/>
        <a:lstStyle/>
        <a:p>
          <a:endParaRPr lang="zh-CN" altLang="en-US"/>
        </a:p>
      </dgm:t>
    </dgm:pt>
    <dgm:pt modelId="{9D03166B-2F45-454C-A7F5-1F518771CEF9}" type="pres">
      <dgm:prSet presAssocID="{FEEDABE5-10A6-402E-BC25-122C3B995B67}" presName="rootConnector" presStyleLbl="node2" presStyleIdx="2" presStyleCnt="4"/>
      <dgm:spPr/>
      <dgm:t>
        <a:bodyPr/>
        <a:lstStyle/>
        <a:p>
          <a:endParaRPr lang="zh-CN" altLang="en-US"/>
        </a:p>
      </dgm:t>
    </dgm:pt>
    <dgm:pt modelId="{E2C8515E-BB72-468A-87B8-9FA0BFE48E05}" type="pres">
      <dgm:prSet presAssocID="{FEEDABE5-10A6-402E-BC25-122C3B995B67}" presName="hierChild4" presStyleCnt="0"/>
      <dgm:spPr/>
    </dgm:pt>
    <dgm:pt modelId="{2CB7ABA9-D89F-4E87-ACB1-D7510282F8DB}" type="pres">
      <dgm:prSet presAssocID="{FEEDABE5-10A6-402E-BC25-122C3B995B67}" presName="hierChild5" presStyleCnt="0"/>
      <dgm:spPr/>
    </dgm:pt>
    <dgm:pt modelId="{D53EE753-1608-4B17-AC4D-9930A37B27B4}" type="pres">
      <dgm:prSet presAssocID="{A4ACE397-059D-4144-8F77-403D6529A84A}" presName="Name37" presStyleLbl="parChTrans1D2" presStyleIdx="3" presStyleCnt="4"/>
      <dgm:spPr/>
      <dgm:t>
        <a:bodyPr/>
        <a:lstStyle/>
        <a:p>
          <a:endParaRPr lang="zh-CN" altLang="en-US"/>
        </a:p>
      </dgm:t>
    </dgm:pt>
    <dgm:pt modelId="{431C98CB-D84D-4309-A1F9-C6D0CE50C568}" type="pres">
      <dgm:prSet presAssocID="{293B6578-87D4-45DE-908A-6A81DCB41241}" presName="hierRoot2" presStyleCnt="0">
        <dgm:presLayoutVars>
          <dgm:hierBranch val="init"/>
        </dgm:presLayoutVars>
      </dgm:prSet>
      <dgm:spPr/>
    </dgm:pt>
    <dgm:pt modelId="{CFF78CDA-9A71-4BA6-980C-FD73417A51D9}" type="pres">
      <dgm:prSet presAssocID="{293B6578-87D4-45DE-908A-6A81DCB41241}" presName="rootComposite" presStyleCnt="0"/>
      <dgm:spPr/>
    </dgm:pt>
    <dgm:pt modelId="{9900DA43-2A8E-4C80-8C0F-B40463443F0A}" type="pres">
      <dgm:prSet presAssocID="{293B6578-87D4-45DE-908A-6A81DCB41241}" presName="rootText" presStyleLbl="node2" presStyleIdx="3" presStyleCnt="4">
        <dgm:presLayoutVars>
          <dgm:chPref val="3"/>
        </dgm:presLayoutVars>
      </dgm:prSet>
      <dgm:spPr/>
      <dgm:t>
        <a:bodyPr/>
        <a:lstStyle/>
        <a:p>
          <a:endParaRPr lang="zh-CN" altLang="en-US"/>
        </a:p>
      </dgm:t>
    </dgm:pt>
    <dgm:pt modelId="{6C55627D-B0D0-4D3D-9CAC-77D70761B4A5}" type="pres">
      <dgm:prSet presAssocID="{293B6578-87D4-45DE-908A-6A81DCB41241}" presName="rootConnector" presStyleLbl="node2" presStyleIdx="3" presStyleCnt="4"/>
      <dgm:spPr/>
      <dgm:t>
        <a:bodyPr/>
        <a:lstStyle/>
        <a:p>
          <a:endParaRPr lang="zh-CN" altLang="en-US"/>
        </a:p>
      </dgm:t>
    </dgm:pt>
    <dgm:pt modelId="{A78113E1-DB97-4998-BFBE-C097400ED259}" type="pres">
      <dgm:prSet presAssocID="{293B6578-87D4-45DE-908A-6A81DCB41241}" presName="hierChild4" presStyleCnt="0"/>
      <dgm:spPr/>
    </dgm:pt>
    <dgm:pt modelId="{523F9487-C99E-44E7-8F68-76E4F1CC088E}" type="pres">
      <dgm:prSet presAssocID="{468936BF-CA90-46EB-AC14-C8BA148A6009}" presName="Name37" presStyleLbl="parChTrans1D3" presStyleIdx="0" presStyleCnt="2"/>
      <dgm:spPr/>
      <dgm:t>
        <a:bodyPr/>
        <a:lstStyle/>
        <a:p>
          <a:endParaRPr lang="zh-CN" altLang="en-US"/>
        </a:p>
      </dgm:t>
    </dgm:pt>
    <dgm:pt modelId="{A82E368A-8138-456E-A24C-4E4938A7D038}" type="pres">
      <dgm:prSet presAssocID="{8E7ECE04-7E90-4393-9C99-C845804A85C4}" presName="hierRoot2" presStyleCnt="0">
        <dgm:presLayoutVars>
          <dgm:hierBranch val="init"/>
        </dgm:presLayoutVars>
      </dgm:prSet>
      <dgm:spPr/>
    </dgm:pt>
    <dgm:pt modelId="{1BDE39BF-A4C1-4A1C-8EC9-B88D094BCA5A}" type="pres">
      <dgm:prSet presAssocID="{8E7ECE04-7E90-4393-9C99-C845804A85C4}" presName="rootComposite" presStyleCnt="0"/>
      <dgm:spPr/>
    </dgm:pt>
    <dgm:pt modelId="{0DCAAF1B-A0F9-425E-91BA-441F3BA08CED}" type="pres">
      <dgm:prSet presAssocID="{8E7ECE04-7E90-4393-9C99-C845804A85C4}" presName="rootText" presStyleLbl="node3" presStyleIdx="0" presStyleCnt="2">
        <dgm:presLayoutVars>
          <dgm:chPref val="3"/>
        </dgm:presLayoutVars>
      </dgm:prSet>
      <dgm:spPr/>
      <dgm:t>
        <a:bodyPr/>
        <a:lstStyle/>
        <a:p>
          <a:endParaRPr lang="zh-CN" altLang="en-US"/>
        </a:p>
      </dgm:t>
    </dgm:pt>
    <dgm:pt modelId="{A200D2E1-AFC1-4EB4-B0EE-69CCE83941C6}" type="pres">
      <dgm:prSet presAssocID="{8E7ECE04-7E90-4393-9C99-C845804A85C4}" presName="rootConnector" presStyleLbl="node3" presStyleIdx="0" presStyleCnt="2"/>
      <dgm:spPr/>
      <dgm:t>
        <a:bodyPr/>
        <a:lstStyle/>
        <a:p>
          <a:endParaRPr lang="zh-CN" altLang="en-US"/>
        </a:p>
      </dgm:t>
    </dgm:pt>
    <dgm:pt modelId="{FE2F3D65-67E6-4A1F-AB40-3C19D02E03E5}" type="pres">
      <dgm:prSet presAssocID="{8E7ECE04-7E90-4393-9C99-C845804A85C4}" presName="hierChild4" presStyleCnt="0"/>
      <dgm:spPr/>
    </dgm:pt>
    <dgm:pt modelId="{08EEBA2F-08C3-4293-8652-24A64B7F1373}" type="pres">
      <dgm:prSet presAssocID="{8E7ECE04-7E90-4393-9C99-C845804A85C4}" presName="hierChild5" presStyleCnt="0"/>
      <dgm:spPr/>
    </dgm:pt>
    <dgm:pt modelId="{3B481DBB-812A-4AAB-BC2F-58A4D4CCE661}" type="pres">
      <dgm:prSet presAssocID="{B4489DAC-1943-4F3A-9C67-10D3CD7259FF}" presName="Name37" presStyleLbl="parChTrans1D3" presStyleIdx="1" presStyleCnt="2"/>
      <dgm:spPr/>
      <dgm:t>
        <a:bodyPr/>
        <a:lstStyle/>
        <a:p>
          <a:endParaRPr lang="zh-CN" altLang="en-US"/>
        </a:p>
      </dgm:t>
    </dgm:pt>
    <dgm:pt modelId="{25EDEFE1-09A1-4B44-868D-C210748626A1}" type="pres">
      <dgm:prSet presAssocID="{315DC286-459E-478C-A70E-BFB323B830AA}" presName="hierRoot2" presStyleCnt="0">
        <dgm:presLayoutVars>
          <dgm:hierBranch val="init"/>
        </dgm:presLayoutVars>
      </dgm:prSet>
      <dgm:spPr/>
    </dgm:pt>
    <dgm:pt modelId="{43056B2F-52CF-4340-B171-3BD77BD3DF59}" type="pres">
      <dgm:prSet presAssocID="{315DC286-459E-478C-A70E-BFB323B830AA}" presName="rootComposite" presStyleCnt="0"/>
      <dgm:spPr/>
    </dgm:pt>
    <dgm:pt modelId="{F7D77D3F-B19E-426F-ABD3-010C6BCF2E4B}" type="pres">
      <dgm:prSet presAssocID="{315DC286-459E-478C-A70E-BFB323B830AA}" presName="rootText" presStyleLbl="node3" presStyleIdx="1" presStyleCnt="2" custScaleX="121487">
        <dgm:presLayoutVars>
          <dgm:chPref val="3"/>
        </dgm:presLayoutVars>
      </dgm:prSet>
      <dgm:spPr/>
      <dgm:t>
        <a:bodyPr/>
        <a:lstStyle/>
        <a:p>
          <a:endParaRPr lang="zh-CN" altLang="en-US"/>
        </a:p>
      </dgm:t>
    </dgm:pt>
    <dgm:pt modelId="{F5E064CE-6AFC-4822-973C-75763965E857}" type="pres">
      <dgm:prSet presAssocID="{315DC286-459E-478C-A70E-BFB323B830AA}" presName="rootConnector" presStyleLbl="node3" presStyleIdx="1" presStyleCnt="2"/>
      <dgm:spPr/>
      <dgm:t>
        <a:bodyPr/>
        <a:lstStyle/>
        <a:p>
          <a:endParaRPr lang="zh-CN" altLang="en-US"/>
        </a:p>
      </dgm:t>
    </dgm:pt>
    <dgm:pt modelId="{5B68AA68-5D0A-4CD3-817A-EA67B6E43C39}" type="pres">
      <dgm:prSet presAssocID="{315DC286-459E-478C-A70E-BFB323B830AA}" presName="hierChild4" presStyleCnt="0"/>
      <dgm:spPr/>
    </dgm:pt>
    <dgm:pt modelId="{121B0D1A-EF8E-4F8C-BAA1-13C2A0B5C2B9}" type="pres">
      <dgm:prSet presAssocID="{315DC286-459E-478C-A70E-BFB323B830AA}" presName="hierChild5" presStyleCnt="0"/>
      <dgm:spPr/>
    </dgm:pt>
    <dgm:pt modelId="{3372AD6E-50E1-4024-968E-2F9C28F302FB}" type="pres">
      <dgm:prSet presAssocID="{293B6578-87D4-45DE-908A-6A81DCB41241}" presName="hierChild5" presStyleCnt="0"/>
      <dgm:spPr/>
    </dgm:pt>
    <dgm:pt modelId="{5247C0BB-A1BA-4E91-A10E-8E01DE57D42E}" type="pres">
      <dgm:prSet presAssocID="{58A2AA0E-4A08-4A26-A8B2-CBE8D80D70CD}" presName="hierChild3" presStyleCnt="0"/>
      <dgm:spPr/>
    </dgm:pt>
  </dgm:ptLst>
  <dgm:cxnLst>
    <dgm:cxn modelId="{0639A072-1237-43D7-89A1-B16D91229ABC}" type="presOf" srcId="{97849B20-2DB4-4A74-8BFA-9A7F1E45EF36}" destId="{246D5A46-A965-473C-837E-4DEF3C706108}" srcOrd="1" destOrd="0" presId="urn:microsoft.com/office/officeart/2005/8/layout/orgChart1"/>
    <dgm:cxn modelId="{B3C71A38-91EE-4F12-BE12-0A2714797220}" type="presOf" srcId="{58A2AA0E-4A08-4A26-A8B2-CBE8D80D70CD}" destId="{7743FE7A-9472-48CE-88B9-9087331AEB46}" srcOrd="0" destOrd="0" presId="urn:microsoft.com/office/officeart/2005/8/layout/orgChart1"/>
    <dgm:cxn modelId="{4A302769-3115-4FD3-B506-9DB8CC215DF3}" type="presOf" srcId="{315DC286-459E-478C-A70E-BFB323B830AA}" destId="{F5E064CE-6AFC-4822-973C-75763965E857}" srcOrd="1" destOrd="0" presId="urn:microsoft.com/office/officeart/2005/8/layout/orgChart1"/>
    <dgm:cxn modelId="{39792660-4F7E-4E2A-882A-A0371F92D2E9}" type="presOf" srcId="{8E7ECE04-7E90-4393-9C99-C845804A85C4}" destId="{A200D2E1-AFC1-4EB4-B0EE-69CCE83941C6}" srcOrd="1" destOrd="0" presId="urn:microsoft.com/office/officeart/2005/8/layout/orgChart1"/>
    <dgm:cxn modelId="{3540E521-F63E-436A-AF65-7FBCA6546EC2}" type="presOf" srcId="{CEAD4F95-1E99-437B-A3DC-EDDED481F08F}" destId="{CD8C3609-8700-41E3-BFCA-0E0A51A52642}" srcOrd="0" destOrd="0" presId="urn:microsoft.com/office/officeart/2005/8/layout/orgChart1"/>
    <dgm:cxn modelId="{B2A63D1E-6800-4A9F-8D96-196F33F2FF46}" type="presOf" srcId="{7985F242-3F91-4DDE-8FC4-C607A025ACB6}" destId="{D86BBA7D-FA04-427D-A9A9-321A59713392}" srcOrd="1" destOrd="0" presId="urn:microsoft.com/office/officeart/2005/8/layout/orgChart1"/>
    <dgm:cxn modelId="{A71D5D58-C8CB-491A-8AEE-326200A066C5}" type="presOf" srcId="{FEEDABE5-10A6-402E-BC25-122C3B995B67}" destId="{517303F1-DE16-4C85-8213-A0408C38360C}" srcOrd="0" destOrd="0" presId="urn:microsoft.com/office/officeart/2005/8/layout/orgChart1"/>
    <dgm:cxn modelId="{B4FC5C39-6365-45B4-9B51-1C62B9B7DC13}" type="presOf" srcId="{315DC286-459E-478C-A70E-BFB323B830AA}" destId="{F7D77D3F-B19E-426F-ABD3-010C6BCF2E4B}" srcOrd="0" destOrd="0" presId="urn:microsoft.com/office/officeart/2005/8/layout/orgChart1"/>
    <dgm:cxn modelId="{74076025-3CC5-41BD-B715-E3A41250E6BD}" srcId="{293B6578-87D4-45DE-908A-6A81DCB41241}" destId="{8E7ECE04-7E90-4393-9C99-C845804A85C4}" srcOrd="0" destOrd="0" parTransId="{468936BF-CA90-46EB-AC14-C8BA148A6009}" sibTransId="{E68B7C5D-F109-488C-A0A5-1E68139F4E3C}"/>
    <dgm:cxn modelId="{0B05CBA1-EF1E-4F16-8BF8-E92B2A5218A6}" type="presOf" srcId="{7985F242-3F91-4DDE-8FC4-C607A025ACB6}" destId="{32D3F3DC-EBEF-4576-A62D-E97BA082F290}" srcOrd="0" destOrd="0" presId="urn:microsoft.com/office/officeart/2005/8/layout/orgChart1"/>
    <dgm:cxn modelId="{14BB9E02-404A-496E-8CC3-351BC411329A}" type="presOf" srcId="{B4489DAC-1943-4F3A-9C67-10D3CD7259FF}" destId="{3B481DBB-812A-4AAB-BC2F-58A4D4CCE661}" srcOrd="0" destOrd="0" presId="urn:microsoft.com/office/officeart/2005/8/layout/orgChart1"/>
    <dgm:cxn modelId="{8AC9809F-2817-4BA3-8538-26A6E769A932}" srcId="{CEAD4F95-1E99-437B-A3DC-EDDED481F08F}" destId="{58A2AA0E-4A08-4A26-A8B2-CBE8D80D70CD}" srcOrd="0" destOrd="0" parTransId="{0A2E4076-12FA-4482-997D-E6595CB81A6B}" sibTransId="{39D9C223-A479-40D5-AFF8-0AFAD9BDD8CB}"/>
    <dgm:cxn modelId="{D3C91DFB-D617-4035-A2AD-5CCB144E09D0}" type="presOf" srcId="{58A2AA0E-4A08-4A26-A8B2-CBE8D80D70CD}" destId="{58C1A81D-9994-4E50-87BA-1D0753A459E8}" srcOrd="1" destOrd="0" presId="urn:microsoft.com/office/officeart/2005/8/layout/orgChart1"/>
    <dgm:cxn modelId="{D3FCFF5D-D802-4629-B1CE-39817FE0F822}" type="presOf" srcId="{293B6578-87D4-45DE-908A-6A81DCB41241}" destId="{9900DA43-2A8E-4C80-8C0F-B40463443F0A}" srcOrd="0" destOrd="0" presId="urn:microsoft.com/office/officeart/2005/8/layout/orgChart1"/>
    <dgm:cxn modelId="{5CB85EDC-2BCB-472E-8999-C2498941977F}" srcId="{58A2AA0E-4A08-4A26-A8B2-CBE8D80D70CD}" destId="{293B6578-87D4-45DE-908A-6A81DCB41241}" srcOrd="3" destOrd="0" parTransId="{A4ACE397-059D-4144-8F77-403D6529A84A}" sibTransId="{FEAC17B0-F718-4CC7-8E52-3CC8E075ABF0}"/>
    <dgm:cxn modelId="{0AFA06F4-FA37-429D-97E1-F651131003F0}" type="presOf" srcId="{DC6FC1E2-2A73-4BF0-900B-E4795C04EA5F}" destId="{74DE3214-6944-43EA-841E-5A8EDC924FCD}" srcOrd="0" destOrd="0" presId="urn:microsoft.com/office/officeart/2005/8/layout/orgChart1"/>
    <dgm:cxn modelId="{2B2B0B95-7F8E-4E5C-A660-E2F371471489}" srcId="{58A2AA0E-4A08-4A26-A8B2-CBE8D80D70CD}" destId="{7985F242-3F91-4DDE-8FC4-C607A025ACB6}" srcOrd="1" destOrd="0" parTransId="{DC6FC1E2-2A73-4BF0-900B-E4795C04EA5F}" sibTransId="{485CA2BE-4FAA-4F4F-861B-0E8909E2762F}"/>
    <dgm:cxn modelId="{D083239D-6CCB-457C-84CD-B9559CFD3305}" type="presOf" srcId="{A4ACE397-059D-4144-8F77-403D6529A84A}" destId="{D53EE753-1608-4B17-AC4D-9930A37B27B4}" srcOrd="0" destOrd="0" presId="urn:microsoft.com/office/officeart/2005/8/layout/orgChart1"/>
    <dgm:cxn modelId="{FC3FEDF8-64F6-43E0-8013-7D1C3521B72A}" type="presOf" srcId="{3881DFE1-884A-4A2A-9C28-7F69C1325B3C}" destId="{92BBAE44-5D50-4181-BBA6-29041690C994}" srcOrd="0" destOrd="0" presId="urn:microsoft.com/office/officeart/2005/8/layout/orgChart1"/>
    <dgm:cxn modelId="{68D29CA4-E649-44A4-8250-8D3C34E365F9}" type="presOf" srcId="{97849B20-2DB4-4A74-8BFA-9A7F1E45EF36}" destId="{4F2CAB8E-49E2-408C-84B4-B195C7BAEBFE}" srcOrd="0" destOrd="0" presId="urn:microsoft.com/office/officeart/2005/8/layout/orgChart1"/>
    <dgm:cxn modelId="{E4EF606F-1CC7-4B63-B71D-C25466F662D8}" type="presOf" srcId="{CE8FAB1E-9C8B-49D4-853D-3AA6AB51BF5A}" destId="{46B8E54B-E406-4916-B93F-A3659C2C5CF1}" srcOrd="0" destOrd="0" presId="urn:microsoft.com/office/officeart/2005/8/layout/orgChart1"/>
    <dgm:cxn modelId="{99E45685-2866-4618-89D1-DA5C83D75752}" srcId="{58A2AA0E-4A08-4A26-A8B2-CBE8D80D70CD}" destId="{FEEDABE5-10A6-402E-BC25-122C3B995B67}" srcOrd="2" destOrd="0" parTransId="{3881DFE1-884A-4A2A-9C28-7F69C1325B3C}" sibTransId="{268BC60B-A2E6-4282-90E2-8EC6F13E3168}"/>
    <dgm:cxn modelId="{C4CD5870-98C4-4EE2-B584-ED3C9797709F}" srcId="{58A2AA0E-4A08-4A26-A8B2-CBE8D80D70CD}" destId="{97849B20-2DB4-4A74-8BFA-9A7F1E45EF36}" srcOrd="0" destOrd="0" parTransId="{CE8FAB1E-9C8B-49D4-853D-3AA6AB51BF5A}" sibTransId="{0AC05126-25B4-4E62-95C8-BC5164707A30}"/>
    <dgm:cxn modelId="{4CDEA929-378F-4536-97A8-AA723DA45B0E}" type="presOf" srcId="{468936BF-CA90-46EB-AC14-C8BA148A6009}" destId="{523F9487-C99E-44E7-8F68-76E4F1CC088E}" srcOrd="0" destOrd="0" presId="urn:microsoft.com/office/officeart/2005/8/layout/orgChart1"/>
    <dgm:cxn modelId="{65877B9C-7A35-4068-BCAE-E1DFA0CCB0CE}" type="presOf" srcId="{FEEDABE5-10A6-402E-BC25-122C3B995B67}" destId="{9D03166B-2F45-454C-A7F5-1F518771CEF9}" srcOrd="1" destOrd="0" presId="urn:microsoft.com/office/officeart/2005/8/layout/orgChart1"/>
    <dgm:cxn modelId="{DDE34AB2-B330-430C-9C73-9E07D24F339A}" type="presOf" srcId="{293B6578-87D4-45DE-908A-6A81DCB41241}" destId="{6C55627D-B0D0-4D3D-9CAC-77D70761B4A5}" srcOrd="1" destOrd="0" presId="urn:microsoft.com/office/officeart/2005/8/layout/orgChart1"/>
    <dgm:cxn modelId="{B9DC4774-2CCA-4809-BCC1-1E56104BFA19}" type="presOf" srcId="{8E7ECE04-7E90-4393-9C99-C845804A85C4}" destId="{0DCAAF1B-A0F9-425E-91BA-441F3BA08CED}" srcOrd="0" destOrd="0" presId="urn:microsoft.com/office/officeart/2005/8/layout/orgChart1"/>
    <dgm:cxn modelId="{FDC8685F-2179-437E-895D-45F30154FD72}" srcId="{293B6578-87D4-45DE-908A-6A81DCB41241}" destId="{315DC286-459E-478C-A70E-BFB323B830AA}" srcOrd="1" destOrd="0" parTransId="{B4489DAC-1943-4F3A-9C67-10D3CD7259FF}" sibTransId="{A6CCB6C9-2DDC-44C4-8634-7E4EAD4AF638}"/>
    <dgm:cxn modelId="{9CFEA33B-4F4E-4CFF-AAE1-C07E5D7306FC}" type="presParOf" srcId="{CD8C3609-8700-41E3-BFCA-0E0A51A52642}" destId="{FB7A86DE-96B5-4683-9E8D-92EE3E16AED5}" srcOrd="0" destOrd="0" presId="urn:microsoft.com/office/officeart/2005/8/layout/orgChart1"/>
    <dgm:cxn modelId="{36A9CCD6-50B7-4FA3-8C07-F4FDB140546A}" type="presParOf" srcId="{FB7A86DE-96B5-4683-9E8D-92EE3E16AED5}" destId="{19C880E1-A2B0-4153-8EEC-3D5D3D49405E}" srcOrd="0" destOrd="0" presId="urn:microsoft.com/office/officeart/2005/8/layout/orgChart1"/>
    <dgm:cxn modelId="{46DEAAA2-58CF-4AB2-ACEA-95FC8A83E85D}" type="presParOf" srcId="{19C880E1-A2B0-4153-8EEC-3D5D3D49405E}" destId="{7743FE7A-9472-48CE-88B9-9087331AEB46}" srcOrd="0" destOrd="0" presId="urn:microsoft.com/office/officeart/2005/8/layout/orgChart1"/>
    <dgm:cxn modelId="{5AAA9DCA-BEC0-4E8A-BFCC-74B7FA3FE9F7}" type="presParOf" srcId="{19C880E1-A2B0-4153-8EEC-3D5D3D49405E}" destId="{58C1A81D-9994-4E50-87BA-1D0753A459E8}" srcOrd="1" destOrd="0" presId="urn:microsoft.com/office/officeart/2005/8/layout/orgChart1"/>
    <dgm:cxn modelId="{4973BC67-790B-428E-949C-57791A312CAF}" type="presParOf" srcId="{FB7A86DE-96B5-4683-9E8D-92EE3E16AED5}" destId="{92A7E46A-9DB2-4311-A0FC-7D1FF51D49EB}" srcOrd="1" destOrd="0" presId="urn:microsoft.com/office/officeart/2005/8/layout/orgChart1"/>
    <dgm:cxn modelId="{D5F48168-C928-4EC0-B045-3FA5CAF148F8}" type="presParOf" srcId="{92A7E46A-9DB2-4311-A0FC-7D1FF51D49EB}" destId="{46B8E54B-E406-4916-B93F-A3659C2C5CF1}" srcOrd="0" destOrd="0" presId="urn:microsoft.com/office/officeart/2005/8/layout/orgChart1"/>
    <dgm:cxn modelId="{8152D911-FD7A-4039-AC06-1156157D5DE2}" type="presParOf" srcId="{92A7E46A-9DB2-4311-A0FC-7D1FF51D49EB}" destId="{DCB4B7CF-52AC-4050-B7A1-C4BB71B9991D}" srcOrd="1" destOrd="0" presId="urn:microsoft.com/office/officeart/2005/8/layout/orgChart1"/>
    <dgm:cxn modelId="{42B8791C-E836-4F42-A7DF-D7BB4300121A}" type="presParOf" srcId="{DCB4B7CF-52AC-4050-B7A1-C4BB71B9991D}" destId="{2AB56CD4-6EC5-4893-9BDE-44EF0FBE1307}" srcOrd="0" destOrd="0" presId="urn:microsoft.com/office/officeart/2005/8/layout/orgChart1"/>
    <dgm:cxn modelId="{37D77A31-D6EA-448D-87B4-3B157CBE7783}" type="presParOf" srcId="{2AB56CD4-6EC5-4893-9BDE-44EF0FBE1307}" destId="{4F2CAB8E-49E2-408C-84B4-B195C7BAEBFE}" srcOrd="0" destOrd="0" presId="urn:microsoft.com/office/officeart/2005/8/layout/orgChart1"/>
    <dgm:cxn modelId="{E653A54E-8AE6-4EB2-93A9-54A5C92847A5}" type="presParOf" srcId="{2AB56CD4-6EC5-4893-9BDE-44EF0FBE1307}" destId="{246D5A46-A965-473C-837E-4DEF3C706108}" srcOrd="1" destOrd="0" presId="urn:microsoft.com/office/officeart/2005/8/layout/orgChart1"/>
    <dgm:cxn modelId="{E7D7443A-1C4F-4F0D-BFE8-72CEF8A1DB39}" type="presParOf" srcId="{DCB4B7CF-52AC-4050-B7A1-C4BB71B9991D}" destId="{B3336E52-744A-41AC-9B65-7BBFBF28C6B8}" srcOrd="1" destOrd="0" presId="urn:microsoft.com/office/officeart/2005/8/layout/orgChart1"/>
    <dgm:cxn modelId="{437CA3A1-C388-48FB-8488-247CFC1FF2D0}" type="presParOf" srcId="{DCB4B7CF-52AC-4050-B7A1-C4BB71B9991D}" destId="{8DE510AE-9FBA-4DF5-AD89-FE2F6832BE05}" srcOrd="2" destOrd="0" presId="urn:microsoft.com/office/officeart/2005/8/layout/orgChart1"/>
    <dgm:cxn modelId="{B94BFAE0-F901-4120-88A8-54ADAD74EA1D}" type="presParOf" srcId="{92A7E46A-9DB2-4311-A0FC-7D1FF51D49EB}" destId="{74DE3214-6944-43EA-841E-5A8EDC924FCD}" srcOrd="2" destOrd="0" presId="urn:microsoft.com/office/officeart/2005/8/layout/orgChart1"/>
    <dgm:cxn modelId="{EC91704D-A8BF-4CFE-BB13-9BCC4395CE98}" type="presParOf" srcId="{92A7E46A-9DB2-4311-A0FC-7D1FF51D49EB}" destId="{BB7E16A2-D3CD-47F0-B95D-64C18F049FC8}" srcOrd="3" destOrd="0" presId="urn:microsoft.com/office/officeart/2005/8/layout/orgChart1"/>
    <dgm:cxn modelId="{A98081E4-5E77-4A52-A5EE-ACB049A2704B}" type="presParOf" srcId="{BB7E16A2-D3CD-47F0-B95D-64C18F049FC8}" destId="{7CAE2602-5CD5-48CC-B7DB-628D8EF677DA}" srcOrd="0" destOrd="0" presId="urn:microsoft.com/office/officeart/2005/8/layout/orgChart1"/>
    <dgm:cxn modelId="{4C9BCBFF-3F00-46FE-8148-C3F2C53A924C}" type="presParOf" srcId="{7CAE2602-5CD5-48CC-B7DB-628D8EF677DA}" destId="{32D3F3DC-EBEF-4576-A62D-E97BA082F290}" srcOrd="0" destOrd="0" presId="urn:microsoft.com/office/officeart/2005/8/layout/orgChart1"/>
    <dgm:cxn modelId="{3A1F0915-47A4-4E49-9D7B-C1FB58C23F81}" type="presParOf" srcId="{7CAE2602-5CD5-48CC-B7DB-628D8EF677DA}" destId="{D86BBA7D-FA04-427D-A9A9-321A59713392}" srcOrd="1" destOrd="0" presId="urn:microsoft.com/office/officeart/2005/8/layout/orgChart1"/>
    <dgm:cxn modelId="{229445D2-B362-4DC5-BFEB-CF7683E8F59D}" type="presParOf" srcId="{BB7E16A2-D3CD-47F0-B95D-64C18F049FC8}" destId="{0F18635B-95B9-423C-870E-9AA20935BC2A}" srcOrd="1" destOrd="0" presId="urn:microsoft.com/office/officeart/2005/8/layout/orgChart1"/>
    <dgm:cxn modelId="{82F284E9-42B5-4D08-BA9F-4B95BD988697}" type="presParOf" srcId="{BB7E16A2-D3CD-47F0-B95D-64C18F049FC8}" destId="{A1A94753-5CC7-43C0-B16B-86327B61F613}" srcOrd="2" destOrd="0" presId="urn:microsoft.com/office/officeart/2005/8/layout/orgChart1"/>
    <dgm:cxn modelId="{695CAF44-0F14-4AA8-96FE-26F433FC6783}" type="presParOf" srcId="{92A7E46A-9DB2-4311-A0FC-7D1FF51D49EB}" destId="{92BBAE44-5D50-4181-BBA6-29041690C994}" srcOrd="4" destOrd="0" presId="urn:microsoft.com/office/officeart/2005/8/layout/orgChart1"/>
    <dgm:cxn modelId="{2D358512-D2AC-4C6C-A1A5-12C9DAA52305}" type="presParOf" srcId="{92A7E46A-9DB2-4311-A0FC-7D1FF51D49EB}" destId="{7A379338-5D85-4577-A560-2FC1F581FEBD}" srcOrd="5" destOrd="0" presId="urn:microsoft.com/office/officeart/2005/8/layout/orgChart1"/>
    <dgm:cxn modelId="{7F1EB5E7-5201-40D5-958C-4D2F9667C903}" type="presParOf" srcId="{7A379338-5D85-4577-A560-2FC1F581FEBD}" destId="{708CCC51-2A52-4220-8FEA-8AF20E1CCF70}" srcOrd="0" destOrd="0" presId="urn:microsoft.com/office/officeart/2005/8/layout/orgChart1"/>
    <dgm:cxn modelId="{43AA1A9C-31AF-4816-92DA-253A9480E9CA}" type="presParOf" srcId="{708CCC51-2A52-4220-8FEA-8AF20E1CCF70}" destId="{517303F1-DE16-4C85-8213-A0408C38360C}" srcOrd="0" destOrd="0" presId="urn:microsoft.com/office/officeart/2005/8/layout/orgChart1"/>
    <dgm:cxn modelId="{F0780F83-E517-4255-9360-98C974B512A0}" type="presParOf" srcId="{708CCC51-2A52-4220-8FEA-8AF20E1CCF70}" destId="{9D03166B-2F45-454C-A7F5-1F518771CEF9}" srcOrd="1" destOrd="0" presId="urn:microsoft.com/office/officeart/2005/8/layout/orgChart1"/>
    <dgm:cxn modelId="{984C099A-01BE-4A4F-8C52-57CD4917CDD9}" type="presParOf" srcId="{7A379338-5D85-4577-A560-2FC1F581FEBD}" destId="{E2C8515E-BB72-468A-87B8-9FA0BFE48E05}" srcOrd="1" destOrd="0" presId="urn:microsoft.com/office/officeart/2005/8/layout/orgChart1"/>
    <dgm:cxn modelId="{AF49B96A-B3E5-421B-86EF-20E519E5C15F}" type="presParOf" srcId="{7A379338-5D85-4577-A560-2FC1F581FEBD}" destId="{2CB7ABA9-D89F-4E87-ACB1-D7510282F8DB}" srcOrd="2" destOrd="0" presId="urn:microsoft.com/office/officeart/2005/8/layout/orgChart1"/>
    <dgm:cxn modelId="{AEFC3E94-2BEA-4A81-A769-326C7E851761}" type="presParOf" srcId="{92A7E46A-9DB2-4311-A0FC-7D1FF51D49EB}" destId="{D53EE753-1608-4B17-AC4D-9930A37B27B4}" srcOrd="6" destOrd="0" presId="urn:microsoft.com/office/officeart/2005/8/layout/orgChart1"/>
    <dgm:cxn modelId="{E76D4BD1-69C6-4378-B8D9-7FCC025344CA}" type="presParOf" srcId="{92A7E46A-9DB2-4311-A0FC-7D1FF51D49EB}" destId="{431C98CB-D84D-4309-A1F9-C6D0CE50C568}" srcOrd="7" destOrd="0" presId="urn:microsoft.com/office/officeart/2005/8/layout/orgChart1"/>
    <dgm:cxn modelId="{1F90F991-C95B-4E3C-98EE-C4A0A71CB82E}" type="presParOf" srcId="{431C98CB-D84D-4309-A1F9-C6D0CE50C568}" destId="{CFF78CDA-9A71-4BA6-980C-FD73417A51D9}" srcOrd="0" destOrd="0" presId="urn:microsoft.com/office/officeart/2005/8/layout/orgChart1"/>
    <dgm:cxn modelId="{9B8C2FBD-1B2D-44CC-8DF2-D27930FB21C7}" type="presParOf" srcId="{CFF78CDA-9A71-4BA6-980C-FD73417A51D9}" destId="{9900DA43-2A8E-4C80-8C0F-B40463443F0A}" srcOrd="0" destOrd="0" presId="urn:microsoft.com/office/officeart/2005/8/layout/orgChart1"/>
    <dgm:cxn modelId="{42EB52DA-8E4E-422C-966D-2F5D4AEDB087}" type="presParOf" srcId="{CFF78CDA-9A71-4BA6-980C-FD73417A51D9}" destId="{6C55627D-B0D0-4D3D-9CAC-77D70761B4A5}" srcOrd="1" destOrd="0" presId="urn:microsoft.com/office/officeart/2005/8/layout/orgChart1"/>
    <dgm:cxn modelId="{4B8B5F39-29DD-4B53-BE8E-4E7557AB2219}" type="presParOf" srcId="{431C98CB-D84D-4309-A1F9-C6D0CE50C568}" destId="{A78113E1-DB97-4998-BFBE-C097400ED259}" srcOrd="1" destOrd="0" presId="urn:microsoft.com/office/officeart/2005/8/layout/orgChart1"/>
    <dgm:cxn modelId="{93ABAD3E-10F8-4295-88DB-02462AF4577C}" type="presParOf" srcId="{A78113E1-DB97-4998-BFBE-C097400ED259}" destId="{523F9487-C99E-44E7-8F68-76E4F1CC088E}" srcOrd="0" destOrd="0" presId="urn:microsoft.com/office/officeart/2005/8/layout/orgChart1"/>
    <dgm:cxn modelId="{BB066360-B8B2-4D40-86C7-B78741022DBC}" type="presParOf" srcId="{A78113E1-DB97-4998-BFBE-C097400ED259}" destId="{A82E368A-8138-456E-A24C-4E4938A7D038}" srcOrd="1" destOrd="0" presId="urn:microsoft.com/office/officeart/2005/8/layout/orgChart1"/>
    <dgm:cxn modelId="{4D1BF24B-4D84-40E9-AEC3-42C801573CA8}" type="presParOf" srcId="{A82E368A-8138-456E-A24C-4E4938A7D038}" destId="{1BDE39BF-A4C1-4A1C-8EC9-B88D094BCA5A}" srcOrd="0" destOrd="0" presId="urn:microsoft.com/office/officeart/2005/8/layout/orgChart1"/>
    <dgm:cxn modelId="{6DF3404A-C103-44FC-8C7A-F6D11731E781}" type="presParOf" srcId="{1BDE39BF-A4C1-4A1C-8EC9-B88D094BCA5A}" destId="{0DCAAF1B-A0F9-425E-91BA-441F3BA08CED}" srcOrd="0" destOrd="0" presId="urn:microsoft.com/office/officeart/2005/8/layout/orgChart1"/>
    <dgm:cxn modelId="{D76A97B7-7D3F-488F-84BB-D532B329F7C3}" type="presParOf" srcId="{1BDE39BF-A4C1-4A1C-8EC9-B88D094BCA5A}" destId="{A200D2E1-AFC1-4EB4-B0EE-69CCE83941C6}" srcOrd="1" destOrd="0" presId="urn:microsoft.com/office/officeart/2005/8/layout/orgChart1"/>
    <dgm:cxn modelId="{BD093F5B-DA47-4BF5-B348-487DD75E92C3}" type="presParOf" srcId="{A82E368A-8138-456E-A24C-4E4938A7D038}" destId="{FE2F3D65-67E6-4A1F-AB40-3C19D02E03E5}" srcOrd="1" destOrd="0" presId="urn:microsoft.com/office/officeart/2005/8/layout/orgChart1"/>
    <dgm:cxn modelId="{3FC74F0A-CFA9-4273-BD58-7D775E1A458E}" type="presParOf" srcId="{A82E368A-8138-456E-A24C-4E4938A7D038}" destId="{08EEBA2F-08C3-4293-8652-24A64B7F1373}" srcOrd="2" destOrd="0" presId="urn:microsoft.com/office/officeart/2005/8/layout/orgChart1"/>
    <dgm:cxn modelId="{74745FDD-7849-440F-85C5-972410F5E129}" type="presParOf" srcId="{A78113E1-DB97-4998-BFBE-C097400ED259}" destId="{3B481DBB-812A-4AAB-BC2F-58A4D4CCE661}" srcOrd="2" destOrd="0" presId="urn:microsoft.com/office/officeart/2005/8/layout/orgChart1"/>
    <dgm:cxn modelId="{BC989891-5650-4DAE-AADC-562D9BC3EC96}" type="presParOf" srcId="{A78113E1-DB97-4998-BFBE-C097400ED259}" destId="{25EDEFE1-09A1-4B44-868D-C210748626A1}" srcOrd="3" destOrd="0" presId="urn:microsoft.com/office/officeart/2005/8/layout/orgChart1"/>
    <dgm:cxn modelId="{80CAC07F-1518-44B2-BC4C-198F12E2E0A6}" type="presParOf" srcId="{25EDEFE1-09A1-4B44-868D-C210748626A1}" destId="{43056B2F-52CF-4340-B171-3BD77BD3DF59}" srcOrd="0" destOrd="0" presId="urn:microsoft.com/office/officeart/2005/8/layout/orgChart1"/>
    <dgm:cxn modelId="{9F195BD7-7AB6-4A08-8349-060E858B3E6D}" type="presParOf" srcId="{43056B2F-52CF-4340-B171-3BD77BD3DF59}" destId="{F7D77D3F-B19E-426F-ABD3-010C6BCF2E4B}" srcOrd="0" destOrd="0" presId="urn:microsoft.com/office/officeart/2005/8/layout/orgChart1"/>
    <dgm:cxn modelId="{7D02C195-BBE5-4BEF-B610-CAC58E815FE9}" type="presParOf" srcId="{43056B2F-52CF-4340-B171-3BD77BD3DF59}" destId="{F5E064CE-6AFC-4822-973C-75763965E857}" srcOrd="1" destOrd="0" presId="urn:microsoft.com/office/officeart/2005/8/layout/orgChart1"/>
    <dgm:cxn modelId="{3E1E300F-9D2C-4E3F-A1D0-A06C03B6EDE1}" type="presParOf" srcId="{25EDEFE1-09A1-4B44-868D-C210748626A1}" destId="{5B68AA68-5D0A-4CD3-817A-EA67B6E43C39}" srcOrd="1" destOrd="0" presId="urn:microsoft.com/office/officeart/2005/8/layout/orgChart1"/>
    <dgm:cxn modelId="{1373C9B9-E033-4D15-8846-EC427754857B}" type="presParOf" srcId="{25EDEFE1-09A1-4B44-868D-C210748626A1}" destId="{121B0D1A-EF8E-4F8C-BAA1-13C2A0B5C2B9}" srcOrd="2" destOrd="0" presId="urn:microsoft.com/office/officeart/2005/8/layout/orgChart1"/>
    <dgm:cxn modelId="{73DA709B-3F33-451E-A873-A32FA0C4379B}" type="presParOf" srcId="{431C98CB-D84D-4309-A1F9-C6D0CE50C568}" destId="{3372AD6E-50E1-4024-968E-2F9C28F302FB}" srcOrd="2" destOrd="0" presId="urn:microsoft.com/office/officeart/2005/8/layout/orgChart1"/>
    <dgm:cxn modelId="{B69BDF5A-6623-4C3E-A1C5-95B13E37E53C}" type="presParOf" srcId="{FB7A86DE-96B5-4683-9E8D-92EE3E16AED5}" destId="{5247C0BB-A1BA-4E91-A10E-8E01DE57D42E}"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1B60D5B-0C67-4FB6-8827-9CE2D8765D93}" type="doc">
      <dgm:prSet loTypeId="urn:microsoft.com/office/officeart/2005/8/layout/StepDownProcess" loCatId="process" qsTypeId="urn:microsoft.com/office/officeart/2005/8/quickstyle/simple2" qsCatId="simple" csTypeId="urn:microsoft.com/office/officeart/2005/8/colors/accent5_1" csCatId="accent5" phldr="1"/>
      <dgm:spPr/>
      <dgm:t>
        <a:bodyPr/>
        <a:lstStyle/>
        <a:p>
          <a:endParaRPr lang="zh-CN" altLang="en-US"/>
        </a:p>
      </dgm:t>
    </dgm:pt>
    <dgm:pt modelId="{6B2DC41B-17BF-4EF5-9BCA-0AFAD9B64C43}">
      <dgm:prSet custT="1"/>
      <dgm:spPr/>
      <dgm:t>
        <a:bodyPr/>
        <a:lstStyle/>
        <a:p>
          <a:pPr rtl="0">
            <a:lnSpc>
              <a:spcPct val="100000"/>
            </a:lnSpc>
            <a:spcAft>
              <a:spcPts val="0"/>
            </a:spcAft>
          </a:pPr>
          <a:r>
            <a:rPr lang="zh-CN" sz="1800" b="1" dirty="0" smtClean="0"/>
            <a:t>配置</a:t>
          </a:r>
          <a:r>
            <a:rPr lang="en-US" sz="1800" b="1" dirty="0" err="1" smtClean="0"/>
            <a:t>PWM</a:t>
          </a:r>
          <a:r>
            <a:rPr lang="zh-CN" sz="1800" b="1" dirty="0" smtClean="0"/>
            <a:t>输出通道</a:t>
          </a:r>
          <a:endParaRPr lang="en-US" altLang="zh-CN" sz="1800" b="1" dirty="0" smtClean="0"/>
        </a:p>
        <a:p>
          <a:pPr rtl="0">
            <a:lnSpc>
              <a:spcPct val="100000"/>
            </a:lnSpc>
            <a:spcAft>
              <a:spcPts val="0"/>
            </a:spcAft>
          </a:pPr>
          <a:r>
            <a:rPr lang="zh-CN" sz="1800" b="1" dirty="0" smtClean="0"/>
            <a:t>开启</a:t>
          </a:r>
          <a:r>
            <a:rPr lang="en-US" sz="1800" b="1" dirty="0" err="1" smtClean="0"/>
            <a:t>TIM3</a:t>
          </a:r>
          <a:r>
            <a:rPr lang="zh-CN" sz="1800" b="1" dirty="0" smtClean="0"/>
            <a:t>时钟</a:t>
          </a:r>
          <a:endParaRPr lang="zh-CN" sz="1800" b="1" dirty="0"/>
        </a:p>
      </dgm:t>
    </dgm:pt>
    <dgm:pt modelId="{1CD51B77-0871-4676-B868-9B1F5C1702B7}" type="parTrans" cxnId="{6B652FBD-FA9E-48C8-8C4D-019CC9263781}">
      <dgm:prSet/>
      <dgm:spPr/>
      <dgm:t>
        <a:bodyPr/>
        <a:lstStyle/>
        <a:p>
          <a:endParaRPr lang="zh-CN" altLang="en-US" sz="6600" b="1"/>
        </a:p>
      </dgm:t>
    </dgm:pt>
    <dgm:pt modelId="{950C8C5B-3336-4071-AC16-627F450F437D}" type="sibTrans" cxnId="{6B652FBD-FA9E-48C8-8C4D-019CC9263781}">
      <dgm:prSet/>
      <dgm:spPr/>
      <dgm:t>
        <a:bodyPr/>
        <a:lstStyle/>
        <a:p>
          <a:endParaRPr lang="zh-CN" altLang="en-US" sz="6600" b="1"/>
        </a:p>
      </dgm:t>
    </dgm:pt>
    <dgm:pt modelId="{00ABD919-6529-4184-A702-32AD7EB91DF6}">
      <dgm:prSet custT="1"/>
      <dgm:spPr/>
      <dgm:t>
        <a:bodyPr/>
        <a:lstStyle/>
        <a:p>
          <a:pPr rtl="0"/>
          <a:r>
            <a:rPr lang="zh-CN" sz="1800" b="1" smtClean="0"/>
            <a:t>初始化定时器</a:t>
          </a:r>
          <a:r>
            <a:rPr lang="en-US" sz="1800" b="1" smtClean="0"/>
            <a:t>TIM3</a:t>
          </a:r>
          <a:endParaRPr lang="zh-CN" sz="1800" b="1"/>
        </a:p>
      </dgm:t>
    </dgm:pt>
    <dgm:pt modelId="{515432E1-1267-46A0-80F1-F9D203E4FBC5}" type="parTrans" cxnId="{E89339BC-3C97-4C92-93C4-65D15B229CC3}">
      <dgm:prSet/>
      <dgm:spPr/>
      <dgm:t>
        <a:bodyPr/>
        <a:lstStyle/>
        <a:p>
          <a:endParaRPr lang="zh-CN" altLang="en-US" sz="6600" b="1"/>
        </a:p>
      </dgm:t>
    </dgm:pt>
    <dgm:pt modelId="{81BEF1C9-1194-4E2A-8362-1D97E85015AA}" type="sibTrans" cxnId="{E89339BC-3C97-4C92-93C4-65D15B229CC3}">
      <dgm:prSet/>
      <dgm:spPr/>
      <dgm:t>
        <a:bodyPr/>
        <a:lstStyle/>
        <a:p>
          <a:endParaRPr lang="zh-CN" altLang="en-US" sz="6600" b="1"/>
        </a:p>
      </dgm:t>
    </dgm:pt>
    <dgm:pt modelId="{DE80D6F9-CA42-4DD7-A7B2-C84A06FE65EF}">
      <dgm:prSet custT="1"/>
      <dgm:spPr/>
      <dgm:t>
        <a:bodyPr/>
        <a:lstStyle/>
        <a:p>
          <a:pPr rtl="0"/>
          <a:r>
            <a:rPr lang="zh-CN" sz="1800" b="1" smtClean="0"/>
            <a:t>设置</a:t>
          </a:r>
          <a:r>
            <a:rPr lang="en-US" sz="1800" b="1" smtClean="0"/>
            <a:t>TIM3_CH2</a:t>
          </a:r>
          <a:r>
            <a:rPr lang="zh-CN" sz="1800" b="1" smtClean="0"/>
            <a:t>的</a:t>
          </a:r>
          <a:r>
            <a:rPr lang="en-US" sz="1800" b="1" smtClean="0"/>
            <a:t>PWM</a:t>
          </a:r>
          <a:r>
            <a:rPr lang="zh-CN" sz="1800" b="1" smtClean="0"/>
            <a:t>模式，使能</a:t>
          </a:r>
          <a:r>
            <a:rPr lang="en-US" sz="1800" b="1" smtClean="0"/>
            <a:t>TIM3</a:t>
          </a:r>
          <a:r>
            <a:rPr lang="zh-CN" sz="1800" b="1" smtClean="0"/>
            <a:t>的</a:t>
          </a:r>
          <a:r>
            <a:rPr lang="en-US" sz="1800" b="1" smtClean="0"/>
            <a:t>CH2</a:t>
          </a:r>
          <a:r>
            <a:rPr lang="zh-CN" sz="1800" b="1" smtClean="0"/>
            <a:t>输出</a:t>
          </a:r>
          <a:endParaRPr lang="zh-CN" sz="1800" b="1"/>
        </a:p>
      </dgm:t>
    </dgm:pt>
    <dgm:pt modelId="{D041FCB3-00BF-4C2B-8B5D-5BF95A593AAC}" type="parTrans" cxnId="{A7612CF2-86B4-4ECA-B546-67146B37D520}">
      <dgm:prSet/>
      <dgm:spPr/>
      <dgm:t>
        <a:bodyPr/>
        <a:lstStyle/>
        <a:p>
          <a:endParaRPr lang="zh-CN" altLang="en-US" sz="6600" b="1"/>
        </a:p>
      </dgm:t>
    </dgm:pt>
    <dgm:pt modelId="{6630EC10-FC12-4D20-8F4D-C571A611EA71}" type="sibTrans" cxnId="{A7612CF2-86B4-4ECA-B546-67146B37D520}">
      <dgm:prSet/>
      <dgm:spPr/>
      <dgm:t>
        <a:bodyPr/>
        <a:lstStyle/>
        <a:p>
          <a:endParaRPr lang="zh-CN" altLang="en-US" sz="6600" b="1"/>
        </a:p>
      </dgm:t>
    </dgm:pt>
    <dgm:pt modelId="{12F4DC77-262D-4A86-BFBA-258B52148F5E}">
      <dgm:prSet custT="1"/>
      <dgm:spPr/>
      <dgm:t>
        <a:bodyPr/>
        <a:lstStyle/>
        <a:p>
          <a:pPr rtl="0"/>
          <a:r>
            <a:rPr lang="zh-CN" sz="1800" b="1" dirty="0" smtClean="0"/>
            <a:t>使能定时器</a:t>
          </a:r>
          <a:r>
            <a:rPr lang="en-US" sz="1800" b="1" dirty="0" err="1" smtClean="0"/>
            <a:t>TIM3</a:t>
          </a:r>
          <a:endParaRPr lang="zh-CN" sz="1800" b="1" dirty="0"/>
        </a:p>
      </dgm:t>
    </dgm:pt>
    <dgm:pt modelId="{60B49358-CD17-410C-A911-700059734C61}" type="parTrans" cxnId="{8B96256A-8000-4D5D-AC47-947FDBF532C3}">
      <dgm:prSet/>
      <dgm:spPr/>
      <dgm:t>
        <a:bodyPr/>
        <a:lstStyle/>
        <a:p>
          <a:endParaRPr lang="zh-CN" altLang="en-US" sz="6600" b="1"/>
        </a:p>
      </dgm:t>
    </dgm:pt>
    <dgm:pt modelId="{0BDFBB02-DBB6-4BE4-82BF-2397B5222EB9}" type="sibTrans" cxnId="{8B96256A-8000-4D5D-AC47-947FDBF532C3}">
      <dgm:prSet/>
      <dgm:spPr/>
      <dgm:t>
        <a:bodyPr/>
        <a:lstStyle/>
        <a:p>
          <a:endParaRPr lang="zh-CN" altLang="en-US" sz="6600" b="1"/>
        </a:p>
      </dgm:t>
    </dgm:pt>
    <dgm:pt modelId="{6BB0F12E-7179-4AE6-A190-31F2B174C53D}" type="pres">
      <dgm:prSet presAssocID="{01B60D5B-0C67-4FB6-8827-9CE2D8765D93}" presName="rootnode" presStyleCnt="0">
        <dgm:presLayoutVars>
          <dgm:chMax/>
          <dgm:chPref/>
          <dgm:dir/>
          <dgm:animLvl val="lvl"/>
        </dgm:presLayoutVars>
      </dgm:prSet>
      <dgm:spPr/>
      <dgm:t>
        <a:bodyPr/>
        <a:lstStyle/>
        <a:p>
          <a:endParaRPr lang="zh-CN" altLang="en-US"/>
        </a:p>
      </dgm:t>
    </dgm:pt>
    <dgm:pt modelId="{24291596-B698-455E-BA23-3804A4E9157F}" type="pres">
      <dgm:prSet presAssocID="{6B2DC41B-17BF-4EF5-9BCA-0AFAD9B64C43}" presName="composite" presStyleCnt="0"/>
      <dgm:spPr/>
    </dgm:pt>
    <dgm:pt modelId="{89A1E579-261F-4759-B913-0E12CB0B4E04}" type="pres">
      <dgm:prSet presAssocID="{6B2DC41B-17BF-4EF5-9BCA-0AFAD9B64C43}" presName="bentUpArrow1" presStyleLbl="alignImgPlace1" presStyleIdx="0" presStyleCnt="3" custLinFactNeighborX="-36182" custLinFactNeighborY="7970"/>
      <dgm:spPr/>
    </dgm:pt>
    <dgm:pt modelId="{6616759A-3406-4CA2-9DB4-C16884D7DCAC}" type="pres">
      <dgm:prSet presAssocID="{6B2DC41B-17BF-4EF5-9BCA-0AFAD9B64C43}" presName="ParentText" presStyleLbl="node1" presStyleIdx="0" presStyleCnt="4" custScaleX="252926" custLinFactNeighborX="-690" custLinFactNeighborY="8475">
        <dgm:presLayoutVars>
          <dgm:chMax val="1"/>
          <dgm:chPref val="1"/>
          <dgm:bulletEnabled val="1"/>
        </dgm:presLayoutVars>
      </dgm:prSet>
      <dgm:spPr/>
      <dgm:t>
        <a:bodyPr/>
        <a:lstStyle/>
        <a:p>
          <a:endParaRPr lang="zh-CN" altLang="en-US"/>
        </a:p>
      </dgm:t>
    </dgm:pt>
    <dgm:pt modelId="{18001414-F90A-4472-A15C-5E0042EBAADB}" type="pres">
      <dgm:prSet presAssocID="{6B2DC41B-17BF-4EF5-9BCA-0AFAD9B64C43}" presName="ChildText" presStyleLbl="revTx" presStyleIdx="0" presStyleCnt="3">
        <dgm:presLayoutVars>
          <dgm:chMax val="0"/>
          <dgm:chPref val="0"/>
          <dgm:bulletEnabled val="1"/>
        </dgm:presLayoutVars>
      </dgm:prSet>
      <dgm:spPr/>
    </dgm:pt>
    <dgm:pt modelId="{52BDEBC2-E4C6-4AA6-B3A9-02FCE4B5A01A}" type="pres">
      <dgm:prSet presAssocID="{950C8C5B-3336-4071-AC16-627F450F437D}" presName="sibTrans" presStyleCnt="0"/>
      <dgm:spPr/>
    </dgm:pt>
    <dgm:pt modelId="{6A5E736A-F377-488A-84AA-95BBCEB37274}" type="pres">
      <dgm:prSet presAssocID="{00ABD919-6529-4184-A702-32AD7EB91DF6}" presName="composite" presStyleCnt="0"/>
      <dgm:spPr/>
    </dgm:pt>
    <dgm:pt modelId="{CCA020EC-0E92-40CD-85EF-EBA08DF63F2B}" type="pres">
      <dgm:prSet presAssocID="{00ABD919-6529-4184-A702-32AD7EB91DF6}" presName="bentUpArrow1" presStyleLbl="alignImgPlace1" presStyleIdx="1" presStyleCnt="3" custLinFactNeighborX="-36182" custLinFactNeighborY="7970"/>
      <dgm:spPr/>
    </dgm:pt>
    <dgm:pt modelId="{3FCD1B33-651A-48E0-93A1-B4924A08CCB8}" type="pres">
      <dgm:prSet presAssocID="{00ABD919-6529-4184-A702-32AD7EB91DF6}" presName="ParentText" presStyleLbl="node1" presStyleIdx="1" presStyleCnt="4" custScaleX="252926" custLinFactNeighborX="-444" custLinFactNeighborY="5794">
        <dgm:presLayoutVars>
          <dgm:chMax val="1"/>
          <dgm:chPref val="1"/>
          <dgm:bulletEnabled val="1"/>
        </dgm:presLayoutVars>
      </dgm:prSet>
      <dgm:spPr/>
      <dgm:t>
        <a:bodyPr/>
        <a:lstStyle/>
        <a:p>
          <a:endParaRPr lang="zh-CN" altLang="en-US"/>
        </a:p>
      </dgm:t>
    </dgm:pt>
    <dgm:pt modelId="{567DBED7-7C6B-4F2C-973B-07CFD5B80745}" type="pres">
      <dgm:prSet presAssocID="{00ABD919-6529-4184-A702-32AD7EB91DF6}" presName="ChildText" presStyleLbl="revTx" presStyleIdx="1" presStyleCnt="3">
        <dgm:presLayoutVars>
          <dgm:chMax val="0"/>
          <dgm:chPref val="0"/>
          <dgm:bulletEnabled val="1"/>
        </dgm:presLayoutVars>
      </dgm:prSet>
      <dgm:spPr/>
    </dgm:pt>
    <dgm:pt modelId="{26C7A804-F32C-4DF1-8601-FBF1ACAA620D}" type="pres">
      <dgm:prSet presAssocID="{81BEF1C9-1194-4E2A-8362-1D97E85015AA}" presName="sibTrans" presStyleCnt="0"/>
      <dgm:spPr/>
    </dgm:pt>
    <dgm:pt modelId="{FC4C4595-89C5-4E6B-89FC-C8490F41B0FD}" type="pres">
      <dgm:prSet presAssocID="{DE80D6F9-CA42-4DD7-A7B2-C84A06FE65EF}" presName="composite" presStyleCnt="0"/>
      <dgm:spPr/>
    </dgm:pt>
    <dgm:pt modelId="{5B17153E-4C2B-4589-A6AA-04B01F345965}" type="pres">
      <dgm:prSet presAssocID="{DE80D6F9-CA42-4DD7-A7B2-C84A06FE65EF}" presName="bentUpArrow1" presStyleLbl="alignImgPlace1" presStyleIdx="2" presStyleCnt="3" custLinFactNeighborX="-36182" custLinFactNeighborY="7970"/>
      <dgm:spPr/>
    </dgm:pt>
    <dgm:pt modelId="{E3095C0A-A05D-4E59-9C61-DE606F06BF10}" type="pres">
      <dgm:prSet presAssocID="{DE80D6F9-CA42-4DD7-A7B2-C84A06FE65EF}" presName="ParentText" presStyleLbl="node1" presStyleIdx="2" presStyleCnt="4" custScaleX="252926" custLinFactNeighborX="5125" custLinFactNeighborY="3068">
        <dgm:presLayoutVars>
          <dgm:chMax val="1"/>
          <dgm:chPref val="1"/>
          <dgm:bulletEnabled val="1"/>
        </dgm:presLayoutVars>
      </dgm:prSet>
      <dgm:spPr/>
      <dgm:t>
        <a:bodyPr/>
        <a:lstStyle/>
        <a:p>
          <a:endParaRPr lang="zh-CN" altLang="en-US"/>
        </a:p>
      </dgm:t>
    </dgm:pt>
    <dgm:pt modelId="{FDFCC145-5B2D-455D-832C-5168118D1972}" type="pres">
      <dgm:prSet presAssocID="{DE80D6F9-CA42-4DD7-A7B2-C84A06FE65EF}" presName="ChildText" presStyleLbl="revTx" presStyleIdx="2" presStyleCnt="3">
        <dgm:presLayoutVars>
          <dgm:chMax val="0"/>
          <dgm:chPref val="0"/>
          <dgm:bulletEnabled val="1"/>
        </dgm:presLayoutVars>
      </dgm:prSet>
      <dgm:spPr/>
    </dgm:pt>
    <dgm:pt modelId="{CFDE64E0-F9CF-479F-BC00-1D6E6759542C}" type="pres">
      <dgm:prSet presAssocID="{6630EC10-FC12-4D20-8F4D-C571A611EA71}" presName="sibTrans" presStyleCnt="0"/>
      <dgm:spPr/>
    </dgm:pt>
    <dgm:pt modelId="{B2CD5B44-68F2-4194-849D-22103C81051E}" type="pres">
      <dgm:prSet presAssocID="{12F4DC77-262D-4A86-BFBA-258B52148F5E}" presName="composite" presStyleCnt="0"/>
      <dgm:spPr/>
    </dgm:pt>
    <dgm:pt modelId="{799C4214-9DAD-4138-9354-D2F68BF82ABC}" type="pres">
      <dgm:prSet presAssocID="{12F4DC77-262D-4A86-BFBA-258B52148F5E}" presName="ParentText" presStyleLbl="node1" presStyleIdx="3" presStyleCnt="4" custScaleX="252926" custLinFactNeighborX="3376" custLinFactNeighborY="-915">
        <dgm:presLayoutVars>
          <dgm:chMax val="1"/>
          <dgm:chPref val="1"/>
          <dgm:bulletEnabled val="1"/>
        </dgm:presLayoutVars>
      </dgm:prSet>
      <dgm:spPr/>
      <dgm:t>
        <a:bodyPr/>
        <a:lstStyle/>
        <a:p>
          <a:endParaRPr lang="zh-CN" altLang="en-US"/>
        </a:p>
      </dgm:t>
    </dgm:pt>
  </dgm:ptLst>
  <dgm:cxnLst>
    <dgm:cxn modelId="{E89339BC-3C97-4C92-93C4-65D15B229CC3}" srcId="{01B60D5B-0C67-4FB6-8827-9CE2D8765D93}" destId="{00ABD919-6529-4184-A702-32AD7EB91DF6}" srcOrd="1" destOrd="0" parTransId="{515432E1-1267-46A0-80F1-F9D203E4FBC5}" sibTransId="{81BEF1C9-1194-4E2A-8362-1D97E85015AA}"/>
    <dgm:cxn modelId="{A7612CF2-86B4-4ECA-B546-67146B37D520}" srcId="{01B60D5B-0C67-4FB6-8827-9CE2D8765D93}" destId="{DE80D6F9-CA42-4DD7-A7B2-C84A06FE65EF}" srcOrd="2" destOrd="0" parTransId="{D041FCB3-00BF-4C2B-8B5D-5BF95A593AAC}" sibTransId="{6630EC10-FC12-4D20-8F4D-C571A611EA71}"/>
    <dgm:cxn modelId="{68CDFCC5-0D71-4D08-A62A-91068D6DC9CB}" type="presOf" srcId="{01B60D5B-0C67-4FB6-8827-9CE2D8765D93}" destId="{6BB0F12E-7179-4AE6-A190-31F2B174C53D}" srcOrd="0" destOrd="0" presId="urn:microsoft.com/office/officeart/2005/8/layout/StepDownProcess"/>
    <dgm:cxn modelId="{6C15CFBF-DDD3-4E76-BEE5-E16F457DBE9C}" type="presOf" srcId="{00ABD919-6529-4184-A702-32AD7EB91DF6}" destId="{3FCD1B33-651A-48E0-93A1-B4924A08CCB8}" srcOrd="0" destOrd="0" presId="urn:microsoft.com/office/officeart/2005/8/layout/StepDownProcess"/>
    <dgm:cxn modelId="{F9F39666-6A9F-48E9-B8F7-B02E221782C2}" type="presOf" srcId="{12F4DC77-262D-4A86-BFBA-258B52148F5E}" destId="{799C4214-9DAD-4138-9354-D2F68BF82ABC}" srcOrd="0" destOrd="0" presId="urn:microsoft.com/office/officeart/2005/8/layout/StepDownProcess"/>
    <dgm:cxn modelId="{6B652FBD-FA9E-48C8-8C4D-019CC9263781}" srcId="{01B60D5B-0C67-4FB6-8827-9CE2D8765D93}" destId="{6B2DC41B-17BF-4EF5-9BCA-0AFAD9B64C43}" srcOrd="0" destOrd="0" parTransId="{1CD51B77-0871-4676-B868-9B1F5C1702B7}" sibTransId="{950C8C5B-3336-4071-AC16-627F450F437D}"/>
    <dgm:cxn modelId="{43BAA59D-CC86-43FF-93D6-954CA0D1C49E}" type="presOf" srcId="{DE80D6F9-CA42-4DD7-A7B2-C84A06FE65EF}" destId="{E3095C0A-A05D-4E59-9C61-DE606F06BF10}" srcOrd="0" destOrd="0" presId="urn:microsoft.com/office/officeart/2005/8/layout/StepDownProcess"/>
    <dgm:cxn modelId="{C4E78500-09B4-4509-B2BB-4616C303EDFA}" type="presOf" srcId="{6B2DC41B-17BF-4EF5-9BCA-0AFAD9B64C43}" destId="{6616759A-3406-4CA2-9DB4-C16884D7DCAC}" srcOrd="0" destOrd="0" presId="urn:microsoft.com/office/officeart/2005/8/layout/StepDownProcess"/>
    <dgm:cxn modelId="{8B96256A-8000-4D5D-AC47-947FDBF532C3}" srcId="{01B60D5B-0C67-4FB6-8827-9CE2D8765D93}" destId="{12F4DC77-262D-4A86-BFBA-258B52148F5E}" srcOrd="3" destOrd="0" parTransId="{60B49358-CD17-410C-A911-700059734C61}" sibTransId="{0BDFBB02-DBB6-4BE4-82BF-2397B5222EB9}"/>
    <dgm:cxn modelId="{468B199A-D0A2-40B0-A14C-9213F24F5E78}" type="presParOf" srcId="{6BB0F12E-7179-4AE6-A190-31F2B174C53D}" destId="{24291596-B698-455E-BA23-3804A4E9157F}" srcOrd="0" destOrd="0" presId="urn:microsoft.com/office/officeart/2005/8/layout/StepDownProcess"/>
    <dgm:cxn modelId="{A49E1D06-FAC3-45D6-881B-F66EBE7D15D1}" type="presParOf" srcId="{24291596-B698-455E-BA23-3804A4E9157F}" destId="{89A1E579-261F-4759-B913-0E12CB0B4E04}" srcOrd="0" destOrd="0" presId="urn:microsoft.com/office/officeart/2005/8/layout/StepDownProcess"/>
    <dgm:cxn modelId="{BCA2B903-2D81-48AD-9CE9-B125245FFEA3}" type="presParOf" srcId="{24291596-B698-455E-BA23-3804A4E9157F}" destId="{6616759A-3406-4CA2-9DB4-C16884D7DCAC}" srcOrd="1" destOrd="0" presId="urn:microsoft.com/office/officeart/2005/8/layout/StepDownProcess"/>
    <dgm:cxn modelId="{2DC77A8D-637D-4849-848D-4F0796DD1F32}" type="presParOf" srcId="{24291596-B698-455E-BA23-3804A4E9157F}" destId="{18001414-F90A-4472-A15C-5E0042EBAADB}" srcOrd="2" destOrd="0" presId="urn:microsoft.com/office/officeart/2005/8/layout/StepDownProcess"/>
    <dgm:cxn modelId="{36F36611-7289-402D-8675-BC3760658EB8}" type="presParOf" srcId="{6BB0F12E-7179-4AE6-A190-31F2B174C53D}" destId="{52BDEBC2-E4C6-4AA6-B3A9-02FCE4B5A01A}" srcOrd="1" destOrd="0" presId="urn:microsoft.com/office/officeart/2005/8/layout/StepDownProcess"/>
    <dgm:cxn modelId="{C6C501FF-E713-459B-8A90-9E0EF8445FA4}" type="presParOf" srcId="{6BB0F12E-7179-4AE6-A190-31F2B174C53D}" destId="{6A5E736A-F377-488A-84AA-95BBCEB37274}" srcOrd="2" destOrd="0" presId="urn:microsoft.com/office/officeart/2005/8/layout/StepDownProcess"/>
    <dgm:cxn modelId="{D7FB3620-336B-4473-AFE9-0B92749BC9BF}" type="presParOf" srcId="{6A5E736A-F377-488A-84AA-95BBCEB37274}" destId="{CCA020EC-0E92-40CD-85EF-EBA08DF63F2B}" srcOrd="0" destOrd="0" presId="urn:microsoft.com/office/officeart/2005/8/layout/StepDownProcess"/>
    <dgm:cxn modelId="{4ACE3A13-B424-4875-AD65-831FD5428C9B}" type="presParOf" srcId="{6A5E736A-F377-488A-84AA-95BBCEB37274}" destId="{3FCD1B33-651A-48E0-93A1-B4924A08CCB8}" srcOrd="1" destOrd="0" presId="urn:microsoft.com/office/officeart/2005/8/layout/StepDownProcess"/>
    <dgm:cxn modelId="{F2E2BE4C-473E-4315-ADB4-40A971DEA614}" type="presParOf" srcId="{6A5E736A-F377-488A-84AA-95BBCEB37274}" destId="{567DBED7-7C6B-4F2C-973B-07CFD5B80745}" srcOrd="2" destOrd="0" presId="urn:microsoft.com/office/officeart/2005/8/layout/StepDownProcess"/>
    <dgm:cxn modelId="{1ABECF30-AAC6-486D-94EB-8708A3CA5739}" type="presParOf" srcId="{6BB0F12E-7179-4AE6-A190-31F2B174C53D}" destId="{26C7A804-F32C-4DF1-8601-FBF1ACAA620D}" srcOrd="3" destOrd="0" presId="urn:microsoft.com/office/officeart/2005/8/layout/StepDownProcess"/>
    <dgm:cxn modelId="{1217A310-1795-46DA-9FEE-2158ADD7650D}" type="presParOf" srcId="{6BB0F12E-7179-4AE6-A190-31F2B174C53D}" destId="{FC4C4595-89C5-4E6B-89FC-C8490F41B0FD}" srcOrd="4" destOrd="0" presId="urn:microsoft.com/office/officeart/2005/8/layout/StepDownProcess"/>
    <dgm:cxn modelId="{F144A80C-7B8D-49B1-ABCA-F4F4AF28BEC3}" type="presParOf" srcId="{FC4C4595-89C5-4E6B-89FC-C8490F41B0FD}" destId="{5B17153E-4C2B-4589-A6AA-04B01F345965}" srcOrd="0" destOrd="0" presId="urn:microsoft.com/office/officeart/2005/8/layout/StepDownProcess"/>
    <dgm:cxn modelId="{AB80C829-60F3-46AF-9CFC-4FC7A0B834BC}" type="presParOf" srcId="{FC4C4595-89C5-4E6B-89FC-C8490F41B0FD}" destId="{E3095C0A-A05D-4E59-9C61-DE606F06BF10}" srcOrd="1" destOrd="0" presId="urn:microsoft.com/office/officeart/2005/8/layout/StepDownProcess"/>
    <dgm:cxn modelId="{3BFFFD2B-5300-4004-BE8C-BDBB8DDE2540}" type="presParOf" srcId="{FC4C4595-89C5-4E6B-89FC-C8490F41B0FD}" destId="{FDFCC145-5B2D-455D-832C-5168118D1972}" srcOrd="2" destOrd="0" presId="urn:microsoft.com/office/officeart/2005/8/layout/StepDownProcess"/>
    <dgm:cxn modelId="{4B956EBB-DE63-43FC-A29D-3ECE7ACBC665}" type="presParOf" srcId="{6BB0F12E-7179-4AE6-A190-31F2B174C53D}" destId="{CFDE64E0-F9CF-479F-BC00-1D6E6759542C}" srcOrd="5" destOrd="0" presId="urn:microsoft.com/office/officeart/2005/8/layout/StepDownProcess"/>
    <dgm:cxn modelId="{843F84BE-7BAF-42C3-91FD-5B7F2CF7BB69}" type="presParOf" srcId="{6BB0F12E-7179-4AE6-A190-31F2B174C53D}" destId="{B2CD5B44-68F2-4194-849D-22103C81051E}" srcOrd="6" destOrd="0" presId="urn:microsoft.com/office/officeart/2005/8/layout/StepDownProcess"/>
    <dgm:cxn modelId="{D16EA210-36DB-47DA-9B51-27CBF4B1EC08}" type="presParOf" srcId="{B2CD5B44-68F2-4194-849D-22103C81051E}" destId="{799C4214-9DAD-4138-9354-D2F68BF82ABC}" srcOrd="0"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EAD4F95-1E99-437B-A3DC-EDDED481F08F}" type="doc">
      <dgm:prSet loTypeId="urn:microsoft.com/office/officeart/2005/8/layout/orgChart1" loCatId="hierarchy" qsTypeId="urn:microsoft.com/office/officeart/2005/8/quickstyle/simple2" qsCatId="simple" csTypeId="urn:microsoft.com/office/officeart/2005/8/colors/accent5_1" csCatId="accent5" phldr="1"/>
      <dgm:spPr/>
      <dgm:t>
        <a:bodyPr/>
        <a:lstStyle/>
        <a:p>
          <a:endParaRPr lang="zh-CN" altLang="en-US"/>
        </a:p>
      </dgm:t>
    </dgm:pt>
    <dgm:pt modelId="{58A2AA0E-4A08-4A26-A8B2-CBE8D80D70CD}">
      <dgm:prSet custT="1"/>
      <dgm:spPr/>
      <dgm:t>
        <a:bodyPr/>
        <a:lstStyle/>
        <a:p>
          <a:pPr rtl="0"/>
          <a:r>
            <a:rPr lang="zh-CN" altLang="en-US" sz="1800" b="1" dirty="0" smtClean="0"/>
            <a:t>软件设计</a:t>
          </a:r>
          <a:endParaRPr lang="zh-CN" sz="1800" b="1" dirty="0"/>
        </a:p>
      </dgm:t>
    </dgm:pt>
    <dgm:pt modelId="{0A2E4076-12FA-4482-997D-E6595CB81A6B}" type="parTrans" cxnId="{8AC9809F-2817-4BA3-8538-26A6E769A932}">
      <dgm:prSet/>
      <dgm:spPr/>
      <dgm:t>
        <a:bodyPr/>
        <a:lstStyle/>
        <a:p>
          <a:endParaRPr lang="zh-CN" altLang="en-US" sz="4000" b="1">
            <a:solidFill>
              <a:schemeClr val="tx1"/>
            </a:solidFill>
          </a:endParaRPr>
        </a:p>
      </dgm:t>
    </dgm:pt>
    <dgm:pt modelId="{39D9C223-A479-40D5-AFF8-0AFAD9BDD8CB}" type="sibTrans" cxnId="{8AC9809F-2817-4BA3-8538-26A6E769A932}">
      <dgm:prSet/>
      <dgm:spPr/>
      <dgm:t>
        <a:bodyPr/>
        <a:lstStyle/>
        <a:p>
          <a:endParaRPr lang="zh-CN" altLang="en-US" sz="4000" b="1">
            <a:solidFill>
              <a:schemeClr val="tx1"/>
            </a:solidFill>
          </a:endParaRPr>
        </a:p>
      </dgm:t>
    </dgm:pt>
    <dgm:pt modelId="{97849B20-2DB4-4A74-8BFA-9A7F1E45EF36}">
      <dgm:prSet custT="1"/>
      <dgm:spPr/>
      <dgm:t>
        <a:bodyPr/>
        <a:lstStyle/>
        <a:p>
          <a:pPr rtl="0">
            <a:lnSpc>
              <a:spcPct val="100000"/>
            </a:lnSpc>
            <a:spcAft>
              <a:spcPts val="0"/>
            </a:spcAft>
          </a:pPr>
          <a:r>
            <a:rPr lang="zh-CN" sz="1800" b="1" dirty="0" smtClean="0"/>
            <a:t>主程序</a:t>
          </a:r>
          <a:endParaRPr lang="en-US" altLang="zh-CN" sz="1800" b="1" dirty="0" smtClean="0"/>
        </a:p>
        <a:p>
          <a:pPr rtl="0">
            <a:lnSpc>
              <a:spcPct val="100000"/>
            </a:lnSpc>
            <a:spcAft>
              <a:spcPts val="0"/>
            </a:spcAft>
          </a:pPr>
          <a:r>
            <a:rPr lang="en-US" sz="1800" b="1" dirty="0" err="1" smtClean="0"/>
            <a:t>main.c</a:t>
          </a:r>
          <a:r>
            <a:rPr lang="zh-CN" sz="1800" b="1" dirty="0" smtClean="0"/>
            <a:t>文件</a:t>
          </a:r>
          <a:endParaRPr lang="zh-CN" sz="1800" b="1" dirty="0"/>
        </a:p>
      </dgm:t>
    </dgm:pt>
    <dgm:pt modelId="{CE8FAB1E-9C8B-49D4-853D-3AA6AB51BF5A}" type="parTrans" cxnId="{C4CD5870-98C4-4EE2-B584-ED3C9797709F}">
      <dgm:prSet/>
      <dgm:spPr/>
      <dgm:t>
        <a:bodyPr/>
        <a:lstStyle/>
        <a:p>
          <a:endParaRPr lang="zh-CN" altLang="en-US" sz="4000" b="1">
            <a:solidFill>
              <a:schemeClr val="tx1"/>
            </a:solidFill>
          </a:endParaRPr>
        </a:p>
      </dgm:t>
    </dgm:pt>
    <dgm:pt modelId="{0AC05126-25B4-4E62-95C8-BC5164707A30}" type="sibTrans" cxnId="{C4CD5870-98C4-4EE2-B584-ED3C9797709F}">
      <dgm:prSet/>
      <dgm:spPr/>
      <dgm:t>
        <a:bodyPr/>
        <a:lstStyle/>
        <a:p>
          <a:endParaRPr lang="zh-CN" altLang="en-US" sz="4000" b="1">
            <a:solidFill>
              <a:schemeClr val="tx1"/>
            </a:solidFill>
          </a:endParaRPr>
        </a:p>
      </dgm:t>
    </dgm:pt>
    <dgm:pt modelId="{7985F242-3F91-4DDE-8FC4-C607A025ACB6}">
      <dgm:prSet custT="1"/>
      <dgm:spPr/>
      <dgm:t>
        <a:bodyPr/>
        <a:lstStyle/>
        <a:p>
          <a:pPr rtl="0"/>
          <a:r>
            <a:rPr lang="en-US" sz="1800" b="1" dirty="0" smtClean="0"/>
            <a:t>TIM3_PWM.c</a:t>
          </a:r>
          <a:r>
            <a:rPr lang="zh-CN" sz="1800" b="1" dirty="0" smtClean="0"/>
            <a:t>文件</a:t>
          </a:r>
          <a:endParaRPr lang="zh-CN" sz="1800" b="1" dirty="0"/>
        </a:p>
      </dgm:t>
    </dgm:pt>
    <dgm:pt modelId="{DC6FC1E2-2A73-4BF0-900B-E4795C04EA5F}" type="parTrans" cxnId="{2B2B0B95-7F8E-4E5C-A660-E2F371471489}">
      <dgm:prSet/>
      <dgm:spPr/>
      <dgm:t>
        <a:bodyPr/>
        <a:lstStyle/>
        <a:p>
          <a:endParaRPr lang="zh-CN" altLang="en-US" sz="4000" b="1">
            <a:solidFill>
              <a:schemeClr val="tx1"/>
            </a:solidFill>
          </a:endParaRPr>
        </a:p>
      </dgm:t>
    </dgm:pt>
    <dgm:pt modelId="{485CA2BE-4FAA-4F4F-861B-0E8909E2762F}" type="sibTrans" cxnId="{2B2B0B95-7F8E-4E5C-A660-E2F371471489}">
      <dgm:prSet/>
      <dgm:spPr/>
      <dgm:t>
        <a:bodyPr/>
        <a:lstStyle/>
        <a:p>
          <a:endParaRPr lang="zh-CN" altLang="en-US" sz="4000" b="1">
            <a:solidFill>
              <a:schemeClr val="tx1"/>
            </a:solidFill>
          </a:endParaRPr>
        </a:p>
      </dgm:t>
    </dgm:pt>
    <dgm:pt modelId="{FEEDABE5-10A6-402E-BC25-122C3B995B67}">
      <dgm:prSet custT="1"/>
      <dgm:spPr/>
      <dgm:t>
        <a:bodyPr/>
        <a:lstStyle/>
        <a:p>
          <a:pPr rtl="0"/>
          <a:r>
            <a:rPr lang="en-US" sz="1800" b="1" dirty="0" smtClean="0"/>
            <a:t>TIM3_PWM.h</a:t>
          </a:r>
          <a:r>
            <a:rPr lang="zh-CN" sz="1800" b="1" dirty="0" smtClean="0"/>
            <a:t>头文件</a:t>
          </a:r>
          <a:endParaRPr lang="zh-CN" sz="1800" b="1" dirty="0"/>
        </a:p>
      </dgm:t>
    </dgm:pt>
    <dgm:pt modelId="{3881DFE1-884A-4A2A-9C28-7F69C1325B3C}" type="parTrans" cxnId="{99E45685-2866-4618-89D1-DA5C83D75752}">
      <dgm:prSet/>
      <dgm:spPr/>
      <dgm:t>
        <a:bodyPr/>
        <a:lstStyle/>
        <a:p>
          <a:endParaRPr lang="zh-CN" altLang="en-US" sz="4000" b="1">
            <a:solidFill>
              <a:schemeClr val="tx1"/>
            </a:solidFill>
          </a:endParaRPr>
        </a:p>
      </dgm:t>
    </dgm:pt>
    <dgm:pt modelId="{268BC60B-A2E6-4282-90E2-8EC6F13E3168}" type="sibTrans" cxnId="{99E45685-2866-4618-89D1-DA5C83D75752}">
      <dgm:prSet/>
      <dgm:spPr/>
      <dgm:t>
        <a:bodyPr/>
        <a:lstStyle/>
        <a:p>
          <a:endParaRPr lang="zh-CN" altLang="en-US" sz="4000" b="1">
            <a:solidFill>
              <a:schemeClr val="tx1"/>
            </a:solidFill>
          </a:endParaRPr>
        </a:p>
      </dgm:t>
    </dgm:pt>
    <dgm:pt modelId="{CD8C3609-8700-41E3-BFCA-0E0A51A52642}" type="pres">
      <dgm:prSet presAssocID="{CEAD4F95-1E99-437B-A3DC-EDDED481F08F}" presName="hierChild1" presStyleCnt="0">
        <dgm:presLayoutVars>
          <dgm:orgChart val="1"/>
          <dgm:chPref val="1"/>
          <dgm:dir/>
          <dgm:animOne val="branch"/>
          <dgm:animLvl val="lvl"/>
          <dgm:resizeHandles/>
        </dgm:presLayoutVars>
      </dgm:prSet>
      <dgm:spPr/>
      <dgm:t>
        <a:bodyPr/>
        <a:lstStyle/>
        <a:p>
          <a:endParaRPr lang="zh-CN" altLang="en-US"/>
        </a:p>
      </dgm:t>
    </dgm:pt>
    <dgm:pt modelId="{FB7A86DE-96B5-4683-9E8D-92EE3E16AED5}" type="pres">
      <dgm:prSet presAssocID="{58A2AA0E-4A08-4A26-A8B2-CBE8D80D70CD}" presName="hierRoot1" presStyleCnt="0">
        <dgm:presLayoutVars>
          <dgm:hierBranch val="init"/>
        </dgm:presLayoutVars>
      </dgm:prSet>
      <dgm:spPr/>
      <dgm:t>
        <a:bodyPr/>
        <a:lstStyle/>
        <a:p>
          <a:endParaRPr lang="zh-CN" altLang="en-US"/>
        </a:p>
      </dgm:t>
    </dgm:pt>
    <dgm:pt modelId="{19C880E1-A2B0-4153-8EEC-3D5D3D49405E}" type="pres">
      <dgm:prSet presAssocID="{58A2AA0E-4A08-4A26-A8B2-CBE8D80D70CD}" presName="rootComposite1" presStyleCnt="0"/>
      <dgm:spPr/>
      <dgm:t>
        <a:bodyPr/>
        <a:lstStyle/>
        <a:p>
          <a:endParaRPr lang="zh-CN" altLang="en-US"/>
        </a:p>
      </dgm:t>
    </dgm:pt>
    <dgm:pt modelId="{7743FE7A-9472-48CE-88B9-9087331AEB46}" type="pres">
      <dgm:prSet presAssocID="{58A2AA0E-4A08-4A26-A8B2-CBE8D80D70CD}" presName="rootText1" presStyleLbl="node0" presStyleIdx="0" presStyleCnt="1">
        <dgm:presLayoutVars>
          <dgm:chPref val="3"/>
        </dgm:presLayoutVars>
      </dgm:prSet>
      <dgm:spPr/>
      <dgm:t>
        <a:bodyPr/>
        <a:lstStyle/>
        <a:p>
          <a:endParaRPr lang="zh-CN" altLang="en-US"/>
        </a:p>
      </dgm:t>
    </dgm:pt>
    <dgm:pt modelId="{58C1A81D-9994-4E50-87BA-1D0753A459E8}" type="pres">
      <dgm:prSet presAssocID="{58A2AA0E-4A08-4A26-A8B2-CBE8D80D70CD}" presName="rootConnector1" presStyleLbl="node1" presStyleIdx="0" presStyleCnt="0"/>
      <dgm:spPr/>
      <dgm:t>
        <a:bodyPr/>
        <a:lstStyle/>
        <a:p>
          <a:endParaRPr lang="zh-CN" altLang="en-US"/>
        </a:p>
      </dgm:t>
    </dgm:pt>
    <dgm:pt modelId="{92A7E46A-9DB2-4311-A0FC-7D1FF51D49EB}" type="pres">
      <dgm:prSet presAssocID="{58A2AA0E-4A08-4A26-A8B2-CBE8D80D70CD}" presName="hierChild2" presStyleCnt="0"/>
      <dgm:spPr/>
      <dgm:t>
        <a:bodyPr/>
        <a:lstStyle/>
        <a:p>
          <a:endParaRPr lang="zh-CN" altLang="en-US"/>
        </a:p>
      </dgm:t>
    </dgm:pt>
    <dgm:pt modelId="{46B8E54B-E406-4916-B93F-A3659C2C5CF1}" type="pres">
      <dgm:prSet presAssocID="{CE8FAB1E-9C8B-49D4-853D-3AA6AB51BF5A}" presName="Name37" presStyleLbl="parChTrans1D2" presStyleIdx="0" presStyleCnt="3"/>
      <dgm:spPr/>
      <dgm:t>
        <a:bodyPr/>
        <a:lstStyle/>
        <a:p>
          <a:endParaRPr lang="zh-CN" altLang="en-US"/>
        </a:p>
      </dgm:t>
    </dgm:pt>
    <dgm:pt modelId="{DCB4B7CF-52AC-4050-B7A1-C4BB71B9991D}" type="pres">
      <dgm:prSet presAssocID="{97849B20-2DB4-4A74-8BFA-9A7F1E45EF36}" presName="hierRoot2" presStyleCnt="0">
        <dgm:presLayoutVars>
          <dgm:hierBranch val="init"/>
        </dgm:presLayoutVars>
      </dgm:prSet>
      <dgm:spPr/>
      <dgm:t>
        <a:bodyPr/>
        <a:lstStyle/>
        <a:p>
          <a:endParaRPr lang="zh-CN" altLang="en-US"/>
        </a:p>
      </dgm:t>
    </dgm:pt>
    <dgm:pt modelId="{2AB56CD4-6EC5-4893-9BDE-44EF0FBE1307}" type="pres">
      <dgm:prSet presAssocID="{97849B20-2DB4-4A74-8BFA-9A7F1E45EF36}" presName="rootComposite" presStyleCnt="0"/>
      <dgm:spPr/>
      <dgm:t>
        <a:bodyPr/>
        <a:lstStyle/>
        <a:p>
          <a:endParaRPr lang="zh-CN" altLang="en-US"/>
        </a:p>
      </dgm:t>
    </dgm:pt>
    <dgm:pt modelId="{4F2CAB8E-49E2-408C-84B4-B195C7BAEBFE}" type="pres">
      <dgm:prSet presAssocID="{97849B20-2DB4-4A74-8BFA-9A7F1E45EF36}" presName="rootText" presStyleLbl="node2" presStyleIdx="0" presStyleCnt="3">
        <dgm:presLayoutVars>
          <dgm:chPref val="3"/>
        </dgm:presLayoutVars>
      </dgm:prSet>
      <dgm:spPr/>
      <dgm:t>
        <a:bodyPr/>
        <a:lstStyle/>
        <a:p>
          <a:endParaRPr lang="zh-CN" altLang="en-US"/>
        </a:p>
      </dgm:t>
    </dgm:pt>
    <dgm:pt modelId="{246D5A46-A965-473C-837E-4DEF3C706108}" type="pres">
      <dgm:prSet presAssocID="{97849B20-2DB4-4A74-8BFA-9A7F1E45EF36}" presName="rootConnector" presStyleLbl="node2" presStyleIdx="0" presStyleCnt="3"/>
      <dgm:spPr/>
      <dgm:t>
        <a:bodyPr/>
        <a:lstStyle/>
        <a:p>
          <a:endParaRPr lang="zh-CN" altLang="en-US"/>
        </a:p>
      </dgm:t>
    </dgm:pt>
    <dgm:pt modelId="{B3336E52-744A-41AC-9B65-7BBFBF28C6B8}" type="pres">
      <dgm:prSet presAssocID="{97849B20-2DB4-4A74-8BFA-9A7F1E45EF36}" presName="hierChild4" presStyleCnt="0"/>
      <dgm:spPr/>
      <dgm:t>
        <a:bodyPr/>
        <a:lstStyle/>
        <a:p>
          <a:endParaRPr lang="zh-CN" altLang="en-US"/>
        </a:p>
      </dgm:t>
    </dgm:pt>
    <dgm:pt modelId="{8DE510AE-9FBA-4DF5-AD89-FE2F6832BE05}" type="pres">
      <dgm:prSet presAssocID="{97849B20-2DB4-4A74-8BFA-9A7F1E45EF36}" presName="hierChild5" presStyleCnt="0"/>
      <dgm:spPr/>
      <dgm:t>
        <a:bodyPr/>
        <a:lstStyle/>
        <a:p>
          <a:endParaRPr lang="zh-CN" altLang="en-US"/>
        </a:p>
      </dgm:t>
    </dgm:pt>
    <dgm:pt modelId="{74DE3214-6944-43EA-841E-5A8EDC924FCD}" type="pres">
      <dgm:prSet presAssocID="{DC6FC1E2-2A73-4BF0-900B-E4795C04EA5F}" presName="Name37" presStyleLbl="parChTrans1D2" presStyleIdx="1" presStyleCnt="3"/>
      <dgm:spPr/>
      <dgm:t>
        <a:bodyPr/>
        <a:lstStyle/>
        <a:p>
          <a:endParaRPr lang="zh-CN" altLang="en-US"/>
        </a:p>
      </dgm:t>
    </dgm:pt>
    <dgm:pt modelId="{BB7E16A2-D3CD-47F0-B95D-64C18F049FC8}" type="pres">
      <dgm:prSet presAssocID="{7985F242-3F91-4DDE-8FC4-C607A025ACB6}" presName="hierRoot2" presStyleCnt="0">
        <dgm:presLayoutVars>
          <dgm:hierBranch val="init"/>
        </dgm:presLayoutVars>
      </dgm:prSet>
      <dgm:spPr/>
      <dgm:t>
        <a:bodyPr/>
        <a:lstStyle/>
        <a:p>
          <a:endParaRPr lang="zh-CN" altLang="en-US"/>
        </a:p>
      </dgm:t>
    </dgm:pt>
    <dgm:pt modelId="{7CAE2602-5CD5-48CC-B7DB-628D8EF677DA}" type="pres">
      <dgm:prSet presAssocID="{7985F242-3F91-4DDE-8FC4-C607A025ACB6}" presName="rootComposite" presStyleCnt="0"/>
      <dgm:spPr/>
      <dgm:t>
        <a:bodyPr/>
        <a:lstStyle/>
        <a:p>
          <a:endParaRPr lang="zh-CN" altLang="en-US"/>
        </a:p>
      </dgm:t>
    </dgm:pt>
    <dgm:pt modelId="{32D3F3DC-EBEF-4576-A62D-E97BA082F290}" type="pres">
      <dgm:prSet presAssocID="{7985F242-3F91-4DDE-8FC4-C607A025ACB6}" presName="rootText" presStyleLbl="node2" presStyleIdx="1" presStyleCnt="3">
        <dgm:presLayoutVars>
          <dgm:chPref val="3"/>
        </dgm:presLayoutVars>
      </dgm:prSet>
      <dgm:spPr/>
      <dgm:t>
        <a:bodyPr/>
        <a:lstStyle/>
        <a:p>
          <a:endParaRPr lang="zh-CN" altLang="en-US"/>
        </a:p>
      </dgm:t>
    </dgm:pt>
    <dgm:pt modelId="{D86BBA7D-FA04-427D-A9A9-321A59713392}" type="pres">
      <dgm:prSet presAssocID="{7985F242-3F91-4DDE-8FC4-C607A025ACB6}" presName="rootConnector" presStyleLbl="node2" presStyleIdx="1" presStyleCnt="3"/>
      <dgm:spPr/>
      <dgm:t>
        <a:bodyPr/>
        <a:lstStyle/>
        <a:p>
          <a:endParaRPr lang="zh-CN" altLang="en-US"/>
        </a:p>
      </dgm:t>
    </dgm:pt>
    <dgm:pt modelId="{0F18635B-95B9-423C-870E-9AA20935BC2A}" type="pres">
      <dgm:prSet presAssocID="{7985F242-3F91-4DDE-8FC4-C607A025ACB6}" presName="hierChild4" presStyleCnt="0"/>
      <dgm:spPr/>
      <dgm:t>
        <a:bodyPr/>
        <a:lstStyle/>
        <a:p>
          <a:endParaRPr lang="zh-CN" altLang="en-US"/>
        </a:p>
      </dgm:t>
    </dgm:pt>
    <dgm:pt modelId="{A1A94753-5CC7-43C0-B16B-86327B61F613}" type="pres">
      <dgm:prSet presAssocID="{7985F242-3F91-4DDE-8FC4-C607A025ACB6}" presName="hierChild5" presStyleCnt="0"/>
      <dgm:spPr/>
      <dgm:t>
        <a:bodyPr/>
        <a:lstStyle/>
        <a:p>
          <a:endParaRPr lang="zh-CN" altLang="en-US"/>
        </a:p>
      </dgm:t>
    </dgm:pt>
    <dgm:pt modelId="{92BBAE44-5D50-4181-BBA6-29041690C994}" type="pres">
      <dgm:prSet presAssocID="{3881DFE1-884A-4A2A-9C28-7F69C1325B3C}" presName="Name37" presStyleLbl="parChTrans1D2" presStyleIdx="2" presStyleCnt="3"/>
      <dgm:spPr/>
      <dgm:t>
        <a:bodyPr/>
        <a:lstStyle/>
        <a:p>
          <a:endParaRPr lang="zh-CN" altLang="en-US"/>
        </a:p>
      </dgm:t>
    </dgm:pt>
    <dgm:pt modelId="{7A379338-5D85-4577-A560-2FC1F581FEBD}" type="pres">
      <dgm:prSet presAssocID="{FEEDABE5-10A6-402E-BC25-122C3B995B67}" presName="hierRoot2" presStyleCnt="0">
        <dgm:presLayoutVars>
          <dgm:hierBranch val="init"/>
        </dgm:presLayoutVars>
      </dgm:prSet>
      <dgm:spPr/>
      <dgm:t>
        <a:bodyPr/>
        <a:lstStyle/>
        <a:p>
          <a:endParaRPr lang="zh-CN" altLang="en-US"/>
        </a:p>
      </dgm:t>
    </dgm:pt>
    <dgm:pt modelId="{708CCC51-2A52-4220-8FEA-8AF20E1CCF70}" type="pres">
      <dgm:prSet presAssocID="{FEEDABE5-10A6-402E-BC25-122C3B995B67}" presName="rootComposite" presStyleCnt="0"/>
      <dgm:spPr/>
      <dgm:t>
        <a:bodyPr/>
        <a:lstStyle/>
        <a:p>
          <a:endParaRPr lang="zh-CN" altLang="en-US"/>
        </a:p>
      </dgm:t>
    </dgm:pt>
    <dgm:pt modelId="{517303F1-DE16-4C85-8213-A0408C38360C}" type="pres">
      <dgm:prSet presAssocID="{FEEDABE5-10A6-402E-BC25-122C3B995B67}" presName="rootText" presStyleLbl="node2" presStyleIdx="2" presStyleCnt="3">
        <dgm:presLayoutVars>
          <dgm:chPref val="3"/>
        </dgm:presLayoutVars>
      </dgm:prSet>
      <dgm:spPr/>
      <dgm:t>
        <a:bodyPr/>
        <a:lstStyle/>
        <a:p>
          <a:endParaRPr lang="zh-CN" altLang="en-US"/>
        </a:p>
      </dgm:t>
    </dgm:pt>
    <dgm:pt modelId="{9D03166B-2F45-454C-A7F5-1F518771CEF9}" type="pres">
      <dgm:prSet presAssocID="{FEEDABE5-10A6-402E-BC25-122C3B995B67}" presName="rootConnector" presStyleLbl="node2" presStyleIdx="2" presStyleCnt="3"/>
      <dgm:spPr/>
      <dgm:t>
        <a:bodyPr/>
        <a:lstStyle/>
        <a:p>
          <a:endParaRPr lang="zh-CN" altLang="en-US"/>
        </a:p>
      </dgm:t>
    </dgm:pt>
    <dgm:pt modelId="{E2C8515E-BB72-468A-87B8-9FA0BFE48E05}" type="pres">
      <dgm:prSet presAssocID="{FEEDABE5-10A6-402E-BC25-122C3B995B67}" presName="hierChild4" presStyleCnt="0"/>
      <dgm:spPr/>
      <dgm:t>
        <a:bodyPr/>
        <a:lstStyle/>
        <a:p>
          <a:endParaRPr lang="zh-CN" altLang="en-US"/>
        </a:p>
      </dgm:t>
    </dgm:pt>
    <dgm:pt modelId="{2CB7ABA9-D89F-4E87-ACB1-D7510282F8DB}" type="pres">
      <dgm:prSet presAssocID="{FEEDABE5-10A6-402E-BC25-122C3B995B67}" presName="hierChild5" presStyleCnt="0"/>
      <dgm:spPr/>
      <dgm:t>
        <a:bodyPr/>
        <a:lstStyle/>
        <a:p>
          <a:endParaRPr lang="zh-CN" altLang="en-US"/>
        </a:p>
      </dgm:t>
    </dgm:pt>
    <dgm:pt modelId="{5247C0BB-A1BA-4E91-A10E-8E01DE57D42E}" type="pres">
      <dgm:prSet presAssocID="{58A2AA0E-4A08-4A26-A8B2-CBE8D80D70CD}" presName="hierChild3" presStyleCnt="0"/>
      <dgm:spPr/>
      <dgm:t>
        <a:bodyPr/>
        <a:lstStyle/>
        <a:p>
          <a:endParaRPr lang="zh-CN" altLang="en-US"/>
        </a:p>
      </dgm:t>
    </dgm:pt>
  </dgm:ptLst>
  <dgm:cxnLst>
    <dgm:cxn modelId="{8750ADCD-39A8-47E1-AB96-DFACB7EDCF73}" type="presOf" srcId="{FEEDABE5-10A6-402E-BC25-122C3B995B67}" destId="{9D03166B-2F45-454C-A7F5-1F518771CEF9}" srcOrd="1" destOrd="0" presId="urn:microsoft.com/office/officeart/2005/8/layout/orgChart1"/>
    <dgm:cxn modelId="{E230CAAF-33C5-4574-8874-1F1CB809B545}" type="presOf" srcId="{7985F242-3F91-4DDE-8FC4-C607A025ACB6}" destId="{32D3F3DC-EBEF-4576-A62D-E97BA082F290}" srcOrd="0" destOrd="0" presId="urn:microsoft.com/office/officeart/2005/8/layout/orgChart1"/>
    <dgm:cxn modelId="{C4CD5870-98C4-4EE2-B584-ED3C9797709F}" srcId="{58A2AA0E-4A08-4A26-A8B2-CBE8D80D70CD}" destId="{97849B20-2DB4-4A74-8BFA-9A7F1E45EF36}" srcOrd="0" destOrd="0" parTransId="{CE8FAB1E-9C8B-49D4-853D-3AA6AB51BF5A}" sibTransId="{0AC05126-25B4-4E62-95C8-BC5164707A30}"/>
    <dgm:cxn modelId="{3D1EF585-B3BE-4FC2-9ABA-F6478E391D9C}" type="presOf" srcId="{97849B20-2DB4-4A74-8BFA-9A7F1E45EF36}" destId="{246D5A46-A965-473C-837E-4DEF3C706108}" srcOrd="1" destOrd="0" presId="urn:microsoft.com/office/officeart/2005/8/layout/orgChart1"/>
    <dgm:cxn modelId="{D59630DB-9D23-4545-8E2D-B11E82171FA1}" type="presOf" srcId="{7985F242-3F91-4DDE-8FC4-C607A025ACB6}" destId="{D86BBA7D-FA04-427D-A9A9-321A59713392}" srcOrd="1" destOrd="0" presId="urn:microsoft.com/office/officeart/2005/8/layout/orgChart1"/>
    <dgm:cxn modelId="{A579BF9F-6B77-468E-B243-894A490AF61A}" type="presOf" srcId="{FEEDABE5-10A6-402E-BC25-122C3B995B67}" destId="{517303F1-DE16-4C85-8213-A0408C38360C}" srcOrd="0" destOrd="0" presId="urn:microsoft.com/office/officeart/2005/8/layout/orgChart1"/>
    <dgm:cxn modelId="{441D6B0D-88BD-46A5-9952-2149F024D4B4}" type="presOf" srcId="{58A2AA0E-4A08-4A26-A8B2-CBE8D80D70CD}" destId="{58C1A81D-9994-4E50-87BA-1D0753A459E8}" srcOrd="1" destOrd="0" presId="urn:microsoft.com/office/officeart/2005/8/layout/orgChart1"/>
    <dgm:cxn modelId="{596C6820-5730-405F-97C1-E4E0C5E118BE}" type="presOf" srcId="{3881DFE1-884A-4A2A-9C28-7F69C1325B3C}" destId="{92BBAE44-5D50-4181-BBA6-29041690C994}" srcOrd="0" destOrd="0" presId="urn:microsoft.com/office/officeart/2005/8/layout/orgChart1"/>
    <dgm:cxn modelId="{AF02D0C5-8C6D-4F1C-BDB9-743055BB3294}" type="presOf" srcId="{97849B20-2DB4-4A74-8BFA-9A7F1E45EF36}" destId="{4F2CAB8E-49E2-408C-84B4-B195C7BAEBFE}" srcOrd="0" destOrd="0" presId="urn:microsoft.com/office/officeart/2005/8/layout/orgChart1"/>
    <dgm:cxn modelId="{CDE12090-C47D-4F3E-A2EA-BF417F98316A}" type="presOf" srcId="{DC6FC1E2-2A73-4BF0-900B-E4795C04EA5F}" destId="{74DE3214-6944-43EA-841E-5A8EDC924FCD}" srcOrd="0" destOrd="0" presId="urn:microsoft.com/office/officeart/2005/8/layout/orgChart1"/>
    <dgm:cxn modelId="{03E77408-31D9-40EA-BB24-0B8BE9F1AD21}" type="presOf" srcId="{CEAD4F95-1E99-437B-A3DC-EDDED481F08F}" destId="{CD8C3609-8700-41E3-BFCA-0E0A51A52642}" srcOrd="0" destOrd="0" presId="urn:microsoft.com/office/officeart/2005/8/layout/orgChart1"/>
    <dgm:cxn modelId="{8AC9809F-2817-4BA3-8538-26A6E769A932}" srcId="{CEAD4F95-1E99-437B-A3DC-EDDED481F08F}" destId="{58A2AA0E-4A08-4A26-A8B2-CBE8D80D70CD}" srcOrd="0" destOrd="0" parTransId="{0A2E4076-12FA-4482-997D-E6595CB81A6B}" sibTransId="{39D9C223-A479-40D5-AFF8-0AFAD9BDD8CB}"/>
    <dgm:cxn modelId="{32D6B2C0-D99D-4B13-BD6A-C6AE24993D3C}" type="presOf" srcId="{58A2AA0E-4A08-4A26-A8B2-CBE8D80D70CD}" destId="{7743FE7A-9472-48CE-88B9-9087331AEB46}" srcOrd="0" destOrd="0" presId="urn:microsoft.com/office/officeart/2005/8/layout/orgChart1"/>
    <dgm:cxn modelId="{99E45685-2866-4618-89D1-DA5C83D75752}" srcId="{58A2AA0E-4A08-4A26-A8B2-CBE8D80D70CD}" destId="{FEEDABE5-10A6-402E-BC25-122C3B995B67}" srcOrd="2" destOrd="0" parTransId="{3881DFE1-884A-4A2A-9C28-7F69C1325B3C}" sibTransId="{268BC60B-A2E6-4282-90E2-8EC6F13E3168}"/>
    <dgm:cxn modelId="{BF8ABD93-0DFD-4BB1-A319-0841188B6D62}" type="presOf" srcId="{CE8FAB1E-9C8B-49D4-853D-3AA6AB51BF5A}" destId="{46B8E54B-E406-4916-B93F-A3659C2C5CF1}" srcOrd="0" destOrd="0" presId="urn:microsoft.com/office/officeart/2005/8/layout/orgChart1"/>
    <dgm:cxn modelId="{2B2B0B95-7F8E-4E5C-A660-E2F371471489}" srcId="{58A2AA0E-4A08-4A26-A8B2-CBE8D80D70CD}" destId="{7985F242-3F91-4DDE-8FC4-C607A025ACB6}" srcOrd="1" destOrd="0" parTransId="{DC6FC1E2-2A73-4BF0-900B-E4795C04EA5F}" sibTransId="{485CA2BE-4FAA-4F4F-861B-0E8909E2762F}"/>
    <dgm:cxn modelId="{787A4DDA-5C69-4AA8-AB2E-A7531C2F8F25}" type="presParOf" srcId="{CD8C3609-8700-41E3-BFCA-0E0A51A52642}" destId="{FB7A86DE-96B5-4683-9E8D-92EE3E16AED5}" srcOrd="0" destOrd="0" presId="urn:microsoft.com/office/officeart/2005/8/layout/orgChart1"/>
    <dgm:cxn modelId="{1601B4F7-FE30-491A-9E1F-2B6C5643E7AB}" type="presParOf" srcId="{FB7A86DE-96B5-4683-9E8D-92EE3E16AED5}" destId="{19C880E1-A2B0-4153-8EEC-3D5D3D49405E}" srcOrd="0" destOrd="0" presId="urn:microsoft.com/office/officeart/2005/8/layout/orgChart1"/>
    <dgm:cxn modelId="{614DCEF7-36D2-44B1-87F2-19DBE0951AF2}" type="presParOf" srcId="{19C880E1-A2B0-4153-8EEC-3D5D3D49405E}" destId="{7743FE7A-9472-48CE-88B9-9087331AEB46}" srcOrd="0" destOrd="0" presId="urn:microsoft.com/office/officeart/2005/8/layout/orgChart1"/>
    <dgm:cxn modelId="{6376682C-540E-44E7-8445-085C36714130}" type="presParOf" srcId="{19C880E1-A2B0-4153-8EEC-3D5D3D49405E}" destId="{58C1A81D-9994-4E50-87BA-1D0753A459E8}" srcOrd="1" destOrd="0" presId="urn:microsoft.com/office/officeart/2005/8/layout/orgChart1"/>
    <dgm:cxn modelId="{BB976A91-4571-4601-BA9E-C9CB37CC4A6E}" type="presParOf" srcId="{FB7A86DE-96B5-4683-9E8D-92EE3E16AED5}" destId="{92A7E46A-9DB2-4311-A0FC-7D1FF51D49EB}" srcOrd="1" destOrd="0" presId="urn:microsoft.com/office/officeart/2005/8/layout/orgChart1"/>
    <dgm:cxn modelId="{FCC2BA2A-DABE-4013-9D0C-691B14A7710E}" type="presParOf" srcId="{92A7E46A-9DB2-4311-A0FC-7D1FF51D49EB}" destId="{46B8E54B-E406-4916-B93F-A3659C2C5CF1}" srcOrd="0" destOrd="0" presId="urn:microsoft.com/office/officeart/2005/8/layout/orgChart1"/>
    <dgm:cxn modelId="{CBEC6F48-CE1F-4DA3-A2E8-0ACDAEA27922}" type="presParOf" srcId="{92A7E46A-9DB2-4311-A0FC-7D1FF51D49EB}" destId="{DCB4B7CF-52AC-4050-B7A1-C4BB71B9991D}" srcOrd="1" destOrd="0" presId="urn:microsoft.com/office/officeart/2005/8/layout/orgChart1"/>
    <dgm:cxn modelId="{E7E79BE7-7F67-4F36-9678-5D047AE5ABD6}" type="presParOf" srcId="{DCB4B7CF-52AC-4050-B7A1-C4BB71B9991D}" destId="{2AB56CD4-6EC5-4893-9BDE-44EF0FBE1307}" srcOrd="0" destOrd="0" presId="urn:microsoft.com/office/officeart/2005/8/layout/orgChart1"/>
    <dgm:cxn modelId="{4B84C70F-88CD-4458-B8FB-B27B183C4D37}" type="presParOf" srcId="{2AB56CD4-6EC5-4893-9BDE-44EF0FBE1307}" destId="{4F2CAB8E-49E2-408C-84B4-B195C7BAEBFE}" srcOrd="0" destOrd="0" presId="urn:microsoft.com/office/officeart/2005/8/layout/orgChart1"/>
    <dgm:cxn modelId="{843D391F-BAEF-45A6-AD47-F0AA51CE9732}" type="presParOf" srcId="{2AB56CD4-6EC5-4893-9BDE-44EF0FBE1307}" destId="{246D5A46-A965-473C-837E-4DEF3C706108}" srcOrd="1" destOrd="0" presId="urn:microsoft.com/office/officeart/2005/8/layout/orgChart1"/>
    <dgm:cxn modelId="{759706F7-3181-451D-AA08-DC061B58BE0C}" type="presParOf" srcId="{DCB4B7CF-52AC-4050-B7A1-C4BB71B9991D}" destId="{B3336E52-744A-41AC-9B65-7BBFBF28C6B8}" srcOrd="1" destOrd="0" presId="urn:microsoft.com/office/officeart/2005/8/layout/orgChart1"/>
    <dgm:cxn modelId="{3F51CBB8-D908-4A69-9AAC-84B08F692A7E}" type="presParOf" srcId="{DCB4B7CF-52AC-4050-B7A1-C4BB71B9991D}" destId="{8DE510AE-9FBA-4DF5-AD89-FE2F6832BE05}" srcOrd="2" destOrd="0" presId="urn:microsoft.com/office/officeart/2005/8/layout/orgChart1"/>
    <dgm:cxn modelId="{B74B40BE-8EEE-4094-B056-BD92315291CB}" type="presParOf" srcId="{92A7E46A-9DB2-4311-A0FC-7D1FF51D49EB}" destId="{74DE3214-6944-43EA-841E-5A8EDC924FCD}" srcOrd="2" destOrd="0" presId="urn:microsoft.com/office/officeart/2005/8/layout/orgChart1"/>
    <dgm:cxn modelId="{D2476000-958B-40EF-BB23-F05A6498ED7D}" type="presParOf" srcId="{92A7E46A-9DB2-4311-A0FC-7D1FF51D49EB}" destId="{BB7E16A2-D3CD-47F0-B95D-64C18F049FC8}" srcOrd="3" destOrd="0" presId="urn:microsoft.com/office/officeart/2005/8/layout/orgChart1"/>
    <dgm:cxn modelId="{3E5921B2-CFE4-464C-AE97-5DC8B68F1910}" type="presParOf" srcId="{BB7E16A2-D3CD-47F0-B95D-64C18F049FC8}" destId="{7CAE2602-5CD5-48CC-B7DB-628D8EF677DA}" srcOrd="0" destOrd="0" presId="urn:microsoft.com/office/officeart/2005/8/layout/orgChart1"/>
    <dgm:cxn modelId="{4CB88B38-3786-435A-874B-92873EFDC90A}" type="presParOf" srcId="{7CAE2602-5CD5-48CC-B7DB-628D8EF677DA}" destId="{32D3F3DC-EBEF-4576-A62D-E97BA082F290}" srcOrd="0" destOrd="0" presId="urn:microsoft.com/office/officeart/2005/8/layout/orgChart1"/>
    <dgm:cxn modelId="{B54EA7B5-F4CD-4871-B495-86DFF9B093CC}" type="presParOf" srcId="{7CAE2602-5CD5-48CC-B7DB-628D8EF677DA}" destId="{D86BBA7D-FA04-427D-A9A9-321A59713392}" srcOrd="1" destOrd="0" presId="urn:microsoft.com/office/officeart/2005/8/layout/orgChart1"/>
    <dgm:cxn modelId="{E0AE025B-2F78-4617-97BD-13BCFA986F6F}" type="presParOf" srcId="{BB7E16A2-D3CD-47F0-B95D-64C18F049FC8}" destId="{0F18635B-95B9-423C-870E-9AA20935BC2A}" srcOrd="1" destOrd="0" presId="urn:microsoft.com/office/officeart/2005/8/layout/orgChart1"/>
    <dgm:cxn modelId="{82F19DDB-860F-4552-915F-106055A678AA}" type="presParOf" srcId="{BB7E16A2-D3CD-47F0-B95D-64C18F049FC8}" destId="{A1A94753-5CC7-43C0-B16B-86327B61F613}" srcOrd="2" destOrd="0" presId="urn:microsoft.com/office/officeart/2005/8/layout/orgChart1"/>
    <dgm:cxn modelId="{6FBA0C6A-04F6-4974-A3E4-776E6A154212}" type="presParOf" srcId="{92A7E46A-9DB2-4311-A0FC-7D1FF51D49EB}" destId="{92BBAE44-5D50-4181-BBA6-29041690C994}" srcOrd="4" destOrd="0" presId="urn:microsoft.com/office/officeart/2005/8/layout/orgChart1"/>
    <dgm:cxn modelId="{D2301F53-B079-43E8-ABC2-1167CAB876C1}" type="presParOf" srcId="{92A7E46A-9DB2-4311-A0FC-7D1FF51D49EB}" destId="{7A379338-5D85-4577-A560-2FC1F581FEBD}" srcOrd="5" destOrd="0" presId="urn:microsoft.com/office/officeart/2005/8/layout/orgChart1"/>
    <dgm:cxn modelId="{E09AD310-3164-4460-BBCD-F9FDAD19DA19}" type="presParOf" srcId="{7A379338-5D85-4577-A560-2FC1F581FEBD}" destId="{708CCC51-2A52-4220-8FEA-8AF20E1CCF70}" srcOrd="0" destOrd="0" presId="urn:microsoft.com/office/officeart/2005/8/layout/orgChart1"/>
    <dgm:cxn modelId="{0F4CB7EF-882C-4C8A-9038-ECDA51BCC7DD}" type="presParOf" srcId="{708CCC51-2A52-4220-8FEA-8AF20E1CCF70}" destId="{517303F1-DE16-4C85-8213-A0408C38360C}" srcOrd="0" destOrd="0" presId="urn:microsoft.com/office/officeart/2005/8/layout/orgChart1"/>
    <dgm:cxn modelId="{A10C48DC-9388-455E-BCCD-B0F7E3384A99}" type="presParOf" srcId="{708CCC51-2A52-4220-8FEA-8AF20E1CCF70}" destId="{9D03166B-2F45-454C-A7F5-1F518771CEF9}" srcOrd="1" destOrd="0" presId="urn:microsoft.com/office/officeart/2005/8/layout/orgChart1"/>
    <dgm:cxn modelId="{C2DF3191-5F77-464B-8282-9207711BBDEC}" type="presParOf" srcId="{7A379338-5D85-4577-A560-2FC1F581FEBD}" destId="{E2C8515E-BB72-468A-87B8-9FA0BFE48E05}" srcOrd="1" destOrd="0" presId="urn:microsoft.com/office/officeart/2005/8/layout/orgChart1"/>
    <dgm:cxn modelId="{49D2D854-CFD1-4B2C-AA96-E9B189651889}" type="presParOf" srcId="{7A379338-5D85-4577-A560-2FC1F581FEBD}" destId="{2CB7ABA9-D89F-4E87-ACB1-D7510282F8DB}" srcOrd="2" destOrd="0" presId="urn:microsoft.com/office/officeart/2005/8/layout/orgChart1"/>
    <dgm:cxn modelId="{D767AC5C-B563-44AA-A8D8-22A1EDA3131A}" type="presParOf" srcId="{FB7A86DE-96B5-4683-9E8D-92EE3E16AED5}" destId="{5247C0BB-A1BA-4E91-A10E-8E01DE57D42E}"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035B4F4-69A5-49D3-9E16-1BAEF116215A}" type="doc">
      <dgm:prSet loTypeId="urn:microsoft.com/office/officeart/2008/layout/VerticalCurvedList" loCatId="list" qsTypeId="urn:microsoft.com/office/officeart/2005/8/quickstyle/simple2" qsCatId="simple" csTypeId="urn:microsoft.com/office/officeart/2005/8/colors/accent5_2" csCatId="accent5" phldr="1"/>
      <dgm:spPr/>
      <dgm:t>
        <a:bodyPr/>
        <a:lstStyle/>
        <a:p>
          <a:endParaRPr lang="zh-CN" altLang="en-US"/>
        </a:p>
      </dgm:t>
    </dgm:pt>
    <dgm:pt modelId="{A1ECFCBD-7DA8-4719-8A26-A8418EEE18A8}">
      <dgm:prSet phldrT="[文本]"/>
      <dgm:spPr>
        <a:solidFill>
          <a:schemeClr val="accent5">
            <a:lumMod val="75000"/>
          </a:schemeClr>
        </a:solidFill>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en-US" altLang="en-US" dirty="0" smtClean="0"/>
            <a:t>9.4.1 </a:t>
          </a:r>
          <a:r>
            <a:rPr lang="en-US" altLang="en-US" dirty="0" err="1" smtClean="0"/>
            <a:t>SysTick</a:t>
          </a:r>
          <a:r>
            <a:rPr lang="zh-CN" altLang="en-US" dirty="0" smtClean="0"/>
            <a:t>的标准外设库函数</a:t>
          </a:r>
          <a:endParaRPr lang="zh-CN" altLang="en-US" dirty="0"/>
        </a:p>
      </dgm:t>
    </dgm:pt>
    <dgm:pt modelId="{A43AC461-D279-49AA-86B9-6D21449E9D88}" type="parTrans" cxnId="{DBF41462-FC05-49BE-8F6D-7B615C41C7C5}">
      <dgm:prSet/>
      <dgm:spPr/>
      <dgm:t>
        <a:bodyPr/>
        <a:lstStyle/>
        <a:p>
          <a:endParaRPr lang="zh-CN" altLang="en-US"/>
        </a:p>
      </dgm:t>
    </dgm:pt>
    <dgm:pt modelId="{5AAD401B-8A23-402C-9B77-5A14C03F6586}" type="sibTrans" cxnId="{DBF41462-FC05-49BE-8F6D-7B615C41C7C5}">
      <dgm:prSet/>
      <dgm:spPr/>
      <dgm:t>
        <a:bodyPr/>
        <a:lstStyle/>
        <a:p>
          <a:endParaRPr lang="zh-CN" altLang="en-US"/>
        </a:p>
      </dgm:t>
    </dgm:pt>
    <dgm:pt modelId="{1762012A-DC63-4B9D-8D4D-0D501D5EE930}">
      <dgm:prSet phldrT="[文本]"/>
      <dgm:spPr>
        <a:solidFill>
          <a:schemeClr val="accent5">
            <a:lumMod val="75000"/>
          </a:schemeClr>
        </a:solidFill>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en-US" altLang="en-US" dirty="0" smtClean="0"/>
            <a:t>9.4.2 </a:t>
          </a:r>
          <a:r>
            <a:rPr lang="en-US" altLang="en-US" dirty="0" err="1" smtClean="0"/>
            <a:t>SysTick</a:t>
          </a:r>
          <a:r>
            <a:rPr lang="zh-CN" altLang="en-US" dirty="0" smtClean="0"/>
            <a:t>定时器应用实例</a:t>
          </a:r>
          <a:endParaRPr lang="zh-CN" altLang="en-US" dirty="0"/>
        </a:p>
      </dgm:t>
    </dgm:pt>
    <dgm:pt modelId="{4A8E9EBD-D4DE-4667-B8BC-48E1D3189099}" type="sibTrans" cxnId="{A5918F3C-B672-4979-91ED-44D843A8A20C}">
      <dgm:prSet/>
      <dgm:spPr/>
      <dgm:t>
        <a:bodyPr/>
        <a:lstStyle/>
        <a:p>
          <a:endParaRPr lang="zh-CN" altLang="en-US"/>
        </a:p>
      </dgm:t>
    </dgm:pt>
    <dgm:pt modelId="{568C9139-3636-4EFB-8F17-FBEF33C9C736}" type="parTrans" cxnId="{A5918F3C-B672-4979-91ED-44D843A8A20C}">
      <dgm:prSet/>
      <dgm:spPr/>
      <dgm:t>
        <a:bodyPr/>
        <a:lstStyle/>
        <a:p>
          <a:endParaRPr lang="zh-CN" altLang="en-US"/>
        </a:p>
      </dgm:t>
    </dgm:pt>
    <dgm:pt modelId="{54EF952C-84B7-4C4E-BDCD-78A864836144}" type="pres">
      <dgm:prSet presAssocID="{2035B4F4-69A5-49D3-9E16-1BAEF116215A}" presName="Name0" presStyleCnt="0">
        <dgm:presLayoutVars>
          <dgm:chMax val="7"/>
          <dgm:chPref val="7"/>
          <dgm:dir/>
        </dgm:presLayoutVars>
      </dgm:prSet>
      <dgm:spPr/>
      <dgm:t>
        <a:bodyPr/>
        <a:lstStyle/>
        <a:p>
          <a:endParaRPr lang="zh-CN" altLang="en-US"/>
        </a:p>
      </dgm:t>
    </dgm:pt>
    <dgm:pt modelId="{8A0B490B-3D71-4663-8E8A-19DB49DCF913}" type="pres">
      <dgm:prSet presAssocID="{2035B4F4-69A5-49D3-9E16-1BAEF116215A}" presName="Name1" presStyleCnt="0"/>
      <dgm:spPr/>
    </dgm:pt>
    <dgm:pt modelId="{169BC8A5-CC08-43E0-A721-5DF79EB08F51}" type="pres">
      <dgm:prSet presAssocID="{2035B4F4-69A5-49D3-9E16-1BAEF116215A}" presName="cycle" presStyleCnt="0"/>
      <dgm:spPr/>
    </dgm:pt>
    <dgm:pt modelId="{8362DA33-4F94-4376-98E9-1B8EAA7FC451}" type="pres">
      <dgm:prSet presAssocID="{2035B4F4-69A5-49D3-9E16-1BAEF116215A}" presName="srcNode" presStyleLbl="node1" presStyleIdx="0" presStyleCnt="2"/>
      <dgm:spPr/>
    </dgm:pt>
    <dgm:pt modelId="{A6928F62-77DF-4A10-A392-57EF4AD739BD}" type="pres">
      <dgm:prSet presAssocID="{2035B4F4-69A5-49D3-9E16-1BAEF116215A}" presName="conn" presStyleLbl="parChTrans1D2" presStyleIdx="0" presStyleCnt="1"/>
      <dgm:spPr/>
      <dgm:t>
        <a:bodyPr/>
        <a:lstStyle/>
        <a:p>
          <a:endParaRPr lang="zh-CN" altLang="en-US"/>
        </a:p>
      </dgm:t>
    </dgm:pt>
    <dgm:pt modelId="{993D860C-ED73-493F-A322-4F6065CBA76B}" type="pres">
      <dgm:prSet presAssocID="{2035B4F4-69A5-49D3-9E16-1BAEF116215A}" presName="extraNode" presStyleLbl="node1" presStyleIdx="0" presStyleCnt="2"/>
      <dgm:spPr/>
    </dgm:pt>
    <dgm:pt modelId="{06D79AF4-58AC-4F2E-8E0E-631B4634347A}" type="pres">
      <dgm:prSet presAssocID="{2035B4F4-69A5-49D3-9E16-1BAEF116215A}" presName="dstNode" presStyleLbl="node1" presStyleIdx="0" presStyleCnt="2"/>
      <dgm:spPr/>
    </dgm:pt>
    <dgm:pt modelId="{293F29F0-99B1-4077-A23A-57EF7D81D466}" type="pres">
      <dgm:prSet presAssocID="{A1ECFCBD-7DA8-4719-8A26-A8418EEE18A8}" presName="text_1" presStyleLbl="node1" presStyleIdx="0" presStyleCnt="2">
        <dgm:presLayoutVars>
          <dgm:bulletEnabled val="1"/>
        </dgm:presLayoutVars>
      </dgm:prSet>
      <dgm:spPr/>
      <dgm:t>
        <a:bodyPr/>
        <a:lstStyle/>
        <a:p>
          <a:endParaRPr lang="zh-CN" altLang="en-US"/>
        </a:p>
      </dgm:t>
    </dgm:pt>
    <dgm:pt modelId="{E0420FF6-BEBC-4FC2-96AD-7271824D8C5B}" type="pres">
      <dgm:prSet presAssocID="{A1ECFCBD-7DA8-4719-8A26-A8418EEE18A8}" presName="accent_1" presStyleCnt="0"/>
      <dgm:spPr/>
    </dgm:pt>
    <dgm:pt modelId="{85D8C491-638D-4002-91D5-FC7ED7ABC4A4}" type="pres">
      <dgm:prSet presAssocID="{A1ECFCBD-7DA8-4719-8A26-A8418EEE18A8}" presName="accentRepeatNode" presStyleLbl="solidFgAcc1" presStyleIdx="0" presStyleCnt="2"/>
      <dgm:spPr>
        <a:prstGeom prst="donut">
          <a:avLst/>
        </a:prstGeom>
      </dgm:spPr>
    </dgm:pt>
    <dgm:pt modelId="{F7A0F1B3-353B-49F7-ABF1-B45FA165783D}" type="pres">
      <dgm:prSet presAssocID="{1762012A-DC63-4B9D-8D4D-0D501D5EE930}" presName="text_2" presStyleLbl="node1" presStyleIdx="1" presStyleCnt="2">
        <dgm:presLayoutVars>
          <dgm:bulletEnabled val="1"/>
        </dgm:presLayoutVars>
      </dgm:prSet>
      <dgm:spPr/>
      <dgm:t>
        <a:bodyPr/>
        <a:lstStyle/>
        <a:p>
          <a:endParaRPr lang="zh-CN" altLang="en-US"/>
        </a:p>
      </dgm:t>
    </dgm:pt>
    <dgm:pt modelId="{5EAAA590-55C9-4097-975D-9EF2D5256F81}" type="pres">
      <dgm:prSet presAssocID="{1762012A-DC63-4B9D-8D4D-0D501D5EE930}" presName="accent_2" presStyleCnt="0"/>
      <dgm:spPr/>
    </dgm:pt>
    <dgm:pt modelId="{CB036666-964E-41BF-BE39-DB2CA44EAA8C}" type="pres">
      <dgm:prSet presAssocID="{1762012A-DC63-4B9D-8D4D-0D501D5EE930}" presName="accentRepeatNode" presStyleLbl="solidFgAcc1" presStyleIdx="1" presStyleCnt="2"/>
      <dgm:spPr>
        <a:prstGeom prst="donut">
          <a:avLst/>
        </a:prstGeom>
      </dgm:spPr>
    </dgm:pt>
  </dgm:ptLst>
  <dgm:cxnLst>
    <dgm:cxn modelId="{CF13A79A-9F4B-472F-9733-D6DA25F485D4}" type="presOf" srcId="{A1ECFCBD-7DA8-4719-8A26-A8418EEE18A8}" destId="{293F29F0-99B1-4077-A23A-57EF7D81D466}" srcOrd="0" destOrd="0" presId="urn:microsoft.com/office/officeart/2008/layout/VerticalCurvedList"/>
    <dgm:cxn modelId="{DBF41462-FC05-49BE-8F6D-7B615C41C7C5}" srcId="{2035B4F4-69A5-49D3-9E16-1BAEF116215A}" destId="{A1ECFCBD-7DA8-4719-8A26-A8418EEE18A8}" srcOrd="0" destOrd="0" parTransId="{A43AC461-D279-49AA-86B9-6D21449E9D88}" sibTransId="{5AAD401B-8A23-402C-9B77-5A14C03F6586}"/>
    <dgm:cxn modelId="{FFFD29E3-F56E-4671-BF3B-66B7A0F45C7E}" type="presOf" srcId="{2035B4F4-69A5-49D3-9E16-1BAEF116215A}" destId="{54EF952C-84B7-4C4E-BDCD-78A864836144}" srcOrd="0" destOrd="0" presId="urn:microsoft.com/office/officeart/2008/layout/VerticalCurvedList"/>
    <dgm:cxn modelId="{A5918F3C-B672-4979-91ED-44D843A8A20C}" srcId="{2035B4F4-69A5-49D3-9E16-1BAEF116215A}" destId="{1762012A-DC63-4B9D-8D4D-0D501D5EE930}" srcOrd="1" destOrd="0" parTransId="{568C9139-3636-4EFB-8F17-FBEF33C9C736}" sibTransId="{4A8E9EBD-D4DE-4667-B8BC-48E1D3189099}"/>
    <dgm:cxn modelId="{68034F0D-F0D2-4DB4-B882-1056F039FD1C}" type="presOf" srcId="{1762012A-DC63-4B9D-8D4D-0D501D5EE930}" destId="{F7A0F1B3-353B-49F7-ABF1-B45FA165783D}" srcOrd="0" destOrd="0" presId="urn:microsoft.com/office/officeart/2008/layout/VerticalCurvedList"/>
    <dgm:cxn modelId="{A251A1F7-B301-4EB1-A147-4C0EDC381751}" type="presOf" srcId="{5AAD401B-8A23-402C-9B77-5A14C03F6586}" destId="{A6928F62-77DF-4A10-A392-57EF4AD739BD}" srcOrd="0" destOrd="0" presId="urn:microsoft.com/office/officeart/2008/layout/VerticalCurvedList"/>
    <dgm:cxn modelId="{D5216881-AB37-4E5C-BD68-FBD70F80194A}" type="presParOf" srcId="{54EF952C-84B7-4C4E-BDCD-78A864836144}" destId="{8A0B490B-3D71-4663-8E8A-19DB49DCF913}" srcOrd="0" destOrd="0" presId="urn:microsoft.com/office/officeart/2008/layout/VerticalCurvedList"/>
    <dgm:cxn modelId="{0FD9804F-C883-43A8-8C9F-D7A17B5EA239}" type="presParOf" srcId="{8A0B490B-3D71-4663-8E8A-19DB49DCF913}" destId="{169BC8A5-CC08-43E0-A721-5DF79EB08F51}" srcOrd="0" destOrd="0" presId="urn:microsoft.com/office/officeart/2008/layout/VerticalCurvedList"/>
    <dgm:cxn modelId="{041AC1CD-842F-4C23-AB1C-8BC44B0D2A62}" type="presParOf" srcId="{169BC8A5-CC08-43E0-A721-5DF79EB08F51}" destId="{8362DA33-4F94-4376-98E9-1B8EAA7FC451}" srcOrd="0" destOrd="0" presId="urn:microsoft.com/office/officeart/2008/layout/VerticalCurvedList"/>
    <dgm:cxn modelId="{AEAEB928-873C-4DEA-8054-1CE575311AEF}" type="presParOf" srcId="{169BC8A5-CC08-43E0-A721-5DF79EB08F51}" destId="{A6928F62-77DF-4A10-A392-57EF4AD739BD}" srcOrd="1" destOrd="0" presId="urn:microsoft.com/office/officeart/2008/layout/VerticalCurvedList"/>
    <dgm:cxn modelId="{518175D3-0267-42A3-B27D-125EC023845A}" type="presParOf" srcId="{169BC8A5-CC08-43E0-A721-5DF79EB08F51}" destId="{993D860C-ED73-493F-A322-4F6065CBA76B}" srcOrd="2" destOrd="0" presId="urn:microsoft.com/office/officeart/2008/layout/VerticalCurvedList"/>
    <dgm:cxn modelId="{E942A2D3-776B-4EA1-82E7-7136BE12BD01}" type="presParOf" srcId="{169BC8A5-CC08-43E0-A721-5DF79EB08F51}" destId="{06D79AF4-58AC-4F2E-8E0E-631B4634347A}" srcOrd="3" destOrd="0" presId="urn:microsoft.com/office/officeart/2008/layout/VerticalCurvedList"/>
    <dgm:cxn modelId="{CEF10474-BFCA-46A9-A473-D419DD63E6B3}" type="presParOf" srcId="{8A0B490B-3D71-4663-8E8A-19DB49DCF913}" destId="{293F29F0-99B1-4077-A23A-57EF7D81D466}" srcOrd="1" destOrd="0" presId="urn:microsoft.com/office/officeart/2008/layout/VerticalCurvedList"/>
    <dgm:cxn modelId="{C38BA607-1027-4418-A48D-C3D1F14FFB21}" type="presParOf" srcId="{8A0B490B-3D71-4663-8E8A-19DB49DCF913}" destId="{E0420FF6-BEBC-4FC2-96AD-7271824D8C5B}" srcOrd="2" destOrd="0" presId="urn:microsoft.com/office/officeart/2008/layout/VerticalCurvedList"/>
    <dgm:cxn modelId="{D2B8A285-899E-4E8B-B84D-C5620ACD54A5}" type="presParOf" srcId="{E0420FF6-BEBC-4FC2-96AD-7271824D8C5B}" destId="{85D8C491-638D-4002-91D5-FC7ED7ABC4A4}" srcOrd="0" destOrd="0" presId="urn:microsoft.com/office/officeart/2008/layout/VerticalCurvedList"/>
    <dgm:cxn modelId="{088F9A85-B5D5-4214-8C95-21C6B868507C}" type="presParOf" srcId="{8A0B490B-3D71-4663-8E8A-19DB49DCF913}" destId="{F7A0F1B3-353B-49F7-ABF1-B45FA165783D}" srcOrd="3" destOrd="0" presId="urn:microsoft.com/office/officeart/2008/layout/VerticalCurvedList"/>
    <dgm:cxn modelId="{2C37E307-6914-4969-969A-379040D6EFEE}" type="presParOf" srcId="{8A0B490B-3D71-4663-8E8A-19DB49DCF913}" destId="{5EAAA590-55C9-4097-975D-9EF2D5256F81}" srcOrd="4" destOrd="0" presId="urn:microsoft.com/office/officeart/2008/layout/VerticalCurvedList"/>
    <dgm:cxn modelId="{67EED46F-8B45-4E6E-90FF-09615CF8EC0F}" type="presParOf" srcId="{5EAAA590-55C9-4097-975D-9EF2D5256F81}" destId="{CB036666-964E-41BF-BE39-DB2CA44EAA8C}"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7FD59C3-2377-4EE5-A4EB-150A5E986134}" type="doc">
      <dgm:prSet loTypeId="urn:microsoft.com/office/officeart/2005/8/layout/process1" loCatId="process" qsTypeId="urn:microsoft.com/office/officeart/2005/8/quickstyle/simple2" qsCatId="simple" csTypeId="urn:microsoft.com/office/officeart/2005/8/colors/accent1_1" csCatId="accent1" phldr="1"/>
      <dgm:spPr/>
    </dgm:pt>
    <dgm:pt modelId="{4BC4E87E-BCB2-48FF-8293-12E75F1AD588}">
      <dgm:prSet phldrT="[文本]" custT="1"/>
      <dgm:spPr/>
      <dgm:t>
        <a:bodyPr/>
        <a:lstStyle/>
        <a:p>
          <a:r>
            <a:rPr lang="zh-CN" sz="1800" b="1" dirty="0" smtClean="0"/>
            <a:t>新建</a:t>
          </a:r>
          <a:r>
            <a:rPr lang="en-US" sz="1800" b="1" dirty="0" smtClean="0"/>
            <a:t>STM32CubeMX</a:t>
          </a:r>
          <a:r>
            <a:rPr lang="zh-CN" sz="1800" b="1" dirty="0" smtClean="0"/>
            <a:t>工程，选择</a:t>
          </a:r>
          <a:r>
            <a:rPr lang="en-US" sz="1800" b="1" dirty="0" smtClean="0"/>
            <a:t>MCU</a:t>
          </a:r>
          <a:endParaRPr lang="zh-CN" altLang="en-US" sz="1800" dirty="0"/>
        </a:p>
      </dgm:t>
    </dgm:pt>
    <dgm:pt modelId="{145D3E99-07BA-4D1D-A694-3B11C0FB41D2}" type="parTrans" cxnId="{31CB78DA-6B54-400F-8E1D-A7D787F124D7}">
      <dgm:prSet/>
      <dgm:spPr/>
      <dgm:t>
        <a:bodyPr/>
        <a:lstStyle/>
        <a:p>
          <a:endParaRPr lang="zh-CN" altLang="en-US" sz="3200"/>
        </a:p>
      </dgm:t>
    </dgm:pt>
    <dgm:pt modelId="{A1E7FF71-0E6C-437B-951E-DC759DE1EF30}" type="sibTrans" cxnId="{31CB78DA-6B54-400F-8E1D-A7D787F124D7}">
      <dgm:prSet/>
      <dgm:spPr/>
      <dgm:t>
        <a:bodyPr/>
        <a:lstStyle/>
        <a:p>
          <a:endParaRPr lang="zh-CN" altLang="en-US" sz="3200"/>
        </a:p>
      </dgm:t>
    </dgm:pt>
    <dgm:pt modelId="{9FF358D5-CEAA-4F44-984A-806EB8502955}">
      <dgm:prSet phldrT="[文本]" custT="1"/>
      <dgm:spPr>
        <a:solidFill>
          <a:schemeClr val="accent5">
            <a:lumMod val="40000"/>
            <a:lumOff val="60000"/>
          </a:schemeClr>
        </a:solidFill>
      </dgm:spPr>
      <dgm:t>
        <a:bodyPr/>
        <a:lstStyle/>
        <a:p>
          <a:r>
            <a:rPr lang="en-US" sz="1800" b="1" dirty="0" smtClean="0"/>
            <a:t>STM32CubeMX</a:t>
          </a:r>
          <a:r>
            <a:rPr lang="zh-CN" sz="1800" b="1" dirty="0" smtClean="0"/>
            <a:t>功能参数配置</a:t>
          </a:r>
          <a:endParaRPr lang="zh-CN" altLang="en-US" sz="1800" dirty="0"/>
        </a:p>
      </dgm:t>
    </dgm:pt>
    <dgm:pt modelId="{692A2ADD-4162-451E-9945-78B829236339}" type="parTrans" cxnId="{869A7BF2-E8AC-4F94-B4E4-E3AF50505D7F}">
      <dgm:prSet/>
      <dgm:spPr/>
      <dgm:t>
        <a:bodyPr/>
        <a:lstStyle/>
        <a:p>
          <a:endParaRPr lang="zh-CN" altLang="en-US" sz="3200"/>
        </a:p>
      </dgm:t>
    </dgm:pt>
    <dgm:pt modelId="{F04ADFBB-68E3-442D-8060-23D4CF78358D}" type="sibTrans" cxnId="{869A7BF2-E8AC-4F94-B4E4-E3AF50505D7F}">
      <dgm:prSet/>
      <dgm:spPr/>
      <dgm:t>
        <a:bodyPr/>
        <a:lstStyle/>
        <a:p>
          <a:endParaRPr lang="zh-CN" altLang="en-US" sz="3200"/>
        </a:p>
      </dgm:t>
    </dgm:pt>
    <dgm:pt modelId="{AF94DE5F-EC5C-43CF-A8C9-73E06BB0D41B}">
      <dgm:prSet phldrT="[文本]" custT="1"/>
      <dgm:spPr/>
      <dgm:t>
        <a:bodyPr/>
        <a:lstStyle/>
        <a:p>
          <a:pPr>
            <a:lnSpc>
              <a:spcPct val="90000"/>
            </a:lnSpc>
            <a:spcAft>
              <a:spcPts val="0"/>
            </a:spcAft>
          </a:pPr>
          <a:r>
            <a:rPr lang="zh-CN" altLang="en-US" sz="1800" b="1" dirty="0" smtClean="0"/>
            <a:t>生成</a:t>
          </a:r>
          <a:endParaRPr lang="en-US" altLang="zh-CN" sz="1800" b="1" dirty="0" smtClean="0"/>
        </a:p>
        <a:p>
          <a:pPr>
            <a:lnSpc>
              <a:spcPct val="90000"/>
            </a:lnSpc>
            <a:spcAft>
              <a:spcPts val="0"/>
            </a:spcAft>
          </a:pPr>
          <a:r>
            <a:rPr lang="zh-CN" altLang="en-US" sz="1800" b="1" dirty="0" smtClean="0"/>
            <a:t>工程代码</a:t>
          </a:r>
          <a:endParaRPr lang="zh-CN" altLang="en-US" sz="1800" b="1" dirty="0"/>
        </a:p>
      </dgm:t>
    </dgm:pt>
    <dgm:pt modelId="{5055C4F0-1F25-44FB-A6A1-8220906DBEA0}" type="parTrans" cxnId="{B2D575FC-4CFF-4413-BDF7-3BE9D62B304C}">
      <dgm:prSet/>
      <dgm:spPr/>
      <dgm:t>
        <a:bodyPr/>
        <a:lstStyle/>
        <a:p>
          <a:endParaRPr lang="zh-CN" altLang="en-US" sz="3200"/>
        </a:p>
      </dgm:t>
    </dgm:pt>
    <dgm:pt modelId="{C445B0C2-7A85-41F6-B4F9-FCBDBAAEDBFB}" type="sibTrans" cxnId="{B2D575FC-4CFF-4413-BDF7-3BE9D62B304C}">
      <dgm:prSet/>
      <dgm:spPr/>
      <dgm:t>
        <a:bodyPr/>
        <a:lstStyle/>
        <a:p>
          <a:endParaRPr lang="zh-CN" altLang="en-US" sz="3200"/>
        </a:p>
      </dgm:t>
    </dgm:pt>
    <dgm:pt modelId="{3E336CA0-661C-4A3B-8D64-17BD820118C6}">
      <dgm:prSet phldrT="[文本]" custT="1"/>
      <dgm:spPr/>
      <dgm:t>
        <a:bodyPr/>
        <a:lstStyle/>
        <a:p>
          <a:pPr>
            <a:lnSpc>
              <a:spcPct val="90000"/>
            </a:lnSpc>
            <a:spcAft>
              <a:spcPts val="0"/>
            </a:spcAft>
          </a:pPr>
          <a:r>
            <a:rPr lang="zh-CN" altLang="en-US" sz="1800" b="1" dirty="0" smtClean="0"/>
            <a:t>编写</a:t>
          </a:r>
          <a:endParaRPr lang="en-US" altLang="zh-CN" sz="1800" b="1" dirty="0" smtClean="0"/>
        </a:p>
        <a:p>
          <a:pPr>
            <a:lnSpc>
              <a:spcPct val="90000"/>
            </a:lnSpc>
            <a:spcAft>
              <a:spcPts val="0"/>
            </a:spcAft>
          </a:pPr>
          <a:r>
            <a:rPr lang="zh-CN" altLang="en-US" sz="1800" b="1" dirty="0" smtClean="0"/>
            <a:t>应用程序</a:t>
          </a:r>
          <a:endParaRPr lang="zh-CN" altLang="en-US" sz="1800" b="1" dirty="0"/>
        </a:p>
      </dgm:t>
    </dgm:pt>
    <dgm:pt modelId="{4C686F72-57D2-4DC7-ADAF-E99FDB739E4C}" type="parTrans" cxnId="{DA4EFA11-7C01-459D-903E-9571E70A3CA8}">
      <dgm:prSet/>
      <dgm:spPr/>
      <dgm:t>
        <a:bodyPr/>
        <a:lstStyle/>
        <a:p>
          <a:endParaRPr lang="zh-CN" altLang="en-US" sz="3200"/>
        </a:p>
      </dgm:t>
    </dgm:pt>
    <dgm:pt modelId="{3BFFCFFD-E6BA-45BD-BB24-B0C3E944D3CC}" type="sibTrans" cxnId="{DA4EFA11-7C01-459D-903E-9571E70A3CA8}">
      <dgm:prSet/>
      <dgm:spPr/>
      <dgm:t>
        <a:bodyPr/>
        <a:lstStyle/>
        <a:p>
          <a:endParaRPr lang="zh-CN" altLang="en-US" sz="3200"/>
        </a:p>
      </dgm:t>
    </dgm:pt>
    <dgm:pt modelId="{A293DF9F-1C46-4A35-97C0-A07CAB6817BE}" type="pres">
      <dgm:prSet presAssocID="{B7FD59C3-2377-4EE5-A4EB-150A5E986134}" presName="Name0" presStyleCnt="0">
        <dgm:presLayoutVars>
          <dgm:dir/>
          <dgm:resizeHandles val="exact"/>
        </dgm:presLayoutVars>
      </dgm:prSet>
      <dgm:spPr/>
    </dgm:pt>
    <dgm:pt modelId="{0180920E-E6B7-473B-A9D3-1F85DFE2575E}" type="pres">
      <dgm:prSet presAssocID="{4BC4E87E-BCB2-48FF-8293-12E75F1AD588}" presName="node" presStyleLbl="node1" presStyleIdx="0" presStyleCnt="4">
        <dgm:presLayoutVars>
          <dgm:bulletEnabled val="1"/>
        </dgm:presLayoutVars>
      </dgm:prSet>
      <dgm:spPr/>
      <dgm:t>
        <a:bodyPr/>
        <a:lstStyle/>
        <a:p>
          <a:endParaRPr lang="zh-CN" altLang="en-US"/>
        </a:p>
      </dgm:t>
    </dgm:pt>
    <dgm:pt modelId="{644FCBCF-D797-4034-99BA-7079D9A4F600}" type="pres">
      <dgm:prSet presAssocID="{A1E7FF71-0E6C-437B-951E-DC759DE1EF30}" presName="sibTrans" presStyleLbl="sibTrans2D1" presStyleIdx="0" presStyleCnt="3"/>
      <dgm:spPr/>
      <dgm:t>
        <a:bodyPr/>
        <a:lstStyle/>
        <a:p>
          <a:endParaRPr lang="zh-CN" altLang="en-US"/>
        </a:p>
      </dgm:t>
    </dgm:pt>
    <dgm:pt modelId="{880D96D4-C1F7-49CF-95C6-E1FC0CA3615D}" type="pres">
      <dgm:prSet presAssocID="{A1E7FF71-0E6C-437B-951E-DC759DE1EF30}" presName="connectorText" presStyleLbl="sibTrans2D1" presStyleIdx="0" presStyleCnt="3"/>
      <dgm:spPr/>
      <dgm:t>
        <a:bodyPr/>
        <a:lstStyle/>
        <a:p>
          <a:endParaRPr lang="zh-CN" altLang="en-US"/>
        </a:p>
      </dgm:t>
    </dgm:pt>
    <dgm:pt modelId="{FF74BA51-0237-4304-9437-506E313DFC66}" type="pres">
      <dgm:prSet presAssocID="{9FF358D5-CEAA-4F44-984A-806EB8502955}" presName="node" presStyleLbl="node1" presStyleIdx="1" presStyleCnt="4">
        <dgm:presLayoutVars>
          <dgm:bulletEnabled val="1"/>
        </dgm:presLayoutVars>
      </dgm:prSet>
      <dgm:spPr/>
      <dgm:t>
        <a:bodyPr/>
        <a:lstStyle/>
        <a:p>
          <a:endParaRPr lang="zh-CN" altLang="en-US"/>
        </a:p>
      </dgm:t>
    </dgm:pt>
    <dgm:pt modelId="{557D2FF1-EA0D-4FEF-BA65-DB5E70590D33}" type="pres">
      <dgm:prSet presAssocID="{F04ADFBB-68E3-442D-8060-23D4CF78358D}" presName="sibTrans" presStyleLbl="sibTrans2D1" presStyleIdx="1" presStyleCnt="3"/>
      <dgm:spPr/>
      <dgm:t>
        <a:bodyPr/>
        <a:lstStyle/>
        <a:p>
          <a:endParaRPr lang="zh-CN" altLang="en-US"/>
        </a:p>
      </dgm:t>
    </dgm:pt>
    <dgm:pt modelId="{08A07E1F-9008-4743-B6DA-29F230E39257}" type="pres">
      <dgm:prSet presAssocID="{F04ADFBB-68E3-442D-8060-23D4CF78358D}" presName="connectorText" presStyleLbl="sibTrans2D1" presStyleIdx="1" presStyleCnt="3"/>
      <dgm:spPr/>
      <dgm:t>
        <a:bodyPr/>
        <a:lstStyle/>
        <a:p>
          <a:endParaRPr lang="zh-CN" altLang="en-US"/>
        </a:p>
      </dgm:t>
    </dgm:pt>
    <dgm:pt modelId="{80F22BB9-697F-4175-97CE-CA041987EE96}" type="pres">
      <dgm:prSet presAssocID="{AF94DE5F-EC5C-43CF-A8C9-73E06BB0D41B}" presName="node" presStyleLbl="node1" presStyleIdx="2" presStyleCnt="4">
        <dgm:presLayoutVars>
          <dgm:bulletEnabled val="1"/>
        </dgm:presLayoutVars>
      </dgm:prSet>
      <dgm:spPr/>
      <dgm:t>
        <a:bodyPr/>
        <a:lstStyle/>
        <a:p>
          <a:endParaRPr lang="zh-CN" altLang="en-US"/>
        </a:p>
      </dgm:t>
    </dgm:pt>
    <dgm:pt modelId="{932325F8-5569-4843-B296-D85EDEB86313}" type="pres">
      <dgm:prSet presAssocID="{C445B0C2-7A85-41F6-B4F9-FCBDBAAEDBFB}" presName="sibTrans" presStyleLbl="sibTrans2D1" presStyleIdx="2" presStyleCnt="3"/>
      <dgm:spPr/>
      <dgm:t>
        <a:bodyPr/>
        <a:lstStyle/>
        <a:p>
          <a:endParaRPr lang="zh-CN" altLang="en-US"/>
        </a:p>
      </dgm:t>
    </dgm:pt>
    <dgm:pt modelId="{9C7E07FD-BA4B-4B05-9C87-D5E5503554A7}" type="pres">
      <dgm:prSet presAssocID="{C445B0C2-7A85-41F6-B4F9-FCBDBAAEDBFB}" presName="connectorText" presStyleLbl="sibTrans2D1" presStyleIdx="2" presStyleCnt="3"/>
      <dgm:spPr/>
      <dgm:t>
        <a:bodyPr/>
        <a:lstStyle/>
        <a:p>
          <a:endParaRPr lang="zh-CN" altLang="en-US"/>
        </a:p>
      </dgm:t>
    </dgm:pt>
    <dgm:pt modelId="{BD3942B7-8CD9-472B-8C67-B963E826446C}" type="pres">
      <dgm:prSet presAssocID="{3E336CA0-661C-4A3B-8D64-17BD820118C6}" presName="node" presStyleLbl="node1" presStyleIdx="3" presStyleCnt="4" custLinFactNeighborX="5064" custLinFactNeighborY="2434">
        <dgm:presLayoutVars>
          <dgm:bulletEnabled val="1"/>
        </dgm:presLayoutVars>
      </dgm:prSet>
      <dgm:spPr/>
      <dgm:t>
        <a:bodyPr/>
        <a:lstStyle/>
        <a:p>
          <a:endParaRPr lang="zh-CN" altLang="en-US"/>
        </a:p>
      </dgm:t>
    </dgm:pt>
  </dgm:ptLst>
  <dgm:cxnLst>
    <dgm:cxn modelId="{31CB78DA-6B54-400F-8E1D-A7D787F124D7}" srcId="{B7FD59C3-2377-4EE5-A4EB-150A5E986134}" destId="{4BC4E87E-BCB2-48FF-8293-12E75F1AD588}" srcOrd="0" destOrd="0" parTransId="{145D3E99-07BA-4D1D-A694-3B11C0FB41D2}" sibTransId="{A1E7FF71-0E6C-437B-951E-DC759DE1EF30}"/>
    <dgm:cxn modelId="{B2D575FC-4CFF-4413-BDF7-3BE9D62B304C}" srcId="{B7FD59C3-2377-4EE5-A4EB-150A5E986134}" destId="{AF94DE5F-EC5C-43CF-A8C9-73E06BB0D41B}" srcOrd="2" destOrd="0" parTransId="{5055C4F0-1F25-44FB-A6A1-8220906DBEA0}" sibTransId="{C445B0C2-7A85-41F6-B4F9-FCBDBAAEDBFB}"/>
    <dgm:cxn modelId="{4241FD51-3035-412E-84E1-08B5186792AF}" type="presOf" srcId="{A1E7FF71-0E6C-437B-951E-DC759DE1EF30}" destId="{644FCBCF-D797-4034-99BA-7079D9A4F600}" srcOrd="0" destOrd="0" presId="urn:microsoft.com/office/officeart/2005/8/layout/process1"/>
    <dgm:cxn modelId="{DDE0655F-D10D-4B6E-8B18-D128C719059D}" type="presOf" srcId="{C445B0C2-7A85-41F6-B4F9-FCBDBAAEDBFB}" destId="{932325F8-5569-4843-B296-D85EDEB86313}" srcOrd="0" destOrd="0" presId="urn:microsoft.com/office/officeart/2005/8/layout/process1"/>
    <dgm:cxn modelId="{9DEFDDD9-6A4C-4000-86E7-A04BF04D428E}" type="presOf" srcId="{AF94DE5F-EC5C-43CF-A8C9-73E06BB0D41B}" destId="{80F22BB9-697F-4175-97CE-CA041987EE96}" srcOrd="0" destOrd="0" presId="urn:microsoft.com/office/officeart/2005/8/layout/process1"/>
    <dgm:cxn modelId="{5599FAAB-CCF8-49B4-91EB-2A8DA63DA93A}" type="presOf" srcId="{F04ADFBB-68E3-442D-8060-23D4CF78358D}" destId="{557D2FF1-EA0D-4FEF-BA65-DB5E70590D33}" srcOrd="0" destOrd="0" presId="urn:microsoft.com/office/officeart/2005/8/layout/process1"/>
    <dgm:cxn modelId="{2C273F28-2E04-4F33-B7DA-D3CC9D63F51A}" type="presOf" srcId="{F04ADFBB-68E3-442D-8060-23D4CF78358D}" destId="{08A07E1F-9008-4743-B6DA-29F230E39257}" srcOrd="1" destOrd="0" presId="urn:microsoft.com/office/officeart/2005/8/layout/process1"/>
    <dgm:cxn modelId="{884BE1C7-F769-440D-9B1C-73F5ABBE3113}" type="presOf" srcId="{C445B0C2-7A85-41F6-B4F9-FCBDBAAEDBFB}" destId="{9C7E07FD-BA4B-4B05-9C87-D5E5503554A7}" srcOrd="1" destOrd="0" presId="urn:microsoft.com/office/officeart/2005/8/layout/process1"/>
    <dgm:cxn modelId="{DA4EFA11-7C01-459D-903E-9571E70A3CA8}" srcId="{B7FD59C3-2377-4EE5-A4EB-150A5E986134}" destId="{3E336CA0-661C-4A3B-8D64-17BD820118C6}" srcOrd="3" destOrd="0" parTransId="{4C686F72-57D2-4DC7-ADAF-E99FDB739E4C}" sibTransId="{3BFFCFFD-E6BA-45BD-BB24-B0C3E944D3CC}"/>
    <dgm:cxn modelId="{B559C945-9B15-4D41-88A7-220041CB879E}" type="presOf" srcId="{9FF358D5-CEAA-4F44-984A-806EB8502955}" destId="{FF74BA51-0237-4304-9437-506E313DFC66}" srcOrd="0" destOrd="0" presId="urn:microsoft.com/office/officeart/2005/8/layout/process1"/>
    <dgm:cxn modelId="{4DFCBAE0-A442-4E20-9171-D0304553271A}" type="presOf" srcId="{3E336CA0-661C-4A3B-8D64-17BD820118C6}" destId="{BD3942B7-8CD9-472B-8C67-B963E826446C}" srcOrd="0" destOrd="0" presId="urn:microsoft.com/office/officeart/2005/8/layout/process1"/>
    <dgm:cxn modelId="{011C3DD3-3229-4BD0-97D7-CC9D00A344EA}" type="presOf" srcId="{4BC4E87E-BCB2-48FF-8293-12E75F1AD588}" destId="{0180920E-E6B7-473B-A9D3-1F85DFE2575E}" srcOrd="0" destOrd="0" presId="urn:microsoft.com/office/officeart/2005/8/layout/process1"/>
    <dgm:cxn modelId="{018518B1-9BF1-498F-9FDE-44908DC4F4E9}" type="presOf" srcId="{B7FD59C3-2377-4EE5-A4EB-150A5E986134}" destId="{A293DF9F-1C46-4A35-97C0-A07CAB6817BE}" srcOrd="0" destOrd="0" presId="urn:microsoft.com/office/officeart/2005/8/layout/process1"/>
    <dgm:cxn modelId="{869A7BF2-E8AC-4F94-B4E4-E3AF50505D7F}" srcId="{B7FD59C3-2377-4EE5-A4EB-150A5E986134}" destId="{9FF358D5-CEAA-4F44-984A-806EB8502955}" srcOrd="1" destOrd="0" parTransId="{692A2ADD-4162-451E-9945-78B829236339}" sibTransId="{F04ADFBB-68E3-442D-8060-23D4CF78358D}"/>
    <dgm:cxn modelId="{78F32832-CE5B-40BD-8B4B-A4405B588FFE}" type="presOf" srcId="{A1E7FF71-0E6C-437B-951E-DC759DE1EF30}" destId="{880D96D4-C1F7-49CF-95C6-E1FC0CA3615D}" srcOrd="1" destOrd="0" presId="urn:microsoft.com/office/officeart/2005/8/layout/process1"/>
    <dgm:cxn modelId="{68602BDA-8C89-4F96-9990-E7673FE64296}" type="presParOf" srcId="{A293DF9F-1C46-4A35-97C0-A07CAB6817BE}" destId="{0180920E-E6B7-473B-A9D3-1F85DFE2575E}" srcOrd="0" destOrd="0" presId="urn:microsoft.com/office/officeart/2005/8/layout/process1"/>
    <dgm:cxn modelId="{54B8C84B-3919-49D7-9906-5DAB506F789F}" type="presParOf" srcId="{A293DF9F-1C46-4A35-97C0-A07CAB6817BE}" destId="{644FCBCF-D797-4034-99BA-7079D9A4F600}" srcOrd="1" destOrd="0" presId="urn:microsoft.com/office/officeart/2005/8/layout/process1"/>
    <dgm:cxn modelId="{DE2A51B6-4361-43E8-9B65-AAF7BA655717}" type="presParOf" srcId="{644FCBCF-D797-4034-99BA-7079D9A4F600}" destId="{880D96D4-C1F7-49CF-95C6-E1FC0CA3615D}" srcOrd="0" destOrd="0" presId="urn:microsoft.com/office/officeart/2005/8/layout/process1"/>
    <dgm:cxn modelId="{5267203A-0AE1-41C7-9DEF-1062F23B44F8}" type="presParOf" srcId="{A293DF9F-1C46-4A35-97C0-A07CAB6817BE}" destId="{FF74BA51-0237-4304-9437-506E313DFC66}" srcOrd="2" destOrd="0" presId="urn:microsoft.com/office/officeart/2005/8/layout/process1"/>
    <dgm:cxn modelId="{FD9CF835-05EE-40FE-BDBD-E016389016F5}" type="presParOf" srcId="{A293DF9F-1C46-4A35-97C0-A07CAB6817BE}" destId="{557D2FF1-EA0D-4FEF-BA65-DB5E70590D33}" srcOrd="3" destOrd="0" presId="urn:microsoft.com/office/officeart/2005/8/layout/process1"/>
    <dgm:cxn modelId="{3A3F38F2-6C51-4666-9165-BD908AA72B3A}" type="presParOf" srcId="{557D2FF1-EA0D-4FEF-BA65-DB5E70590D33}" destId="{08A07E1F-9008-4743-B6DA-29F230E39257}" srcOrd="0" destOrd="0" presId="urn:microsoft.com/office/officeart/2005/8/layout/process1"/>
    <dgm:cxn modelId="{987107FE-7465-4120-B491-47F313D301F0}" type="presParOf" srcId="{A293DF9F-1C46-4A35-97C0-A07CAB6817BE}" destId="{80F22BB9-697F-4175-97CE-CA041987EE96}" srcOrd="4" destOrd="0" presId="urn:microsoft.com/office/officeart/2005/8/layout/process1"/>
    <dgm:cxn modelId="{C2985776-D0BB-47CC-971B-B899C648332C}" type="presParOf" srcId="{A293DF9F-1C46-4A35-97C0-A07CAB6817BE}" destId="{932325F8-5569-4843-B296-D85EDEB86313}" srcOrd="5" destOrd="0" presId="urn:microsoft.com/office/officeart/2005/8/layout/process1"/>
    <dgm:cxn modelId="{BAA0678D-630F-444B-9789-F0C661A0B350}" type="presParOf" srcId="{932325F8-5569-4843-B296-D85EDEB86313}" destId="{9C7E07FD-BA4B-4B05-9C87-D5E5503554A7}" srcOrd="0" destOrd="0" presId="urn:microsoft.com/office/officeart/2005/8/layout/process1"/>
    <dgm:cxn modelId="{26A2180C-84F1-47DE-A707-7AC33F00B2B1}" type="presParOf" srcId="{A293DF9F-1C46-4A35-97C0-A07CAB6817BE}" destId="{BD3942B7-8CD9-472B-8C67-B963E826446C}"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2CC6DC6-AEA4-404B-A3FE-416665A7CAAC}" type="doc">
      <dgm:prSet loTypeId="urn:microsoft.com/office/officeart/2009/layout/CircleArrowProcess" loCatId="process" qsTypeId="urn:microsoft.com/office/officeart/2005/8/quickstyle/simple1" qsCatId="simple" csTypeId="urn:microsoft.com/office/officeart/2005/8/colors/colorful2" csCatId="colorful" phldr="1"/>
      <dgm:spPr/>
      <dgm:t>
        <a:bodyPr/>
        <a:lstStyle/>
        <a:p>
          <a:endParaRPr lang="zh-CN" altLang="en-US"/>
        </a:p>
      </dgm:t>
    </dgm:pt>
    <dgm:pt modelId="{71814297-03EB-4EC7-80A2-93F618EA79F5}">
      <dgm:prSet custT="1"/>
      <dgm:spPr/>
      <dgm:t>
        <a:bodyPr/>
        <a:lstStyle/>
        <a:p>
          <a:pPr rtl="0"/>
          <a:r>
            <a:rPr lang="zh-CN" altLang="en-US" sz="1200" dirty="0" smtClean="0"/>
            <a:t>把控制逻辑分解成若干个状态</a:t>
          </a:r>
          <a:endParaRPr lang="zh-CN" altLang="en-US" sz="1200" dirty="0"/>
        </a:p>
      </dgm:t>
    </dgm:pt>
    <dgm:pt modelId="{ACB63F7E-F155-45E3-919D-D62C3C85D191}" type="parTrans" cxnId="{59CAE297-9BA4-4DD0-AD0A-C76B9365ADBB}">
      <dgm:prSet/>
      <dgm:spPr/>
      <dgm:t>
        <a:bodyPr/>
        <a:lstStyle/>
        <a:p>
          <a:endParaRPr lang="zh-CN" altLang="en-US" sz="4000"/>
        </a:p>
      </dgm:t>
    </dgm:pt>
    <dgm:pt modelId="{7FF0648B-5648-4532-8445-FB8788BDCA1F}" type="sibTrans" cxnId="{59CAE297-9BA4-4DD0-AD0A-C76B9365ADBB}">
      <dgm:prSet/>
      <dgm:spPr/>
      <dgm:t>
        <a:bodyPr/>
        <a:lstStyle/>
        <a:p>
          <a:endParaRPr lang="zh-CN" altLang="en-US" sz="4000"/>
        </a:p>
      </dgm:t>
    </dgm:pt>
    <dgm:pt modelId="{44B22E4B-6C8C-4870-B994-BBB208EFF07B}">
      <dgm:prSet custT="1"/>
      <dgm:spPr/>
      <dgm:t>
        <a:bodyPr/>
        <a:lstStyle/>
        <a:p>
          <a:pPr rtl="0"/>
          <a:r>
            <a:rPr lang="zh-CN" altLang="en-US" sz="1200" dirty="0" smtClean="0"/>
            <a:t>事件触发</a:t>
          </a:r>
          <a:endParaRPr lang="zh-CN" altLang="en-US" sz="1200" dirty="0"/>
        </a:p>
      </dgm:t>
    </dgm:pt>
    <dgm:pt modelId="{4DC738D2-6A6C-457B-A9A6-54FBE0BBD34B}" type="parTrans" cxnId="{E3BEAF60-E4CD-4044-8A59-8CA8A39A80D8}">
      <dgm:prSet/>
      <dgm:spPr/>
      <dgm:t>
        <a:bodyPr/>
        <a:lstStyle/>
        <a:p>
          <a:endParaRPr lang="zh-CN" altLang="en-US" sz="4000"/>
        </a:p>
      </dgm:t>
    </dgm:pt>
    <dgm:pt modelId="{7675F51D-6884-4E40-BD9A-32AD6787354C}" type="sibTrans" cxnId="{E3BEAF60-E4CD-4044-8A59-8CA8A39A80D8}">
      <dgm:prSet/>
      <dgm:spPr/>
      <dgm:t>
        <a:bodyPr/>
        <a:lstStyle/>
        <a:p>
          <a:endParaRPr lang="zh-CN" altLang="en-US" sz="4000"/>
        </a:p>
      </dgm:t>
    </dgm:pt>
    <dgm:pt modelId="{4C46AC97-20FB-4FE5-828D-D75E8B87D683}">
      <dgm:prSet custT="1"/>
      <dgm:spPr/>
      <dgm:t>
        <a:bodyPr/>
        <a:lstStyle/>
        <a:p>
          <a:pPr rtl="0"/>
          <a:r>
            <a:rPr lang="zh-CN" altLang="en-US" sz="1200" dirty="0" smtClean="0"/>
            <a:t>按设定的逻辑状态顺序处理事务。</a:t>
          </a:r>
          <a:endParaRPr lang="zh-CN" altLang="en-US" sz="1200" dirty="0"/>
        </a:p>
      </dgm:t>
    </dgm:pt>
    <dgm:pt modelId="{9411CB63-8A0B-46C6-A9DA-AED794B1B1CB}" type="parTrans" cxnId="{CA4B25BB-88EB-47A6-BDBC-D93A23F9BBDA}">
      <dgm:prSet/>
      <dgm:spPr/>
      <dgm:t>
        <a:bodyPr/>
        <a:lstStyle/>
        <a:p>
          <a:endParaRPr lang="zh-CN" altLang="en-US" sz="4000"/>
        </a:p>
      </dgm:t>
    </dgm:pt>
    <dgm:pt modelId="{67DEB17A-7D66-4AE9-9BD4-095BB7D5859F}" type="sibTrans" cxnId="{CA4B25BB-88EB-47A6-BDBC-D93A23F9BBDA}">
      <dgm:prSet/>
      <dgm:spPr/>
      <dgm:t>
        <a:bodyPr/>
        <a:lstStyle/>
        <a:p>
          <a:endParaRPr lang="zh-CN" altLang="en-US" sz="4000"/>
        </a:p>
      </dgm:t>
    </dgm:pt>
    <dgm:pt modelId="{65F09CC4-0737-43F0-B552-E05E8387D2E7}" type="pres">
      <dgm:prSet presAssocID="{12CC6DC6-AEA4-404B-A3FE-416665A7CAAC}" presName="Name0" presStyleCnt="0">
        <dgm:presLayoutVars>
          <dgm:chMax val="7"/>
          <dgm:chPref val="7"/>
          <dgm:dir/>
          <dgm:animLvl val="lvl"/>
        </dgm:presLayoutVars>
      </dgm:prSet>
      <dgm:spPr/>
    </dgm:pt>
    <dgm:pt modelId="{D71987D4-B260-4DEB-A94E-904176967E8A}" type="pres">
      <dgm:prSet presAssocID="{71814297-03EB-4EC7-80A2-93F618EA79F5}" presName="Accent1" presStyleCnt="0"/>
      <dgm:spPr/>
    </dgm:pt>
    <dgm:pt modelId="{458B3F62-79EA-4486-9A56-264C20D9264D}" type="pres">
      <dgm:prSet presAssocID="{71814297-03EB-4EC7-80A2-93F618EA79F5}" presName="Accent" presStyleLbl="node1" presStyleIdx="0" presStyleCnt="3"/>
      <dgm:spPr/>
    </dgm:pt>
    <dgm:pt modelId="{D29B0E1E-3EE8-494B-944C-0D8AE9239AD7}" type="pres">
      <dgm:prSet presAssocID="{71814297-03EB-4EC7-80A2-93F618EA79F5}" presName="Parent1" presStyleLbl="revTx" presStyleIdx="0" presStyleCnt="3">
        <dgm:presLayoutVars>
          <dgm:chMax val="1"/>
          <dgm:chPref val="1"/>
          <dgm:bulletEnabled val="1"/>
        </dgm:presLayoutVars>
      </dgm:prSet>
      <dgm:spPr/>
      <dgm:t>
        <a:bodyPr/>
        <a:lstStyle/>
        <a:p>
          <a:endParaRPr lang="zh-CN" altLang="en-US"/>
        </a:p>
      </dgm:t>
    </dgm:pt>
    <dgm:pt modelId="{D5ADF852-B235-4872-ADA8-762A822AEE01}" type="pres">
      <dgm:prSet presAssocID="{44B22E4B-6C8C-4870-B994-BBB208EFF07B}" presName="Accent2" presStyleCnt="0"/>
      <dgm:spPr/>
    </dgm:pt>
    <dgm:pt modelId="{5BB6BEAD-EDC5-47A3-A1E5-D839B1C394E9}" type="pres">
      <dgm:prSet presAssocID="{44B22E4B-6C8C-4870-B994-BBB208EFF07B}" presName="Accent" presStyleLbl="node1" presStyleIdx="1" presStyleCnt="3"/>
      <dgm:spPr/>
    </dgm:pt>
    <dgm:pt modelId="{0BD816EA-C5A7-4C5A-98BD-0C98871291AF}" type="pres">
      <dgm:prSet presAssocID="{44B22E4B-6C8C-4870-B994-BBB208EFF07B}" presName="Parent2" presStyleLbl="revTx" presStyleIdx="1" presStyleCnt="3">
        <dgm:presLayoutVars>
          <dgm:chMax val="1"/>
          <dgm:chPref val="1"/>
          <dgm:bulletEnabled val="1"/>
        </dgm:presLayoutVars>
      </dgm:prSet>
      <dgm:spPr/>
    </dgm:pt>
    <dgm:pt modelId="{7D8B0068-9D5C-4231-A7AF-4FB1561F6E32}" type="pres">
      <dgm:prSet presAssocID="{4C46AC97-20FB-4FE5-828D-D75E8B87D683}" presName="Accent3" presStyleCnt="0"/>
      <dgm:spPr/>
    </dgm:pt>
    <dgm:pt modelId="{C5BE8AD3-53F4-4DF0-8F8A-6A0FC901B1DE}" type="pres">
      <dgm:prSet presAssocID="{4C46AC97-20FB-4FE5-828D-D75E8B87D683}" presName="Accent" presStyleLbl="node1" presStyleIdx="2" presStyleCnt="3"/>
      <dgm:spPr/>
    </dgm:pt>
    <dgm:pt modelId="{BFEAD16C-E6D0-4427-8064-2D370F606A71}" type="pres">
      <dgm:prSet presAssocID="{4C46AC97-20FB-4FE5-828D-D75E8B87D683}" presName="Parent3" presStyleLbl="revTx" presStyleIdx="2" presStyleCnt="3">
        <dgm:presLayoutVars>
          <dgm:chMax val="1"/>
          <dgm:chPref val="1"/>
          <dgm:bulletEnabled val="1"/>
        </dgm:presLayoutVars>
      </dgm:prSet>
      <dgm:spPr/>
    </dgm:pt>
  </dgm:ptLst>
  <dgm:cxnLst>
    <dgm:cxn modelId="{CA4B25BB-88EB-47A6-BDBC-D93A23F9BBDA}" srcId="{12CC6DC6-AEA4-404B-A3FE-416665A7CAAC}" destId="{4C46AC97-20FB-4FE5-828D-D75E8B87D683}" srcOrd="2" destOrd="0" parTransId="{9411CB63-8A0B-46C6-A9DA-AED794B1B1CB}" sibTransId="{67DEB17A-7D66-4AE9-9BD4-095BB7D5859F}"/>
    <dgm:cxn modelId="{FD0515B4-D67F-4965-8CC3-E3B41B905150}" type="presOf" srcId="{71814297-03EB-4EC7-80A2-93F618EA79F5}" destId="{D29B0E1E-3EE8-494B-944C-0D8AE9239AD7}" srcOrd="0" destOrd="0" presId="urn:microsoft.com/office/officeart/2009/layout/CircleArrowProcess"/>
    <dgm:cxn modelId="{E3BEAF60-E4CD-4044-8A59-8CA8A39A80D8}" srcId="{12CC6DC6-AEA4-404B-A3FE-416665A7CAAC}" destId="{44B22E4B-6C8C-4870-B994-BBB208EFF07B}" srcOrd="1" destOrd="0" parTransId="{4DC738D2-6A6C-457B-A9A6-54FBE0BBD34B}" sibTransId="{7675F51D-6884-4E40-BD9A-32AD6787354C}"/>
    <dgm:cxn modelId="{9558F112-BEBB-44FC-B7CD-C69AC64A6E91}" type="presOf" srcId="{4C46AC97-20FB-4FE5-828D-D75E8B87D683}" destId="{BFEAD16C-E6D0-4427-8064-2D370F606A71}" srcOrd="0" destOrd="0" presId="urn:microsoft.com/office/officeart/2009/layout/CircleArrowProcess"/>
    <dgm:cxn modelId="{59CAE297-9BA4-4DD0-AD0A-C76B9365ADBB}" srcId="{12CC6DC6-AEA4-404B-A3FE-416665A7CAAC}" destId="{71814297-03EB-4EC7-80A2-93F618EA79F5}" srcOrd="0" destOrd="0" parTransId="{ACB63F7E-F155-45E3-919D-D62C3C85D191}" sibTransId="{7FF0648B-5648-4532-8445-FB8788BDCA1F}"/>
    <dgm:cxn modelId="{E01F85D9-E8D9-44DD-A1A8-2C6F4378ADB3}" type="presOf" srcId="{12CC6DC6-AEA4-404B-A3FE-416665A7CAAC}" destId="{65F09CC4-0737-43F0-B552-E05E8387D2E7}" srcOrd="0" destOrd="0" presId="urn:microsoft.com/office/officeart/2009/layout/CircleArrowProcess"/>
    <dgm:cxn modelId="{3AB6AD6E-30EE-4695-813C-C67F0CD9D012}" type="presOf" srcId="{44B22E4B-6C8C-4870-B994-BBB208EFF07B}" destId="{0BD816EA-C5A7-4C5A-98BD-0C98871291AF}" srcOrd="0" destOrd="0" presId="urn:microsoft.com/office/officeart/2009/layout/CircleArrowProcess"/>
    <dgm:cxn modelId="{A1F16B14-D216-4174-BA56-B2F5B564C5E7}" type="presParOf" srcId="{65F09CC4-0737-43F0-B552-E05E8387D2E7}" destId="{D71987D4-B260-4DEB-A94E-904176967E8A}" srcOrd="0" destOrd="0" presId="urn:microsoft.com/office/officeart/2009/layout/CircleArrowProcess"/>
    <dgm:cxn modelId="{97998E52-35B0-422C-B772-7366E352E551}" type="presParOf" srcId="{D71987D4-B260-4DEB-A94E-904176967E8A}" destId="{458B3F62-79EA-4486-9A56-264C20D9264D}" srcOrd="0" destOrd="0" presId="urn:microsoft.com/office/officeart/2009/layout/CircleArrowProcess"/>
    <dgm:cxn modelId="{91A06E2E-1FB2-41AE-A4D9-03F88BB4DA1D}" type="presParOf" srcId="{65F09CC4-0737-43F0-B552-E05E8387D2E7}" destId="{D29B0E1E-3EE8-494B-944C-0D8AE9239AD7}" srcOrd="1" destOrd="0" presId="urn:microsoft.com/office/officeart/2009/layout/CircleArrowProcess"/>
    <dgm:cxn modelId="{FF51E327-498B-4964-9967-314C9674769E}" type="presParOf" srcId="{65F09CC4-0737-43F0-B552-E05E8387D2E7}" destId="{D5ADF852-B235-4872-ADA8-762A822AEE01}" srcOrd="2" destOrd="0" presId="urn:microsoft.com/office/officeart/2009/layout/CircleArrowProcess"/>
    <dgm:cxn modelId="{496E6A18-2A98-4821-991F-221CF96DF52A}" type="presParOf" srcId="{D5ADF852-B235-4872-ADA8-762A822AEE01}" destId="{5BB6BEAD-EDC5-47A3-A1E5-D839B1C394E9}" srcOrd="0" destOrd="0" presId="urn:microsoft.com/office/officeart/2009/layout/CircleArrowProcess"/>
    <dgm:cxn modelId="{062A8AF0-BFA7-48FD-BB70-282BFF1D74B6}" type="presParOf" srcId="{65F09CC4-0737-43F0-B552-E05E8387D2E7}" destId="{0BD816EA-C5A7-4C5A-98BD-0C98871291AF}" srcOrd="3" destOrd="0" presId="urn:microsoft.com/office/officeart/2009/layout/CircleArrowProcess"/>
    <dgm:cxn modelId="{31873328-B0A9-4378-9E91-18F5F56106CB}" type="presParOf" srcId="{65F09CC4-0737-43F0-B552-E05E8387D2E7}" destId="{7D8B0068-9D5C-4231-A7AF-4FB1561F6E32}" srcOrd="4" destOrd="0" presId="urn:microsoft.com/office/officeart/2009/layout/CircleArrowProcess"/>
    <dgm:cxn modelId="{5EA09CB5-B577-4595-8343-1746ADA5F443}" type="presParOf" srcId="{7D8B0068-9D5C-4231-A7AF-4FB1561F6E32}" destId="{C5BE8AD3-53F4-4DF0-8F8A-6A0FC901B1DE}" srcOrd="0" destOrd="0" presId="urn:microsoft.com/office/officeart/2009/layout/CircleArrowProcess"/>
    <dgm:cxn modelId="{9DC30B38-E763-4131-95EE-2709941161AD}" type="presParOf" srcId="{65F09CC4-0737-43F0-B552-E05E8387D2E7}" destId="{BFEAD16C-E6D0-4427-8064-2D370F606A71}" srcOrd="5" destOrd="0" presId="urn:microsoft.com/office/officeart/2009/layout/Circle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C41C5EAB-C2A4-4095-82BC-77E358E1C819}" type="doc">
      <dgm:prSet loTypeId="urn:microsoft.com/office/officeart/2005/8/layout/hierarchy4" loCatId="hierarchy" qsTypeId="urn:microsoft.com/office/officeart/2005/8/quickstyle/simple2" qsCatId="simple" csTypeId="urn:microsoft.com/office/officeart/2005/8/colors/accent1_2" csCatId="accent1" phldr="1"/>
      <dgm:spPr/>
      <dgm:t>
        <a:bodyPr/>
        <a:lstStyle/>
        <a:p>
          <a:endParaRPr lang="zh-CN" altLang="en-US"/>
        </a:p>
      </dgm:t>
    </dgm:pt>
    <dgm:pt modelId="{53106BCF-164B-4044-A7E1-A1ECC471610E}">
      <dgm:prSet/>
      <dgm:spPr>
        <a:solidFill>
          <a:schemeClr val="accent5">
            <a:lumMod val="75000"/>
          </a:schemeClr>
        </a:solidFill>
      </dgm:spPr>
      <dgm:t>
        <a:bodyPr/>
        <a:lstStyle/>
        <a:p>
          <a:pPr rtl="0"/>
          <a:r>
            <a:rPr lang="zh-CN" b="1" dirty="0" smtClean="0"/>
            <a:t>状态</a:t>
          </a:r>
          <a:endParaRPr lang="zh-CN" b="1" dirty="0"/>
        </a:p>
      </dgm:t>
    </dgm:pt>
    <dgm:pt modelId="{FF0A856F-A0C3-4035-A25B-FD50F6BB9C85}" type="parTrans" cxnId="{FD9A9EBF-68FC-4AF4-A133-A77B366F147C}">
      <dgm:prSet/>
      <dgm:spPr/>
      <dgm:t>
        <a:bodyPr/>
        <a:lstStyle/>
        <a:p>
          <a:endParaRPr lang="zh-CN" altLang="en-US" b="1"/>
        </a:p>
      </dgm:t>
    </dgm:pt>
    <dgm:pt modelId="{A9E576B2-4253-4E2A-98CD-9B5028476F4A}" type="sibTrans" cxnId="{FD9A9EBF-68FC-4AF4-A133-A77B366F147C}">
      <dgm:prSet/>
      <dgm:spPr/>
      <dgm:t>
        <a:bodyPr/>
        <a:lstStyle/>
        <a:p>
          <a:endParaRPr lang="zh-CN" altLang="en-US" b="1"/>
        </a:p>
      </dgm:t>
    </dgm:pt>
    <dgm:pt modelId="{688E6C63-2885-4FC7-9564-27F0BCF23F9F}">
      <dgm:prSet/>
      <dgm:spPr>
        <a:solidFill>
          <a:schemeClr val="accent4">
            <a:lumMod val="75000"/>
          </a:schemeClr>
        </a:solidFill>
      </dgm:spPr>
      <dgm:t>
        <a:bodyPr/>
        <a:lstStyle/>
        <a:p>
          <a:r>
            <a:rPr lang="zh-CN" b="1" dirty="0" smtClean="0">
              <a:solidFill>
                <a:srgbClr val="FFFFFF"/>
              </a:solidFill>
            </a:rPr>
            <a:t>条件</a:t>
          </a:r>
          <a:r>
            <a:rPr lang="en-US" b="1" dirty="0" smtClean="0">
              <a:solidFill>
                <a:srgbClr val="FFFFFF"/>
              </a:solidFill>
            </a:rPr>
            <a:t>/</a:t>
          </a:r>
          <a:r>
            <a:rPr lang="zh-CN" b="1" dirty="0" smtClean="0">
              <a:solidFill>
                <a:srgbClr val="FFFFFF"/>
              </a:solidFill>
            </a:rPr>
            <a:t>事件</a:t>
          </a:r>
          <a:endParaRPr lang="zh-CN" b="1" dirty="0">
            <a:solidFill>
              <a:srgbClr val="FFFFFF"/>
            </a:solidFill>
          </a:endParaRPr>
        </a:p>
      </dgm:t>
    </dgm:pt>
    <dgm:pt modelId="{6FC39AB9-7934-4557-B84D-A3BF4258900C}" type="parTrans" cxnId="{F585EC25-8158-42D2-8404-DE912483A5CB}">
      <dgm:prSet/>
      <dgm:spPr/>
      <dgm:t>
        <a:bodyPr/>
        <a:lstStyle/>
        <a:p>
          <a:endParaRPr lang="zh-CN" altLang="en-US" b="1"/>
        </a:p>
      </dgm:t>
    </dgm:pt>
    <dgm:pt modelId="{600EF42A-9EAC-4792-A861-8E68047B5B90}" type="sibTrans" cxnId="{F585EC25-8158-42D2-8404-DE912483A5CB}">
      <dgm:prSet/>
      <dgm:spPr/>
      <dgm:t>
        <a:bodyPr/>
        <a:lstStyle/>
        <a:p>
          <a:endParaRPr lang="zh-CN" altLang="en-US" b="1"/>
        </a:p>
      </dgm:t>
    </dgm:pt>
    <dgm:pt modelId="{0BD62187-9550-4FDC-98A1-6769930B55E0}">
      <dgm:prSet/>
      <dgm:spPr>
        <a:solidFill>
          <a:schemeClr val="accent3">
            <a:lumMod val="75000"/>
          </a:schemeClr>
        </a:solidFill>
      </dgm:spPr>
      <dgm:t>
        <a:bodyPr/>
        <a:lstStyle/>
        <a:p>
          <a:r>
            <a:rPr lang="zh-CN" b="1" dirty="0" smtClean="0"/>
            <a:t>动作</a:t>
          </a:r>
          <a:endParaRPr lang="zh-CN" b="1" dirty="0"/>
        </a:p>
      </dgm:t>
    </dgm:pt>
    <dgm:pt modelId="{E4540D6E-84BD-423F-8E2F-62E75D9E29EF}" type="parTrans" cxnId="{9B3E0E9A-591F-4E72-82C4-E792C12B692A}">
      <dgm:prSet/>
      <dgm:spPr/>
      <dgm:t>
        <a:bodyPr/>
        <a:lstStyle/>
        <a:p>
          <a:endParaRPr lang="zh-CN" altLang="en-US" b="1"/>
        </a:p>
      </dgm:t>
    </dgm:pt>
    <dgm:pt modelId="{F88444B1-415C-4268-A396-A93118D0D8A1}" type="sibTrans" cxnId="{9B3E0E9A-591F-4E72-82C4-E792C12B692A}">
      <dgm:prSet/>
      <dgm:spPr/>
      <dgm:t>
        <a:bodyPr/>
        <a:lstStyle/>
        <a:p>
          <a:endParaRPr lang="zh-CN" altLang="en-US" b="1"/>
        </a:p>
      </dgm:t>
    </dgm:pt>
    <dgm:pt modelId="{9FFD1577-8880-470D-9725-AC9CAA359CC6}">
      <dgm:prSet/>
      <dgm:spPr>
        <a:solidFill>
          <a:schemeClr val="accent5">
            <a:lumMod val="75000"/>
          </a:schemeClr>
        </a:solidFill>
      </dgm:spPr>
      <dgm:t>
        <a:bodyPr/>
        <a:lstStyle/>
        <a:p>
          <a:pPr rtl="0"/>
          <a:r>
            <a:rPr lang="zh-CN" b="1" dirty="0" smtClean="0"/>
            <a:t>系统在某个时间点所处的形态或状况</a:t>
          </a:r>
          <a:r>
            <a:rPr lang="en-US" altLang="zh-CN" b="1" dirty="0" smtClean="0"/>
            <a:t>.</a:t>
          </a:r>
          <a:r>
            <a:rPr lang="zh-CN" b="1" dirty="0" smtClean="0"/>
            <a:t>根据状态在系统中所处时间阶段的不同，分为现态和次态。现态即系统当前所处的状态，次态表示当某个条件满足时要转移的新状态。</a:t>
          </a:r>
          <a:endParaRPr lang="zh-CN" b="1" dirty="0"/>
        </a:p>
      </dgm:t>
    </dgm:pt>
    <dgm:pt modelId="{062AA4F4-10AD-4FF1-8651-A44BF304201F}" type="parTrans" cxnId="{4D770941-FE3C-44F4-84A0-9D4AFF3B5587}">
      <dgm:prSet/>
      <dgm:spPr/>
      <dgm:t>
        <a:bodyPr/>
        <a:lstStyle/>
        <a:p>
          <a:endParaRPr lang="zh-CN" altLang="en-US" b="1"/>
        </a:p>
      </dgm:t>
    </dgm:pt>
    <dgm:pt modelId="{76DE4EB8-95EF-4631-ADAC-401259952A88}" type="sibTrans" cxnId="{4D770941-FE3C-44F4-84A0-9D4AFF3B5587}">
      <dgm:prSet/>
      <dgm:spPr/>
      <dgm:t>
        <a:bodyPr/>
        <a:lstStyle/>
        <a:p>
          <a:endParaRPr lang="zh-CN" altLang="en-US" b="1"/>
        </a:p>
      </dgm:t>
    </dgm:pt>
    <dgm:pt modelId="{4B879050-74A9-4933-A65D-F370B568A052}">
      <dgm:prSet/>
      <dgm:spPr>
        <a:solidFill>
          <a:schemeClr val="accent4">
            <a:lumMod val="75000"/>
          </a:schemeClr>
        </a:solidFill>
      </dgm:spPr>
      <dgm:t>
        <a:bodyPr/>
        <a:lstStyle/>
        <a:p>
          <a:r>
            <a:rPr lang="zh-CN" b="1" smtClean="0"/>
            <a:t>用于</a:t>
          </a:r>
          <a:r>
            <a:rPr lang="zh-CN" b="1" dirty="0" smtClean="0"/>
            <a:t>触发状态机进行状态转换、产生相应动作（输出）。当某个条件满足时将会执行一次状态的迁移或触发一个动作。</a:t>
          </a:r>
          <a:endParaRPr lang="zh-CN" b="1" dirty="0"/>
        </a:p>
      </dgm:t>
    </dgm:pt>
    <dgm:pt modelId="{4E237CC3-62B9-4BB1-981A-9B7C0FA0AD4B}" type="parTrans" cxnId="{82318B85-18F9-4BCC-8A76-2D06692961C8}">
      <dgm:prSet/>
      <dgm:spPr/>
      <dgm:t>
        <a:bodyPr/>
        <a:lstStyle/>
        <a:p>
          <a:endParaRPr lang="zh-CN" altLang="en-US" b="1"/>
        </a:p>
      </dgm:t>
    </dgm:pt>
    <dgm:pt modelId="{1A8EA806-6FD4-47D4-80B6-84FEC32A883D}" type="sibTrans" cxnId="{82318B85-18F9-4BCC-8A76-2D06692961C8}">
      <dgm:prSet/>
      <dgm:spPr/>
      <dgm:t>
        <a:bodyPr/>
        <a:lstStyle/>
        <a:p>
          <a:endParaRPr lang="zh-CN" altLang="en-US" b="1"/>
        </a:p>
      </dgm:t>
    </dgm:pt>
    <dgm:pt modelId="{A8B106C0-DA19-4AA0-AF4F-ADA850136880}">
      <dgm:prSet/>
      <dgm:spPr>
        <a:solidFill>
          <a:schemeClr val="accent3">
            <a:lumMod val="75000"/>
          </a:schemeClr>
        </a:solidFill>
      </dgm:spPr>
      <dgm:t>
        <a:bodyPr/>
        <a:lstStyle/>
        <a:p>
          <a:r>
            <a:rPr lang="zh-CN" b="1" smtClean="0"/>
            <a:t>表示</a:t>
          </a:r>
          <a:r>
            <a:rPr lang="zh-CN" b="1" dirty="0" smtClean="0"/>
            <a:t>条件满足后具体执行的操作。动作要素不是必需的，当条件满足后，也可以不执行任何动作，直接迁移到新状态。</a:t>
          </a:r>
          <a:endParaRPr lang="zh-CN" b="1" dirty="0"/>
        </a:p>
      </dgm:t>
    </dgm:pt>
    <dgm:pt modelId="{A525245B-96D4-4BDC-935A-2CAE21C5D860}" type="parTrans" cxnId="{313FB8F1-A556-48E5-B134-9ED855C83C77}">
      <dgm:prSet/>
      <dgm:spPr/>
      <dgm:t>
        <a:bodyPr/>
        <a:lstStyle/>
        <a:p>
          <a:endParaRPr lang="zh-CN" altLang="en-US" b="1"/>
        </a:p>
      </dgm:t>
    </dgm:pt>
    <dgm:pt modelId="{BBB9A483-F73B-41AA-9F2D-CB44BE98B4C1}" type="sibTrans" cxnId="{313FB8F1-A556-48E5-B134-9ED855C83C77}">
      <dgm:prSet/>
      <dgm:spPr/>
      <dgm:t>
        <a:bodyPr/>
        <a:lstStyle/>
        <a:p>
          <a:endParaRPr lang="zh-CN" altLang="en-US" b="1"/>
        </a:p>
      </dgm:t>
    </dgm:pt>
    <dgm:pt modelId="{D53D6ADF-95E3-413C-85C9-196FFE51F40B}" type="pres">
      <dgm:prSet presAssocID="{C41C5EAB-C2A4-4095-82BC-77E358E1C819}" presName="Name0" presStyleCnt="0">
        <dgm:presLayoutVars>
          <dgm:chPref val="1"/>
          <dgm:dir/>
          <dgm:animOne val="branch"/>
          <dgm:animLvl val="lvl"/>
          <dgm:resizeHandles/>
        </dgm:presLayoutVars>
      </dgm:prSet>
      <dgm:spPr/>
      <dgm:t>
        <a:bodyPr/>
        <a:lstStyle/>
        <a:p>
          <a:endParaRPr lang="zh-CN" altLang="en-US"/>
        </a:p>
      </dgm:t>
    </dgm:pt>
    <dgm:pt modelId="{B87231A7-65BC-41BE-AAF7-2CFE0A974BF1}" type="pres">
      <dgm:prSet presAssocID="{53106BCF-164B-4044-A7E1-A1ECC471610E}" presName="vertOne" presStyleCnt="0"/>
      <dgm:spPr/>
    </dgm:pt>
    <dgm:pt modelId="{E5EBE843-B0C1-4AED-AECF-52C4A3887897}" type="pres">
      <dgm:prSet presAssocID="{53106BCF-164B-4044-A7E1-A1ECC471610E}" presName="txOne" presStyleLbl="node0" presStyleIdx="0" presStyleCnt="3" custScaleY="19032" custLinFactNeighborX="1033" custLinFactNeighborY="66846">
        <dgm:presLayoutVars>
          <dgm:chPref val="3"/>
        </dgm:presLayoutVars>
      </dgm:prSet>
      <dgm:spPr/>
      <dgm:t>
        <a:bodyPr/>
        <a:lstStyle/>
        <a:p>
          <a:endParaRPr lang="zh-CN" altLang="en-US"/>
        </a:p>
      </dgm:t>
    </dgm:pt>
    <dgm:pt modelId="{DE36A367-D862-4C12-8C2E-3DFE6D2E453D}" type="pres">
      <dgm:prSet presAssocID="{53106BCF-164B-4044-A7E1-A1ECC471610E}" presName="parTransOne" presStyleCnt="0"/>
      <dgm:spPr/>
    </dgm:pt>
    <dgm:pt modelId="{AD29E1B9-C814-4FE6-AFF6-D15D0032AE7B}" type="pres">
      <dgm:prSet presAssocID="{53106BCF-164B-4044-A7E1-A1ECC471610E}" presName="horzOne" presStyleCnt="0"/>
      <dgm:spPr/>
    </dgm:pt>
    <dgm:pt modelId="{91FE2B87-F5F8-43F9-82DE-93C2FEAC0716}" type="pres">
      <dgm:prSet presAssocID="{9FFD1577-8880-470D-9725-AC9CAA359CC6}" presName="vertTwo" presStyleCnt="0"/>
      <dgm:spPr/>
    </dgm:pt>
    <dgm:pt modelId="{4C52381C-B7D7-4BE8-9A5B-62A4CB2D3C04}" type="pres">
      <dgm:prSet presAssocID="{9FFD1577-8880-470D-9725-AC9CAA359CC6}" presName="txTwo" presStyleLbl="node2" presStyleIdx="0" presStyleCnt="3">
        <dgm:presLayoutVars>
          <dgm:chPref val="3"/>
        </dgm:presLayoutVars>
      </dgm:prSet>
      <dgm:spPr/>
      <dgm:t>
        <a:bodyPr/>
        <a:lstStyle/>
        <a:p>
          <a:endParaRPr lang="zh-CN" altLang="en-US"/>
        </a:p>
      </dgm:t>
    </dgm:pt>
    <dgm:pt modelId="{B7751602-AB74-46E4-9A73-74234897B974}" type="pres">
      <dgm:prSet presAssocID="{9FFD1577-8880-470D-9725-AC9CAA359CC6}" presName="horzTwo" presStyleCnt="0"/>
      <dgm:spPr/>
    </dgm:pt>
    <dgm:pt modelId="{9090C473-1221-4DDF-BBE8-55C5559ABA37}" type="pres">
      <dgm:prSet presAssocID="{A9E576B2-4253-4E2A-98CD-9B5028476F4A}" presName="sibSpaceOne" presStyleCnt="0"/>
      <dgm:spPr/>
    </dgm:pt>
    <dgm:pt modelId="{49A9BEC8-0AA5-40EB-B1C0-1A3F1DD1AA65}" type="pres">
      <dgm:prSet presAssocID="{688E6C63-2885-4FC7-9564-27F0BCF23F9F}" presName="vertOne" presStyleCnt="0"/>
      <dgm:spPr/>
    </dgm:pt>
    <dgm:pt modelId="{3E92E850-AC5B-4378-AA3C-80FD9EE65CB1}" type="pres">
      <dgm:prSet presAssocID="{688E6C63-2885-4FC7-9564-27F0BCF23F9F}" presName="txOne" presStyleLbl="node0" presStyleIdx="1" presStyleCnt="3" custScaleY="20100" custLinFactNeighborX="681" custLinFactNeighborY="67501">
        <dgm:presLayoutVars>
          <dgm:chPref val="3"/>
        </dgm:presLayoutVars>
      </dgm:prSet>
      <dgm:spPr/>
      <dgm:t>
        <a:bodyPr/>
        <a:lstStyle/>
        <a:p>
          <a:endParaRPr lang="zh-CN" altLang="en-US"/>
        </a:p>
      </dgm:t>
    </dgm:pt>
    <dgm:pt modelId="{ACE1CAAA-F468-4F9D-89B7-6E86EF9AB84F}" type="pres">
      <dgm:prSet presAssocID="{688E6C63-2885-4FC7-9564-27F0BCF23F9F}" presName="parTransOne" presStyleCnt="0"/>
      <dgm:spPr/>
    </dgm:pt>
    <dgm:pt modelId="{4C4D9D5E-FF53-47A5-B353-60460DABAC62}" type="pres">
      <dgm:prSet presAssocID="{688E6C63-2885-4FC7-9564-27F0BCF23F9F}" presName="horzOne" presStyleCnt="0"/>
      <dgm:spPr/>
    </dgm:pt>
    <dgm:pt modelId="{9F32F676-0B4C-41EA-847E-4FE19CD85713}" type="pres">
      <dgm:prSet presAssocID="{4B879050-74A9-4933-A65D-F370B568A052}" presName="vertTwo" presStyleCnt="0"/>
      <dgm:spPr/>
    </dgm:pt>
    <dgm:pt modelId="{68F745FF-2841-4C33-9D82-8CA8332D7D01}" type="pres">
      <dgm:prSet presAssocID="{4B879050-74A9-4933-A65D-F370B568A052}" presName="txTwo" presStyleLbl="node2" presStyleIdx="1" presStyleCnt="3">
        <dgm:presLayoutVars>
          <dgm:chPref val="3"/>
        </dgm:presLayoutVars>
      </dgm:prSet>
      <dgm:spPr/>
      <dgm:t>
        <a:bodyPr/>
        <a:lstStyle/>
        <a:p>
          <a:endParaRPr lang="zh-CN" altLang="en-US"/>
        </a:p>
      </dgm:t>
    </dgm:pt>
    <dgm:pt modelId="{21F2D2EC-CBE8-405C-AB4A-AF040CD7CCE4}" type="pres">
      <dgm:prSet presAssocID="{4B879050-74A9-4933-A65D-F370B568A052}" presName="horzTwo" presStyleCnt="0"/>
      <dgm:spPr/>
    </dgm:pt>
    <dgm:pt modelId="{F36508BC-5EE1-453B-9AE8-1D5ED24E2477}" type="pres">
      <dgm:prSet presAssocID="{600EF42A-9EAC-4792-A861-8E68047B5B90}" presName="sibSpaceOne" presStyleCnt="0"/>
      <dgm:spPr/>
    </dgm:pt>
    <dgm:pt modelId="{F4670629-07F8-43E0-A1E0-BA88D64FF80F}" type="pres">
      <dgm:prSet presAssocID="{0BD62187-9550-4FDC-98A1-6769930B55E0}" presName="vertOne" presStyleCnt="0"/>
      <dgm:spPr/>
    </dgm:pt>
    <dgm:pt modelId="{84B0ECA0-115A-45BA-A15A-D4B646740F31}" type="pres">
      <dgm:prSet presAssocID="{0BD62187-9550-4FDC-98A1-6769930B55E0}" presName="txOne" presStyleLbl="node0" presStyleIdx="2" presStyleCnt="3" custScaleY="19961" custLinFactNeighborX="19" custLinFactNeighborY="56221">
        <dgm:presLayoutVars>
          <dgm:chPref val="3"/>
        </dgm:presLayoutVars>
      </dgm:prSet>
      <dgm:spPr/>
      <dgm:t>
        <a:bodyPr/>
        <a:lstStyle/>
        <a:p>
          <a:endParaRPr lang="zh-CN" altLang="en-US"/>
        </a:p>
      </dgm:t>
    </dgm:pt>
    <dgm:pt modelId="{8FD2C4F8-ED5D-463B-AFDF-1BD4A91F8E48}" type="pres">
      <dgm:prSet presAssocID="{0BD62187-9550-4FDC-98A1-6769930B55E0}" presName="parTransOne" presStyleCnt="0"/>
      <dgm:spPr/>
    </dgm:pt>
    <dgm:pt modelId="{18D4FA0B-096B-4BBA-96EB-ADFF49C04376}" type="pres">
      <dgm:prSet presAssocID="{0BD62187-9550-4FDC-98A1-6769930B55E0}" presName="horzOne" presStyleCnt="0"/>
      <dgm:spPr/>
    </dgm:pt>
    <dgm:pt modelId="{320C927A-E65F-4A4E-AAD6-A1D4C980AA42}" type="pres">
      <dgm:prSet presAssocID="{A8B106C0-DA19-4AA0-AF4F-ADA850136880}" presName="vertTwo" presStyleCnt="0"/>
      <dgm:spPr/>
    </dgm:pt>
    <dgm:pt modelId="{649082C0-9F3B-406D-B92E-532F98D7DE1B}" type="pres">
      <dgm:prSet presAssocID="{A8B106C0-DA19-4AA0-AF4F-ADA850136880}" presName="txTwo" presStyleLbl="node2" presStyleIdx="2" presStyleCnt="3">
        <dgm:presLayoutVars>
          <dgm:chPref val="3"/>
        </dgm:presLayoutVars>
      </dgm:prSet>
      <dgm:spPr/>
      <dgm:t>
        <a:bodyPr/>
        <a:lstStyle/>
        <a:p>
          <a:endParaRPr lang="zh-CN" altLang="en-US"/>
        </a:p>
      </dgm:t>
    </dgm:pt>
    <dgm:pt modelId="{929C5E2D-6578-4F86-A28C-8765041B390C}" type="pres">
      <dgm:prSet presAssocID="{A8B106C0-DA19-4AA0-AF4F-ADA850136880}" presName="horzTwo" presStyleCnt="0"/>
      <dgm:spPr/>
    </dgm:pt>
  </dgm:ptLst>
  <dgm:cxnLst>
    <dgm:cxn modelId="{7A2921A2-E8B7-4368-9077-BFD03EB585FE}" type="presOf" srcId="{C41C5EAB-C2A4-4095-82BC-77E358E1C819}" destId="{D53D6ADF-95E3-413C-85C9-196FFE51F40B}" srcOrd="0" destOrd="0" presId="urn:microsoft.com/office/officeart/2005/8/layout/hierarchy4"/>
    <dgm:cxn modelId="{4D770941-FE3C-44F4-84A0-9D4AFF3B5587}" srcId="{53106BCF-164B-4044-A7E1-A1ECC471610E}" destId="{9FFD1577-8880-470D-9725-AC9CAA359CC6}" srcOrd="0" destOrd="0" parTransId="{062AA4F4-10AD-4FF1-8651-A44BF304201F}" sibTransId="{76DE4EB8-95EF-4631-ADAC-401259952A88}"/>
    <dgm:cxn modelId="{313FB8F1-A556-48E5-B134-9ED855C83C77}" srcId="{0BD62187-9550-4FDC-98A1-6769930B55E0}" destId="{A8B106C0-DA19-4AA0-AF4F-ADA850136880}" srcOrd="0" destOrd="0" parTransId="{A525245B-96D4-4BDC-935A-2CAE21C5D860}" sibTransId="{BBB9A483-F73B-41AA-9F2D-CB44BE98B4C1}"/>
    <dgm:cxn modelId="{F585EC25-8158-42D2-8404-DE912483A5CB}" srcId="{C41C5EAB-C2A4-4095-82BC-77E358E1C819}" destId="{688E6C63-2885-4FC7-9564-27F0BCF23F9F}" srcOrd="1" destOrd="0" parTransId="{6FC39AB9-7934-4557-B84D-A3BF4258900C}" sibTransId="{600EF42A-9EAC-4792-A861-8E68047B5B90}"/>
    <dgm:cxn modelId="{FD9A9EBF-68FC-4AF4-A133-A77B366F147C}" srcId="{C41C5EAB-C2A4-4095-82BC-77E358E1C819}" destId="{53106BCF-164B-4044-A7E1-A1ECC471610E}" srcOrd="0" destOrd="0" parTransId="{FF0A856F-A0C3-4035-A25B-FD50F6BB9C85}" sibTransId="{A9E576B2-4253-4E2A-98CD-9B5028476F4A}"/>
    <dgm:cxn modelId="{9B3E0E9A-591F-4E72-82C4-E792C12B692A}" srcId="{C41C5EAB-C2A4-4095-82BC-77E358E1C819}" destId="{0BD62187-9550-4FDC-98A1-6769930B55E0}" srcOrd="2" destOrd="0" parTransId="{E4540D6E-84BD-423F-8E2F-62E75D9E29EF}" sibTransId="{F88444B1-415C-4268-A396-A93118D0D8A1}"/>
    <dgm:cxn modelId="{DD18CEEF-DF57-4595-8FC3-60AF7C8D391B}" type="presOf" srcId="{9FFD1577-8880-470D-9725-AC9CAA359CC6}" destId="{4C52381C-B7D7-4BE8-9A5B-62A4CB2D3C04}" srcOrd="0" destOrd="0" presId="urn:microsoft.com/office/officeart/2005/8/layout/hierarchy4"/>
    <dgm:cxn modelId="{F6AE715E-5EA5-46E9-B25F-6AB07C9B8573}" type="presOf" srcId="{A8B106C0-DA19-4AA0-AF4F-ADA850136880}" destId="{649082C0-9F3B-406D-B92E-532F98D7DE1B}" srcOrd="0" destOrd="0" presId="urn:microsoft.com/office/officeart/2005/8/layout/hierarchy4"/>
    <dgm:cxn modelId="{A03DDACC-2216-443C-8FDD-048302E6A064}" type="presOf" srcId="{53106BCF-164B-4044-A7E1-A1ECC471610E}" destId="{E5EBE843-B0C1-4AED-AECF-52C4A3887897}" srcOrd="0" destOrd="0" presId="urn:microsoft.com/office/officeart/2005/8/layout/hierarchy4"/>
    <dgm:cxn modelId="{82318B85-18F9-4BCC-8A76-2D06692961C8}" srcId="{688E6C63-2885-4FC7-9564-27F0BCF23F9F}" destId="{4B879050-74A9-4933-A65D-F370B568A052}" srcOrd="0" destOrd="0" parTransId="{4E237CC3-62B9-4BB1-981A-9B7C0FA0AD4B}" sibTransId="{1A8EA806-6FD4-47D4-80B6-84FEC32A883D}"/>
    <dgm:cxn modelId="{1819600C-40A2-4C58-AABD-E2DFD0356D5F}" type="presOf" srcId="{4B879050-74A9-4933-A65D-F370B568A052}" destId="{68F745FF-2841-4C33-9D82-8CA8332D7D01}" srcOrd="0" destOrd="0" presId="urn:microsoft.com/office/officeart/2005/8/layout/hierarchy4"/>
    <dgm:cxn modelId="{BC6AF06D-4621-4BCC-BBDD-2E87B3A543EB}" type="presOf" srcId="{0BD62187-9550-4FDC-98A1-6769930B55E0}" destId="{84B0ECA0-115A-45BA-A15A-D4B646740F31}" srcOrd="0" destOrd="0" presId="urn:microsoft.com/office/officeart/2005/8/layout/hierarchy4"/>
    <dgm:cxn modelId="{F1C66A3C-1211-4136-99E4-B5733518E865}" type="presOf" srcId="{688E6C63-2885-4FC7-9564-27F0BCF23F9F}" destId="{3E92E850-AC5B-4378-AA3C-80FD9EE65CB1}" srcOrd="0" destOrd="0" presId="urn:microsoft.com/office/officeart/2005/8/layout/hierarchy4"/>
    <dgm:cxn modelId="{9340C533-F390-48EF-AFD7-9C4D2750646E}" type="presParOf" srcId="{D53D6ADF-95E3-413C-85C9-196FFE51F40B}" destId="{B87231A7-65BC-41BE-AAF7-2CFE0A974BF1}" srcOrd="0" destOrd="0" presId="urn:microsoft.com/office/officeart/2005/8/layout/hierarchy4"/>
    <dgm:cxn modelId="{EF45148A-C8A5-404A-B37F-F24D9FC6CD3E}" type="presParOf" srcId="{B87231A7-65BC-41BE-AAF7-2CFE0A974BF1}" destId="{E5EBE843-B0C1-4AED-AECF-52C4A3887897}" srcOrd="0" destOrd="0" presId="urn:microsoft.com/office/officeart/2005/8/layout/hierarchy4"/>
    <dgm:cxn modelId="{1AC044D0-5461-433D-B98B-2D8BF69837AA}" type="presParOf" srcId="{B87231A7-65BC-41BE-AAF7-2CFE0A974BF1}" destId="{DE36A367-D862-4C12-8C2E-3DFE6D2E453D}" srcOrd="1" destOrd="0" presId="urn:microsoft.com/office/officeart/2005/8/layout/hierarchy4"/>
    <dgm:cxn modelId="{D5C6ACB0-E2CD-4A84-A5B8-0326267E17D6}" type="presParOf" srcId="{B87231A7-65BC-41BE-AAF7-2CFE0A974BF1}" destId="{AD29E1B9-C814-4FE6-AFF6-D15D0032AE7B}" srcOrd="2" destOrd="0" presId="urn:microsoft.com/office/officeart/2005/8/layout/hierarchy4"/>
    <dgm:cxn modelId="{8028F745-D966-4C4F-B188-D8064654D8D0}" type="presParOf" srcId="{AD29E1B9-C814-4FE6-AFF6-D15D0032AE7B}" destId="{91FE2B87-F5F8-43F9-82DE-93C2FEAC0716}" srcOrd="0" destOrd="0" presId="urn:microsoft.com/office/officeart/2005/8/layout/hierarchy4"/>
    <dgm:cxn modelId="{6F8930F9-87EE-446B-B690-109FE4F34A4E}" type="presParOf" srcId="{91FE2B87-F5F8-43F9-82DE-93C2FEAC0716}" destId="{4C52381C-B7D7-4BE8-9A5B-62A4CB2D3C04}" srcOrd="0" destOrd="0" presId="urn:microsoft.com/office/officeart/2005/8/layout/hierarchy4"/>
    <dgm:cxn modelId="{996FC4D1-6E5A-40E8-BFC9-4651FEBA09A6}" type="presParOf" srcId="{91FE2B87-F5F8-43F9-82DE-93C2FEAC0716}" destId="{B7751602-AB74-46E4-9A73-74234897B974}" srcOrd="1" destOrd="0" presId="urn:microsoft.com/office/officeart/2005/8/layout/hierarchy4"/>
    <dgm:cxn modelId="{C5F59D87-328E-4585-8869-93446D87CE15}" type="presParOf" srcId="{D53D6ADF-95E3-413C-85C9-196FFE51F40B}" destId="{9090C473-1221-4DDF-BBE8-55C5559ABA37}" srcOrd="1" destOrd="0" presId="urn:microsoft.com/office/officeart/2005/8/layout/hierarchy4"/>
    <dgm:cxn modelId="{206E5DCD-F118-4B0E-9931-E175F12E89DA}" type="presParOf" srcId="{D53D6ADF-95E3-413C-85C9-196FFE51F40B}" destId="{49A9BEC8-0AA5-40EB-B1C0-1A3F1DD1AA65}" srcOrd="2" destOrd="0" presId="urn:microsoft.com/office/officeart/2005/8/layout/hierarchy4"/>
    <dgm:cxn modelId="{E5461BE3-ACD3-45D8-BC4F-CFF416083314}" type="presParOf" srcId="{49A9BEC8-0AA5-40EB-B1C0-1A3F1DD1AA65}" destId="{3E92E850-AC5B-4378-AA3C-80FD9EE65CB1}" srcOrd="0" destOrd="0" presId="urn:microsoft.com/office/officeart/2005/8/layout/hierarchy4"/>
    <dgm:cxn modelId="{87970360-2E17-4B6F-8A35-789887FBEC5F}" type="presParOf" srcId="{49A9BEC8-0AA5-40EB-B1C0-1A3F1DD1AA65}" destId="{ACE1CAAA-F468-4F9D-89B7-6E86EF9AB84F}" srcOrd="1" destOrd="0" presId="urn:microsoft.com/office/officeart/2005/8/layout/hierarchy4"/>
    <dgm:cxn modelId="{D7517241-8900-4576-9B41-8D8E74F98EE5}" type="presParOf" srcId="{49A9BEC8-0AA5-40EB-B1C0-1A3F1DD1AA65}" destId="{4C4D9D5E-FF53-47A5-B353-60460DABAC62}" srcOrd="2" destOrd="0" presId="urn:microsoft.com/office/officeart/2005/8/layout/hierarchy4"/>
    <dgm:cxn modelId="{9D9D4A01-AFB7-4527-9375-B36EA8F2815E}" type="presParOf" srcId="{4C4D9D5E-FF53-47A5-B353-60460DABAC62}" destId="{9F32F676-0B4C-41EA-847E-4FE19CD85713}" srcOrd="0" destOrd="0" presId="urn:microsoft.com/office/officeart/2005/8/layout/hierarchy4"/>
    <dgm:cxn modelId="{FCE45B4D-20ED-41DE-9403-06E5CFA59987}" type="presParOf" srcId="{9F32F676-0B4C-41EA-847E-4FE19CD85713}" destId="{68F745FF-2841-4C33-9D82-8CA8332D7D01}" srcOrd="0" destOrd="0" presId="urn:microsoft.com/office/officeart/2005/8/layout/hierarchy4"/>
    <dgm:cxn modelId="{30F72D8E-A079-41E7-A0C5-043B1684D77B}" type="presParOf" srcId="{9F32F676-0B4C-41EA-847E-4FE19CD85713}" destId="{21F2D2EC-CBE8-405C-AB4A-AF040CD7CCE4}" srcOrd="1" destOrd="0" presId="urn:microsoft.com/office/officeart/2005/8/layout/hierarchy4"/>
    <dgm:cxn modelId="{E9EA7BB0-7A22-4F48-8D96-1A6B51DC9BD2}" type="presParOf" srcId="{D53D6ADF-95E3-413C-85C9-196FFE51F40B}" destId="{F36508BC-5EE1-453B-9AE8-1D5ED24E2477}" srcOrd="3" destOrd="0" presId="urn:microsoft.com/office/officeart/2005/8/layout/hierarchy4"/>
    <dgm:cxn modelId="{90AC1659-6010-4038-AC9C-B1DF86387B27}" type="presParOf" srcId="{D53D6ADF-95E3-413C-85C9-196FFE51F40B}" destId="{F4670629-07F8-43E0-A1E0-BA88D64FF80F}" srcOrd="4" destOrd="0" presId="urn:microsoft.com/office/officeart/2005/8/layout/hierarchy4"/>
    <dgm:cxn modelId="{A6826AC2-935C-4194-A226-369DE185F2E3}" type="presParOf" srcId="{F4670629-07F8-43E0-A1E0-BA88D64FF80F}" destId="{84B0ECA0-115A-45BA-A15A-D4B646740F31}" srcOrd="0" destOrd="0" presId="urn:microsoft.com/office/officeart/2005/8/layout/hierarchy4"/>
    <dgm:cxn modelId="{9AA1A7B0-4A0E-46E3-B308-720DE2C8E22C}" type="presParOf" srcId="{F4670629-07F8-43E0-A1E0-BA88D64FF80F}" destId="{8FD2C4F8-ED5D-463B-AFDF-1BD4A91F8E48}" srcOrd="1" destOrd="0" presId="urn:microsoft.com/office/officeart/2005/8/layout/hierarchy4"/>
    <dgm:cxn modelId="{8BE9D7F7-9932-4613-B4C1-C5062686C4A5}" type="presParOf" srcId="{F4670629-07F8-43E0-A1E0-BA88D64FF80F}" destId="{18D4FA0B-096B-4BBA-96EB-ADFF49C04376}" srcOrd="2" destOrd="0" presId="urn:microsoft.com/office/officeart/2005/8/layout/hierarchy4"/>
    <dgm:cxn modelId="{91F7E20A-71C9-4FB1-8A2C-B75959878C59}" type="presParOf" srcId="{18D4FA0B-096B-4BBA-96EB-ADFF49C04376}" destId="{320C927A-E65F-4A4E-AAD6-A1D4C980AA42}" srcOrd="0" destOrd="0" presId="urn:microsoft.com/office/officeart/2005/8/layout/hierarchy4"/>
    <dgm:cxn modelId="{0E9ED96A-CCFE-47BD-9F1F-E07BFBE19D91}" type="presParOf" srcId="{320C927A-E65F-4A4E-AAD6-A1D4C980AA42}" destId="{649082C0-9F3B-406D-B92E-532F98D7DE1B}" srcOrd="0" destOrd="0" presId="urn:microsoft.com/office/officeart/2005/8/layout/hierarchy4"/>
    <dgm:cxn modelId="{4C855470-9465-4FE8-A700-D1B8E4FC78CF}" type="presParOf" srcId="{320C927A-E65F-4A4E-AAD6-A1D4C980AA42}" destId="{929C5E2D-6578-4F86-A28C-8765041B390C}"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47ED27FC-CB16-4033-95C8-1CB2E2D1FB62}" type="doc">
      <dgm:prSet loTypeId="urn:microsoft.com/office/officeart/2005/8/layout/hierarchy2" loCatId="hierarchy" qsTypeId="urn:microsoft.com/office/officeart/2005/8/quickstyle/simple2" qsCatId="simple" csTypeId="urn:microsoft.com/office/officeart/2005/8/colors/colorful3" csCatId="colorful" phldr="1"/>
      <dgm:spPr/>
      <dgm:t>
        <a:bodyPr/>
        <a:lstStyle/>
        <a:p>
          <a:endParaRPr lang="zh-CN" altLang="en-US"/>
        </a:p>
      </dgm:t>
    </dgm:pt>
    <dgm:pt modelId="{D0D7C2BE-D90A-43A0-9C2B-968275EC9D7B}">
      <dgm:prSet custT="1"/>
      <dgm:spPr/>
      <dgm:t>
        <a:bodyPr/>
        <a:lstStyle/>
        <a:p>
          <a:pPr rtl="0"/>
          <a:r>
            <a:rPr lang="zh-CN" altLang="en-US" sz="1400" b="1" dirty="0" smtClean="0"/>
            <a:t>将按键工作过程的三个状态</a:t>
          </a:r>
          <a:endParaRPr lang="zh-CN" altLang="en-US" sz="1400" b="1" dirty="0"/>
        </a:p>
      </dgm:t>
    </dgm:pt>
    <dgm:pt modelId="{3557A7F6-48E4-40AA-9CC5-3BB44150AF3F}" type="parTrans" cxnId="{A9A5B3CA-D7A3-415A-B218-E913634504A7}">
      <dgm:prSet/>
      <dgm:spPr/>
      <dgm:t>
        <a:bodyPr/>
        <a:lstStyle/>
        <a:p>
          <a:endParaRPr lang="zh-CN" altLang="en-US" sz="1400" b="1"/>
        </a:p>
      </dgm:t>
    </dgm:pt>
    <dgm:pt modelId="{1A5739A6-3118-4CAA-9844-CA4102F1442A}" type="sibTrans" cxnId="{A9A5B3CA-D7A3-415A-B218-E913634504A7}">
      <dgm:prSet/>
      <dgm:spPr/>
      <dgm:t>
        <a:bodyPr/>
        <a:lstStyle/>
        <a:p>
          <a:endParaRPr lang="zh-CN" altLang="en-US" sz="1400" b="1"/>
        </a:p>
      </dgm:t>
    </dgm:pt>
    <dgm:pt modelId="{DE8F54D1-7D22-4FB4-B6E4-0D4C2C197A7B}">
      <dgm:prSet custT="1"/>
      <dgm:spPr/>
      <dgm:t>
        <a:bodyPr/>
        <a:lstStyle/>
        <a:p>
          <a:pPr rtl="0"/>
          <a:r>
            <a:rPr lang="zh-CN" sz="1400" b="1" dirty="0" smtClean="0"/>
            <a:t>按键空状态：没有按键按下的状态</a:t>
          </a:r>
          <a:r>
            <a:rPr lang="en-US" sz="1400" b="1" dirty="0" smtClean="0"/>
            <a:t>KEY_NULL</a:t>
          </a:r>
          <a:r>
            <a:rPr lang="zh-CN" sz="1400" b="1" dirty="0" smtClean="0"/>
            <a:t>。</a:t>
          </a:r>
          <a:endParaRPr lang="zh-CN" sz="1400" b="1" dirty="0"/>
        </a:p>
      </dgm:t>
    </dgm:pt>
    <dgm:pt modelId="{B69C35EB-CAF4-41CE-8528-C5D6A52B323C}" type="parTrans" cxnId="{61020E1A-B7C1-4F2D-A761-A02DA40647CE}">
      <dgm:prSet custT="1"/>
      <dgm:spPr/>
      <dgm:t>
        <a:bodyPr/>
        <a:lstStyle/>
        <a:p>
          <a:endParaRPr lang="zh-CN" altLang="en-US" sz="1400" b="1"/>
        </a:p>
      </dgm:t>
    </dgm:pt>
    <dgm:pt modelId="{04708FC5-FED8-4B80-8660-2DFDCFC3BCD6}" type="sibTrans" cxnId="{61020E1A-B7C1-4F2D-A761-A02DA40647CE}">
      <dgm:prSet/>
      <dgm:spPr/>
      <dgm:t>
        <a:bodyPr/>
        <a:lstStyle/>
        <a:p>
          <a:endParaRPr lang="zh-CN" altLang="en-US" sz="1400" b="1"/>
        </a:p>
      </dgm:t>
    </dgm:pt>
    <dgm:pt modelId="{0E83D5D6-53BE-4698-9B03-B8EB330758F0}">
      <dgm:prSet custT="1"/>
      <dgm:spPr/>
      <dgm:t>
        <a:bodyPr/>
        <a:lstStyle/>
        <a:p>
          <a:pPr rtl="0"/>
          <a:r>
            <a:rPr lang="zh-CN" sz="1400" b="1" dirty="0" smtClean="0"/>
            <a:t>按键按下状态：按键按下的状态</a:t>
          </a:r>
          <a:r>
            <a:rPr lang="en-US" sz="1400" b="1" dirty="0" smtClean="0"/>
            <a:t>KEY_DOWN</a:t>
          </a:r>
          <a:r>
            <a:rPr lang="zh-CN" sz="1400" b="1" dirty="0" smtClean="0"/>
            <a:t>。</a:t>
          </a:r>
          <a:endParaRPr lang="zh-CN" sz="1400" b="1" dirty="0"/>
        </a:p>
      </dgm:t>
    </dgm:pt>
    <dgm:pt modelId="{ED062EBB-9786-40F3-87DC-05A33D5250D6}" type="parTrans" cxnId="{8ACC75D3-D24F-4583-8299-C1906BBD9321}">
      <dgm:prSet custT="1"/>
      <dgm:spPr/>
      <dgm:t>
        <a:bodyPr/>
        <a:lstStyle/>
        <a:p>
          <a:endParaRPr lang="zh-CN" altLang="en-US" sz="1400" b="1"/>
        </a:p>
      </dgm:t>
    </dgm:pt>
    <dgm:pt modelId="{4D23F314-A439-4CFC-AE4E-A8E33BA4FA98}" type="sibTrans" cxnId="{8ACC75D3-D24F-4583-8299-C1906BBD9321}">
      <dgm:prSet/>
      <dgm:spPr/>
      <dgm:t>
        <a:bodyPr/>
        <a:lstStyle/>
        <a:p>
          <a:endParaRPr lang="zh-CN" altLang="en-US" sz="1400" b="1"/>
        </a:p>
      </dgm:t>
    </dgm:pt>
    <dgm:pt modelId="{FD5D8E5C-2702-4E33-987C-7CAC236A8C5E}">
      <dgm:prSet custT="1"/>
      <dgm:spPr/>
      <dgm:t>
        <a:bodyPr/>
        <a:lstStyle/>
        <a:p>
          <a:pPr rtl="0"/>
          <a:r>
            <a:rPr lang="zh-CN" sz="1400" b="1" dirty="0" smtClean="0"/>
            <a:t>按键释放状态：等待按键释放的状态</a:t>
          </a:r>
          <a:r>
            <a:rPr lang="en-US" sz="1400" b="1" dirty="0" smtClean="0"/>
            <a:t>KEY_RELEASE</a:t>
          </a:r>
          <a:r>
            <a:rPr lang="zh-CN" sz="1400" b="1" dirty="0" smtClean="0"/>
            <a:t>。</a:t>
          </a:r>
          <a:endParaRPr lang="zh-CN" sz="1400" b="1" dirty="0"/>
        </a:p>
      </dgm:t>
    </dgm:pt>
    <dgm:pt modelId="{31A425F2-BEE4-4839-A728-DCA6E9FA7062}" type="parTrans" cxnId="{F4C257EF-09C2-4E43-9F95-8E3157EE5D45}">
      <dgm:prSet custT="1"/>
      <dgm:spPr/>
      <dgm:t>
        <a:bodyPr/>
        <a:lstStyle/>
        <a:p>
          <a:endParaRPr lang="zh-CN" altLang="en-US" sz="1400" b="1"/>
        </a:p>
      </dgm:t>
    </dgm:pt>
    <dgm:pt modelId="{32BC2273-4822-4FFA-882D-AFF6172B5CF1}" type="sibTrans" cxnId="{F4C257EF-09C2-4E43-9F95-8E3157EE5D45}">
      <dgm:prSet/>
      <dgm:spPr/>
      <dgm:t>
        <a:bodyPr/>
        <a:lstStyle/>
        <a:p>
          <a:endParaRPr lang="zh-CN" altLang="en-US" sz="1400" b="1"/>
        </a:p>
      </dgm:t>
    </dgm:pt>
    <dgm:pt modelId="{B8B11D16-DA20-45C4-A7E1-4A89B347ECE3}" type="pres">
      <dgm:prSet presAssocID="{47ED27FC-CB16-4033-95C8-1CB2E2D1FB62}" presName="diagram" presStyleCnt="0">
        <dgm:presLayoutVars>
          <dgm:chPref val="1"/>
          <dgm:dir/>
          <dgm:animOne val="branch"/>
          <dgm:animLvl val="lvl"/>
          <dgm:resizeHandles val="exact"/>
        </dgm:presLayoutVars>
      </dgm:prSet>
      <dgm:spPr/>
    </dgm:pt>
    <dgm:pt modelId="{EC8150F9-0381-4F74-9BE3-5AE4D19A9647}" type="pres">
      <dgm:prSet presAssocID="{D0D7C2BE-D90A-43A0-9C2B-968275EC9D7B}" presName="root1" presStyleCnt="0"/>
      <dgm:spPr/>
    </dgm:pt>
    <dgm:pt modelId="{5B41F8AF-614E-4FE9-BFD4-3A7B5964548B}" type="pres">
      <dgm:prSet presAssocID="{D0D7C2BE-D90A-43A0-9C2B-968275EC9D7B}" presName="LevelOneTextNode" presStyleLbl="node0" presStyleIdx="0" presStyleCnt="1">
        <dgm:presLayoutVars>
          <dgm:chPref val="3"/>
        </dgm:presLayoutVars>
      </dgm:prSet>
      <dgm:spPr/>
      <dgm:t>
        <a:bodyPr/>
        <a:lstStyle/>
        <a:p>
          <a:endParaRPr lang="zh-CN" altLang="en-US"/>
        </a:p>
      </dgm:t>
    </dgm:pt>
    <dgm:pt modelId="{AA2E9D69-378A-469A-82B7-E2E406B0010F}" type="pres">
      <dgm:prSet presAssocID="{D0D7C2BE-D90A-43A0-9C2B-968275EC9D7B}" presName="level2hierChild" presStyleCnt="0"/>
      <dgm:spPr/>
    </dgm:pt>
    <dgm:pt modelId="{89707732-CC88-4B7C-A459-94D4C599DC6B}" type="pres">
      <dgm:prSet presAssocID="{B69C35EB-CAF4-41CE-8528-C5D6A52B323C}" presName="conn2-1" presStyleLbl="parChTrans1D2" presStyleIdx="0" presStyleCnt="3"/>
      <dgm:spPr/>
    </dgm:pt>
    <dgm:pt modelId="{ECE50ADF-5972-4155-8157-15CDD6555FF8}" type="pres">
      <dgm:prSet presAssocID="{B69C35EB-CAF4-41CE-8528-C5D6A52B323C}" presName="connTx" presStyleLbl="parChTrans1D2" presStyleIdx="0" presStyleCnt="3"/>
      <dgm:spPr/>
    </dgm:pt>
    <dgm:pt modelId="{2B6AE197-4409-45EB-8049-6C6EC7CEA949}" type="pres">
      <dgm:prSet presAssocID="{DE8F54D1-7D22-4FB4-B6E4-0D4C2C197A7B}" presName="root2" presStyleCnt="0"/>
      <dgm:spPr/>
    </dgm:pt>
    <dgm:pt modelId="{2ABCBCA1-1C59-4724-BA48-23120A65E60D}" type="pres">
      <dgm:prSet presAssocID="{DE8F54D1-7D22-4FB4-B6E4-0D4C2C197A7B}" presName="LevelTwoTextNode" presStyleLbl="node2" presStyleIdx="0" presStyleCnt="3" custScaleX="157872">
        <dgm:presLayoutVars>
          <dgm:chPref val="3"/>
        </dgm:presLayoutVars>
      </dgm:prSet>
      <dgm:spPr/>
      <dgm:t>
        <a:bodyPr/>
        <a:lstStyle/>
        <a:p>
          <a:endParaRPr lang="zh-CN" altLang="en-US"/>
        </a:p>
      </dgm:t>
    </dgm:pt>
    <dgm:pt modelId="{8CC8B769-987D-43C9-A9F0-0861DD1E0751}" type="pres">
      <dgm:prSet presAssocID="{DE8F54D1-7D22-4FB4-B6E4-0D4C2C197A7B}" presName="level3hierChild" presStyleCnt="0"/>
      <dgm:spPr/>
    </dgm:pt>
    <dgm:pt modelId="{CFF07240-3E37-4C39-B0AB-B46ACA9D7BBD}" type="pres">
      <dgm:prSet presAssocID="{ED062EBB-9786-40F3-87DC-05A33D5250D6}" presName="conn2-1" presStyleLbl="parChTrans1D2" presStyleIdx="1" presStyleCnt="3"/>
      <dgm:spPr/>
    </dgm:pt>
    <dgm:pt modelId="{56F77769-7C79-4FC7-9AED-F9780C2253B3}" type="pres">
      <dgm:prSet presAssocID="{ED062EBB-9786-40F3-87DC-05A33D5250D6}" presName="connTx" presStyleLbl="parChTrans1D2" presStyleIdx="1" presStyleCnt="3"/>
      <dgm:spPr/>
    </dgm:pt>
    <dgm:pt modelId="{00397F94-6F08-4D31-A90A-1B7BA0D93BD1}" type="pres">
      <dgm:prSet presAssocID="{0E83D5D6-53BE-4698-9B03-B8EB330758F0}" presName="root2" presStyleCnt="0"/>
      <dgm:spPr/>
    </dgm:pt>
    <dgm:pt modelId="{18539738-8B9A-4DC1-A853-F2E4B10B2BB2}" type="pres">
      <dgm:prSet presAssocID="{0E83D5D6-53BE-4698-9B03-B8EB330758F0}" presName="LevelTwoTextNode" presStyleLbl="node2" presStyleIdx="1" presStyleCnt="3" custScaleX="157872">
        <dgm:presLayoutVars>
          <dgm:chPref val="3"/>
        </dgm:presLayoutVars>
      </dgm:prSet>
      <dgm:spPr/>
      <dgm:t>
        <a:bodyPr/>
        <a:lstStyle/>
        <a:p>
          <a:endParaRPr lang="zh-CN" altLang="en-US"/>
        </a:p>
      </dgm:t>
    </dgm:pt>
    <dgm:pt modelId="{5C10BD91-CE41-49CE-B9C0-57814527302A}" type="pres">
      <dgm:prSet presAssocID="{0E83D5D6-53BE-4698-9B03-B8EB330758F0}" presName="level3hierChild" presStyleCnt="0"/>
      <dgm:spPr/>
    </dgm:pt>
    <dgm:pt modelId="{1C4339CF-E91E-40E4-9B12-4C04119694C0}" type="pres">
      <dgm:prSet presAssocID="{31A425F2-BEE4-4839-A728-DCA6E9FA7062}" presName="conn2-1" presStyleLbl="parChTrans1D2" presStyleIdx="2" presStyleCnt="3"/>
      <dgm:spPr/>
    </dgm:pt>
    <dgm:pt modelId="{493E7AF2-E59B-4082-AB36-97E9AE94AC51}" type="pres">
      <dgm:prSet presAssocID="{31A425F2-BEE4-4839-A728-DCA6E9FA7062}" presName="connTx" presStyleLbl="parChTrans1D2" presStyleIdx="2" presStyleCnt="3"/>
      <dgm:spPr/>
    </dgm:pt>
    <dgm:pt modelId="{D6FF4E23-7A74-47E9-B344-83D71D462214}" type="pres">
      <dgm:prSet presAssocID="{FD5D8E5C-2702-4E33-987C-7CAC236A8C5E}" presName="root2" presStyleCnt="0"/>
      <dgm:spPr/>
    </dgm:pt>
    <dgm:pt modelId="{23F60953-AA8C-4CD5-8DBD-4A4F616959CF}" type="pres">
      <dgm:prSet presAssocID="{FD5D8E5C-2702-4E33-987C-7CAC236A8C5E}" presName="LevelTwoTextNode" presStyleLbl="node2" presStyleIdx="2" presStyleCnt="3" custScaleX="157872">
        <dgm:presLayoutVars>
          <dgm:chPref val="3"/>
        </dgm:presLayoutVars>
      </dgm:prSet>
      <dgm:spPr/>
      <dgm:t>
        <a:bodyPr/>
        <a:lstStyle/>
        <a:p>
          <a:endParaRPr lang="zh-CN" altLang="en-US"/>
        </a:p>
      </dgm:t>
    </dgm:pt>
    <dgm:pt modelId="{4FB4039B-5351-46B3-9529-CA6961EA683C}" type="pres">
      <dgm:prSet presAssocID="{FD5D8E5C-2702-4E33-987C-7CAC236A8C5E}" presName="level3hierChild" presStyleCnt="0"/>
      <dgm:spPr/>
    </dgm:pt>
  </dgm:ptLst>
  <dgm:cxnLst>
    <dgm:cxn modelId="{09EDBA8E-0EA0-4F03-A1B9-6678222B9910}" type="presOf" srcId="{ED062EBB-9786-40F3-87DC-05A33D5250D6}" destId="{CFF07240-3E37-4C39-B0AB-B46ACA9D7BBD}" srcOrd="0" destOrd="0" presId="urn:microsoft.com/office/officeart/2005/8/layout/hierarchy2"/>
    <dgm:cxn modelId="{313235D6-23AB-4A5F-9A13-60541D36BDBB}" type="presOf" srcId="{DE8F54D1-7D22-4FB4-B6E4-0D4C2C197A7B}" destId="{2ABCBCA1-1C59-4724-BA48-23120A65E60D}" srcOrd="0" destOrd="0" presId="urn:microsoft.com/office/officeart/2005/8/layout/hierarchy2"/>
    <dgm:cxn modelId="{61020E1A-B7C1-4F2D-A761-A02DA40647CE}" srcId="{D0D7C2BE-D90A-43A0-9C2B-968275EC9D7B}" destId="{DE8F54D1-7D22-4FB4-B6E4-0D4C2C197A7B}" srcOrd="0" destOrd="0" parTransId="{B69C35EB-CAF4-41CE-8528-C5D6A52B323C}" sibTransId="{04708FC5-FED8-4B80-8660-2DFDCFC3BCD6}"/>
    <dgm:cxn modelId="{52C0905F-876D-485A-9716-0549ACAC9548}" type="presOf" srcId="{31A425F2-BEE4-4839-A728-DCA6E9FA7062}" destId="{493E7AF2-E59B-4082-AB36-97E9AE94AC51}" srcOrd="1" destOrd="0" presId="urn:microsoft.com/office/officeart/2005/8/layout/hierarchy2"/>
    <dgm:cxn modelId="{F4C257EF-09C2-4E43-9F95-8E3157EE5D45}" srcId="{D0D7C2BE-D90A-43A0-9C2B-968275EC9D7B}" destId="{FD5D8E5C-2702-4E33-987C-7CAC236A8C5E}" srcOrd="2" destOrd="0" parTransId="{31A425F2-BEE4-4839-A728-DCA6E9FA7062}" sibTransId="{32BC2273-4822-4FFA-882D-AFF6172B5CF1}"/>
    <dgm:cxn modelId="{575A343F-52E1-4EB4-A4DA-60D51A7BA51A}" type="presOf" srcId="{B69C35EB-CAF4-41CE-8528-C5D6A52B323C}" destId="{ECE50ADF-5972-4155-8157-15CDD6555FF8}" srcOrd="1" destOrd="0" presId="urn:microsoft.com/office/officeart/2005/8/layout/hierarchy2"/>
    <dgm:cxn modelId="{A9A5B3CA-D7A3-415A-B218-E913634504A7}" srcId="{47ED27FC-CB16-4033-95C8-1CB2E2D1FB62}" destId="{D0D7C2BE-D90A-43A0-9C2B-968275EC9D7B}" srcOrd="0" destOrd="0" parTransId="{3557A7F6-48E4-40AA-9CC5-3BB44150AF3F}" sibTransId="{1A5739A6-3118-4CAA-9844-CA4102F1442A}"/>
    <dgm:cxn modelId="{8BE85292-3F31-4E0A-B74C-A6C2371E5B2A}" type="presOf" srcId="{47ED27FC-CB16-4033-95C8-1CB2E2D1FB62}" destId="{B8B11D16-DA20-45C4-A7E1-4A89B347ECE3}" srcOrd="0" destOrd="0" presId="urn:microsoft.com/office/officeart/2005/8/layout/hierarchy2"/>
    <dgm:cxn modelId="{04CAF114-9527-475B-B879-68906023AFC8}" type="presOf" srcId="{B69C35EB-CAF4-41CE-8528-C5D6A52B323C}" destId="{89707732-CC88-4B7C-A459-94D4C599DC6B}" srcOrd="0" destOrd="0" presId="urn:microsoft.com/office/officeart/2005/8/layout/hierarchy2"/>
    <dgm:cxn modelId="{B935AFAB-30D7-4F93-973F-132D94B5FA41}" type="presOf" srcId="{ED062EBB-9786-40F3-87DC-05A33D5250D6}" destId="{56F77769-7C79-4FC7-9AED-F9780C2253B3}" srcOrd="1" destOrd="0" presId="urn:microsoft.com/office/officeart/2005/8/layout/hierarchy2"/>
    <dgm:cxn modelId="{F00E409F-B10A-4DC2-827E-A485B013D69A}" type="presOf" srcId="{0E83D5D6-53BE-4698-9B03-B8EB330758F0}" destId="{18539738-8B9A-4DC1-A853-F2E4B10B2BB2}" srcOrd="0" destOrd="0" presId="urn:microsoft.com/office/officeart/2005/8/layout/hierarchy2"/>
    <dgm:cxn modelId="{4C4135B1-6CC7-4B50-BD8A-456EB9574AFD}" type="presOf" srcId="{D0D7C2BE-D90A-43A0-9C2B-968275EC9D7B}" destId="{5B41F8AF-614E-4FE9-BFD4-3A7B5964548B}" srcOrd="0" destOrd="0" presId="urn:microsoft.com/office/officeart/2005/8/layout/hierarchy2"/>
    <dgm:cxn modelId="{8ACC75D3-D24F-4583-8299-C1906BBD9321}" srcId="{D0D7C2BE-D90A-43A0-9C2B-968275EC9D7B}" destId="{0E83D5D6-53BE-4698-9B03-B8EB330758F0}" srcOrd="1" destOrd="0" parTransId="{ED062EBB-9786-40F3-87DC-05A33D5250D6}" sibTransId="{4D23F314-A439-4CFC-AE4E-A8E33BA4FA98}"/>
    <dgm:cxn modelId="{23EB42EC-EB4E-4DEA-8B11-7954D3E0AEBB}" type="presOf" srcId="{31A425F2-BEE4-4839-A728-DCA6E9FA7062}" destId="{1C4339CF-E91E-40E4-9B12-4C04119694C0}" srcOrd="0" destOrd="0" presId="urn:microsoft.com/office/officeart/2005/8/layout/hierarchy2"/>
    <dgm:cxn modelId="{E3556757-8FED-49A4-801E-5719F7CC1C77}" type="presOf" srcId="{FD5D8E5C-2702-4E33-987C-7CAC236A8C5E}" destId="{23F60953-AA8C-4CD5-8DBD-4A4F616959CF}" srcOrd="0" destOrd="0" presId="urn:microsoft.com/office/officeart/2005/8/layout/hierarchy2"/>
    <dgm:cxn modelId="{DDE41726-6F42-4DE3-81A6-A51E9720EE67}" type="presParOf" srcId="{B8B11D16-DA20-45C4-A7E1-4A89B347ECE3}" destId="{EC8150F9-0381-4F74-9BE3-5AE4D19A9647}" srcOrd="0" destOrd="0" presId="urn:microsoft.com/office/officeart/2005/8/layout/hierarchy2"/>
    <dgm:cxn modelId="{E0942026-A060-4285-963F-29A8FF5BF0E0}" type="presParOf" srcId="{EC8150F9-0381-4F74-9BE3-5AE4D19A9647}" destId="{5B41F8AF-614E-4FE9-BFD4-3A7B5964548B}" srcOrd="0" destOrd="0" presId="urn:microsoft.com/office/officeart/2005/8/layout/hierarchy2"/>
    <dgm:cxn modelId="{06AD5187-D2F8-46CF-9A8C-21C702BDA874}" type="presParOf" srcId="{EC8150F9-0381-4F74-9BE3-5AE4D19A9647}" destId="{AA2E9D69-378A-469A-82B7-E2E406B0010F}" srcOrd="1" destOrd="0" presId="urn:microsoft.com/office/officeart/2005/8/layout/hierarchy2"/>
    <dgm:cxn modelId="{6CE9D12A-F998-4947-9AE7-1DD7C07C62A0}" type="presParOf" srcId="{AA2E9D69-378A-469A-82B7-E2E406B0010F}" destId="{89707732-CC88-4B7C-A459-94D4C599DC6B}" srcOrd="0" destOrd="0" presId="urn:microsoft.com/office/officeart/2005/8/layout/hierarchy2"/>
    <dgm:cxn modelId="{FAF30A04-DE4E-4D7B-B71B-0B1DA5796436}" type="presParOf" srcId="{89707732-CC88-4B7C-A459-94D4C599DC6B}" destId="{ECE50ADF-5972-4155-8157-15CDD6555FF8}" srcOrd="0" destOrd="0" presId="urn:microsoft.com/office/officeart/2005/8/layout/hierarchy2"/>
    <dgm:cxn modelId="{521089F2-78B9-4F84-B107-6755511A0D86}" type="presParOf" srcId="{AA2E9D69-378A-469A-82B7-E2E406B0010F}" destId="{2B6AE197-4409-45EB-8049-6C6EC7CEA949}" srcOrd="1" destOrd="0" presId="urn:microsoft.com/office/officeart/2005/8/layout/hierarchy2"/>
    <dgm:cxn modelId="{0E04101B-1CCB-4CC6-B27A-527DAF305F33}" type="presParOf" srcId="{2B6AE197-4409-45EB-8049-6C6EC7CEA949}" destId="{2ABCBCA1-1C59-4724-BA48-23120A65E60D}" srcOrd="0" destOrd="0" presId="urn:microsoft.com/office/officeart/2005/8/layout/hierarchy2"/>
    <dgm:cxn modelId="{D09EA224-FA47-489C-9DE5-D44730317B52}" type="presParOf" srcId="{2B6AE197-4409-45EB-8049-6C6EC7CEA949}" destId="{8CC8B769-987D-43C9-A9F0-0861DD1E0751}" srcOrd="1" destOrd="0" presId="urn:microsoft.com/office/officeart/2005/8/layout/hierarchy2"/>
    <dgm:cxn modelId="{4318AB5B-2430-4E0F-9C73-2A3C455D9950}" type="presParOf" srcId="{AA2E9D69-378A-469A-82B7-E2E406B0010F}" destId="{CFF07240-3E37-4C39-B0AB-B46ACA9D7BBD}" srcOrd="2" destOrd="0" presId="urn:microsoft.com/office/officeart/2005/8/layout/hierarchy2"/>
    <dgm:cxn modelId="{51B63FBE-1CE7-4307-8735-57FFC03C62A1}" type="presParOf" srcId="{CFF07240-3E37-4C39-B0AB-B46ACA9D7BBD}" destId="{56F77769-7C79-4FC7-9AED-F9780C2253B3}" srcOrd="0" destOrd="0" presId="urn:microsoft.com/office/officeart/2005/8/layout/hierarchy2"/>
    <dgm:cxn modelId="{008A3D9D-29A6-471B-8D7F-BD959E1269A8}" type="presParOf" srcId="{AA2E9D69-378A-469A-82B7-E2E406B0010F}" destId="{00397F94-6F08-4D31-A90A-1B7BA0D93BD1}" srcOrd="3" destOrd="0" presId="urn:microsoft.com/office/officeart/2005/8/layout/hierarchy2"/>
    <dgm:cxn modelId="{3C5C4F7E-D34C-4CDD-9956-0160896ED8B6}" type="presParOf" srcId="{00397F94-6F08-4D31-A90A-1B7BA0D93BD1}" destId="{18539738-8B9A-4DC1-A853-F2E4B10B2BB2}" srcOrd="0" destOrd="0" presId="urn:microsoft.com/office/officeart/2005/8/layout/hierarchy2"/>
    <dgm:cxn modelId="{BF43624A-6103-4B46-A636-2E2FBF2D13DF}" type="presParOf" srcId="{00397F94-6F08-4D31-A90A-1B7BA0D93BD1}" destId="{5C10BD91-CE41-49CE-B9C0-57814527302A}" srcOrd="1" destOrd="0" presId="urn:microsoft.com/office/officeart/2005/8/layout/hierarchy2"/>
    <dgm:cxn modelId="{19B4D08A-374D-422A-916D-6AD8E669256E}" type="presParOf" srcId="{AA2E9D69-378A-469A-82B7-E2E406B0010F}" destId="{1C4339CF-E91E-40E4-9B12-4C04119694C0}" srcOrd="4" destOrd="0" presId="urn:microsoft.com/office/officeart/2005/8/layout/hierarchy2"/>
    <dgm:cxn modelId="{CA673109-98A6-483D-9A52-7038C370AD66}" type="presParOf" srcId="{1C4339CF-E91E-40E4-9B12-4C04119694C0}" destId="{493E7AF2-E59B-4082-AB36-97E9AE94AC51}" srcOrd="0" destOrd="0" presId="urn:microsoft.com/office/officeart/2005/8/layout/hierarchy2"/>
    <dgm:cxn modelId="{25B2320C-04A9-4A6E-B37A-44AFD0EC1F2C}" type="presParOf" srcId="{AA2E9D69-378A-469A-82B7-E2E406B0010F}" destId="{D6FF4E23-7A74-47E9-B344-83D71D462214}" srcOrd="5" destOrd="0" presId="urn:microsoft.com/office/officeart/2005/8/layout/hierarchy2"/>
    <dgm:cxn modelId="{AF44A289-9AD2-4B9B-8A21-26865DB4F19D}" type="presParOf" srcId="{D6FF4E23-7A74-47E9-B344-83D71D462214}" destId="{23F60953-AA8C-4CD5-8DBD-4A4F616959CF}" srcOrd="0" destOrd="0" presId="urn:microsoft.com/office/officeart/2005/8/layout/hierarchy2"/>
    <dgm:cxn modelId="{41D3029C-72D7-4964-84E6-B937DC29A663}" type="presParOf" srcId="{D6FF4E23-7A74-47E9-B344-83D71D462214}" destId="{4FB4039B-5351-46B3-9529-CA6961EA683C}"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CEAD4F95-1E99-437B-A3DC-EDDED481F08F}" type="doc">
      <dgm:prSet loTypeId="urn:microsoft.com/office/officeart/2005/8/layout/orgChart1" loCatId="hierarchy" qsTypeId="urn:microsoft.com/office/officeart/2005/8/quickstyle/simple2" qsCatId="simple" csTypeId="urn:microsoft.com/office/officeart/2005/8/colors/colorful4" csCatId="colorful" phldr="1"/>
      <dgm:spPr/>
      <dgm:t>
        <a:bodyPr/>
        <a:lstStyle/>
        <a:p>
          <a:endParaRPr lang="zh-CN" altLang="en-US"/>
        </a:p>
      </dgm:t>
    </dgm:pt>
    <dgm:pt modelId="{58A2AA0E-4A08-4A26-A8B2-CBE8D80D70CD}">
      <dgm:prSet custT="1"/>
      <dgm:spPr/>
      <dgm:t>
        <a:bodyPr/>
        <a:lstStyle/>
        <a:p>
          <a:pPr rtl="0"/>
          <a:r>
            <a:rPr lang="zh-CN" altLang="en-US" sz="1800" b="1" dirty="0" smtClean="0"/>
            <a:t>定时器</a:t>
          </a:r>
          <a:endParaRPr lang="zh-CN" sz="1800" b="1" dirty="0"/>
        </a:p>
      </dgm:t>
    </dgm:pt>
    <dgm:pt modelId="{0A2E4076-12FA-4482-997D-E6595CB81A6B}" type="parTrans" cxnId="{8AC9809F-2817-4BA3-8538-26A6E769A932}">
      <dgm:prSet/>
      <dgm:spPr/>
      <dgm:t>
        <a:bodyPr/>
        <a:lstStyle/>
        <a:p>
          <a:endParaRPr lang="zh-CN" altLang="en-US" sz="4000" b="1">
            <a:solidFill>
              <a:schemeClr val="tx1"/>
            </a:solidFill>
          </a:endParaRPr>
        </a:p>
      </dgm:t>
    </dgm:pt>
    <dgm:pt modelId="{39D9C223-A479-40D5-AFF8-0AFAD9BDD8CB}" type="sibTrans" cxnId="{8AC9809F-2817-4BA3-8538-26A6E769A932}">
      <dgm:prSet/>
      <dgm:spPr/>
      <dgm:t>
        <a:bodyPr/>
        <a:lstStyle/>
        <a:p>
          <a:endParaRPr lang="zh-CN" altLang="en-US" sz="4000" b="1">
            <a:solidFill>
              <a:schemeClr val="tx1"/>
            </a:solidFill>
          </a:endParaRPr>
        </a:p>
      </dgm:t>
    </dgm:pt>
    <dgm:pt modelId="{97849B20-2DB4-4A74-8BFA-9A7F1E45EF36}">
      <dgm:prSet custT="1"/>
      <dgm:spPr/>
      <dgm:t>
        <a:bodyPr/>
        <a:lstStyle/>
        <a:p>
          <a:pPr rtl="0"/>
          <a:r>
            <a:rPr lang="en-US" sz="1200" b="1" dirty="0" smtClean="0"/>
            <a:t>9.1 STM32</a:t>
          </a:r>
          <a:r>
            <a:rPr lang="zh-CN" sz="1200" b="1" dirty="0" smtClean="0"/>
            <a:t>定时器模块</a:t>
          </a:r>
          <a:endParaRPr lang="zh-CN" sz="1200" b="1" dirty="0"/>
        </a:p>
      </dgm:t>
    </dgm:pt>
    <dgm:pt modelId="{CE8FAB1E-9C8B-49D4-853D-3AA6AB51BF5A}" type="parTrans" cxnId="{C4CD5870-98C4-4EE2-B584-ED3C9797709F}">
      <dgm:prSet/>
      <dgm:spPr/>
      <dgm:t>
        <a:bodyPr/>
        <a:lstStyle/>
        <a:p>
          <a:endParaRPr lang="zh-CN" altLang="en-US" sz="4000" b="1">
            <a:solidFill>
              <a:schemeClr val="tx1"/>
            </a:solidFill>
          </a:endParaRPr>
        </a:p>
      </dgm:t>
    </dgm:pt>
    <dgm:pt modelId="{0AC05126-25B4-4E62-95C8-BC5164707A30}" type="sibTrans" cxnId="{C4CD5870-98C4-4EE2-B584-ED3C9797709F}">
      <dgm:prSet/>
      <dgm:spPr/>
      <dgm:t>
        <a:bodyPr/>
        <a:lstStyle/>
        <a:p>
          <a:endParaRPr lang="zh-CN" altLang="en-US" sz="4000" b="1">
            <a:solidFill>
              <a:schemeClr val="tx1"/>
            </a:solidFill>
          </a:endParaRPr>
        </a:p>
      </dgm:t>
    </dgm:pt>
    <dgm:pt modelId="{63ADAD97-4A82-4FDD-949C-FBB703903F2E}">
      <dgm:prSet custT="1"/>
      <dgm:spPr/>
      <dgm:t>
        <a:bodyPr/>
        <a:lstStyle/>
        <a:p>
          <a:pPr rtl="0"/>
          <a:r>
            <a:rPr lang="zh-CN" altLang="en-US" sz="1200" b="1" smtClean="0">
              <a:solidFill>
                <a:schemeClr val="tx1"/>
              </a:solidFill>
            </a:rPr>
            <a:t>通用定时器</a:t>
          </a:r>
          <a:endParaRPr lang="zh-CN" sz="1200" b="1" dirty="0">
            <a:solidFill>
              <a:schemeClr val="tx1"/>
            </a:solidFill>
          </a:endParaRPr>
        </a:p>
      </dgm:t>
    </dgm:pt>
    <dgm:pt modelId="{510BB09B-07E6-4608-89A2-26DB7949CC94}" type="parTrans" cxnId="{97C743FB-6B8C-404F-922B-A355D4BEE6C3}">
      <dgm:prSet/>
      <dgm:spPr/>
      <dgm:t>
        <a:bodyPr/>
        <a:lstStyle/>
        <a:p>
          <a:endParaRPr lang="zh-CN" altLang="en-US" sz="4000" b="1">
            <a:solidFill>
              <a:schemeClr val="tx1"/>
            </a:solidFill>
          </a:endParaRPr>
        </a:p>
      </dgm:t>
    </dgm:pt>
    <dgm:pt modelId="{3134AE19-448E-42F0-B395-BD2512002D4B}" type="sibTrans" cxnId="{97C743FB-6B8C-404F-922B-A355D4BEE6C3}">
      <dgm:prSet/>
      <dgm:spPr/>
      <dgm:t>
        <a:bodyPr/>
        <a:lstStyle/>
        <a:p>
          <a:endParaRPr lang="zh-CN" altLang="en-US" sz="4000" b="1">
            <a:solidFill>
              <a:schemeClr val="tx1"/>
            </a:solidFill>
          </a:endParaRPr>
        </a:p>
      </dgm:t>
    </dgm:pt>
    <dgm:pt modelId="{7985F242-3F91-4DDE-8FC4-C607A025ACB6}">
      <dgm:prSet custT="1"/>
      <dgm:spPr/>
      <dgm:t>
        <a:bodyPr/>
        <a:lstStyle/>
        <a:p>
          <a:pPr rtl="0"/>
          <a:r>
            <a:rPr lang="en-US" sz="1200" b="1" dirty="0" smtClean="0"/>
            <a:t>9.2 </a:t>
          </a:r>
          <a:r>
            <a:rPr lang="zh-CN" sz="1200" b="1" dirty="0" smtClean="0"/>
            <a:t>定时器模块的标准外设库接口函数及应用</a:t>
          </a:r>
          <a:endParaRPr lang="zh-CN" sz="1200" b="1" dirty="0"/>
        </a:p>
      </dgm:t>
    </dgm:pt>
    <dgm:pt modelId="{DC6FC1E2-2A73-4BF0-900B-E4795C04EA5F}" type="parTrans" cxnId="{2B2B0B95-7F8E-4E5C-A660-E2F371471489}">
      <dgm:prSet/>
      <dgm:spPr/>
      <dgm:t>
        <a:bodyPr/>
        <a:lstStyle/>
        <a:p>
          <a:endParaRPr lang="zh-CN" altLang="en-US" sz="4000" b="1">
            <a:solidFill>
              <a:schemeClr val="tx1"/>
            </a:solidFill>
          </a:endParaRPr>
        </a:p>
      </dgm:t>
    </dgm:pt>
    <dgm:pt modelId="{485CA2BE-4FAA-4F4F-861B-0E8909E2762F}" type="sibTrans" cxnId="{2B2B0B95-7F8E-4E5C-A660-E2F371471489}">
      <dgm:prSet/>
      <dgm:spPr/>
      <dgm:t>
        <a:bodyPr/>
        <a:lstStyle/>
        <a:p>
          <a:endParaRPr lang="zh-CN" altLang="en-US" sz="4000" b="1">
            <a:solidFill>
              <a:schemeClr val="tx1"/>
            </a:solidFill>
          </a:endParaRPr>
        </a:p>
      </dgm:t>
    </dgm:pt>
    <dgm:pt modelId="{98BCBE82-1326-4A98-9B30-00B4CBAF5B66}">
      <dgm:prSet custT="1"/>
      <dgm:spPr/>
      <dgm:t>
        <a:bodyPr/>
        <a:lstStyle/>
        <a:p>
          <a:pPr rtl="0"/>
          <a:r>
            <a:rPr lang="zh-CN" altLang="en-US" sz="1400" b="1" dirty="0" smtClean="0">
              <a:solidFill>
                <a:schemeClr val="tx1"/>
              </a:solidFill>
            </a:rPr>
            <a:t>接口函数</a:t>
          </a:r>
          <a:endParaRPr lang="zh-CN" sz="1400" b="1" dirty="0">
            <a:solidFill>
              <a:schemeClr val="tx1"/>
            </a:solidFill>
          </a:endParaRPr>
        </a:p>
      </dgm:t>
    </dgm:pt>
    <dgm:pt modelId="{AF3EEDA4-6344-4288-B5FC-E1205525BF95}" type="parTrans" cxnId="{067A200A-162B-4372-8F5F-2B2AA53034FE}">
      <dgm:prSet/>
      <dgm:spPr/>
      <dgm:t>
        <a:bodyPr/>
        <a:lstStyle/>
        <a:p>
          <a:endParaRPr lang="zh-CN" altLang="en-US" sz="4000" b="1">
            <a:solidFill>
              <a:schemeClr val="tx1"/>
            </a:solidFill>
          </a:endParaRPr>
        </a:p>
      </dgm:t>
    </dgm:pt>
    <dgm:pt modelId="{B95BBD53-F216-4BFD-A538-419A0282359E}" type="sibTrans" cxnId="{067A200A-162B-4372-8F5F-2B2AA53034FE}">
      <dgm:prSet/>
      <dgm:spPr/>
      <dgm:t>
        <a:bodyPr/>
        <a:lstStyle/>
        <a:p>
          <a:endParaRPr lang="zh-CN" altLang="en-US" sz="4000" b="1">
            <a:solidFill>
              <a:schemeClr val="tx1"/>
            </a:solidFill>
          </a:endParaRPr>
        </a:p>
      </dgm:t>
    </dgm:pt>
    <dgm:pt modelId="{FEEDABE5-10A6-402E-BC25-122C3B995B67}">
      <dgm:prSet custT="1"/>
      <dgm:spPr/>
      <dgm:t>
        <a:bodyPr/>
        <a:lstStyle/>
        <a:p>
          <a:pPr rtl="0"/>
          <a:r>
            <a:rPr lang="en-US" sz="1200" b="1" dirty="0" smtClean="0"/>
            <a:t>9.3 PWM</a:t>
          </a:r>
          <a:endParaRPr lang="zh-CN" sz="1200" b="1" dirty="0"/>
        </a:p>
      </dgm:t>
    </dgm:pt>
    <dgm:pt modelId="{3881DFE1-884A-4A2A-9C28-7F69C1325B3C}" type="parTrans" cxnId="{99E45685-2866-4618-89D1-DA5C83D75752}">
      <dgm:prSet/>
      <dgm:spPr/>
      <dgm:t>
        <a:bodyPr/>
        <a:lstStyle/>
        <a:p>
          <a:endParaRPr lang="zh-CN" altLang="en-US" sz="4000" b="1">
            <a:solidFill>
              <a:schemeClr val="tx1"/>
            </a:solidFill>
          </a:endParaRPr>
        </a:p>
      </dgm:t>
    </dgm:pt>
    <dgm:pt modelId="{268BC60B-A2E6-4282-90E2-8EC6F13E3168}" type="sibTrans" cxnId="{99E45685-2866-4618-89D1-DA5C83D75752}">
      <dgm:prSet/>
      <dgm:spPr/>
      <dgm:t>
        <a:bodyPr/>
        <a:lstStyle/>
        <a:p>
          <a:endParaRPr lang="zh-CN" altLang="en-US" sz="4000" b="1">
            <a:solidFill>
              <a:schemeClr val="tx1"/>
            </a:solidFill>
          </a:endParaRPr>
        </a:p>
      </dgm:t>
    </dgm:pt>
    <dgm:pt modelId="{2649EEC2-303B-4B6F-A711-1A384E827093}">
      <dgm:prSet custT="1"/>
      <dgm:spPr/>
      <dgm:t>
        <a:bodyPr/>
        <a:lstStyle/>
        <a:p>
          <a:pPr rtl="0"/>
          <a:r>
            <a:rPr lang="zh-CN" altLang="en-US" sz="1400" b="1" dirty="0" smtClean="0">
              <a:solidFill>
                <a:schemeClr val="tx1"/>
              </a:solidFill>
            </a:rPr>
            <a:t>工作原理</a:t>
          </a:r>
          <a:endParaRPr lang="en-US" altLang="zh-CN" sz="1400" b="1" dirty="0" smtClean="0">
            <a:solidFill>
              <a:schemeClr val="tx1"/>
            </a:solidFill>
          </a:endParaRPr>
        </a:p>
      </dgm:t>
    </dgm:pt>
    <dgm:pt modelId="{468B13C1-965D-4C9B-8E04-49257EEAFDCE}" type="parTrans" cxnId="{BBAA834F-1667-4DAE-A665-2F38506B090E}">
      <dgm:prSet/>
      <dgm:spPr/>
      <dgm:t>
        <a:bodyPr/>
        <a:lstStyle/>
        <a:p>
          <a:endParaRPr lang="zh-CN" altLang="en-US" sz="4000" b="1">
            <a:solidFill>
              <a:schemeClr val="tx1"/>
            </a:solidFill>
          </a:endParaRPr>
        </a:p>
      </dgm:t>
    </dgm:pt>
    <dgm:pt modelId="{4437E49F-7BDD-48D3-81A6-BB9364BCA3F9}" type="sibTrans" cxnId="{BBAA834F-1667-4DAE-A665-2F38506B090E}">
      <dgm:prSet/>
      <dgm:spPr/>
      <dgm:t>
        <a:bodyPr/>
        <a:lstStyle/>
        <a:p>
          <a:endParaRPr lang="zh-CN" altLang="en-US" sz="4000" b="1">
            <a:solidFill>
              <a:schemeClr val="tx1"/>
            </a:solidFill>
          </a:endParaRPr>
        </a:p>
      </dgm:t>
    </dgm:pt>
    <dgm:pt modelId="{293B6578-87D4-45DE-908A-6A81DCB41241}">
      <dgm:prSet custT="1"/>
      <dgm:spPr/>
      <dgm:t>
        <a:bodyPr/>
        <a:lstStyle/>
        <a:p>
          <a:pPr rtl="0"/>
          <a:r>
            <a:rPr lang="en-US" sz="1200" b="1" dirty="0" smtClean="0"/>
            <a:t>9.4 </a:t>
          </a:r>
          <a:r>
            <a:rPr lang="en-US" sz="1200" b="1" dirty="0" err="1" smtClean="0"/>
            <a:t>SysTick</a:t>
          </a:r>
          <a:r>
            <a:rPr lang="zh-CN" sz="1200" b="1" dirty="0" smtClean="0"/>
            <a:t>定时器</a:t>
          </a:r>
          <a:endParaRPr lang="zh-CN" sz="1200" b="1" dirty="0"/>
        </a:p>
      </dgm:t>
    </dgm:pt>
    <dgm:pt modelId="{A4ACE397-059D-4144-8F77-403D6529A84A}" type="parTrans" cxnId="{5CB85EDC-2BCB-472E-8999-C2498941977F}">
      <dgm:prSet/>
      <dgm:spPr/>
      <dgm:t>
        <a:bodyPr/>
        <a:lstStyle/>
        <a:p>
          <a:endParaRPr lang="zh-CN" altLang="en-US" sz="4000" b="1">
            <a:solidFill>
              <a:schemeClr val="tx1"/>
            </a:solidFill>
          </a:endParaRPr>
        </a:p>
      </dgm:t>
    </dgm:pt>
    <dgm:pt modelId="{FEAC17B0-F718-4CC7-8E52-3CC8E075ABF0}" type="sibTrans" cxnId="{5CB85EDC-2BCB-472E-8999-C2498941977F}">
      <dgm:prSet/>
      <dgm:spPr/>
      <dgm:t>
        <a:bodyPr/>
        <a:lstStyle/>
        <a:p>
          <a:endParaRPr lang="zh-CN" altLang="en-US" sz="4000" b="1">
            <a:solidFill>
              <a:schemeClr val="tx1"/>
            </a:solidFill>
          </a:endParaRPr>
        </a:p>
      </dgm:t>
    </dgm:pt>
    <dgm:pt modelId="{8E7ECE04-7E90-4393-9C99-C845804A85C4}">
      <dgm:prSet custT="1"/>
      <dgm:spPr/>
      <dgm:t>
        <a:bodyPr/>
        <a:lstStyle/>
        <a:p>
          <a:pPr rtl="0"/>
          <a:r>
            <a:rPr lang="zh-CN" altLang="en-US" sz="1400" b="1" dirty="0" smtClean="0">
              <a:solidFill>
                <a:schemeClr val="tx1"/>
              </a:solidFill>
            </a:rPr>
            <a:t>应用实例</a:t>
          </a:r>
          <a:endParaRPr lang="zh-CN" sz="1400" b="1" dirty="0">
            <a:solidFill>
              <a:schemeClr val="tx1"/>
            </a:solidFill>
          </a:endParaRPr>
        </a:p>
      </dgm:t>
    </dgm:pt>
    <dgm:pt modelId="{468936BF-CA90-46EB-AC14-C8BA148A6009}" type="parTrans" cxnId="{74076025-3CC5-41BD-B715-E3A41250E6BD}">
      <dgm:prSet/>
      <dgm:spPr/>
      <dgm:t>
        <a:bodyPr/>
        <a:lstStyle/>
        <a:p>
          <a:endParaRPr lang="zh-CN" altLang="en-US" sz="4000" b="1">
            <a:solidFill>
              <a:schemeClr val="tx1"/>
            </a:solidFill>
          </a:endParaRPr>
        </a:p>
      </dgm:t>
    </dgm:pt>
    <dgm:pt modelId="{E68B7C5D-F109-488C-A0A5-1E68139F4E3C}" type="sibTrans" cxnId="{74076025-3CC5-41BD-B715-E3A41250E6BD}">
      <dgm:prSet/>
      <dgm:spPr/>
      <dgm:t>
        <a:bodyPr/>
        <a:lstStyle/>
        <a:p>
          <a:endParaRPr lang="zh-CN" altLang="en-US" sz="4000" b="1">
            <a:solidFill>
              <a:schemeClr val="tx1"/>
            </a:solidFill>
          </a:endParaRPr>
        </a:p>
      </dgm:t>
    </dgm:pt>
    <dgm:pt modelId="{2AEC8CCE-5D70-4271-A76E-497FCBC80AC1}">
      <dgm:prSet custT="1"/>
      <dgm:spPr/>
      <dgm:t>
        <a:bodyPr/>
        <a:lstStyle/>
        <a:p>
          <a:pPr rtl="0"/>
          <a:r>
            <a:rPr lang="zh-CN" altLang="en-US" sz="1200" b="1" dirty="0" smtClean="0">
              <a:solidFill>
                <a:schemeClr val="tx1"/>
              </a:solidFill>
            </a:rPr>
            <a:t>高级定时器</a:t>
          </a:r>
          <a:endParaRPr lang="zh-CN" sz="1200" b="1" dirty="0">
            <a:solidFill>
              <a:schemeClr val="tx1"/>
            </a:solidFill>
          </a:endParaRPr>
        </a:p>
      </dgm:t>
    </dgm:pt>
    <dgm:pt modelId="{BE56A07E-C85A-4AF7-8CD6-5B330BF9D999}" type="parTrans" cxnId="{F7E78A4E-C41E-4A5D-B685-770A192106D0}">
      <dgm:prSet/>
      <dgm:spPr/>
      <dgm:t>
        <a:bodyPr/>
        <a:lstStyle/>
        <a:p>
          <a:endParaRPr lang="zh-CN" altLang="en-US"/>
        </a:p>
      </dgm:t>
    </dgm:pt>
    <dgm:pt modelId="{5C5C2030-2CDA-4B66-94C8-951FF775811A}" type="sibTrans" cxnId="{F7E78A4E-C41E-4A5D-B685-770A192106D0}">
      <dgm:prSet/>
      <dgm:spPr/>
      <dgm:t>
        <a:bodyPr/>
        <a:lstStyle/>
        <a:p>
          <a:endParaRPr lang="zh-CN" altLang="en-US"/>
        </a:p>
      </dgm:t>
    </dgm:pt>
    <dgm:pt modelId="{F6C15705-4B9C-495B-8A90-9159D56205F9}">
      <dgm:prSet custT="1"/>
      <dgm:spPr/>
      <dgm:t>
        <a:bodyPr/>
        <a:lstStyle/>
        <a:p>
          <a:pPr rtl="0"/>
          <a:r>
            <a:rPr lang="zh-CN" altLang="en-US" sz="1200" b="1" smtClean="0">
              <a:solidFill>
                <a:schemeClr val="tx1"/>
              </a:solidFill>
            </a:rPr>
            <a:t>基本定时器</a:t>
          </a:r>
          <a:endParaRPr lang="zh-CN" sz="1200" b="1" dirty="0">
            <a:solidFill>
              <a:schemeClr val="tx1"/>
            </a:solidFill>
          </a:endParaRPr>
        </a:p>
      </dgm:t>
    </dgm:pt>
    <dgm:pt modelId="{F44DE7D9-9560-4523-B480-79CFD33A83D2}" type="parTrans" cxnId="{00941227-7EF0-4E1E-803E-118DF84175C5}">
      <dgm:prSet/>
      <dgm:spPr/>
      <dgm:t>
        <a:bodyPr/>
        <a:lstStyle/>
        <a:p>
          <a:endParaRPr lang="zh-CN" altLang="en-US"/>
        </a:p>
      </dgm:t>
    </dgm:pt>
    <dgm:pt modelId="{32484A64-C100-4F9B-8CFB-CB9FA2E134D6}" type="sibTrans" cxnId="{00941227-7EF0-4E1E-803E-118DF84175C5}">
      <dgm:prSet/>
      <dgm:spPr/>
      <dgm:t>
        <a:bodyPr/>
        <a:lstStyle/>
        <a:p>
          <a:endParaRPr lang="zh-CN" altLang="en-US"/>
        </a:p>
      </dgm:t>
    </dgm:pt>
    <dgm:pt modelId="{5DBC8A04-1079-4E78-86C7-1E378755DDC3}">
      <dgm:prSet custT="1"/>
      <dgm:spPr/>
      <dgm:t>
        <a:bodyPr/>
        <a:lstStyle/>
        <a:p>
          <a:pPr rtl="0"/>
          <a:r>
            <a:rPr lang="zh-CN" altLang="en-US" sz="1400" b="1" dirty="0" smtClean="0">
              <a:solidFill>
                <a:schemeClr val="tx1"/>
              </a:solidFill>
            </a:rPr>
            <a:t>配置过程</a:t>
          </a:r>
          <a:endParaRPr lang="zh-CN" sz="1400" b="1" dirty="0">
            <a:solidFill>
              <a:schemeClr val="tx1"/>
            </a:solidFill>
          </a:endParaRPr>
        </a:p>
      </dgm:t>
    </dgm:pt>
    <dgm:pt modelId="{7927CE91-34AE-4134-A59D-E3E636BF85B9}" type="parTrans" cxnId="{43436749-4B70-4EA0-9009-63F2484B04D8}">
      <dgm:prSet/>
      <dgm:spPr/>
      <dgm:t>
        <a:bodyPr/>
        <a:lstStyle/>
        <a:p>
          <a:endParaRPr lang="zh-CN" altLang="en-US"/>
        </a:p>
      </dgm:t>
    </dgm:pt>
    <dgm:pt modelId="{CEB944C5-CA76-4498-8CAF-BEBD3B6B1720}" type="sibTrans" cxnId="{43436749-4B70-4EA0-9009-63F2484B04D8}">
      <dgm:prSet/>
      <dgm:spPr/>
      <dgm:t>
        <a:bodyPr/>
        <a:lstStyle/>
        <a:p>
          <a:endParaRPr lang="zh-CN" altLang="en-US"/>
        </a:p>
      </dgm:t>
    </dgm:pt>
    <dgm:pt modelId="{F3DB9A83-D065-4718-88B5-705513242A57}">
      <dgm:prSet custT="1"/>
      <dgm:spPr/>
      <dgm:t>
        <a:bodyPr/>
        <a:lstStyle/>
        <a:p>
          <a:pPr rtl="0"/>
          <a:r>
            <a:rPr lang="zh-CN" altLang="en-US" sz="1400" b="1" dirty="0" smtClean="0">
              <a:solidFill>
                <a:schemeClr val="tx1"/>
              </a:solidFill>
            </a:rPr>
            <a:t>应用实例</a:t>
          </a:r>
          <a:endParaRPr lang="zh-CN" sz="1400" b="1" dirty="0">
            <a:solidFill>
              <a:schemeClr val="tx1"/>
            </a:solidFill>
          </a:endParaRPr>
        </a:p>
      </dgm:t>
    </dgm:pt>
    <dgm:pt modelId="{7F08E4D6-D3EF-4E67-BCA0-7AB849A707AA}" type="parTrans" cxnId="{6F8799A5-772B-42AF-9211-EFF87A1C3DA3}">
      <dgm:prSet/>
      <dgm:spPr/>
      <dgm:t>
        <a:bodyPr/>
        <a:lstStyle/>
        <a:p>
          <a:endParaRPr lang="zh-CN" altLang="en-US"/>
        </a:p>
      </dgm:t>
    </dgm:pt>
    <dgm:pt modelId="{30DD0FEB-17C5-44FE-A884-F0726EBE9076}" type="sibTrans" cxnId="{6F8799A5-772B-42AF-9211-EFF87A1C3DA3}">
      <dgm:prSet/>
      <dgm:spPr/>
      <dgm:t>
        <a:bodyPr/>
        <a:lstStyle/>
        <a:p>
          <a:endParaRPr lang="zh-CN" altLang="en-US"/>
        </a:p>
      </dgm:t>
    </dgm:pt>
    <dgm:pt modelId="{A7845880-B0B6-4D4B-8C3E-B862B161F14B}">
      <dgm:prSet custT="1"/>
      <dgm:spPr/>
      <dgm:t>
        <a:bodyPr/>
        <a:lstStyle/>
        <a:p>
          <a:pPr rtl="0"/>
          <a:r>
            <a:rPr lang="zh-CN" altLang="en-US" sz="1400" b="1" dirty="0" smtClean="0">
              <a:solidFill>
                <a:schemeClr val="tx1"/>
              </a:solidFill>
            </a:rPr>
            <a:t>配置过程</a:t>
          </a:r>
          <a:endParaRPr lang="en-US" altLang="zh-CN" sz="1400" b="1" dirty="0" smtClean="0">
            <a:solidFill>
              <a:schemeClr val="tx1"/>
            </a:solidFill>
          </a:endParaRPr>
        </a:p>
      </dgm:t>
    </dgm:pt>
    <dgm:pt modelId="{DF0F9E9A-310F-4E34-AA02-5945E10AA3E7}" type="parTrans" cxnId="{9B7459A1-343F-4A34-BF2E-86448E180DEE}">
      <dgm:prSet/>
      <dgm:spPr/>
      <dgm:t>
        <a:bodyPr/>
        <a:lstStyle/>
        <a:p>
          <a:endParaRPr lang="zh-CN" altLang="en-US"/>
        </a:p>
      </dgm:t>
    </dgm:pt>
    <dgm:pt modelId="{D8D5769F-645D-4DE1-9B17-F099E70AC0F5}" type="sibTrans" cxnId="{9B7459A1-343F-4A34-BF2E-86448E180DEE}">
      <dgm:prSet/>
      <dgm:spPr/>
      <dgm:t>
        <a:bodyPr/>
        <a:lstStyle/>
        <a:p>
          <a:endParaRPr lang="zh-CN" altLang="en-US"/>
        </a:p>
      </dgm:t>
    </dgm:pt>
    <dgm:pt modelId="{FD347025-83B3-4BC2-AAEF-327C43026C88}">
      <dgm:prSet custT="1"/>
      <dgm:spPr/>
      <dgm:t>
        <a:bodyPr/>
        <a:lstStyle/>
        <a:p>
          <a:pPr rtl="0"/>
          <a:r>
            <a:rPr lang="zh-CN" altLang="en-US" sz="1400" b="1" dirty="0" smtClean="0">
              <a:solidFill>
                <a:schemeClr val="tx1"/>
              </a:solidFill>
            </a:rPr>
            <a:t>应用实例</a:t>
          </a:r>
          <a:endParaRPr lang="en-US" altLang="zh-CN" sz="1400" b="1" dirty="0" smtClean="0">
            <a:solidFill>
              <a:schemeClr val="tx1"/>
            </a:solidFill>
          </a:endParaRPr>
        </a:p>
      </dgm:t>
    </dgm:pt>
    <dgm:pt modelId="{1E75FD12-DAE7-4970-A67B-5B61E9F9AB4B}" type="parTrans" cxnId="{AE4A393D-1AC2-4DC3-A121-C1DA11AF14CA}">
      <dgm:prSet/>
      <dgm:spPr/>
      <dgm:t>
        <a:bodyPr/>
        <a:lstStyle/>
        <a:p>
          <a:endParaRPr lang="zh-CN" altLang="en-US"/>
        </a:p>
      </dgm:t>
    </dgm:pt>
    <dgm:pt modelId="{E6E6702E-62C1-47BA-A207-96620BC6093F}" type="sibTrans" cxnId="{AE4A393D-1AC2-4DC3-A121-C1DA11AF14CA}">
      <dgm:prSet/>
      <dgm:spPr/>
      <dgm:t>
        <a:bodyPr/>
        <a:lstStyle/>
        <a:p>
          <a:endParaRPr lang="zh-CN" altLang="en-US"/>
        </a:p>
      </dgm:t>
    </dgm:pt>
    <dgm:pt modelId="{9744428B-19C3-4E49-A04E-9FCCE9968238}">
      <dgm:prSet custT="1"/>
      <dgm:spPr/>
      <dgm:t>
        <a:bodyPr/>
        <a:lstStyle/>
        <a:p>
          <a:pPr rtl="0"/>
          <a:r>
            <a:rPr lang="en-US" sz="1200" b="1" dirty="0" smtClean="0"/>
            <a:t>9.5 </a:t>
          </a:r>
          <a:r>
            <a:rPr lang="zh-CN" sz="1200" b="1" dirty="0" smtClean="0"/>
            <a:t>定时器模块的</a:t>
          </a:r>
          <a:r>
            <a:rPr lang="en-US" sz="1200" b="1" dirty="0" smtClean="0"/>
            <a:t>HAL</a:t>
          </a:r>
          <a:r>
            <a:rPr lang="zh-CN" sz="1200" b="1" dirty="0" smtClean="0"/>
            <a:t>库接口函数及应用</a:t>
          </a:r>
          <a:endParaRPr lang="zh-CN" sz="1200" b="1" dirty="0"/>
        </a:p>
      </dgm:t>
    </dgm:pt>
    <dgm:pt modelId="{E8AF36E1-A5D1-46CA-AB2A-CC7A1F5792DB}" type="parTrans" cxnId="{EEF1947F-B8EF-4F75-B3E6-694A03BBF328}">
      <dgm:prSet/>
      <dgm:spPr/>
      <dgm:t>
        <a:bodyPr/>
        <a:lstStyle/>
        <a:p>
          <a:endParaRPr lang="zh-CN" altLang="en-US"/>
        </a:p>
      </dgm:t>
    </dgm:pt>
    <dgm:pt modelId="{A6DDFC2A-E211-44F7-A07F-5CF8A6199167}" type="sibTrans" cxnId="{EEF1947F-B8EF-4F75-B3E6-694A03BBF328}">
      <dgm:prSet/>
      <dgm:spPr/>
      <dgm:t>
        <a:bodyPr/>
        <a:lstStyle/>
        <a:p>
          <a:endParaRPr lang="zh-CN" altLang="en-US"/>
        </a:p>
      </dgm:t>
    </dgm:pt>
    <dgm:pt modelId="{47AEADE9-63CB-4CFB-AA8A-DBDFE62EDB9A}">
      <dgm:prSet custT="1"/>
      <dgm:spPr/>
      <dgm:t>
        <a:bodyPr/>
        <a:lstStyle/>
        <a:p>
          <a:pPr rtl="0"/>
          <a:r>
            <a:rPr lang="zh-CN" altLang="en-US" sz="1400" b="1" dirty="0" smtClean="0">
              <a:solidFill>
                <a:schemeClr val="tx1"/>
              </a:solidFill>
            </a:rPr>
            <a:t>库函数</a:t>
          </a:r>
          <a:endParaRPr lang="zh-CN" sz="1400" b="1" dirty="0">
            <a:solidFill>
              <a:schemeClr val="tx1"/>
            </a:solidFill>
          </a:endParaRPr>
        </a:p>
      </dgm:t>
    </dgm:pt>
    <dgm:pt modelId="{6313FDBF-157F-4530-9CE6-E33125B7E69D}" type="parTrans" cxnId="{C3E6D2F6-62CF-466A-B762-9FC4138E3CBC}">
      <dgm:prSet/>
      <dgm:spPr/>
      <dgm:t>
        <a:bodyPr/>
        <a:lstStyle/>
        <a:p>
          <a:endParaRPr lang="zh-CN" altLang="en-US"/>
        </a:p>
      </dgm:t>
    </dgm:pt>
    <dgm:pt modelId="{B9A140C8-31EF-45F4-9150-CB02793E7C4C}" type="sibTrans" cxnId="{C3E6D2F6-62CF-466A-B762-9FC4138E3CBC}">
      <dgm:prSet/>
      <dgm:spPr/>
      <dgm:t>
        <a:bodyPr/>
        <a:lstStyle/>
        <a:p>
          <a:endParaRPr lang="zh-CN" altLang="en-US"/>
        </a:p>
      </dgm:t>
    </dgm:pt>
    <dgm:pt modelId="{BEB47376-C066-4419-BBD7-73C8C88F417D}">
      <dgm:prSet custT="1"/>
      <dgm:spPr/>
      <dgm:t>
        <a:bodyPr/>
        <a:lstStyle/>
        <a:p>
          <a:pPr rtl="0"/>
          <a:r>
            <a:rPr lang="zh-CN" altLang="en-US" sz="1400" b="1" dirty="0" smtClean="0">
              <a:solidFill>
                <a:schemeClr val="tx1"/>
              </a:solidFill>
            </a:rPr>
            <a:t>接口函数</a:t>
          </a:r>
          <a:endParaRPr lang="zh-CN" sz="1400" b="1" dirty="0">
            <a:solidFill>
              <a:schemeClr val="tx1"/>
            </a:solidFill>
          </a:endParaRPr>
        </a:p>
      </dgm:t>
    </dgm:pt>
    <dgm:pt modelId="{2529D7E4-D863-456F-A340-21E029EAE4F2}" type="parTrans" cxnId="{DDECB49C-F52D-4590-A6FD-C37FFB732228}">
      <dgm:prSet/>
      <dgm:spPr/>
      <dgm:t>
        <a:bodyPr/>
        <a:lstStyle/>
        <a:p>
          <a:endParaRPr lang="zh-CN" altLang="en-US"/>
        </a:p>
      </dgm:t>
    </dgm:pt>
    <dgm:pt modelId="{CB4478B0-9A22-411A-BBFC-4E238BBB5059}" type="sibTrans" cxnId="{DDECB49C-F52D-4590-A6FD-C37FFB732228}">
      <dgm:prSet/>
      <dgm:spPr/>
      <dgm:t>
        <a:bodyPr/>
        <a:lstStyle/>
        <a:p>
          <a:endParaRPr lang="zh-CN" altLang="en-US"/>
        </a:p>
      </dgm:t>
    </dgm:pt>
    <dgm:pt modelId="{BC43319F-423A-4A4A-98CC-641095C0CF1F}">
      <dgm:prSet custT="1"/>
      <dgm:spPr/>
      <dgm:t>
        <a:bodyPr/>
        <a:lstStyle/>
        <a:p>
          <a:pPr rtl="0"/>
          <a:r>
            <a:rPr lang="zh-CN" altLang="en-US" sz="1400" b="1" dirty="0" smtClean="0">
              <a:solidFill>
                <a:schemeClr val="tx1"/>
              </a:solidFill>
            </a:rPr>
            <a:t>应用实例</a:t>
          </a:r>
          <a:endParaRPr lang="zh-CN" sz="1400" b="1" dirty="0">
            <a:solidFill>
              <a:schemeClr val="tx1"/>
            </a:solidFill>
          </a:endParaRPr>
        </a:p>
      </dgm:t>
    </dgm:pt>
    <dgm:pt modelId="{247F8573-F644-4DBA-A9EE-78C817150B70}" type="parTrans" cxnId="{A77A2D03-156F-47CC-8BF5-6D3446845335}">
      <dgm:prSet/>
      <dgm:spPr/>
      <dgm:t>
        <a:bodyPr/>
        <a:lstStyle/>
        <a:p>
          <a:endParaRPr lang="zh-CN" altLang="en-US"/>
        </a:p>
      </dgm:t>
    </dgm:pt>
    <dgm:pt modelId="{C6209C28-7CB6-45A2-A6D2-E987BE93D4E6}" type="sibTrans" cxnId="{A77A2D03-156F-47CC-8BF5-6D3446845335}">
      <dgm:prSet/>
      <dgm:spPr/>
      <dgm:t>
        <a:bodyPr/>
        <a:lstStyle/>
        <a:p>
          <a:endParaRPr lang="zh-CN" altLang="en-US"/>
        </a:p>
      </dgm:t>
    </dgm:pt>
    <dgm:pt modelId="{CC8E91C6-2FC6-423B-9E84-06D4874B565C}">
      <dgm:prSet custT="1"/>
      <dgm:spPr/>
      <dgm:t>
        <a:bodyPr/>
        <a:lstStyle/>
        <a:p>
          <a:pPr rtl="0"/>
          <a:r>
            <a:rPr lang="en-GB" altLang="zh-CN" sz="1200" b="1" dirty="0" smtClean="0"/>
            <a:t>9.</a:t>
          </a:r>
          <a:r>
            <a:rPr lang="en-US" altLang="zh-CN" sz="1200" b="1" dirty="0" smtClean="0"/>
            <a:t>6 </a:t>
          </a:r>
          <a:r>
            <a:rPr lang="zh-CN" sz="1200" b="1" dirty="0" smtClean="0"/>
            <a:t>编程思想之状态机设计思想</a:t>
          </a:r>
          <a:endParaRPr lang="zh-CN" sz="1200" b="1" dirty="0"/>
        </a:p>
      </dgm:t>
    </dgm:pt>
    <dgm:pt modelId="{B3856F72-F420-4713-AF2E-A2A1AA79E252}" type="parTrans" cxnId="{107D7D88-AE40-4DEB-94AF-9CBB486CC5F8}">
      <dgm:prSet/>
      <dgm:spPr/>
      <dgm:t>
        <a:bodyPr/>
        <a:lstStyle/>
        <a:p>
          <a:endParaRPr lang="zh-CN" altLang="en-US"/>
        </a:p>
      </dgm:t>
    </dgm:pt>
    <dgm:pt modelId="{D859FA81-6F0C-4320-B8B9-E308EA36BCFB}" type="sibTrans" cxnId="{107D7D88-AE40-4DEB-94AF-9CBB486CC5F8}">
      <dgm:prSet/>
      <dgm:spPr/>
      <dgm:t>
        <a:bodyPr/>
        <a:lstStyle/>
        <a:p>
          <a:endParaRPr lang="zh-CN" altLang="en-US"/>
        </a:p>
      </dgm:t>
    </dgm:pt>
    <dgm:pt modelId="{CD8C3609-8700-41E3-BFCA-0E0A51A52642}" type="pres">
      <dgm:prSet presAssocID="{CEAD4F95-1E99-437B-A3DC-EDDED481F08F}" presName="hierChild1" presStyleCnt="0">
        <dgm:presLayoutVars>
          <dgm:orgChart val="1"/>
          <dgm:chPref val="1"/>
          <dgm:dir/>
          <dgm:animOne val="branch"/>
          <dgm:animLvl val="lvl"/>
          <dgm:resizeHandles/>
        </dgm:presLayoutVars>
      </dgm:prSet>
      <dgm:spPr/>
      <dgm:t>
        <a:bodyPr/>
        <a:lstStyle/>
        <a:p>
          <a:endParaRPr lang="zh-CN" altLang="en-US"/>
        </a:p>
      </dgm:t>
    </dgm:pt>
    <dgm:pt modelId="{FB7A86DE-96B5-4683-9E8D-92EE3E16AED5}" type="pres">
      <dgm:prSet presAssocID="{58A2AA0E-4A08-4A26-A8B2-CBE8D80D70CD}" presName="hierRoot1" presStyleCnt="0">
        <dgm:presLayoutVars>
          <dgm:hierBranch val="init"/>
        </dgm:presLayoutVars>
      </dgm:prSet>
      <dgm:spPr/>
    </dgm:pt>
    <dgm:pt modelId="{19C880E1-A2B0-4153-8EEC-3D5D3D49405E}" type="pres">
      <dgm:prSet presAssocID="{58A2AA0E-4A08-4A26-A8B2-CBE8D80D70CD}" presName="rootComposite1" presStyleCnt="0"/>
      <dgm:spPr/>
    </dgm:pt>
    <dgm:pt modelId="{7743FE7A-9472-48CE-88B9-9087331AEB46}" type="pres">
      <dgm:prSet presAssocID="{58A2AA0E-4A08-4A26-A8B2-CBE8D80D70CD}" presName="rootText1" presStyleLbl="node0" presStyleIdx="0" presStyleCnt="1" custLinFactNeighborX="7098">
        <dgm:presLayoutVars>
          <dgm:chPref val="3"/>
        </dgm:presLayoutVars>
      </dgm:prSet>
      <dgm:spPr/>
      <dgm:t>
        <a:bodyPr/>
        <a:lstStyle/>
        <a:p>
          <a:endParaRPr lang="zh-CN" altLang="en-US"/>
        </a:p>
      </dgm:t>
    </dgm:pt>
    <dgm:pt modelId="{58C1A81D-9994-4E50-87BA-1D0753A459E8}" type="pres">
      <dgm:prSet presAssocID="{58A2AA0E-4A08-4A26-A8B2-CBE8D80D70CD}" presName="rootConnector1" presStyleLbl="node1" presStyleIdx="0" presStyleCnt="0"/>
      <dgm:spPr/>
      <dgm:t>
        <a:bodyPr/>
        <a:lstStyle/>
        <a:p>
          <a:endParaRPr lang="zh-CN" altLang="en-US"/>
        </a:p>
      </dgm:t>
    </dgm:pt>
    <dgm:pt modelId="{92A7E46A-9DB2-4311-A0FC-7D1FF51D49EB}" type="pres">
      <dgm:prSet presAssocID="{58A2AA0E-4A08-4A26-A8B2-CBE8D80D70CD}" presName="hierChild2" presStyleCnt="0"/>
      <dgm:spPr/>
    </dgm:pt>
    <dgm:pt modelId="{46B8E54B-E406-4916-B93F-A3659C2C5CF1}" type="pres">
      <dgm:prSet presAssocID="{CE8FAB1E-9C8B-49D4-853D-3AA6AB51BF5A}" presName="Name37" presStyleLbl="parChTrans1D2" presStyleIdx="0" presStyleCnt="6"/>
      <dgm:spPr/>
      <dgm:t>
        <a:bodyPr/>
        <a:lstStyle/>
        <a:p>
          <a:endParaRPr lang="zh-CN" altLang="en-US"/>
        </a:p>
      </dgm:t>
    </dgm:pt>
    <dgm:pt modelId="{DCB4B7CF-52AC-4050-B7A1-C4BB71B9991D}" type="pres">
      <dgm:prSet presAssocID="{97849B20-2DB4-4A74-8BFA-9A7F1E45EF36}" presName="hierRoot2" presStyleCnt="0">
        <dgm:presLayoutVars>
          <dgm:hierBranch val="init"/>
        </dgm:presLayoutVars>
      </dgm:prSet>
      <dgm:spPr/>
    </dgm:pt>
    <dgm:pt modelId="{2AB56CD4-6EC5-4893-9BDE-44EF0FBE1307}" type="pres">
      <dgm:prSet presAssocID="{97849B20-2DB4-4A74-8BFA-9A7F1E45EF36}" presName="rootComposite" presStyleCnt="0"/>
      <dgm:spPr/>
    </dgm:pt>
    <dgm:pt modelId="{4F2CAB8E-49E2-408C-84B4-B195C7BAEBFE}" type="pres">
      <dgm:prSet presAssocID="{97849B20-2DB4-4A74-8BFA-9A7F1E45EF36}" presName="rootText" presStyleLbl="node2" presStyleIdx="0" presStyleCnt="6" custScaleX="129129" custScaleY="124107">
        <dgm:presLayoutVars>
          <dgm:chPref val="3"/>
        </dgm:presLayoutVars>
      </dgm:prSet>
      <dgm:spPr/>
      <dgm:t>
        <a:bodyPr/>
        <a:lstStyle/>
        <a:p>
          <a:endParaRPr lang="zh-CN" altLang="en-US"/>
        </a:p>
      </dgm:t>
    </dgm:pt>
    <dgm:pt modelId="{246D5A46-A965-473C-837E-4DEF3C706108}" type="pres">
      <dgm:prSet presAssocID="{97849B20-2DB4-4A74-8BFA-9A7F1E45EF36}" presName="rootConnector" presStyleLbl="node2" presStyleIdx="0" presStyleCnt="6"/>
      <dgm:spPr/>
      <dgm:t>
        <a:bodyPr/>
        <a:lstStyle/>
        <a:p>
          <a:endParaRPr lang="zh-CN" altLang="en-US"/>
        </a:p>
      </dgm:t>
    </dgm:pt>
    <dgm:pt modelId="{B3336E52-744A-41AC-9B65-7BBFBF28C6B8}" type="pres">
      <dgm:prSet presAssocID="{97849B20-2DB4-4A74-8BFA-9A7F1E45EF36}" presName="hierChild4" presStyleCnt="0"/>
      <dgm:spPr/>
    </dgm:pt>
    <dgm:pt modelId="{F71660A3-BEC9-41B9-8EBD-CD5EFEDE4CE0}" type="pres">
      <dgm:prSet presAssocID="{510BB09B-07E6-4608-89A2-26DB7949CC94}" presName="Name37" presStyleLbl="parChTrans1D3" presStyleIdx="0" presStyleCnt="13"/>
      <dgm:spPr/>
      <dgm:t>
        <a:bodyPr/>
        <a:lstStyle/>
        <a:p>
          <a:endParaRPr lang="zh-CN" altLang="en-US"/>
        </a:p>
      </dgm:t>
    </dgm:pt>
    <dgm:pt modelId="{F5226D28-162B-4C0A-B81B-2F3044DFC94D}" type="pres">
      <dgm:prSet presAssocID="{63ADAD97-4A82-4FDD-949C-FBB703903F2E}" presName="hierRoot2" presStyleCnt="0">
        <dgm:presLayoutVars>
          <dgm:hierBranch val="init"/>
        </dgm:presLayoutVars>
      </dgm:prSet>
      <dgm:spPr/>
    </dgm:pt>
    <dgm:pt modelId="{DECBCC6B-BBF8-46B5-9D7A-6C1301865D76}" type="pres">
      <dgm:prSet presAssocID="{63ADAD97-4A82-4FDD-949C-FBB703903F2E}" presName="rootComposite" presStyleCnt="0"/>
      <dgm:spPr/>
    </dgm:pt>
    <dgm:pt modelId="{B6502D21-750A-487C-9707-ED75D51353C0}" type="pres">
      <dgm:prSet presAssocID="{63ADAD97-4A82-4FDD-949C-FBB703903F2E}" presName="rootText" presStyleLbl="node3" presStyleIdx="0" presStyleCnt="13">
        <dgm:presLayoutVars>
          <dgm:chPref val="3"/>
        </dgm:presLayoutVars>
      </dgm:prSet>
      <dgm:spPr/>
      <dgm:t>
        <a:bodyPr/>
        <a:lstStyle/>
        <a:p>
          <a:endParaRPr lang="zh-CN" altLang="en-US"/>
        </a:p>
      </dgm:t>
    </dgm:pt>
    <dgm:pt modelId="{BB643933-7028-485C-B73B-B50A767BADF4}" type="pres">
      <dgm:prSet presAssocID="{63ADAD97-4A82-4FDD-949C-FBB703903F2E}" presName="rootConnector" presStyleLbl="node3" presStyleIdx="0" presStyleCnt="13"/>
      <dgm:spPr/>
      <dgm:t>
        <a:bodyPr/>
        <a:lstStyle/>
        <a:p>
          <a:endParaRPr lang="zh-CN" altLang="en-US"/>
        </a:p>
      </dgm:t>
    </dgm:pt>
    <dgm:pt modelId="{6ADACF67-E00D-42A4-9A29-870D630A0D1C}" type="pres">
      <dgm:prSet presAssocID="{63ADAD97-4A82-4FDD-949C-FBB703903F2E}" presName="hierChild4" presStyleCnt="0"/>
      <dgm:spPr/>
    </dgm:pt>
    <dgm:pt modelId="{CAC06266-04FB-4A8C-9B0B-C4E48613AC88}" type="pres">
      <dgm:prSet presAssocID="{63ADAD97-4A82-4FDD-949C-FBB703903F2E}" presName="hierChild5" presStyleCnt="0"/>
      <dgm:spPr/>
    </dgm:pt>
    <dgm:pt modelId="{734D843A-9A3D-43D5-991E-05FEEE86666A}" type="pres">
      <dgm:prSet presAssocID="{F44DE7D9-9560-4523-B480-79CFD33A83D2}" presName="Name37" presStyleLbl="parChTrans1D3" presStyleIdx="1" presStyleCnt="13"/>
      <dgm:spPr/>
      <dgm:t>
        <a:bodyPr/>
        <a:lstStyle/>
        <a:p>
          <a:endParaRPr lang="zh-CN" altLang="en-US"/>
        </a:p>
      </dgm:t>
    </dgm:pt>
    <dgm:pt modelId="{85A04023-98C7-4D83-B822-432DBBB84D8A}" type="pres">
      <dgm:prSet presAssocID="{F6C15705-4B9C-495B-8A90-9159D56205F9}" presName="hierRoot2" presStyleCnt="0">
        <dgm:presLayoutVars>
          <dgm:hierBranch val="init"/>
        </dgm:presLayoutVars>
      </dgm:prSet>
      <dgm:spPr/>
    </dgm:pt>
    <dgm:pt modelId="{67C2C6D1-7476-4032-84D2-041D9773F38C}" type="pres">
      <dgm:prSet presAssocID="{F6C15705-4B9C-495B-8A90-9159D56205F9}" presName="rootComposite" presStyleCnt="0"/>
      <dgm:spPr/>
    </dgm:pt>
    <dgm:pt modelId="{AB73857B-1FD7-4A3B-ACBF-A39C09239B72}" type="pres">
      <dgm:prSet presAssocID="{F6C15705-4B9C-495B-8A90-9159D56205F9}" presName="rootText" presStyleLbl="node3" presStyleIdx="1" presStyleCnt="13">
        <dgm:presLayoutVars>
          <dgm:chPref val="3"/>
        </dgm:presLayoutVars>
      </dgm:prSet>
      <dgm:spPr/>
      <dgm:t>
        <a:bodyPr/>
        <a:lstStyle/>
        <a:p>
          <a:endParaRPr lang="zh-CN" altLang="en-US"/>
        </a:p>
      </dgm:t>
    </dgm:pt>
    <dgm:pt modelId="{263BF904-EABB-4150-8484-BA8743BDD95A}" type="pres">
      <dgm:prSet presAssocID="{F6C15705-4B9C-495B-8A90-9159D56205F9}" presName="rootConnector" presStyleLbl="node3" presStyleIdx="1" presStyleCnt="13"/>
      <dgm:spPr/>
      <dgm:t>
        <a:bodyPr/>
        <a:lstStyle/>
        <a:p>
          <a:endParaRPr lang="zh-CN" altLang="en-US"/>
        </a:p>
      </dgm:t>
    </dgm:pt>
    <dgm:pt modelId="{6DD2EDE2-2483-49FA-AA90-ECCF73CEC654}" type="pres">
      <dgm:prSet presAssocID="{F6C15705-4B9C-495B-8A90-9159D56205F9}" presName="hierChild4" presStyleCnt="0"/>
      <dgm:spPr/>
    </dgm:pt>
    <dgm:pt modelId="{5A22BF3B-1746-4014-B646-25C74E3BE238}" type="pres">
      <dgm:prSet presAssocID="{F6C15705-4B9C-495B-8A90-9159D56205F9}" presName="hierChild5" presStyleCnt="0"/>
      <dgm:spPr/>
    </dgm:pt>
    <dgm:pt modelId="{77321E5D-2563-4FD4-BA7D-176525AD3E8E}" type="pres">
      <dgm:prSet presAssocID="{BE56A07E-C85A-4AF7-8CD6-5B330BF9D999}" presName="Name37" presStyleLbl="parChTrans1D3" presStyleIdx="2" presStyleCnt="13"/>
      <dgm:spPr/>
      <dgm:t>
        <a:bodyPr/>
        <a:lstStyle/>
        <a:p>
          <a:endParaRPr lang="zh-CN" altLang="en-US"/>
        </a:p>
      </dgm:t>
    </dgm:pt>
    <dgm:pt modelId="{BED5B1CC-1945-4281-96F5-718EC28849FC}" type="pres">
      <dgm:prSet presAssocID="{2AEC8CCE-5D70-4271-A76E-497FCBC80AC1}" presName="hierRoot2" presStyleCnt="0">
        <dgm:presLayoutVars>
          <dgm:hierBranch val="init"/>
        </dgm:presLayoutVars>
      </dgm:prSet>
      <dgm:spPr/>
    </dgm:pt>
    <dgm:pt modelId="{88120C29-C3D0-44B2-BAAC-80819427D72E}" type="pres">
      <dgm:prSet presAssocID="{2AEC8CCE-5D70-4271-A76E-497FCBC80AC1}" presName="rootComposite" presStyleCnt="0"/>
      <dgm:spPr/>
    </dgm:pt>
    <dgm:pt modelId="{3FA1546B-A3DC-4E67-8344-FA9AC48B50ED}" type="pres">
      <dgm:prSet presAssocID="{2AEC8CCE-5D70-4271-A76E-497FCBC80AC1}" presName="rootText" presStyleLbl="node3" presStyleIdx="2" presStyleCnt="13">
        <dgm:presLayoutVars>
          <dgm:chPref val="3"/>
        </dgm:presLayoutVars>
      </dgm:prSet>
      <dgm:spPr/>
      <dgm:t>
        <a:bodyPr/>
        <a:lstStyle/>
        <a:p>
          <a:endParaRPr lang="zh-CN" altLang="en-US"/>
        </a:p>
      </dgm:t>
    </dgm:pt>
    <dgm:pt modelId="{82F788DA-3293-41CD-83BD-A36462DB5A9C}" type="pres">
      <dgm:prSet presAssocID="{2AEC8CCE-5D70-4271-A76E-497FCBC80AC1}" presName="rootConnector" presStyleLbl="node3" presStyleIdx="2" presStyleCnt="13"/>
      <dgm:spPr/>
      <dgm:t>
        <a:bodyPr/>
        <a:lstStyle/>
        <a:p>
          <a:endParaRPr lang="zh-CN" altLang="en-US"/>
        </a:p>
      </dgm:t>
    </dgm:pt>
    <dgm:pt modelId="{D85C06F7-C352-4CC1-B904-F02ECD001AC2}" type="pres">
      <dgm:prSet presAssocID="{2AEC8CCE-5D70-4271-A76E-497FCBC80AC1}" presName="hierChild4" presStyleCnt="0"/>
      <dgm:spPr/>
    </dgm:pt>
    <dgm:pt modelId="{C74A42CE-5C5B-45FA-8739-AF73FE38217C}" type="pres">
      <dgm:prSet presAssocID="{2AEC8CCE-5D70-4271-A76E-497FCBC80AC1}" presName="hierChild5" presStyleCnt="0"/>
      <dgm:spPr/>
    </dgm:pt>
    <dgm:pt modelId="{8DE510AE-9FBA-4DF5-AD89-FE2F6832BE05}" type="pres">
      <dgm:prSet presAssocID="{97849B20-2DB4-4A74-8BFA-9A7F1E45EF36}" presName="hierChild5" presStyleCnt="0"/>
      <dgm:spPr/>
    </dgm:pt>
    <dgm:pt modelId="{74DE3214-6944-43EA-841E-5A8EDC924FCD}" type="pres">
      <dgm:prSet presAssocID="{DC6FC1E2-2A73-4BF0-900B-E4795C04EA5F}" presName="Name37" presStyleLbl="parChTrans1D2" presStyleIdx="1" presStyleCnt="6"/>
      <dgm:spPr/>
      <dgm:t>
        <a:bodyPr/>
        <a:lstStyle/>
        <a:p>
          <a:endParaRPr lang="zh-CN" altLang="en-US"/>
        </a:p>
      </dgm:t>
    </dgm:pt>
    <dgm:pt modelId="{BB7E16A2-D3CD-47F0-B95D-64C18F049FC8}" type="pres">
      <dgm:prSet presAssocID="{7985F242-3F91-4DDE-8FC4-C607A025ACB6}" presName="hierRoot2" presStyleCnt="0">
        <dgm:presLayoutVars>
          <dgm:hierBranch val="init"/>
        </dgm:presLayoutVars>
      </dgm:prSet>
      <dgm:spPr/>
    </dgm:pt>
    <dgm:pt modelId="{7CAE2602-5CD5-48CC-B7DB-628D8EF677DA}" type="pres">
      <dgm:prSet presAssocID="{7985F242-3F91-4DDE-8FC4-C607A025ACB6}" presName="rootComposite" presStyleCnt="0"/>
      <dgm:spPr/>
    </dgm:pt>
    <dgm:pt modelId="{32D3F3DC-EBEF-4576-A62D-E97BA082F290}" type="pres">
      <dgm:prSet presAssocID="{7985F242-3F91-4DDE-8FC4-C607A025ACB6}" presName="rootText" presStyleLbl="node2" presStyleIdx="1" presStyleCnt="6" custScaleX="129129" custScaleY="124107">
        <dgm:presLayoutVars>
          <dgm:chPref val="3"/>
        </dgm:presLayoutVars>
      </dgm:prSet>
      <dgm:spPr/>
      <dgm:t>
        <a:bodyPr/>
        <a:lstStyle/>
        <a:p>
          <a:endParaRPr lang="zh-CN" altLang="en-US"/>
        </a:p>
      </dgm:t>
    </dgm:pt>
    <dgm:pt modelId="{D86BBA7D-FA04-427D-A9A9-321A59713392}" type="pres">
      <dgm:prSet presAssocID="{7985F242-3F91-4DDE-8FC4-C607A025ACB6}" presName="rootConnector" presStyleLbl="node2" presStyleIdx="1" presStyleCnt="6"/>
      <dgm:spPr/>
      <dgm:t>
        <a:bodyPr/>
        <a:lstStyle/>
        <a:p>
          <a:endParaRPr lang="zh-CN" altLang="en-US"/>
        </a:p>
      </dgm:t>
    </dgm:pt>
    <dgm:pt modelId="{0F18635B-95B9-423C-870E-9AA20935BC2A}" type="pres">
      <dgm:prSet presAssocID="{7985F242-3F91-4DDE-8FC4-C607A025ACB6}" presName="hierChild4" presStyleCnt="0"/>
      <dgm:spPr/>
    </dgm:pt>
    <dgm:pt modelId="{3B2646E0-96F0-451D-9003-4E992E1C9AF3}" type="pres">
      <dgm:prSet presAssocID="{AF3EEDA4-6344-4288-B5FC-E1205525BF95}" presName="Name37" presStyleLbl="parChTrans1D3" presStyleIdx="3" presStyleCnt="13"/>
      <dgm:spPr/>
      <dgm:t>
        <a:bodyPr/>
        <a:lstStyle/>
        <a:p>
          <a:endParaRPr lang="zh-CN" altLang="en-US"/>
        </a:p>
      </dgm:t>
    </dgm:pt>
    <dgm:pt modelId="{C90E2C87-F546-4325-B043-FFE5363CA396}" type="pres">
      <dgm:prSet presAssocID="{98BCBE82-1326-4A98-9B30-00B4CBAF5B66}" presName="hierRoot2" presStyleCnt="0">
        <dgm:presLayoutVars>
          <dgm:hierBranch val="init"/>
        </dgm:presLayoutVars>
      </dgm:prSet>
      <dgm:spPr/>
    </dgm:pt>
    <dgm:pt modelId="{45A9BAE0-F9AD-49A0-8E29-0ECC5D7EED46}" type="pres">
      <dgm:prSet presAssocID="{98BCBE82-1326-4A98-9B30-00B4CBAF5B66}" presName="rootComposite" presStyleCnt="0"/>
      <dgm:spPr/>
    </dgm:pt>
    <dgm:pt modelId="{59CF5637-A7A0-407E-9E51-959A3CB790AF}" type="pres">
      <dgm:prSet presAssocID="{98BCBE82-1326-4A98-9B30-00B4CBAF5B66}" presName="rootText" presStyleLbl="node3" presStyleIdx="3" presStyleCnt="13">
        <dgm:presLayoutVars>
          <dgm:chPref val="3"/>
        </dgm:presLayoutVars>
      </dgm:prSet>
      <dgm:spPr/>
      <dgm:t>
        <a:bodyPr/>
        <a:lstStyle/>
        <a:p>
          <a:endParaRPr lang="zh-CN" altLang="en-US"/>
        </a:p>
      </dgm:t>
    </dgm:pt>
    <dgm:pt modelId="{322E32A2-E196-423E-BE5C-E95795986B45}" type="pres">
      <dgm:prSet presAssocID="{98BCBE82-1326-4A98-9B30-00B4CBAF5B66}" presName="rootConnector" presStyleLbl="node3" presStyleIdx="3" presStyleCnt="13"/>
      <dgm:spPr/>
      <dgm:t>
        <a:bodyPr/>
        <a:lstStyle/>
        <a:p>
          <a:endParaRPr lang="zh-CN" altLang="en-US"/>
        </a:p>
      </dgm:t>
    </dgm:pt>
    <dgm:pt modelId="{C596A6BB-1F87-418A-9243-6BE22FF9F3A6}" type="pres">
      <dgm:prSet presAssocID="{98BCBE82-1326-4A98-9B30-00B4CBAF5B66}" presName="hierChild4" presStyleCnt="0"/>
      <dgm:spPr/>
    </dgm:pt>
    <dgm:pt modelId="{C94B4EC6-EC0F-40FC-8543-E491726ABAB5}" type="pres">
      <dgm:prSet presAssocID="{98BCBE82-1326-4A98-9B30-00B4CBAF5B66}" presName="hierChild5" presStyleCnt="0"/>
      <dgm:spPr/>
    </dgm:pt>
    <dgm:pt modelId="{6E0D58E0-C4E7-4A65-87D7-3FEBAAEBD666}" type="pres">
      <dgm:prSet presAssocID="{7927CE91-34AE-4134-A59D-E3E636BF85B9}" presName="Name37" presStyleLbl="parChTrans1D3" presStyleIdx="4" presStyleCnt="13"/>
      <dgm:spPr/>
      <dgm:t>
        <a:bodyPr/>
        <a:lstStyle/>
        <a:p>
          <a:endParaRPr lang="zh-CN" altLang="en-US"/>
        </a:p>
      </dgm:t>
    </dgm:pt>
    <dgm:pt modelId="{42836DCE-48AD-46E5-AEAD-F65DBAD23A63}" type="pres">
      <dgm:prSet presAssocID="{5DBC8A04-1079-4E78-86C7-1E378755DDC3}" presName="hierRoot2" presStyleCnt="0">
        <dgm:presLayoutVars>
          <dgm:hierBranch val="init"/>
        </dgm:presLayoutVars>
      </dgm:prSet>
      <dgm:spPr/>
    </dgm:pt>
    <dgm:pt modelId="{08D2E815-879F-4045-B46B-9596E41897A8}" type="pres">
      <dgm:prSet presAssocID="{5DBC8A04-1079-4E78-86C7-1E378755DDC3}" presName="rootComposite" presStyleCnt="0"/>
      <dgm:spPr/>
    </dgm:pt>
    <dgm:pt modelId="{4579EEA5-E510-483D-B87E-30AFCEEFF284}" type="pres">
      <dgm:prSet presAssocID="{5DBC8A04-1079-4E78-86C7-1E378755DDC3}" presName="rootText" presStyleLbl="node3" presStyleIdx="4" presStyleCnt="13">
        <dgm:presLayoutVars>
          <dgm:chPref val="3"/>
        </dgm:presLayoutVars>
      </dgm:prSet>
      <dgm:spPr/>
      <dgm:t>
        <a:bodyPr/>
        <a:lstStyle/>
        <a:p>
          <a:endParaRPr lang="zh-CN" altLang="en-US"/>
        </a:p>
      </dgm:t>
    </dgm:pt>
    <dgm:pt modelId="{4DBD5D71-ABB9-4A0B-BE9A-64FAAABF7D60}" type="pres">
      <dgm:prSet presAssocID="{5DBC8A04-1079-4E78-86C7-1E378755DDC3}" presName="rootConnector" presStyleLbl="node3" presStyleIdx="4" presStyleCnt="13"/>
      <dgm:spPr/>
      <dgm:t>
        <a:bodyPr/>
        <a:lstStyle/>
        <a:p>
          <a:endParaRPr lang="zh-CN" altLang="en-US"/>
        </a:p>
      </dgm:t>
    </dgm:pt>
    <dgm:pt modelId="{05FD7ED5-3751-4270-B3A7-23A58D19AA80}" type="pres">
      <dgm:prSet presAssocID="{5DBC8A04-1079-4E78-86C7-1E378755DDC3}" presName="hierChild4" presStyleCnt="0"/>
      <dgm:spPr/>
    </dgm:pt>
    <dgm:pt modelId="{38156E46-2EB1-4537-A09F-21AD060B00A9}" type="pres">
      <dgm:prSet presAssocID="{5DBC8A04-1079-4E78-86C7-1E378755DDC3}" presName="hierChild5" presStyleCnt="0"/>
      <dgm:spPr/>
    </dgm:pt>
    <dgm:pt modelId="{40F0BB68-A9E3-4EB0-8B56-FC50AF8AE04F}" type="pres">
      <dgm:prSet presAssocID="{7F08E4D6-D3EF-4E67-BCA0-7AB849A707AA}" presName="Name37" presStyleLbl="parChTrans1D3" presStyleIdx="5" presStyleCnt="13"/>
      <dgm:spPr/>
      <dgm:t>
        <a:bodyPr/>
        <a:lstStyle/>
        <a:p>
          <a:endParaRPr lang="zh-CN" altLang="en-US"/>
        </a:p>
      </dgm:t>
    </dgm:pt>
    <dgm:pt modelId="{F0A46F54-42FD-4F21-AE38-767FF1B288F6}" type="pres">
      <dgm:prSet presAssocID="{F3DB9A83-D065-4718-88B5-705513242A57}" presName="hierRoot2" presStyleCnt="0">
        <dgm:presLayoutVars>
          <dgm:hierBranch val="init"/>
        </dgm:presLayoutVars>
      </dgm:prSet>
      <dgm:spPr/>
    </dgm:pt>
    <dgm:pt modelId="{9563FC92-F415-4F9B-BD52-8D83D290E98B}" type="pres">
      <dgm:prSet presAssocID="{F3DB9A83-D065-4718-88B5-705513242A57}" presName="rootComposite" presStyleCnt="0"/>
      <dgm:spPr/>
    </dgm:pt>
    <dgm:pt modelId="{05883D41-0B26-4E22-AC8D-C888FF331625}" type="pres">
      <dgm:prSet presAssocID="{F3DB9A83-D065-4718-88B5-705513242A57}" presName="rootText" presStyleLbl="node3" presStyleIdx="5" presStyleCnt="13">
        <dgm:presLayoutVars>
          <dgm:chPref val="3"/>
        </dgm:presLayoutVars>
      </dgm:prSet>
      <dgm:spPr/>
      <dgm:t>
        <a:bodyPr/>
        <a:lstStyle/>
        <a:p>
          <a:endParaRPr lang="zh-CN" altLang="en-US"/>
        </a:p>
      </dgm:t>
    </dgm:pt>
    <dgm:pt modelId="{043B2F39-35BE-4AF4-97F9-16C6F4C16DFD}" type="pres">
      <dgm:prSet presAssocID="{F3DB9A83-D065-4718-88B5-705513242A57}" presName="rootConnector" presStyleLbl="node3" presStyleIdx="5" presStyleCnt="13"/>
      <dgm:spPr/>
      <dgm:t>
        <a:bodyPr/>
        <a:lstStyle/>
        <a:p>
          <a:endParaRPr lang="zh-CN" altLang="en-US"/>
        </a:p>
      </dgm:t>
    </dgm:pt>
    <dgm:pt modelId="{988AA171-F7AE-47F6-8314-DB333F0A46C9}" type="pres">
      <dgm:prSet presAssocID="{F3DB9A83-D065-4718-88B5-705513242A57}" presName="hierChild4" presStyleCnt="0"/>
      <dgm:spPr/>
    </dgm:pt>
    <dgm:pt modelId="{1B5D8DF9-4C3C-4BF6-A38D-B16821385619}" type="pres">
      <dgm:prSet presAssocID="{F3DB9A83-D065-4718-88B5-705513242A57}" presName="hierChild5" presStyleCnt="0"/>
      <dgm:spPr/>
    </dgm:pt>
    <dgm:pt modelId="{A1A94753-5CC7-43C0-B16B-86327B61F613}" type="pres">
      <dgm:prSet presAssocID="{7985F242-3F91-4DDE-8FC4-C607A025ACB6}" presName="hierChild5" presStyleCnt="0"/>
      <dgm:spPr/>
    </dgm:pt>
    <dgm:pt modelId="{92BBAE44-5D50-4181-BBA6-29041690C994}" type="pres">
      <dgm:prSet presAssocID="{3881DFE1-884A-4A2A-9C28-7F69C1325B3C}" presName="Name37" presStyleLbl="parChTrans1D2" presStyleIdx="2" presStyleCnt="6"/>
      <dgm:spPr/>
      <dgm:t>
        <a:bodyPr/>
        <a:lstStyle/>
        <a:p>
          <a:endParaRPr lang="zh-CN" altLang="en-US"/>
        </a:p>
      </dgm:t>
    </dgm:pt>
    <dgm:pt modelId="{7A379338-5D85-4577-A560-2FC1F581FEBD}" type="pres">
      <dgm:prSet presAssocID="{FEEDABE5-10A6-402E-BC25-122C3B995B67}" presName="hierRoot2" presStyleCnt="0">
        <dgm:presLayoutVars>
          <dgm:hierBranch val="init"/>
        </dgm:presLayoutVars>
      </dgm:prSet>
      <dgm:spPr/>
    </dgm:pt>
    <dgm:pt modelId="{708CCC51-2A52-4220-8FEA-8AF20E1CCF70}" type="pres">
      <dgm:prSet presAssocID="{FEEDABE5-10A6-402E-BC25-122C3B995B67}" presName="rootComposite" presStyleCnt="0"/>
      <dgm:spPr/>
    </dgm:pt>
    <dgm:pt modelId="{517303F1-DE16-4C85-8213-A0408C38360C}" type="pres">
      <dgm:prSet presAssocID="{FEEDABE5-10A6-402E-BC25-122C3B995B67}" presName="rootText" presStyleLbl="node2" presStyleIdx="2" presStyleCnt="6" custScaleX="129129" custScaleY="124107">
        <dgm:presLayoutVars>
          <dgm:chPref val="3"/>
        </dgm:presLayoutVars>
      </dgm:prSet>
      <dgm:spPr/>
      <dgm:t>
        <a:bodyPr/>
        <a:lstStyle/>
        <a:p>
          <a:endParaRPr lang="zh-CN" altLang="en-US"/>
        </a:p>
      </dgm:t>
    </dgm:pt>
    <dgm:pt modelId="{9D03166B-2F45-454C-A7F5-1F518771CEF9}" type="pres">
      <dgm:prSet presAssocID="{FEEDABE5-10A6-402E-BC25-122C3B995B67}" presName="rootConnector" presStyleLbl="node2" presStyleIdx="2" presStyleCnt="6"/>
      <dgm:spPr/>
      <dgm:t>
        <a:bodyPr/>
        <a:lstStyle/>
        <a:p>
          <a:endParaRPr lang="zh-CN" altLang="en-US"/>
        </a:p>
      </dgm:t>
    </dgm:pt>
    <dgm:pt modelId="{E2C8515E-BB72-468A-87B8-9FA0BFE48E05}" type="pres">
      <dgm:prSet presAssocID="{FEEDABE5-10A6-402E-BC25-122C3B995B67}" presName="hierChild4" presStyleCnt="0"/>
      <dgm:spPr/>
    </dgm:pt>
    <dgm:pt modelId="{199B4701-462C-4EC9-8A8C-3CF293761DCA}" type="pres">
      <dgm:prSet presAssocID="{468B13C1-965D-4C9B-8E04-49257EEAFDCE}" presName="Name37" presStyleLbl="parChTrans1D3" presStyleIdx="6" presStyleCnt="13"/>
      <dgm:spPr/>
      <dgm:t>
        <a:bodyPr/>
        <a:lstStyle/>
        <a:p>
          <a:endParaRPr lang="zh-CN" altLang="en-US"/>
        </a:p>
      </dgm:t>
    </dgm:pt>
    <dgm:pt modelId="{9FFA27D4-035B-45B5-A9D3-1C0BD82835BD}" type="pres">
      <dgm:prSet presAssocID="{2649EEC2-303B-4B6F-A711-1A384E827093}" presName="hierRoot2" presStyleCnt="0">
        <dgm:presLayoutVars>
          <dgm:hierBranch val="init"/>
        </dgm:presLayoutVars>
      </dgm:prSet>
      <dgm:spPr/>
    </dgm:pt>
    <dgm:pt modelId="{FF827C2A-BE2D-40AB-9FAC-7905CD4321AF}" type="pres">
      <dgm:prSet presAssocID="{2649EEC2-303B-4B6F-A711-1A384E827093}" presName="rootComposite" presStyleCnt="0"/>
      <dgm:spPr/>
    </dgm:pt>
    <dgm:pt modelId="{2004B731-88A3-45D7-932A-3B725170DE22}" type="pres">
      <dgm:prSet presAssocID="{2649EEC2-303B-4B6F-A711-1A384E827093}" presName="rootText" presStyleLbl="node3" presStyleIdx="6" presStyleCnt="13">
        <dgm:presLayoutVars>
          <dgm:chPref val="3"/>
        </dgm:presLayoutVars>
      </dgm:prSet>
      <dgm:spPr/>
      <dgm:t>
        <a:bodyPr/>
        <a:lstStyle/>
        <a:p>
          <a:endParaRPr lang="zh-CN" altLang="en-US"/>
        </a:p>
      </dgm:t>
    </dgm:pt>
    <dgm:pt modelId="{9BFE05B5-74FB-4A3D-81F6-EA1757726C33}" type="pres">
      <dgm:prSet presAssocID="{2649EEC2-303B-4B6F-A711-1A384E827093}" presName="rootConnector" presStyleLbl="node3" presStyleIdx="6" presStyleCnt="13"/>
      <dgm:spPr/>
      <dgm:t>
        <a:bodyPr/>
        <a:lstStyle/>
        <a:p>
          <a:endParaRPr lang="zh-CN" altLang="en-US"/>
        </a:p>
      </dgm:t>
    </dgm:pt>
    <dgm:pt modelId="{181FF737-32E3-49C3-BCDD-9B39FCB2AB6A}" type="pres">
      <dgm:prSet presAssocID="{2649EEC2-303B-4B6F-A711-1A384E827093}" presName="hierChild4" presStyleCnt="0"/>
      <dgm:spPr/>
    </dgm:pt>
    <dgm:pt modelId="{96899B75-32C8-4CD7-ACEF-2E756C98FBFF}" type="pres">
      <dgm:prSet presAssocID="{2649EEC2-303B-4B6F-A711-1A384E827093}" presName="hierChild5" presStyleCnt="0"/>
      <dgm:spPr/>
    </dgm:pt>
    <dgm:pt modelId="{F20EE396-0A42-4D37-8A1F-DB0256483347}" type="pres">
      <dgm:prSet presAssocID="{DF0F9E9A-310F-4E34-AA02-5945E10AA3E7}" presName="Name37" presStyleLbl="parChTrans1D3" presStyleIdx="7" presStyleCnt="13"/>
      <dgm:spPr/>
      <dgm:t>
        <a:bodyPr/>
        <a:lstStyle/>
        <a:p>
          <a:endParaRPr lang="zh-CN" altLang="en-US"/>
        </a:p>
      </dgm:t>
    </dgm:pt>
    <dgm:pt modelId="{548CFE55-7801-4616-AE7B-D0E730147BEF}" type="pres">
      <dgm:prSet presAssocID="{A7845880-B0B6-4D4B-8C3E-B862B161F14B}" presName="hierRoot2" presStyleCnt="0">
        <dgm:presLayoutVars>
          <dgm:hierBranch val="init"/>
        </dgm:presLayoutVars>
      </dgm:prSet>
      <dgm:spPr/>
    </dgm:pt>
    <dgm:pt modelId="{4A7976C2-E3F2-40CE-AE68-69754F00A898}" type="pres">
      <dgm:prSet presAssocID="{A7845880-B0B6-4D4B-8C3E-B862B161F14B}" presName="rootComposite" presStyleCnt="0"/>
      <dgm:spPr/>
    </dgm:pt>
    <dgm:pt modelId="{05EA0A22-8344-4947-BCAE-9651A908F5F5}" type="pres">
      <dgm:prSet presAssocID="{A7845880-B0B6-4D4B-8C3E-B862B161F14B}" presName="rootText" presStyleLbl="node3" presStyleIdx="7" presStyleCnt="13">
        <dgm:presLayoutVars>
          <dgm:chPref val="3"/>
        </dgm:presLayoutVars>
      </dgm:prSet>
      <dgm:spPr/>
      <dgm:t>
        <a:bodyPr/>
        <a:lstStyle/>
        <a:p>
          <a:endParaRPr lang="zh-CN" altLang="en-US"/>
        </a:p>
      </dgm:t>
    </dgm:pt>
    <dgm:pt modelId="{BF4276FF-2775-470B-933B-FF65DE6A5B9D}" type="pres">
      <dgm:prSet presAssocID="{A7845880-B0B6-4D4B-8C3E-B862B161F14B}" presName="rootConnector" presStyleLbl="node3" presStyleIdx="7" presStyleCnt="13"/>
      <dgm:spPr/>
      <dgm:t>
        <a:bodyPr/>
        <a:lstStyle/>
        <a:p>
          <a:endParaRPr lang="zh-CN" altLang="en-US"/>
        </a:p>
      </dgm:t>
    </dgm:pt>
    <dgm:pt modelId="{56220F30-73B0-4B5F-93A1-C71F6655ECBC}" type="pres">
      <dgm:prSet presAssocID="{A7845880-B0B6-4D4B-8C3E-B862B161F14B}" presName="hierChild4" presStyleCnt="0"/>
      <dgm:spPr/>
    </dgm:pt>
    <dgm:pt modelId="{C419A389-DD59-4D13-84D0-D0BBCAD8B84F}" type="pres">
      <dgm:prSet presAssocID="{A7845880-B0B6-4D4B-8C3E-B862B161F14B}" presName="hierChild5" presStyleCnt="0"/>
      <dgm:spPr/>
    </dgm:pt>
    <dgm:pt modelId="{3A5F75F3-46B2-4F57-A762-2192EA59FD68}" type="pres">
      <dgm:prSet presAssocID="{1E75FD12-DAE7-4970-A67B-5B61E9F9AB4B}" presName="Name37" presStyleLbl="parChTrans1D3" presStyleIdx="8" presStyleCnt="13"/>
      <dgm:spPr/>
      <dgm:t>
        <a:bodyPr/>
        <a:lstStyle/>
        <a:p>
          <a:endParaRPr lang="zh-CN" altLang="en-US"/>
        </a:p>
      </dgm:t>
    </dgm:pt>
    <dgm:pt modelId="{AD0273D2-AD60-461D-9712-C72E2AB7A598}" type="pres">
      <dgm:prSet presAssocID="{FD347025-83B3-4BC2-AAEF-327C43026C88}" presName="hierRoot2" presStyleCnt="0">
        <dgm:presLayoutVars>
          <dgm:hierBranch val="init"/>
        </dgm:presLayoutVars>
      </dgm:prSet>
      <dgm:spPr/>
    </dgm:pt>
    <dgm:pt modelId="{0522F0F1-1DC0-4C9B-AE63-7A7525722AD0}" type="pres">
      <dgm:prSet presAssocID="{FD347025-83B3-4BC2-AAEF-327C43026C88}" presName="rootComposite" presStyleCnt="0"/>
      <dgm:spPr/>
    </dgm:pt>
    <dgm:pt modelId="{A3120829-D37C-4D17-A94E-B3EC6E5D6993}" type="pres">
      <dgm:prSet presAssocID="{FD347025-83B3-4BC2-AAEF-327C43026C88}" presName="rootText" presStyleLbl="node3" presStyleIdx="8" presStyleCnt="13">
        <dgm:presLayoutVars>
          <dgm:chPref val="3"/>
        </dgm:presLayoutVars>
      </dgm:prSet>
      <dgm:spPr/>
      <dgm:t>
        <a:bodyPr/>
        <a:lstStyle/>
        <a:p>
          <a:endParaRPr lang="zh-CN" altLang="en-US"/>
        </a:p>
      </dgm:t>
    </dgm:pt>
    <dgm:pt modelId="{2F8F6724-E391-4C1A-A6CF-90541394F264}" type="pres">
      <dgm:prSet presAssocID="{FD347025-83B3-4BC2-AAEF-327C43026C88}" presName="rootConnector" presStyleLbl="node3" presStyleIdx="8" presStyleCnt="13"/>
      <dgm:spPr/>
      <dgm:t>
        <a:bodyPr/>
        <a:lstStyle/>
        <a:p>
          <a:endParaRPr lang="zh-CN" altLang="en-US"/>
        </a:p>
      </dgm:t>
    </dgm:pt>
    <dgm:pt modelId="{DDF6EE8E-AEA6-4668-9928-3F9416F4D379}" type="pres">
      <dgm:prSet presAssocID="{FD347025-83B3-4BC2-AAEF-327C43026C88}" presName="hierChild4" presStyleCnt="0"/>
      <dgm:spPr/>
    </dgm:pt>
    <dgm:pt modelId="{ABEF350E-CA23-4C1B-8AFF-96D4D655FAA2}" type="pres">
      <dgm:prSet presAssocID="{FD347025-83B3-4BC2-AAEF-327C43026C88}" presName="hierChild5" presStyleCnt="0"/>
      <dgm:spPr/>
    </dgm:pt>
    <dgm:pt modelId="{2CB7ABA9-D89F-4E87-ACB1-D7510282F8DB}" type="pres">
      <dgm:prSet presAssocID="{FEEDABE5-10A6-402E-BC25-122C3B995B67}" presName="hierChild5" presStyleCnt="0"/>
      <dgm:spPr/>
    </dgm:pt>
    <dgm:pt modelId="{D53EE753-1608-4B17-AC4D-9930A37B27B4}" type="pres">
      <dgm:prSet presAssocID="{A4ACE397-059D-4144-8F77-403D6529A84A}" presName="Name37" presStyleLbl="parChTrans1D2" presStyleIdx="3" presStyleCnt="6"/>
      <dgm:spPr/>
      <dgm:t>
        <a:bodyPr/>
        <a:lstStyle/>
        <a:p>
          <a:endParaRPr lang="zh-CN" altLang="en-US"/>
        </a:p>
      </dgm:t>
    </dgm:pt>
    <dgm:pt modelId="{431C98CB-D84D-4309-A1F9-C6D0CE50C568}" type="pres">
      <dgm:prSet presAssocID="{293B6578-87D4-45DE-908A-6A81DCB41241}" presName="hierRoot2" presStyleCnt="0">
        <dgm:presLayoutVars>
          <dgm:hierBranch val="init"/>
        </dgm:presLayoutVars>
      </dgm:prSet>
      <dgm:spPr/>
    </dgm:pt>
    <dgm:pt modelId="{CFF78CDA-9A71-4BA6-980C-FD73417A51D9}" type="pres">
      <dgm:prSet presAssocID="{293B6578-87D4-45DE-908A-6A81DCB41241}" presName="rootComposite" presStyleCnt="0"/>
      <dgm:spPr/>
    </dgm:pt>
    <dgm:pt modelId="{9900DA43-2A8E-4C80-8C0F-B40463443F0A}" type="pres">
      <dgm:prSet presAssocID="{293B6578-87D4-45DE-908A-6A81DCB41241}" presName="rootText" presStyleLbl="node2" presStyleIdx="3" presStyleCnt="6" custScaleX="129129" custScaleY="124107">
        <dgm:presLayoutVars>
          <dgm:chPref val="3"/>
        </dgm:presLayoutVars>
      </dgm:prSet>
      <dgm:spPr/>
      <dgm:t>
        <a:bodyPr/>
        <a:lstStyle/>
        <a:p>
          <a:endParaRPr lang="zh-CN" altLang="en-US"/>
        </a:p>
      </dgm:t>
    </dgm:pt>
    <dgm:pt modelId="{6C55627D-B0D0-4D3D-9CAC-77D70761B4A5}" type="pres">
      <dgm:prSet presAssocID="{293B6578-87D4-45DE-908A-6A81DCB41241}" presName="rootConnector" presStyleLbl="node2" presStyleIdx="3" presStyleCnt="6"/>
      <dgm:spPr/>
      <dgm:t>
        <a:bodyPr/>
        <a:lstStyle/>
        <a:p>
          <a:endParaRPr lang="zh-CN" altLang="en-US"/>
        </a:p>
      </dgm:t>
    </dgm:pt>
    <dgm:pt modelId="{A78113E1-DB97-4998-BFBE-C097400ED259}" type="pres">
      <dgm:prSet presAssocID="{293B6578-87D4-45DE-908A-6A81DCB41241}" presName="hierChild4" presStyleCnt="0"/>
      <dgm:spPr/>
    </dgm:pt>
    <dgm:pt modelId="{20726118-5DCB-4F8C-A66F-B6ED988795E9}" type="pres">
      <dgm:prSet presAssocID="{6313FDBF-157F-4530-9CE6-E33125B7E69D}" presName="Name37" presStyleLbl="parChTrans1D3" presStyleIdx="9" presStyleCnt="13"/>
      <dgm:spPr/>
      <dgm:t>
        <a:bodyPr/>
        <a:lstStyle/>
        <a:p>
          <a:endParaRPr lang="zh-CN" altLang="en-US"/>
        </a:p>
      </dgm:t>
    </dgm:pt>
    <dgm:pt modelId="{242F6441-0CC7-4B96-A9BD-94D6E6A88CB7}" type="pres">
      <dgm:prSet presAssocID="{47AEADE9-63CB-4CFB-AA8A-DBDFE62EDB9A}" presName="hierRoot2" presStyleCnt="0">
        <dgm:presLayoutVars>
          <dgm:hierBranch val="init"/>
        </dgm:presLayoutVars>
      </dgm:prSet>
      <dgm:spPr/>
    </dgm:pt>
    <dgm:pt modelId="{98FCBABB-9BF1-4E45-AD44-D93BD00BFFC6}" type="pres">
      <dgm:prSet presAssocID="{47AEADE9-63CB-4CFB-AA8A-DBDFE62EDB9A}" presName="rootComposite" presStyleCnt="0"/>
      <dgm:spPr/>
    </dgm:pt>
    <dgm:pt modelId="{04D7D778-819F-4078-9DC2-03C60B48F490}" type="pres">
      <dgm:prSet presAssocID="{47AEADE9-63CB-4CFB-AA8A-DBDFE62EDB9A}" presName="rootText" presStyleLbl="node3" presStyleIdx="9" presStyleCnt="13">
        <dgm:presLayoutVars>
          <dgm:chPref val="3"/>
        </dgm:presLayoutVars>
      </dgm:prSet>
      <dgm:spPr/>
      <dgm:t>
        <a:bodyPr/>
        <a:lstStyle/>
        <a:p>
          <a:endParaRPr lang="zh-CN" altLang="en-US"/>
        </a:p>
      </dgm:t>
    </dgm:pt>
    <dgm:pt modelId="{DD39722C-8794-426F-9697-6B666AA5CF2B}" type="pres">
      <dgm:prSet presAssocID="{47AEADE9-63CB-4CFB-AA8A-DBDFE62EDB9A}" presName="rootConnector" presStyleLbl="node3" presStyleIdx="9" presStyleCnt="13"/>
      <dgm:spPr/>
      <dgm:t>
        <a:bodyPr/>
        <a:lstStyle/>
        <a:p>
          <a:endParaRPr lang="zh-CN" altLang="en-US"/>
        </a:p>
      </dgm:t>
    </dgm:pt>
    <dgm:pt modelId="{49563D56-2509-4886-A512-1AF0D148383F}" type="pres">
      <dgm:prSet presAssocID="{47AEADE9-63CB-4CFB-AA8A-DBDFE62EDB9A}" presName="hierChild4" presStyleCnt="0"/>
      <dgm:spPr/>
    </dgm:pt>
    <dgm:pt modelId="{E494B23E-4386-4C39-A498-2D8009CC10A4}" type="pres">
      <dgm:prSet presAssocID="{47AEADE9-63CB-4CFB-AA8A-DBDFE62EDB9A}" presName="hierChild5" presStyleCnt="0"/>
      <dgm:spPr/>
    </dgm:pt>
    <dgm:pt modelId="{523F9487-C99E-44E7-8F68-76E4F1CC088E}" type="pres">
      <dgm:prSet presAssocID="{468936BF-CA90-46EB-AC14-C8BA148A6009}" presName="Name37" presStyleLbl="parChTrans1D3" presStyleIdx="10" presStyleCnt="13"/>
      <dgm:spPr/>
      <dgm:t>
        <a:bodyPr/>
        <a:lstStyle/>
        <a:p>
          <a:endParaRPr lang="zh-CN" altLang="en-US"/>
        </a:p>
      </dgm:t>
    </dgm:pt>
    <dgm:pt modelId="{A82E368A-8138-456E-A24C-4E4938A7D038}" type="pres">
      <dgm:prSet presAssocID="{8E7ECE04-7E90-4393-9C99-C845804A85C4}" presName="hierRoot2" presStyleCnt="0">
        <dgm:presLayoutVars>
          <dgm:hierBranch val="init"/>
        </dgm:presLayoutVars>
      </dgm:prSet>
      <dgm:spPr/>
    </dgm:pt>
    <dgm:pt modelId="{1BDE39BF-A4C1-4A1C-8EC9-B88D094BCA5A}" type="pres">
      <dgm:prSet presAssocID="{8E7ECE04-7E90-4393-9C99-C845804A85C4}" presName="rootComposite" presStyleCnt="0"/>
      <dgm:spPr/>
    </dgm:pt>
    <dgm:pt modelId="{0DCAAF1B-A0F9-425E-91BA-441F3BA08CED}" type="pres">
      <dgm:prSet presAssocID="{8E7ECE04-7E90-4393-9C99-C845804A85C4}" presName="rootText" presStyleLbl="node3" presStyleIdx="10" presStyleCnt="13">
        <dgm:presLayoutVars>
          <dgm:chPref val="3"/>
        </dgm:presLayoutVars>
      </dgm:prSet>
      <dgm:spPr/>
      <dgm:t>
        <a:bodyPr/>
        <a:lstStyle/>
        <a:p>
          <a:endParaRPr lang="zh-CN" altLang="en-US"/>
        </a:p>
      </dgm:t>
    </dgm:pt>
    <dgm:pt modelId="{A200D2E1-AFC1-4EB4-B0EE-69CCE83941C6}" type="pres">
      <dgm:prSet presAssocID="{8E7ECE04-7E90-4393-9C99-C845804A85C4}" presName="rootConnector" presStyleLbl="node3" presStyleIdx="10" presStyleCnt="13"/>
      <dgm:spPr/>
      <dgm:t>
        <a:bodyPr/>
        <a:lstStyle/>
        <a:p>
          <a:endParaRPr lang="zh-CN" altLang="en-US"/>
        </a:p>
      </dgm:t>
    </dgm:pt>
    <dgm:pt modelId="{FE2F3D65-67E6-4A1F-AB40-3C19D02E03E5}" type="pres">
      <dgm:prSet presAssocID="{8E7ECE04-7E90-4393-9C99-C845804A85C4}" presName="hierChild4" presStyleCnt="0"/>
      <dgm:spPr/>
    </dgm:pt>
    <dgm:pt modelId="{08EEBA2F-08C3-4293-8652-24A64B7F1373}" type="pres">
      <dgm:prSet presAssocID="{8E7ECE04-7E90-4393-9C99-C845804A85C4}" presName="hierChild5" presStyleCnt="0"/>
      <dgm:spPr/>
    </dgm:pt>
    <dgm:pt modelId="{3372AD6E-50E1-4024-968E-2F9C28F302FB}" type="pres">
      <dgm:prSet presAssocID="{293B6578-87D4-45DE-908A-6A81DCB41241}" presName="hierChild5" presStyleCnt="0"/>
      <dgm:spPr/>
    </dgm:pt>
    <dgm:pt modelId="{1CC04544-CEAF-4BE6-A5BC-A45E8BB3EA19}" type="pres">
      <dgm:prSet presAssocID="{E8AF36E1-A5D1-46CA-AB2A-CC7A1F5792DB}" presName="Name37" presStyleLbl="parChTrans1D2" presStyleIdx="4" presStyleCnt="6"/>
      <dgm:spPr/>
      <dgm:t>
        <a:bodyPr/>
        <a:lstStyle/>
        <a:p>
          <a:endParaRPr lang="zh-CN" altLang="en-US"/>
        </a:p>
      </dgm:t>
    </dgm:pt>
    <dgm:pt modelId="{E3AB1658-B928-43DC-9EDE-FBD86D972F4D}" type="pres">
      <dgm:prSet presAssocID="{9744428B-19C3-4E49-A04E-9FCCE9968238}" presName="hierRoot2" presStyleCnt="0">
        <dgm:presLayoutVars>
          <dgm:hierBranch val="init"/>
        </dgm:presLayoutVars>
      </dgm:prSet>
      <dgm:spPr/>
    </dgm:pt>
    <dgm:pt modelId="{0851C431-DFB4-4DC8-A933-2C9886A956FF}" type="pres">
      <dgm:prSet presAssocID="{9744428B-19C3-4E49-A04E-9FCCE9968238}" presName="rootComposite" presStyleCnt="0"/>
      <dgm:spPr/>
    </dgm:pt>
    <dgm:pt modelId="{F48C2056-63D1-4B5E-A422-5A1E98995F7D}" type="pres">
      <dgm:prSet presAssocID="{9744428B-19C3-4E49-A04E-9FCCE9968238}" presName="rootText" presStyleLbl="node2" presStyleIdx="4" presStyleCnt="6" custScaleX="115365" custScaleY="125798">
        <dgm:presLayoutVars>
          <dgm:chPref val="3"/>
        </dgm:presLayoutVars>
      </dgm:prSet>
      <dgm:spPr/>
      <dgm:t>
        <a:bodyPr/>
        <a:lstStyle/>
        <a:p>
          <a:endParaRPr lang="zh-CN" altLang="en-US"/>
        </a:p>
      </dgm:t>
    </dgm:pt>
    <dgm:pt modelId="{7BE44AA8-EAA5-49F4-BA0E-43CE8F864469}" type="pres">
      <dgm:prSet presAssocID="{9744428B-19C3-4E49-A04E-9FCCE9968238}" presName="rootConnector" presStyleLbl="node2" presStyleIdx="4" presStyleCnt="6"/>
      <dgm:spPr/>
      <dgm:t>
        <a:bodyPr/>
        <a:lstStyle/>
        <a:p>
          <a:endParaRPr lang="zh-CN" altLang="en-US"/>
        </a:p>
      </dgm:t>
    </dgm:pt>
    <dgm:pt modelId="{7A57CF5E-D133-4522-9252-3C4B87A78348}" type="pres">
      <dgm:prSet presAssocID="{9744428B-19C3-4E49-A04E-9FCCE9968238}" presName="hierChild4" presStyleCnt="0"/>
      <dgm:spPr/>
    </dgm:pt>
    <dgm:pt modelId="{B89F07CB-7BE8-446D-AC38-BE8914D59D10}" type="pres">
      <dgm:prSet presAssocID="{2529D7E4-D863-456F-A340-21E029EAE4F2}" presName="Name37" presStyleLbl="parChTrans1D3" presStyleIdx="11" presStyleCnt="13"/>
      <dgm:spPr/>
      <dgm:t>
        <a:bodyPr/>
        <a:lstStyle/>
        <a:p>
          <a:endParaRPr lang="zh-CN" altLang="en-US"/>
        </a:p>
      </dgm:t>
    </dgm:pt>
    <dgm:pt modelId="{FF71B216-EC7C-4331-9677-4FE808F02234}" type="pres">
      <dgm:prSet presAssocID="{BEB47376-C066-4419-BBD7-73C8C88F417D}" presName="hierRoot2" presStyleCnt="0">
        <dgm:presLayoutVars>
          <dgm:hierBranch val="init"/>
        </dgm:presLayoutVars>
      </dgm:prSet>
      <dgm:spPr/>
    </dgm:pt>
    <dgm:pt modelId="{FACA96E3-EF55-4684-B499-C22839898525}" type="pres">
      <dgm:prSet presAssocID="{BEB47376-C066-4419-BBD7-73C8C88F417D}" presName="rootComposite" presStyleCnt="0"/>
      <dgm:spPr/>
    </dgm:pt>
    <dgm:pt modelId="{EED2035C-259A-46AA-AB5E-ACA67D24C993}" type="pres">
      <dgm:prSet presAssocID="{BEB47376-C066-4419-BBD7-73C8C88F417D}" presName="rootText" presStyleLbl="node3" presStyleIdx="11" presStyleCnt="13">
        <dgm:presLayoutVars>
          <dgm:chPref val="3"/>
        </dgm:presLayoutVars>
      </dgm:prSet>
      <dgm:spPr/>
      <dgm:t>
        <a:bodyPr/>
        <a:lstStyle/>
        <a:p>
          <a:endParaRPr lang="zh-CN" altLang="en-US"/>
        </a:p>
      </dgm:t>
    </dgm:pt>
    <dgm:pt modelId="{8EE13435-4CA0-4324-8751-592C33845EED}" type="pres">
      <dgm:prSet presAssocID="{BEB47376-C066-4419-BBD7-73C8C88F417D}" presName="rootConnector" presStyleLbl="node3" presStyleIdx="11" presStyleCnt="13"/>
      <dgm:spPr/>
      <dgm:t>
        <a:bodyPr/>
        <a:lstStyle/>
        <a:p>
          <a:endParaRPr lang="zh-CN" altLang="en-US"/>
        </a:p>
      </dgm:t>
    </dgm:pt>
    <dgm:pt modelId="{E366B420-3579-4BC7-9575-C4A814C4296C}" type="pres">
      <dgm:prSet presAssocID="{BEB47376-C066-4419-BBD7-73C8C88F417D}" presName="hierChild4" presStyleCnt="0"/>
      <dgm:spPr/>
    </dgm:pt>
    <dgm:pt modelId="{E1D40683-5F6A-4CBE-A8FC-30B393E53712}" type="pres">
      <dgm:prSet presAssocID="{BEB47376-C066-4419-BBD7-73C8C88F417D}" presName="hierChild5" presStyleCnt="0"/>
      <dgm:spPr/>
    </dgm:pt>
    <dgm:pt modelId="{5545792D-3048-4BE8-B93D-452A7DA105A1}" type="pres">
      <dgm:prSet presAssocID="{247F8573-F644-4DBA-A9EE-78C817150B70}" presName="Name37" presStyleLbl="parChTrans1D3" presStyleIdx="12" presStyleCnt="13"/>
      <dgm:spPr/>
      <dgm:t>
        <a:bodyPr/>
        <a:lstStyle/>
        <a:p>
          <a:endParaRPr lang="zh-CN" altLang="en-US"/>
        </a:p>
      </dgm:t>
    </dgm:pt>
    <dgm:pt modelId="{0D5715A5-647C-4986-AD36-C158D02C588D}" type="pres">
      <dgm:prSet presAssocID="{BC43319F-423A-4A4A-98CC-641095C0CF1F}" presName="hierRoot2" presStyleCnt="0">
        <dgm:presLayoutVars>
          <dgm:hierBranch val="init"/>
        </dgm:presLayoutVars>
      </dgm:prSet>
      <dgm:spPr/>
    </dgm:pt>
    <dgm:pt modelId="{2E058E3C-EC13-4DF7-ABE5-27A22D6EBF50}" type="pres">
      <dgm:prSet presAssocID="{BC43319F-423A-4A4A-98CC-641095C0CF1F}" presName="rootComposite" presStyleCnt="0"/>
      <dgm:spPr/>
    </dgm:pt>
    <dgm:pt modelId="{880696C1-FDC1-48E1-9BC2-87A1FD5BD6ED}" type="pres">
      <dgm:prSet presAssocID="{BC43319F-423A-4A4A-98CC-641095C0CF1F}" presName="rootText" presStyleLbl="node3" presStyleIdx="12" presStyleCnt="13">
        <dgm:presLayoutVars>
          <dgm:chPref val="3"/>
        </dgm:presLayoutVars>
      </dgm:prSet>
      <dgm:spPr/>
      <dgm:t>
        <a:bodyPr/>
        <a:lstStyle/>
        <a:p>
          <a:endParaRPr lang="zh-CN" altLang="en-US"/>
        </a:p>
      </dgm:t>
    </dgm:pt>
    <dgm:pt modelId="{61074F15-F10A-443E-8EF2-676057D41779}" type="pres">
      <dgm:prSet presAssocID="{BC43319F-423A-4A4A-98CC-641095C0CF1F}" presName="rootConnector" presStyleLbl="node3" presStyleIdx="12" presStyleCnt="13"/>
      <dgm:spPr/>
      <dgm:t>
        <a:bodyPr/>
        <a:lstStyle/>
        <a:p>
          <a:endParaRPr lang="zh-CN" altLang="en-US"/>
        </a:p>
      </dgm:t>
    </dgm:pt>
    <dgm:pt modelId="{48466FDA-8D0B-48B1-905B-EFA9AC8D29CD}" type="pres">
      <dgm:prSet presAssocID="{BC43319F-423A-4A4A-98CC-641095C0CF1F}" presName="hierChild4" presStyleCnt="0"/>
      <dgm:spPr/>
    </dgm:pt>
    <dgm:pt modelId="{2DABB909-15B0-4080-A8F4-C74C3A3751BB}" type="pres">
      <dgm:prSet presAssocID="{BC43319F-423A-4A4A-98CC-641095C0CF1F}" presName="hierChild5" presStyleCnt="0"/>
      <dgm:spPr/>
    </dgm:pt>
    <dgm:pt modelId="{FEE7FADC-3F93-4E81-875F-B001AFCE78D8}" type="pres">
      <dgm:prSet presAssocID="{9744428B-19C3-4E49-A04E-9FCCE9968238}" presName="hierChild5" presStyleCnt="0"/>
      <dgm:spPr/>
    </dgm:pt>
    <dgm:pt modelId="{543BCC20-98CB-4024-9A0E-D867B760526F}" type="pres">
      <dgm:prSet presAssocID="{B3856F72-F420-4713-AF2E-A2A1AA79E252}" presName="Name37" presStyleLbl="parChTrans1D2" presStyleIdx="5" presStyleCnt="6"/>
      <dgm:spPr/>
    </dgm:pt>
    <dgm:pt modelId="{AFB7BF3C-98CC-46FF-923D-04866740A835}" type="pres">
      <dgm:prSet presAssocID="{CC8E91C6-2FC6-423B-9E84-06D4874B565C}" presName="hierRoot2" presStyleCnt="0">
        <dgm:presLayoutVars>
          <dgm:hierBranch val="init"/>
        </dgm:presLayoutVars>
      </dgm:prSet>
      <dgm:spPr/>
    </dgm:pt>
    <dgm:pt modelId="{29A73245-4F18-409F-9BD2-B607AB6C7D6B}" type="pres">
      <dgm:prSet presAssocID="{CC8E91C6-2FC6-423B-9E84-06D4874B565C}" presName="rootComposite" presStyleCnt="0"/>
      <dgm:spPr/>
    </dgm:pt>
    <dgm:pt modelId="{811B90AE-124A-4B82-8FC3-58D8BB77C148}" type="pres">
      <dgm:prSet presAssocID="{CC8E91C6-2FC6-423B-9E84-06D4874B565C}" presName="rootText" presStyleLbl="node2" presStyleIdx="5" presStyleCnt="6" custScaleY="128861">
        <dgm:presLayoutVars>
          <dgm:chPref val="3"/>
        </dgm:presLayoutVars>
      </dgm:prSet>
      <dgm:spPr/>
      <dgm:t>
        <a:bodyPr/>
        <a:lstStyle/>
        <a:p>
          <a:endParaRPr lang="zh-CN" altLang="en-US"/>
        </a:p>
      </dgm:t>
    </dgm:pt>
    <dgm:pt modelId="{62816B82-E40A-4436-9AF3-604A062D1E63}" type="pres">
      <dgm:prSet presAssocID="{CC8E91C6-2FC6-423B-9E84-06D4874B565C}" presName="rootConnector" presStyleLbl="node2" presStyleIdx="5" presStyleCnt="6"/>
      <dgm:spPr/>
      <dgm:t>
        <a:bodyPr/>
        <a:lstStyle/>
        <a:p>
          <a:endParaRPr lang="zh-CN" altLang="en-US"/>
        </a:p>
      </dgm:t>
    </dgm:pt>
    <dgm:pt modelId="{A8BE18FD-9002-4066-ADAC-B06BD0F465C3}" type="pres">
      <dgm:prSet presAssocID="{CC8E91C6-2FC6-423B-9E84-06D4874B565C}" presName="hierChild4" presStyleCnt="0"/>
      <dgm:spPr/>
    </dgm:pt>
    <dgm:pt modelId="{71BAC23E-90EB-4B79-8B30-4AE3E2559262}" type="pres">
      <dgm:prSet presAssocID="{CC8E91C6-2FC6-423B-9E84-06D4874B565C}" presName="hierChild5" presStyleCnt="0"/>
      <dgm:spPr/>
    </dgm:pt>
    <dgm:pt modelId="{5247C0BB-A1BA-4E91-A10E-8E01DE57D42E}" type="pres">
      <dgm:prSet presAssocID="{58A2AA0E-4A08-4A26-A8B2-CBE8D80D70CD}" presName="hierChild3" presStyleCnt="0"/>
      <dgm:spPr/>
    </dgm:pt>
  </dgm:ptLst>
  <dgm:cxnLst>
    <dgm:cxn modelId="{525F0D9C-C943-45A9-8525-4A52622C83CA}" type="presOf" srcId="{468B13C1-965D-4C9B-8E04-49257EEAFDCE}" destId="{199B4701-462C-4EC9-8A8C-3CF293761DCA}" srcOrd="0" destOrd="0" presId="urn:microsoft.com/office/officeart/2005/8/layout/orgChart1"/>
    <dgm:cxn modelId="{01301152-85D1-47EA-A489-36B85B1EA8C1}" type="presOf" srcId="{9744428B-19C3-4E49-A04E-9FCCE9968238}" destId="{7BE44AA8-EAA5-49F4-BA0E-43CE8F864469}" srcOrd="1" destOrd="0" presId="urn:microsoft.com/office/officeart/2005/8/layout/orgChart1"/>
    <dgm:cxn modelId="{00941227-7EF0-4E1E-803E-118DF84175C5}" srcId="{97849B20-2DB4-4A74-8BFA-9A7F1E45EF36}" destId="{F6C15705-4B9C-495B-8A90-9159D56205F9}" srcOrd="1" destOrd="0" parTransId="{F44DE7D9-9560-4523-B480-79CFD33A83D2}" sibTransId="{32484A64-C100-4F9B-8CFB-CB9FA2E134D6}"/>
    <dgm:cxn modelId="{8AC9809F-2817-4BA3-8538-26A6E769A932}" srcId="{CEAD4F95-1E99-437B-A3DC-EDDED481F08F}" destId="{58A2AA0E-4A08-4A26-A8B2-CBE8D80D70CD}" srcOrd="0" destOrd="0" parTransId="{0A2E4076-12FA-4482-997D-E6595CB81A6B}" sibTransId="{39D9C223-A479-40D5-AFF8-0AFAD9BDD8CB}"/>
    <dgm:cxn modelId="{F2C75DF7-54F6-4697-A4C2-91D789D49505}" type="presOf" srcId="{58A2AA0E-4A08-4A26-A8B2-CBE8D80D70CD}" destId="{58C1A81D-9994-4E50-87BA-1D0753A459E8}" srcOrd="1" destOrd="0" presId="urn:microsoft.com/office/officeart/2005/8/layout/orgChart1"/>
    <dgm:cxn modelId="{ED874A89-6C87-4592-920F-41904F2ADC7F}" type="presOf" srcId="{F44DE7D9-9560-4523-B480-79CFD33A83D2}" destId="{734D843A-9A3D-43D5-991E-05FEEE86666A}" srcOrd="0" destOrd="0" presId="urn:microsoft.com/office/officeart/2005/8/layout/orgChart1"/>
    <dgm:cxn modelId="{F5D2EB9A-F5A1-41D4-9582-3067E879DB7E}" type="presOf" srcId="{CE8FAB1E-9C8B-49D4-853D-3AA6AB51BF5A}" destId="{46B8E54B-E406-4916-B93F-A3659C2C5CF1}" srcOrd="0" destOrd="0" presId="urn:microsoft.com/office/officeart/2005/8/layout/orgChart1"/>
    <dgm:cxn modelId="{8FDB7D05-A276-4D88-9BF0-9E3F50C84548}" type="presOf" srcId="{63ADAD97-4A82-4FDD-949C-FBB703903F2E}" destId="{BB643933-7028-485C-B73B-B50A767BADF4}" srcOrd="1" destOrd="0" presId="urn:microsoft.com/office/officeart/2005/8/layout/orgChart1"/>
    <dgm:cxn modelId="{98942846-DD77-4220-AC2D-2716DD043B7F}" type="presOf" srcId="{2649EEC2-303B-4B6F-A711-1A384E827093}" destId="{2004B731-88A3-45D7-932A-3B725170DE22}" srcOrd="0" destOrd="0" presId="urn:microsoft.com/office/officeart/2005/8/layout/orgChart1"/>
    <dgm:cxn modelId="{CDBB96E5-0D13-4802-A83E-1A2BE9F7C208}" type="presOf" srcId="{FD347025-83B3-4BC2-AAEF-327C43026C88}" destId="{A3120829-D37C-4D17-A94E-B3EC6E5D6993}" srcOrd="0" destOrd="0" presId="urn:microsoft.com/office/officeart/2005/8/layout/orgChart1"/>
    <dgm:cxn modelId="{6F8799A5-772B-42AF-9211-EFF87A1C3DA3}" srcId="{7985F242-3F91-4DDE-8FC4-C607A025ACB6}" destId="{F3DB9A83-D065-4718-88B5-705513242A57}" srcOrd="2" destOrd="0" parTransId="{7F08E4D6-D3EF-4E67-BCA0-7AB849A707AA}" sibTransId="{30DD0FEB-17C5-44FE-A884-F0726EBE9076}"/>
    <dgm:cxn modelId="{70A9183D-0A0A-40D5-9CC4-365B8B27C25D}" type="presOf" srcId="{FEEDABE5-10A6-402E-BC25-122C3B995B67}" destId="{517303F1-DE16-4C85-8213-A0408C38360C}" srcOrd="0" destOrd="0" presId="urn:microsoft.com/office/officeart/2005/8/layout/orgChart1"/>
    <dgm:cxn modelId="{2B2B0B95-7F8E-4E5C-A660-E2F371471489}" srcId="{58A2AA0E-4A08-4A26-A8B2-CBE8D80D70CD}" destId="{7985F242-3F91-4DDE-8FC4-C607A025ACB6}" srcOrd="1" destOrd="0" parTransId="{DC6FC1E2-2A73-4BF0-900B-E4795C04EA5F}" sibTransId="{485CA2BE-4FAA-4F4F-861B-0E8909E2762F}"/>
    <dgm:cxn modelId="{0F48A74F-7CA3-44CE-949B-C133A990EFA1}" type="presOf" srcId="{2AEC8CCE-5D70-4271-A76E-497FCBC80AC1}" destId="{82F788DA-3293-41CD-83BD-A36462DB5A9C}" srcOrd="1" destOrd="0" presId="urn:microsoft.com/office/officeart/2005/8/layout/orgChart1"/>
    <dgm:cxn modelId="{3D8257BE-FF45-4A02-8A2C-DC20EC69D549}" type="presOf" srcId="{A7845880-B0B6-4D4B-8C3E-B862B161F14B}" destId="{BF4276FF-2775-470B-933B-FF65DE6A5B9D}" srcOrd="1" destOrd="0" presId="urn:microsoft.com/office/officeart/2005/8/layout/orgChart1"/>
    <dgm:cxn modelId="{3E2460B9-783D-4B08-BB9B-010CE7E33BD5}" type="presOf" srcId="{AF3EEDA4-6344-4288-B5FC-E1205525BF95}" destId="{3B2646E0-96F0-451D-9003-4E992E1C9AF3}" srcOrd="0" destOrd="0" presId="urn:microsoft.com/office/officeart/2005/8/layout/orgChart1"/>
    <dgm:cxn modelId="{727A72AA-52F8-43AE-8347-5F83E2FD403B}" type="presOf" srcId="{58A2AA0E-4A08-4A26-A8B2-CBE8D80D70CD}" destId="{7743FE7A-9472-48CE-88B9-9087331AEB46}" srcOrd="0" destOrd="0" presId="urn:microsoft.com/office/officeart/2005/8/layout/orgChart1"/>
    <dgm:cxn modelId="{81CF574E-2ACD-4E74-9252-09799E69751D}" type="presOf" srcId="{468936BF-CA90-46EB-AC14-C8BA148A6009}" destId="{523F9487-C99E-44E7-8F68-76E4F1CC088E}" srcOrd="0" destOrd="0" presId="urn:microsoft.com/office/officeart/2005/8/layout/orgChart1"/>
    <dgm:cxn modelId="{2986E6F5-8572-4B1B-BBC4-796CD7D1C7FA}" type="presOf" srcId="{FD347025-83B3-4BC2-AAEF-327C43026C88}" destId="{2F8F6724-E391-4C1A-A6CF-90541394F264}" srcOrd="1" destOrd="0" presId="urn:microsoft.com/office/officeart/2005/8/layout/orgChart1"/>
    <dgm:cxn modelId="{74076025-3CC5-41BD-B715-E3A41250E6BD}" srcId="{293B6578-87D4-45DE-908A-6A81DCB41241}" destId="{8E7ECE04-7E90-4393-9C99-C845804A85C4}" srcOrd="1" destOrd="0" parTransId="{468936BF-CA90-46EB-AC14-C8BA148A6009}" sibTransId="{E68B7C5D-F109-488C-A0A5-1E68139F4E3C}"/>
    <dgm:cxn modelId="{AC46D115-E6C0-4F79-9224-4014C570B9CA}" type="presOf" srcId="{2529D7E4-D863-456F-A340-21E029EAE4F2}" destId="{B89F07CB-7BE8-446D-AC38-BE8914D59D10}" srcOrd="0" destOrd="0" presId="urn:microsoft.com/office/officeart/2005/8/layout/orgChart1"/>
    <dgm:cxn modelId="{27A67E4B-823A-4384-92EF-3315B6216ECE}" type="presOf" srcId="{9744428B-19C3-4E49-A04E-9FCCE9968238}" destId="{F48C2056-63D1-4B5E-A422-5A1E98995F7D}" srcOrd="0" destOrd="0" presId="urn:microsoft.com/office/officeart/2005/8/layout/orgChart1"/>
    <dgm:cxn modelId="{107D7D88-AE40-4DEB-94AF-9CBB486CC5F8}" srcId="{58A2AA0E-4A08-4A26-A8B2-CBE8D80D70CD}" destId="{CC8E91C6-2FC6-423B-9E84-06D4874B565C}" srcOrd="5" destOrd="0" parTransId="{B3856F72-F420-4713-AF2E-A2A1AA79E252}" sibTransId="{D859FA81-6F0C-4320-B8B9-E308EA36BCFB}"/>
    <dgm:cxn modelId="{C4CD5870-98C4-4EE2-B584-ED3C9797709F}" srcId="{58A2AA0E-4A08-4A26-A8B2-CBE8D80D70CD}" destId="{97849B20-2DB4-4A74-8BFA-9A7F1E45EF36}" srcOrd="0" destOrd="0" parTransId="{CE8FAB1E-9C8B-49D4-853D-3AA6AB51BF5A}" sibTransId="{0AC05126-25B4-4E62-95C8-BC5164707A30}"/>
    <dgm:cxn modelId="{01FAF9D9-4F57-41BA-B533-53B1F124E17A}" type="presOf" srcId="{A7845880-B0B6-4D4B-8C3E-B862B161F14B}" destId="{05EA0A22-8344-4947-BCAE-9651A908F5F5}" srcOrd="0" destOrd="0" presId="urn:microsoft.com/office/officeart/2005/8/layout/orgChart1"/>
    <dgm:cxn modelId="{BBAA834F-1667-4DAE-A665-2F38506B090E}" srcId="{FEEDABE5-10A6-402E-BC25-122C3B995B67}" destId="{2649EEC2-303B-4B6F-A711-1A384E827093}" srcOrd="0" destOrd="0" parTransId="{468B13C1-965D-4C9B-8E04-49257EEAFDCE}" sibTransId="{4437E49F-7BDD-48D3-81A6-BB9364BCA3F9}"/>
    <dgm:cxn modelId="{99E45685-2866-4618-89D1-DA5C83D75752}" srcId="{58A2AA0E-4A08-4A26-A8B2-CBE8D80D70CD}" destId="{FEEDABE5-10A6-402E-BC25-122C3B995B67}" srcOrd="2" destOrd="0" parTransId="{3881DFE1-884A-4A2A-9C28-7F69C1325B3C}" sibTransId="{268BC60B-A2E6-4282-90E2-8EC6F13E3168}"/>
    <dgm:cxn modelId="{AE4A393D-1AC2-4DC3-A121-C1DA11AF14CA}" srcId="{FEEDABE5-10A6-402E-BC25-122C3B995B67}" destId="{FD347025-83B3-4BC2-AAEF-327C43026C88}" srcOrd="2" destOrd="0" parTransId="{1E75FD12-DAE7-4970-A67B-5B61E9F9AB4B}" sibTransId="{E6E6702E-62C1-47BA-A207-96620BC6093F}"/>
    <dgm:cxn modelId="{65EEB286-6CB4-4CA2-AEB0-35B2F9F3824B}" type="presOf" srcId="{5DBC8A04-1079-4E78-86C7-1E378755DDC3}" destId="{4DBD5D71-ABB9-4A0B-BE9A-64FAAABF7D60}" srcOrd="1" destOrd="0" presId="urn:microsoft.com/office/officeart/2005/8/layout/orgChart1"/>
    <dgm:cxn modelId="{C3E6D2F6-62CF-466A-B762-9FC4138E3CBC}" srcId="{293B6578-87D4-45DE-908A-6A81DCB41241}" destId="{47AEADE9-63CB-4CFB-AA8A-DBDFE62EDB9A}" srcOrd="0" destOrd="0" parTransId="{6313FDBF-157F-4530-9CE6-E33125B7E69D}" sibTransId="{B9A140C8-31EF-45F4-9150-CB02793E7C4C}"/>
    <dgm:cxn modelId="{97C743FB-6B8C-404F-922B-A355D4BEE6C3}" srcId="{97849B20-2DB4-4A74-8BFA-9A7F1E45EF36}" destId="{63ADAD97-4A82-4FDD-949C-FBB703903F2E}" srcOrd="0" destOrd="0" parTransId="{510BB09B-07E6-4608-89A2-26DB7949CC94}" sibTransId="{3134AE19-448E-42F0-B395-BD2512002D4B}"/>
    <dgm:cxn modelId="{C6A777DD-35BA-4987-B3EC-F76A1648DF45}" type="presOf" srcId="{CC8E91C6-2FC6-423B-9E84-06D4874B565C}" destId="{62816B82-E40A-4436-9AF3-604A062D1E63}" srcOrd="1" destOrd="0" presId="urn:microsoft.com/office/officeart/2005/8/layout/orgChart1"/>
    <dgm:cxn modelId="{7DFBCA86-29DF-44C7-A00E-E19E01C2D628}" type="presOf" srcId="{3881DFE1-884A-4A2A-9C28-7F69C1325B3C}" destId="{92BBAE44-5D50-4181-BBA6-29041690C994}" srcOrd="0" destOrd="0" presId="urn:microsoft.com/office/officeart/2005/8/layout/orgChart1"/>
    <dgm:cxn modelId="{A77A2D03-156F-47CC-8BF5-6D3446845335}" srcId="{9744428B-19C3-4E49-A04E-9FCCE9968238}" destId="{BC43319F-423A-4A4A-98CC-641095C0CF1F}" srcOrd="1" destOrd="0" parTransId="{247F8573-F644-4DBA-A9EE-78C817150B70}" sibTransId="{C6209C28-7CB6-45A2-A6D2-E987BE93D4E6}"/>
    <dgm:cxn modelId="{ECE504E8-B554-445A-8182-E4711172A913}" type="presOf" srcId="{F6C15705-4B9C-495B-8A90-9159D56205F9}" destId="{263BF904-EABB-4150-8484-BA8743BDD95A}" srcOrd="1" destOrd="0" presId="urn:microsoft.com/office/officeart/2005/8/layout/orgChart1"/>
    <dgm:cxn modelId="{7C9D15E2-D541-46A7-A675-37BDCD7924CC}" type="presOf" srcId="{47AEADE9-63CB-4CFB-AA8A-DBDFE62EDB9A}" destId="{04D7D778-819F-4078-9DC2-03C60B48F490}" srcOrd="0" destOrd="0" presId="urn:microsoft.com/office/officeart/2005/8/layout/orgChart1"/>
    <dgm:cxn modelId="{EFDA4FD0-17EA-4EFA-BF3B-870A07C8FA0E}" type="presOf" srcId="{BEB47376-C066-4419-BBD7-73C8C88F417D}" destId="{8EE13435-4CA0-4324-8751-592C33845EED}" srcOrd="1" destOrd="0" presId="urn:microsoft.com/office/officeart/2005/8/layout/orgChart1"/>
    <dgm:cxn modelId="{F0A40E93-A0F7-4250-974D-4A52C96920FE}" type="presOf" srcId="{2AEC8CCE-5D70-4271-A76E-497FCBC80AC1}" destId="{3FA1546B-A3DC-4E67-8344-FA9AC48B50ED}" srcOrd="0" destOrd="0" presId="urn:microsoft.com/office/officeart/2005/8/layout/orgChart1"/>
    <dgm:cxn modelId="{7355AD41-B073-4871-84CF-2C131DE9086A}" type="presOf" srcId="{47AEADE9-63CB-4CFB-AA8A-DBDFE62EDB9A}" destId="{DD39722C-8794-426F-9697-6B666AA5CF2B}" srcOrd="1" destOrd="0" presId="urn:microsoft.com/office/officeart/2005/8/layout/orgChart1"/>
    <dgm:cxn modelId="{65FA5321-296A-40FB-9364-9573A56CFC6A}" type="presOf" srcId="{F3DB9A83-D065-4718-88B5-705513242A57}" destId="{043B2F39-35BE-4AF4-97F9-16C6F4C16DFD}" srcOrd="1" destOrd="0" presId="urn:microsoft.com/office/officeart/2005/8/layout/orgChart1"/>
    <dgm:cxn modelId="{894C8257-77CC-47DD-A9FA-C9C3B9E8CB4D}" type="presOf" srcId="{6313FDBF-157F-4530-9CE6-E33125B7E69D}" destId="{20726118-5DCB-4F8C-A66F-B6ED988795E9}" srcOrd="0" destOrd="0" presId="urn:microsoft.com/office/officeart/2005/8/layout/orgChart1"/>
    <dgm:cxn modelId="{AEEA9180-E5AC-480F-BACC-ACC18FFD2BD2}" type="presOf" srcId="{98BCBE82-1326-4A98-9B30-00B4CBAF5B66}" destId="{322E32A2-E196-423E-BE5C-E95795986B45}" srcOrd="1" destOrd="0" presId="urn:microsoft.com/office/officeart/2005/8/layout/orgChart1"/>
    <dgm:cxn modelId="{115F089D-4F38-4E08-88F7-C471487E51E2}" type="presOf" srcId="{BC43319F-423A-4A4A-98CC-641095C0CF1F}" destId="{880696C1-FDC1-48E1-9BC2-87A1FD5BD6ED}" srcOrd="0" destOrd="0" presId="urn:microsoft.com/office/officeart/2005/8/layout/orgChart1"/>
    <dgm:cxn modelId="{92A4B3D0-41B9-4D83-A142-DCAA7F2059D8}" type="presOf" srcId="{F3DB9A83-D065-4718-88B5-705513242A57}" destId="{05883D41-0B26-4E22-AC8D-C888FF331625}" srcOrd="0" destOrd="0" presId="urn:microsoft.com/office/officeart/2005/8/layout/orgChart1"/>
    <dgm:cxn modelId="{1E211789-FA0D-4727-AADE-BEFFC1BAA4D2}" type="presOf" srcId="{98BCBE82-1326-4A98-9B30-00B4CBAF5B66}" destId="{59CF5637-A7A0-407E-9E51-959A3CB790AF}" srcOrd="0" destOrd="0" presId="urn:microsoft.com/office/officeart/2005/8/layout/orgChart1"/>
    <dgm:cxn modelId="{7ABAA9A7-94AD-40D3-8CA6-975046ED734E}" type="presOf" srcId="{7985F242-3F91-4DDE-8FC4-C607A025ACB6}" destId="{32D3F3DC-EBEF-4576-A62D-E97BA082F290}" srcOrd="0" destOrd="0" presId="urn:microsoft.com/office/officeart/2005/8/layout/orgChart1"/>
    <dgm:cxn modelId="{65F88CBE-DFF8-4C78-A185-3C7225E25109}" type="presOf" srcId="{5DBC8A04-1079-4E78-86C7-1E378755DDC3}" destId="{4579EEA5-E510-483D-B87E-30AFCEEFF284}" srcOrd="0" destOrd="0" presId="urn:microsoft.com/office/officeart/2005/8/layout/orgChart1"/>
    <dgm:cxn modelId="{B4620897-6E7C-4037-840C-11B2EFAFE6A1}" type="presOf" srcId="{293B6578-87D4-45DE-908A-6A81DCB41241}" destId="{6C55627D-B0D0-4D3D-9CAC-77D70761B4A5}" srcOrd="1" destOrd="0" presId="urn:microsoft.com/office/officeart/2005/8/layout/orgChart1"/>
    <dgm:cxn modelId="{838D2109-D50D-4662-A3F7-02D3A56E17A6}" type="presOf" srcId="{DC6FC1E2-2A73-4BF0-900B-E4795C04EA5F}" destId="{74DE3214-6944-43EA-841E-5A8EDC924FCD}" srcOrd="0" destOrd="0" presId="urn:microsoft.com/office/officeart/2005/8/layout/orgChart1"/>
    <dgm:cxn modelId="{01F83DDA-21DD-4A7A-AAAB-AEE204A7B046}" type="presOf" srcId="{B3856F72-F420-4713-AF2E-A2A1AA79E252}" destId="{543BCC20-98CB-4024-9A0E-D867B760526F}" srcOrd="0" destOrd="0" presId="urn:microsoft.com/office/officeart/2005/8/layout/orgChart1"/>
    <dgm:cxn modelId="{ADBB342F-836B-46BA-9A96-950D001F4021}" type="presOf" srcId="{BC43319F-423A-4A4A-98CC-641095C0CF1F}" destId="{61074F15-F10A-443E-8EF2-676057D41779}" srcOrd="1" destOrd="0" presId="urn:microsoft.com/office/officeart/2005/8/layout/orgChart1"/>
    <dgm:cxn modelId="{DDECB49C-F52D-4590-A6FD-C37FFB732228}" srcId="{9744428B-19C3-4E49-A04E-9FCCE9968238}" destId="{BEB47376-C066-4419-BBD7-73C8C88F417D}" srcOrd="0" destOrd="0" parTransId="{2529D7E4-D863-456F-A340-21E029EAE4F2}" sibTransId="{CB4478B0-9A22-411A-BBFC-4E238BBB5059}"/>
    <dgm:cxn modelId="{843B0EE8-FF1A-4167-BB15-DF9FA306950C}" type="presOf" srcId="{BEB47376-C066-4419-BBD7-73C8C88F417D}" destId="{EED2035C-259A-46AA-AB5E-ACA67D24C993}" srcOrd="0" destOrd="0" presId="urn:microsoft.com/office/officeart/2005/8/layout/orgChart1"/>
    <dgm:cxn modelId="{510F65A0-5EAA-4A7F-9695-541041938C09}" type="presOf" srcId="{CC8E91C6-2FC6-423B-9E84-06D4874B565C}" destId="{811B90AE-124A-4B82-8FC3-58D8BB77C148}" srcOrd="0" destOrd="0" presId="urn:microsoft.com/office/officeart/2005/8/layout/orgChart1"/>
    <dgm:cxn modelId="{F7E78A4E-C41E-4A5D-B685-770A192106D0}" srcId="{97849B20-2DB4-4A74-8BFA-9A7F1E45EF36}" destId="{2AEC8CCE-5D70-4271-A76E-497FCBC80AC1}" srcOrd="2" destOrd="0" parTransId="{BE56A07E-C85A-4AF7-8CD6-5B330BF9D999}" sibTransId="{5C5C2030-2CDA-4B66-94C8-951FF775811A}"/>
    <dgm:cxn modelId="{EEF1947F-B8EF-4F75-B3E6-694A03BBF328}" srcId="{58A2AA0E-4A08-4A26-A8B2-CBE8D80D70CD}" destId="{9744428B-19C3-4E49-A04E-9FCCE9968238}" srcOrd="4" destOrd="0" parTransId="{E8AF36E1-A5D1-46CA-AB2A-CC7A1F5792DB}" sibTransId="{A6DDFC2A-E211-44F7-A07F-5CF8A6199167}"/>
    <dgm:cxn modelId="{0462EF98-9D79-4970-B35F-DD3A047E9611}" type="presOf" srcId="{97849B20-2DB4-4A74-8BFA-9A7F1E45EF36}" destId="{246D5A46-A965-473C-837E-4DEF3C706108}" srcOrd="1" destOrd="0" presId="urn:microsoft.com/office/officeart/2005/8/layout/orgChart1"/>
    <dgm:cxn modelId="{6EEA7900-B12B-498A-81EE-A24E1ECC2C19}" type="presOf" srcId="{FEEDABE5-10A6-402E-BC25-122C3B995B67}" destId="{9D03166B-2F45-454C-A7F5-1F518771CEF9}" srcOrd="1" destOrd="0" presId="urn:microsoft.com/office/officeart/2005/8/layout/orgChart1"/>
    <dgm:cxn modelId="{C0A62A48-D9EF-431A-88B3-8DCF7C57B9BD}" type="presOf" srcId="{510BB09B-07E6-4608-89A2-26DB7949CC94}" destId="{F71660A3-BEC9-41B9-8EBD-CD5EFEDE4CE0}" srcOrd="0" destOrd="0" presId="urn:microsoft.com/office/officeart/2005/8/layout/orgChart1"/>
    <dgm:cxn modelId="{C62216F2-1010-4493-A76D-345112129F06}" type="presOf" srcId="{2649EEC2-303B-4B6F-A711-1A384E827093}" destId="{9BFE05B5-74FB-4A3D-81F6-EA1757726C33}" srcOrd="1" destOrd="0" presId="urn:microsoft.com/office/officeart/2005/8/layout/orgChart1"/>
    <dgm:cxn modelId="{EDCB2280-7E7C-4C21-935B-A8C941749DFE}" type="presOf" srcId="{97849B20-2DB4-4A74-8BFA-9A7F1E45EF36}" destId="{4F2CAB8E-49E2-408C-84B4-B195C7BAEBFE}" srcOrd="0" destOrd="0" presId="urn:microsoft.com/office/officeart/2005/8/layout/orgChart1"/>
    <dgm:cxn modelId="{007234B8-4281-41F5-AB73-955420AFEADD}" type="presOf" srcId="{1E75FD12-DAE7-4970-A67B-5B61E9F9AB4B}" destId="{3A5F75F3-46B2-4F57-A762-2192EA59FD68}" srcOrd="0" destOrd="0" presId="urn:microsoft.com/office/officeart/2005/8/layout/orgChart1"/>
    <dgm:cxn modelId="{5DABB7BF-8A06-4B78-BFD1-CC4B1E82D9FC}" type="presOf" srcId="{8E7ECE04-7E90-4393-9C99-C845804A85C4}" destId="{0DCAAF1B-A0F9-425E-91BA-441F3BA08CED}" srcOrd="0" destOrd="0" presId="urn:microsoft.com/office/officeart/2005/8/layout/orgChart1"/>
    <dgm:cxn modelId="{A381376D-95CB-479A-9A76-7693B8F8E172}" type="presOf" srcId="{BE56A07E-C85A-4AF7-8CD6-5B330BF9D999}" destId="{77321E5D-2563-4FD4-BA7D-176525AD3E8E}" srcOrd="0" destOrd="0" presId="urn:microsoft.com/office/officeart/2005/8/layout/orgChart1"/>
    <dgm:cxn modelId="{51F061D5-2316-42C5-B46A-861C91F58188}" type="presOf" srcId="{A4ACE397-059D-4144-8F77-403D6529A84A}" destId="{D53EE753-1608-4B17-AC4D-9930A37B27B4}" srcOrd="0" destOrd="0" presId="urn:microsoft.com/office/officeart/2005/8/layout/orgChart1"/>
    <dgm:cxn modelId="{067A200A-162B-4372-8F5F-2B2AA53034FE}" srcId="{7985F242-3F91-4DDE-8FC4-C607A025ACB6}" destId="{98BCBE82-1326-4A98-9B30-00B4CBAF5B66}" srcOrd="0" destOrd="0" parTransId="{AF3EEDA4-6344-4288-B5FC-E1205525BF95}" sibTransId="{B95BBD53-F216-4BFD-A538-419A0282359E}"/>
    <dgm:cxn modelId="{3D7B8405-76F6-4577-831D-CEE8760D11B9}" type="presOf" srcId="{E8AF36E1-A5D1-46CA-AB2A-CC7A1F5792DB}" destId="{1CC04544-CEAF-4BE6-A5BC-A45E8BB3EA19}" srcOrd="0" destOrd="0" presId="urn:microsoft.com/office/officeart/2005/8/layout/orgChart1"/>
    <dgm:cxn modelId="{741D86BF-26E7-484E-86B4-5EA7D1842F28}" type="presOf" srcId="{63ADAD97-4A82-4FDD-949C-FBB703903F2E}" destId="{B6502D21-750A-487C-9707-ED75D51353C0}" srcOrd="0" destOrd="0" presId="urn:microsoft.com/office/officeart/2005/8/layout/orgChart1"/>
    <dgm:cxn modelId="{5CC0976E-4509-4B2D-B787-252D53C54575}" type="presOf" srcId="{7F08E4D6-D3EF-4E67-BCA0-7AB849A707AA}" destId="{40F0BB68-A9E3-4EB0-8B56-FC50AF8AE04F}" srcOrd="0" destOrd="0" presId="urn:microsoft.com/office/officeart/2005/8/layout/orgChart1"/>
    <dgm:cxn modelId="{C1E36F15-1E37-46AC-99EB-0C3C44ACA961}" type="presOf" srcId="{7985F242-3F91-4DDE-8FC4-C607A025ACB6}" destId="{D86BBA7D-FA04-427D-A9A9-321A59713392}" srcOrd="1" destOrd="0" presId="urn:microsoft.com/office/officeart/2005/8/layout/orgChart1"/>
    <dgm:cxn modelId="{43436749-4B70-4EA0-9009-63F2484B04D8}" srcId="{7985F242-3F91-4DDE-8FC4-C607A025ACB6}" destId="{5DBC8A04-1079-4E78-86C7-1E378755DDC3}" srcOrd="1" destOrd="0" parTransId="{7927CE91-34AE-4134-A59D-E3E636BF85B9}" sibTransId="{CEB944C5-CA76-4498-8CAF-BEBD3B6B1720}"/>
    <dgm:cxn modelId="{991CACD6-EFF8-42D0-AAB6-9DFCCE9EF4C9}" type="presOf" srcId="{293B6578-87D4-45DE-908A-6A81DCB41241}" destId="{9900DA43-2A8E-4C80-8C0F-B40463443F0A}" srcOrd="0" destOrd="0" presId="urn:microsoft.com/office/officeart/2005/8/layout/orgChart1"/>
    <dgm:cxn modelId="{9B7459A1-343F-4A34-BF2E-86448E180DEE}" srcId="{FEEDABE5-10A6-402E-BC25-122C3B995B67}" destId="{A7845880-B0B6-4D4B-8C3E-B862B161F14B}" srcOrd="1" destOrd="0" parTransId="{DF0F9E9A-310F-4E34-AA02-5945E10AA3E7}" sibTransId="{D8D5769F-645D-4DE1-9B17-F099E70AC0F5}"/>
    <dgm:cxn modelId="{5CB85EDC-2BCB-472E-8999-C2498941977F}" srcId="{58A2AA0E-4A08-4A26-A8B2-CBE8D80D70CD}" destId="{293B6578-87D4-45DE-908A-6A81DCB41241}" srcOrd="3" destOrd="0" parTransId="{A4ACE397-059D-4144-8F77-403D6529A84A}" sibTransId="{FEAC17B0-F718-4CC7-8E52-3CC8E075ABF0}"/>
    <dgm:cxn modelId="{36751014-179A-443F-A11E-EA353646AAD3}" type="presOf" srcId="{7927CE91-34AE-4134-A59D-E3E636BF85B9}" destId="{6E0D58E0-C4E7-4A65-87D7-3FEBAAEBD666}" srcOrd="0" destOrd="0" presId="urn:microsoft.com/office/officeart/2005/8/layout/orgChart1"/>
    <dgm:cxn modelId="{3F03879E-0847-443F-B4C8-9A51432B0653}" type="presOf" srcId="{8E7ECE04-7E90-4393-9C99-C845804A85C4}" destId="{A200D2E1-AFC1-4EB4-B0EE-69CCE83941C6}" srcOrd="1" destOrd="0" presId="urn:microsoft.com/office/officeart/2005/8/layout/orgChart1"/>
    <dgm:cxn modelId="{886E5EB6-A431-493A-A058-C8F59ACEBB27}" type="presOf" srcId="{247F8573-F644-4DBA-A9EE-78C817150B70}" destId="{5545792D-3048-4BE8-B93D-452A7DA105A1}" srcOrd="0" destOrd="0" presId="urn:microsoft.com/office/officeart/2005/8/layout/orgChart1"/>
    <dgm:cxn modelId="{5F6B66E2-F9A3-419F-8463-92846C9574A0}" type="presOf" srcId="{F6C15705-4B9C-495B-8A90-9159D56205F9}" destId="{AB73857B-1FD7-4A3B-ACBF-A39C09239B72}" srcOrd="0" destOrd="0" presId="urn:microsoft.com/office/officeart/2005/8/layout/orgChart1"/>
    <dgm:cxn modelId="{BD0FC07D-2019-4828-BBFD-60B4A25ED380}" type="presOf" srcId="{CEAD4F95-1E99-437B-A3DC-EDDED481F08F}" destId="{CD8C3609-8700-41E3-BFCA-0E0A51A52642}" srcOrd="0" destOrd="0" presId="urn:microsoft.com/office/officeart/2005/8/layout/orgChart1"/>
    <dgm:cxn modelId="{A13EADBA-B2A7-43B8-A988-471E4A64E899}" type="presOf" srcId="{DF0F9E9A-310F-4E34-AA02-5945E10AA3E7}" destId="{F20EE396-0A42-4D37-8A1F-DB0256483347}" srcOrd="0" destOrd="0" presId="urn:microsoft.com/office/officeart/2005/8/layout/orgChart1"/>
    <dgm:cxn modelId="{7FC039C0-3324-413E-9DB9-FE47EE251A86}" type="presParOf" srcId="{CD8C3609-8700-41E3-BFCA-0E0A51A52642}" destId="{FB7A86DE-96B5-4683-9E8D-92EE3E16AED5}" srcOrd="0" destOrd="0" presId="urn:microsoft.com/office/officeart/2005/8/layout/orgChart1"/>
    <dgm:cxn modelId="{6F3E97E1-592D-411E-AA20-0947B353E196}" type="presParOf" srcId="{FB7A86DE-96B5-4683-9E8D-92EE3E16AED5}" destId="{19C880E1-A2B0-4153-8EEC-3D5D3D49405E}" srcOrd="0" destOrd="0" presId="urn:microsoft.com/office/officeart/2005/8/layout/orgChart1"/>
    <dgm:cxn modelId="{6C733AC7-BE36-4157-9896-2A571E4A2C48}" type="presParOf" srcId="{19C880E1-A2B0-4153-8EEC-3D5D3D49405E}" destId="{7743FE7A-9472-48CE-88B9-9087331AEB46}" srcOrd="0" destOrd="0" presId="urn:microsoft.com/office/officeart/2005/8/layout/orgChart1"/>
    <dgm:cxn modelId="{8F670128-4540-43D0-BACC-E4A0A339052E}" type="presParOf" srcId="{19C880E1-A2B0-4153-8EEC-3D5D3D49405E}" destId="{58C1A81D-9994-4E50-87BA-1D0753A459E8}" srcOrd="1" destOrd="0" presId="urn:microsoft.com/office/officeart/2005/8/layout/orgChart1"/>
    <dgm:cxn modelId="{48A7FE0B-EF66-46AA-B101-9753A23F8A76}" type="presParOf" srcId="{FB7A86DE-96B5-4683-9E8D-92EE3E16AED5}" destId="{92A7E46A-9DB2-4311-A0FC-7D1FF51D49EB}" srcOrd="1" destOrd="0" presId="urn:microsoft.com/office/officeart/2005/8/layout/orgChart1"/>
    <dgm:cxn modelId="{9BB25819-9F49-4F89-AA27-6E0105657390}" type="presParOf" srcId="{92A7E46A-9DB2-4311-A0FC-7D1FF51D49EB}" destId="{46B8E54B-E406-4916-B93F-A3659C2C5CF1}" srcOrd="0" destOrd="0" presId="urn:microsoft.com/office/officeart/2005/8/layout/orgChart1"/>
    <dgm:cxn modelId="{5D57A601-DA25-442F-ADB6-225DE130FDF2}" type="presParOf" srcId="{92A7E46A-9DB2-4311-A0FC-7D1FF51D49EB}" destId="{DCB4B7CF-52AC-4050-B7A1-C4BB71B9991D}" srcOrd="1" destOrd="0" presId="urn:microsoft.com/office/officeart/2005/8/layout/orgChart1"/>
    <dgm:cxn modelId="{719EB43B-7B10-42B5-BDD9-4940D8D5989E}" type="presParOf" srcId="{DCB4B7CF-52AC-4050-B7A1-C4BB71B9991D}" destId="{2AB56CD4-6EC5-4893-9BDE-44EF0FBE1307}" srcOrd="0" destOrd="0" presId="urn:microsoft.com/office/officeart/2005/8/layout/orgChart1"/>
    <dgm:cxn modelId="{77F79ABB-C482-4A18-9C49-DEAC362FF5CB}" type="presParOf" srcId="{2AB56CD4-6EC5-4893-9BDE-44EF0FBE1307}" destId="{4F2CAB8E-49E2-408C-84B4-B195C7BAEBFE}" srcOrd="0" destOrd="0" presId="urn:microsoft.com/office/officeart/2005/8/layout/orgChart1"/>
    <dgm:cxn modelId="{E7EF2EFD-80CC-4A78-8AEC-3DC7B9982F1F}" type="presParOf" srcId="{2AB56CD4-6EC5-4893-9BDE-44EF0FBE1307}" destId="{246D5A46-A965-473C-837E-4DEF3C706108}" srcOrd="1" destOrd="0" presId="urn:microsoft.com/office/officeart/2005/8/layout/orgChart1"/>
    <dgm:cxn modelId="{41CCA7A4-27A2-4295-82F5-74B164381325}" type="presParOf" srcId="{DCB4B7CF-52AC-4050-B7A1-C4BB71B9991D}" destId="{B3336E52-744A-41AC-9B65-7BBFBF28C6B8}" srcOrd="1" destOrd="0" presId="urn:microsoft.com/office/officeart/2005/8/layout/orgChart1"/>
    <dgm:cxn modelId="{004BE690-D0CF-4563-A5E8-E8E91750DACF}" type="presParOf" srcId="{B3336E52-744A-41AC-9B65-7BBFBF28C6B8}" destId="{F71660A3-BEC9-41B9-8EBD-CD5EFEDE4CE0}" srcOrd="0" destOrd="0" presId="urn:microsoft.com/office/officeart/2005/8/layout/orgChart1"/>
    <dgm:cxn modelId="{2348778D-F6F8-4FF1-A53B-9C32CF2700A9}" type="presParOf" srcId="{B3336E52-744A-41AC-9B65-7BBFBF28C6B8}" destId="{F5226D28-162B-4C0A-B81B-2F3044DFC94D}" srcOrd="1" destOrd="0" presId="urn:microsoft.com/office/officeart/2005/8/layout/orgChart1"/>
    <dgm:cxn modelId="{612814E4-DF33-4730-89F5-306BC6A4ACCD}" type="presParOf" srcId="{F5226D28-162B-4C0A-B81B-2F3044DFC94D}" destId="{DECBCC6B-BBF8-46B5-9D7A-6C1301865D76}" srcOrd="0" destOrd="0" presId="urn:microsoft.com/office/officeart/2005/8/layout/orgChart1"/>
    <dgm:cxn modelId="{C50B6B6D-9AF8-4266-9559-727FDA3B9DA0}" type="presParOf" srcId="{DECBCC6B-BBF8-46B5-9D7A-6C1301865D76}" destId="{B6502D21-750A-487C-9707-ED75D51353C0}" srcOrd="0" destOrd="0" presId="urn:microsoft.com/office/officeart/2005/8/layout/orgChart1"/>
    <dgm:cxn modelId="{15D1018C-5696-4E2D-9A25-F4E18A7150D8}" type="presParOf" srcId="{DECBCC6B-BBF8-46B5-9D7A-6C1301865D76}" destId="{BB643933-7028-485C-B73B-B50A767BADF4}" srcOrd="1" destOrd="0" presId="urn:microsoft.com/office/officeart/2005/8/layout/orgChart1"/>
    <dgm:cxn modelId="{BE0ABEB9-C28D-44CC-9D6B-F83D3F0FBC2B}" type="presParOf" srcId="{F5226D28-162B-4C0A-B81B-2F3044DFC94D}" destId="{6ADACF67-E00D-42A4-9A29-870D630A0D1C}" srcOrd="1" destOrd="0" presId="urn:microsoft.com/office/officeart/2005/8/layout/orgChart1"/>
    <dgm:cxn modelId="{F2E4E72D-F930-4472-A018-21CD23694D0A}" type="presParOf" srcId="{F5226D28-162B-4C0A-B81B-2F3044DFC94D}" destId="{CAC06266-04FB-4A8C-9B0B-C4E48613AC88}" srcOrd="2" destOrd="0" presId="urn:microsoft.com/office/officeart/2005/8/layout/orgChart1"/>
    <dgm:cxn modelId="{32E1C873-C03A-4D8B-8434-41CA9B18E5CB}" type="presParOf" srcId="{B3336E52-744A-41AC-9B65-7BBFBF28C6B8}" destId="{734D843A-9A3D-43D5-991E-05FEEE86666A}" srcOrd="2" destOrd="0" presId="urn:microsoft.com/office/officeart/2005/8/layout/orgChart1"/>
    <dgm:cxn modelId="{02D056BB-A6C6-42E5-A961-58CA579EE980}" type="presParOf" srcId="{B3336E52-744A-41AC-9B65-7BBFBF28C6B8}" destId="{85A04023-98C7-4D83-B822-432DBBB84D8A}" srcOrd="3" destOrd="0" presId="urn:microsoft.com/office/officeart/2005/8/layout/orgChart1"/>
    <dgm:cxn modelId="{18B089FE-6C49-49B7-9221-57098B75887E}" type="presParOf" srcId="{85A04023-98C7-4D83-B822-432DBBB84D8A}" destId="{67C2C6D1-7476-4032-84D2-041D9773F38C}" srcOrd="0" destOrd="0" presId="urn:microsoft.com/office/officeart/2005/8/layout/orgChart1"/>
    <dgm:cxn modelId="{070F156B-5FB8-453A-9D10-EC767F112F77}" type="presParOf" srcId="{67C2C6D1-7476-4032-84D2-041D9773F38C}" destId="{AB73857B-1FD7-4A3B-ACBF-A39C09239B72}" srcOrd="0" destOrd="0" presId="urn:microsoft.com/office/officeart/2005/8/layout/orgChart1"/>
    <dgm:cxn modelId="{6DEB5ACA-41A6-49AB-886D-80FD6DB73A8E}" type="presParOf" srcId="{67C2C6D1-7476-4032-84D2-041D9773F38C}" destId="{263BF904-EABB-4150-8484-BA8743BDD95A}" srcOrd="1" destOrd="0" presId="urn:microsoft.com/office/officeart/2005/8/layout/orgChart1"/>
    <dgm:cxn modelId="{87116CAC-77C8-4BAE-B773-E4B9A2816A59}" type="presParOf" srcId="{85A04023-98C7-4D83-B822-432DBBB84D8A}" destId="{6DD2EDE2-2483-49FA-AA90-ECCF73CEC654}" srcOrd="1" destOrd="0" presId="urn:microsoft.com/office/officeart/2005/8/layout/orgChart1"/>
    <dgm:cxn modelId="{1E202F16-2180-4E21-9B09-BAF9E3D21CD6}" type="presParOf" srcId="{85A04023-98C7-4D83-B822-432DBBB84D8A}" destId="{5A22BF3B-1746-4014-B646-25C74E3BE238}" srcOrd="2" destOrd="0" presId="urn:microsoft.com/office/officeart/2005/8/layout/orgChart1"/>
    <dgm:cxn modelId="{91573333-A4F9-4D96-B42E-D8AB95833907}" type="presParOf" srcId="{B3336E52-744A-41AC-9B65-7BBFBF28C6B8}" destId="{77321E5D-2563-4FD4-BA7D-176525AD3E8E}" srcOrd="4" destOrd="0" presId="urn:microsoft.com/office/officeart/2005/8/layout/orgChart1"/>
    <dgm:cxn modelId="{C921B09F-5E07-486D-849D-6457C22A4BBC}" type="presParOf" srcId="{B3336E52-744A-41AC-9B65-7BBFBF28C6B8}" destId="{BED5B1CC-1945-4281-96F5-718EC28849FC}" srcOrd="5" destOrd="0" presId="urn:microsoft.com/office/officeart/2005/8/layout/orgChart1"/>
    <dgm:cxn modelId="{B208F9DB-2ED0-45E6-88B6-8551638A3795}" type="presParOf" srcId="{BED5B1CC-1945-4281-96F5-718EC28849FC}" destId="{88120C29-C3D0-44B2-BAAC-80819427D72E}" srcOrd="0" destOrd="0" presId="urn:microsoft.com/office/officeart/2005/8/layout/orgChart1"/>
    <dgm:cxn modelId="{D7D79394-A34E-4AF4-99F9-9DEF92612151}" type="presParOf" srcId="{88120C29-C3D0-44B2-BAAC-80819427D72E}" destId="{3FA1546B-A3DC-4E67-8344-FA9AC48B50ED}" srcOrd="0" destOrd="0" presId="urn:microsoft.com/office/officeart/2005/8/layout/orgChart1"/>
    <dgm:cxn modelId="{82CE47EF-AD6D-4D1F-9B4C-E0FD5FCC8AE6}" type="presParOf" srcId="{88120C29-C3D0-44B2-BAAC-80819427D72E}" destId="{82F788DA-3293-41CD-83BD-A36462DB5A9C}" srcOrd="1" destOrd="0" presId="urn:microsoft.com/office/officeart/2005/8/layout/orgChart1"/>
    <dgm:cxn modelId="{53915D84-DE81-446E-B364-2B714169FF2E}" type="presParOf" srcId="{BED5B1CC-1945-4281-96F5-718EC28849FC}" destId="{D85C06F7-C352-4CC1-B904-F02ECD001AC2}" srcOrd="1" destOrd="0" presId="urn:microsoft.com/office/officeart/2005/8/layout/orgChart1"/>
    <dgm:cxn modelId="{2DDCD880-5C60-46B5-949A-88F9B2649375}" type="presParOf" srcId="{BED5B1CC-1945-4281-96F5-718EC28849FC}" destId="{C74A42CE-5C5B-45FA-8739-AF73FE38217C}" srcOrd="2" destOrd="0" presId="urn:microsoft.com/office/officeart/2005/8/layout/orgChart1"/>
    <dgm:cxn modelId="{E9E07E60-A897-4D5F-A4FC-1C669852CFAB}" type="presParOf" srcId="{DCB4B7CF-52AC-4050-B7A1-C4BB71B9991D}" destId="{8DE510AE-9FBA-4DF5-AD89-FE2F6832BE05}" srcOrd="2" destOrd="0" presId="urn:microsoft.com/office/officeart/2005/8/layout/orgChart1"/>
    <dgm:cxn modelId="{A5238E4E-7645-45A5-9920-DE47E9871F9A}" type="presParOf" srcId="{92A7E46A-9DB2-4311-A0FC-7D1FF51D49EB}" destId="{74DE3214-6944-43EA-841E-5A8EDC924FCD}" srcOrd="2" destOrd="0" presId="urn:microsoft.com/office/officeart/2005/8/layout/orgChart1"/>
    <dgm:cxn modelId="{64195EB1-2A9C-4E58-A9F5-F07BCC713219}" type="presParOf" srcId="{92A7E46A-9DB2-4311-A0FC-7D1FF51D49EB}" destId="{BB7E16A2-D3CD-47F0-B95D-64C18F049FC8}" srcOrd="3" destOrd="0" presId="urn:microsoft.com/office/officeart/2005/8/layout/orgChart1"/>
    <dgm:cxn modelId="{70F0C8E8-45B1-46D8-A194-B7641E25E98B}" type="presParOf" srcId="{BB7E16A2-D3CD-47F0-B95D-64C18F049FC8}" destId="{7CAE2602-5CD5-48CC-B7DB-628D8EF677DA}" srcOrd="0" destOrd="0" presId="urn:microsoft.com/office/officeart/2005/8/layout/orgChart1"/>
    <dgm:cxn modelId="{01794B4B-F1D4-470D-830F-B3CE5D29A844}" type="presParOf" srcId="{7CAE2602-5CD5-48CC-B7DB-628D8EF677DA}" destId="{32D3F3DC-EBEF-4576-A62D-E97BA082F290}" srcOrd="0" destOrd="0" presId="urn:microsoft.com/office/officeart/2005/8/layout/orgChart1"/>
    <dgm:cxn modelId="{120AEEDF-67A9-413A-BBF0-6F9C9691FC77}" type="presParOf" srcId="{7CAE2602-5CD5-48CC-B7DB-628D8EF677DA}" destId="{D86BBA7D-FA04-427D-A9A9-321A59713392}" srcOrd="1" destOrd="0" presId="urn:microsoft.com/office/officeart/2005/8/layout/orgChart1"/>
    <dgm:cxn modelId="{49F4E8E2-DD68-454D-A8EA-1679E4F1B171}" type="presParOf" srcId="{BB7E16A2-D3CD-47F0-B95D-64C18F049FC8}" destId="{0F18635B-95B9-423C-870E-9AA20935BC2A}" srcOrd="1" destOrd="0" presId="urn:microsoft.com/office/officeart/2005/8/layout/orgChart1"/>
    <dgm:cxn modelId="{9E03CEEB-EA3B-4CB7-B4E2-28592D28DEA2}" type="presParOf" srcId="{0F18635B-95B9-423C-870E-9AA20935BC2A}" destId="{3B2646E0-96F0-451D-9003-4E992E1C9AF3}" srcOrd="0" destOrd="0" presId="urn:microsoft.com/office/officeart/2005/8/layout/orgChart1"/>
    <dgm:cxn modelId="{B4AFE66B-C90E-4B77-BF20-6513914F0779}" type="presParOf" srcId="{0F18635B-95B9-423C-870E-9AA20935BC2A}" destId="{C90E2C87-F546-4325-B043-FFE5363CA396}" srcOrd="1" destOrd="0" presId="urn:microsoft.com/office/officeart/2005/8/layout/orgChart1"/>
    <dgm:cxn modelId="{25732E04-B168-441A-BF18-BBDF5609A2C8}" type="presParOf" srcId="{C90E2C87-F546-4325-B043-FFE5363CA396}" destId="{45A9BAE0-F9AD-49A0-8E29-0ECC5D7EED46}" srcOrd="0" destOrd="0" presId="urn:microsoft.com/office/officeart/2005/8/layout/orgChart1"/>
    <dgm:cxn modelId="{8AA121B5-4AC2-470E-AE33-E40C54DA7130}" type="presParOf" srcId="{45A9BAE0-F9AD-49A0-8E29-0ECC5D7EED46}" destId="{59CF5637-A7A0-407E-9E51-959A3CB790AF}" srcOrd="0" destOrd="0" presId="urn:microsoft.com/office/officeart/2005/8/layout/orgChart1"/>
    <dgm:cxn modelId="{F57C9CB3-3E0C-460E-A557-8E5FE3EFE9A5}" type="presParOf" srcId="{45A9BAE0-F9AD-49A0-8E29-0ECC5D7EED46}" destId="{322E32A2-E196-423E-BE5C-E95795986B45}" srcOrd="1" destOrd="0" presId="urn:microsoft.com/office/officeart/2005/8/layout/orgChart1"/>
    <dgm:cxn modelId="{9CEEACB6-5E9E-47D5-9D91-577F108AA439}" type="presParOf" srcId="{C90E2C87-F546-4325-B043-FFE5363CA396}" destId="{C596A6BB-1F87-418A-9243-6BE22FF9F3A6}" srcOrd="1" destOrd="0" presId="urn:microsoft.com/office/officeart/2005/8/layout/orgChart1"/>
    <dgm:cxn modelId="{251FBA7D-ADB6-46F9-8DDA-D68FBAF74357}" type="presParOf" srcId="{C90E2C87-F546-4325-B043-FFE5363CA396}" destId="{C94B4EC6-EC0F-40FC-8543-E491726ABAB5}" srcOrd="2" destOrd="0" presId="urn:microsoft.com/office/officeart/2005/8/layout/orgChart1"/>
    <dgm:cxn modelId="{E847451F-3D9B-43AF-9F19-B061B9B3CECB}" type="presParOf" srcId="{0F18635B-95B9-423C-870E-9AA20935BC2A}" destId="{6E0D58E0-C4E7-4A65-87D7-3FEBAAEBD666}" srcOrd="2" destOrd="0" presId="urn:microsoft.com/office/officeart/2005/8/layout/orgChart1"/>
    <dgm:cxn modelId="{3E218FF4-7C79-40D2-8EA5-E66B09E905B3}" type="presParOf" srcId="{0F18635B-95B9-423C-870E-9AA20935BC2A}" destId="{42836DCE-48AD-46E5-AEAD-F65DBAD23A63}" srcOrd="3" destOrd="0" presId="urn:microsoft.com/office/officeart/2005/8/layout/orgChart1"/>
    <dgm:cxn modelId="{A64E7303-A9DD-4E65-BD13-9D4B77493330}" type="presParOf" srcId="{42836DCE-48AD-46E5-AEAD-F65DBAD23A63}" destId="{08D2E815-879F-4045-B46B-9596E41897A8}" srcOrd="0" destOrd="0" presId="urn:microsoft.com/office/officeart/2005/8/layout/orgChart1"/>
    <dgm:cxn modelId="{DB3F4AFC-D015-445F-90E8-FE24BB0088DE}" type="presParOf" srcId="{08D2E815-879F-4045-B46B-9596E41897A8}" destId="{4579EEA5-E510-483D-B87E-30AFCEEFF284}" srcOrd="0" destOrd="0" presId="urn:microsoft.com/office/officeart/2005/8/layout/orgChart1"/>
    <dgm:cxn modelId="{B7EBD080-6488-4586-9C8A-21D2D28CC8F4}" type="presParOf" srcId="{08D2E815-879F-4045-B46B-9596E41897A8}" destId="{4DBD5D71-ABB9-4A0B-BE9A-64FAAABF7D60}" srcOrd="1" destOrd="0" presId="urn:microsoft.com/office/officeart/2005/8/layout/orgChart1"/>
    <dgm:cxn modelId="{F8F3F3DF-61A5-4217-9A5C-0BFF3F9272BD}" type="presParOf" srcId="{42836DCE-48AD-46E5-AEAD-F65DBAD23A63}" destId="{05FD7ED5-3751-4270-B3A7-23A58D19AA80}" srcOrd="1" destOrd="0" presId="urn:microsoft.com/office/officeart/2005/8/layout/orgChart1"/>
    <dgm:cxn modelId="{7290C53F-05D1-47EA-BE98-074B0234374F}" type="presParOf" srcId="{42836DCE-48AD-46E5-AEAD-F65DBAD23A63}" destId="{38156E46-2EB1-4537-A09F-21AD060B00A9}" srcOrd="2" destOrd="0" presId="urn:microsoft.com/office/officeart/2005/8/layout/orgChart1"/>
    <dgm:cxn modelId="{A97388DC-CFD1-4974-BCB4-FF819CAB74DA}" type="presParOf" srcId="{0F18635B-95B9-423C-870E-9AA20935BC2A}" destId="{40F0BB68-A9E3-4EB0-8B56-FC50AF8AE04F}" srcOrd="4" destOrd="0" presId="urn:microsoft.com/office/officeart/2005/8/layout/orgChart1"/>
    <dgm:cxn modelId="{03BBE74E-323A-4FA9-B93C-03F31CE43EA7}" type="presParOf" srcId="{0F18635B-95B9-423C-870E-9AA20935BC2A}" destId="{F0A46F54-42FD-4F21-AE38-767FF1B288F6}" srcOrd="5" destOrd="0" presId="urn:microsoft.com/office/officeart/2005/8/layout/orgChart1"/>
    <dgm:cxn modelId="{966E3B3A-B156-4768-8326-2C1436339156}" type="presParOf" srcId="{F0A46F54-42FD-4F21-AE38-767FF1B288F6}" destId="{9563FC92-F415-4F9B-BD52-8D83D290E98B}" srcOrd="0" destOrd="0" presId="urn:microsoft.com/office/officeart/2005/8/layout/orgChart1"/>
    <dgm:cxn modelId="{A3228CB6-A664-411D-96F6-502C0945E653}" type="presParOf" srcId="{9563FC92-F415-4F9B-BD52-8D83D290E98B}" destId="{05883D41-0B26-4E22-AC8D-C888FF331625}" srcOrd="0" destOrd="0" presId="urn:microsoft.com/office/officeart/2005/8/layout/orgChart1"/>
    <dgm:cxn modelId="{3843119C-B736-423B-8F28-3B2290AF8341}" type="presParOf" srcId="{9563FC92-F415-4F9B-BD52-8D83D290E98B}" destId="{043B2F39-35BE-4AF4-97F9-16C6F4C16DFD}" srcOrd="1" destOrd="0" presId="urn:microsoft.com/office/officeart/2005/8/layout/orgChart1"/>
    <dgm:cxn modelId="{EA95588F-3CDD-49F6-BA56-546643735BE3}" type="presParOf" srcId="{F0A46F54-42FD-4F21-AE38-767FF1B288F6}" destId="{988AA171-F7AE-47F6-8314-DB333F0A46C9}" srcOrd="1" destOrd="0" presId="urn:microsoft.com/office/officeart/2005/8/layout/orgChart1"/>
    <dgm:cxn modelId="{7494E1E8-77AD-45F2-9486-C774F325C8C8}" type="presParOf" srcId="{F0A46F54-42FD-4F21-AE38-767FF1B288F6}" destId="{1B5D8DF9-4C3C-4BF6-A38D-B16821385619}" srcOrd="2" destOrd="0" presId="urn:microsoft.com/office/officeart/2005/8/layout/orgChart1"/>
    <dgm:cxn modelId="{716BCEDF-B908-4C09-9775-CE799A58A7E4}" type="presParOf" srcId="{BB7E16A2-D3CD-47F0-B95D-64C18F049FC8}" destId="{A1A94753-5CC7-43C0-B16B-86327B61F613}" srcOrd="2" destOrd="0" presId="urn:microsoft.com/office/officeart/2005/8/layout/orgChart1"/>
    <dgm:cxn modelId="{A2B22E0F-2015-44E1-85B7-BE66B98A0AF4}" type="presParOf" srcId="{92A7E46A-9DB2-4311-A0FC-7D1FF51D49EB}" destId="{92BBAE44-5D50-4181-BBA6-29041690C994}" srcOrd="4" destOrd="0" presId="urn:microsoft.com/office/officeart/2005/8/layout/orgChart1"/>
    <dgm:cxn modelId="{B495AD98-7B90-4B0D-8D94-09021D759BE0}" type="presParOf" srcId="{92A7E46A-9DB2-4311-A0FC-7D1FF51D49EB}" destId="{7A379338-5D85-4577-A560-2FC1F581FEBD}" srcOrd="5" destOrd="0" presId="urn:microsoft.com/office/officeart/2005/8/layout/orgChart1"/>
    <dgm:cxn modelId="{07868E3E-9A83-4011-A79C-221E3DDBD2F2}" type="presParOf" srcId="{7A379338-5D85-4577-A560-2FC1F581FEBD}" destId="{708CCC51-2A52-4220-8FEA-8AF20E1CCF70}" srcOrd="0" destOrd="0" presId="urn:microsoft.com/office/officeart/2005/8/layout/orgChart1"/>
    <dgm:cxn modelId="{2C4E70F2-C9EE-41CA-A597-5C9A5B5797E5}" type="presParOf" srcId="{708CCC51-2A52-4220-8FEA-8AF20E1CCF70}" destId="{517303F1-DE16-4C85-8213-A0408C38360C}" srcOrd="0" destOrd="0" presId="urn:microsoft.com/office/officeart/2005/8/layout/orgChart1"/>
    <dgm:cxn modelId="{A0D41104-0710-4B55-8098-0A83106E6B10}" type="presParOf" srcId="{708CCC51-2A52-4220-8FEA-8AF20E1CCF70}" destId="{9D03166B-2F45-454C-A7F5-1F518771CEF9}" srcOrd="1" destOrd="0" presId="urn:microsoft.com/office/officeart/2005/8/layout/orgChart1"/>
    <dgm:cxn modelId="{AF6AAE9A-2531-4E33-B58D-FEC8CB9CBE70}" type="presParOf" srcId="{7A379338-5D85-4577-A560-2FC1F581FEBD}" destId="{E2C8515E-BB72-468A-87B8-9FA0BFE48E05}" srcOrd="1" destOrd="0" presId="urn:microsoft.com/office/officeart/2005/8/layout/orgChart1"/>
    <dgm:cxn modelId="{F78D4EFC-5CF6-480E-AA4B-10D924B3900B}" type="presParOf" srcId="{E2C8515E-BB72-468A-87B8-9FA0BFE48E05}" destId="{199B4701-462C-4EC9-8A8C-3CF293761DCA}" srcOrd="0" destOrd="0" presId="urn:microsoft.com/office/officeart/2005/8/layout/orgChart1"/>
    <dgm:cxn modelId="{539E3D99-62B2-415A-B595-EBF9FB3F8B8A}" type="presParOf" srcId="{E2C8515E-BB72-468A-87B8-9FA0BFE48E05}" destId="{9FFA27D4-035B-45B5-A9D3-1C0BD82835BD}" srcOrd="1" destOrd="0" presId="urn:microsoft.com/office/officeart/2005/8/layout/orgChart1"/>
    <dgm:cxn modelId="{E0F1B664-9F18-44D4-A80A-C22FCAAEB5C0}" type="presParOf" srcId="{9FFA27D4-035B-45B5-A9D3-1C0BD82835BD}" destId="{FF827C2A-BE2D-40AB-9FAC-7905CD4321AF}" srcOrd="0" destOrd="0" presId="urn:microsoft.com/office/officeart/2005/8/layout/orgChart1"/>
    <dgm:cxn modelId="{424750D8-1C9D-4D5D-BC55-47FDC1277841}" type="presParOf" srcId="{FF827C2A-BE2D-40AB-9FAC-7905CD4321AF}" destId="{2004B731-88A3-45D7-932A-3B725170DE22}" srcOrd="0" destOrd="0" presId="urn:microsoft.com/office/officeart/2005/8/layout/orgChart1"/>
    <dgm:cxn modelId="{A6238F46-4925-48EE-BBA8-FA1500BB62C0}" type="presParOf" srcId="{FF827C2A-BE2D-40AB-9FAC-7905CD4321AF}" destId="{9BFE05B5-74FB-4A3D-81F6-EA1757726C33}" srcOrd="1" destOrd="0" presId="urn:microsoft.com/office/officeart/2005/8/layout/orgChart1"/>
    <dgm:cxn modelId="{E1B789FA-DCB4-42FE-97D4-138511A8C262}" type="presParOf" srcId="{9FFA27D4-035B-45B5-A9D3-1C0BD82835BD}" destId="{181FF737-32E3-49C3-BCDD-9B39FCB2AB6A}" srcOrd="1" destOrd="0" presId="urn:microsoft.com/office/officeart/2005/8/layout/orgChart1"/>
    <dgm:cxn modelId="{CE1817A9-28AD-4A77-9738-6177921C53A2}" type="presParOf" srcId="{9FFA27D4-035B-45B5-A9D3-1C0BD82835BD}" destId="{96899B75-32C8-4CD7-ACEF-2E756C98FBFF}" srcOrd="2" destOrd="0" presId="urn:microsoft.com/office/officeart/2005/8/layout/orgChart1"/>
    <dgm:cxn modelId="{B21D6BE8-9B9D-4898-9AB0-FBE1FFBC07A7}" type="presParOf" srcId="{E2C8515E-BB72-468A-87B8-9FA0BFE48E05}" destId="{F20EE396-0A42-4D37-8A1F-DB0256483347}" srcOrd="2" destOrd="0" presId="urn:microsoft.com/office/officeart/2005/8/layout/orgChart1"/>
    <dgm:cxn modelId="{F183D989-1E19-49CB-AA86-ABB91D43F22B}" type="presParOf" srcId="{E2C8515E-BB72-468A-87B8-9FA0BFE48E05}" destId="{548CFE55-7801-4616-AE7B-D0E730147BEF}" srcOrd="3" destOrd="0" presId="urn:microsoft.com/office/officeart/2005/8/layout/orgChart1"/>
    <dgm:cxn modelId="{9E76EDC8-F89A-46B6-880C-6BCB40373ED1}" type="presParOf" srcId="{548CFE55-7801-4616-AE7B-D0E730147BEF}" destId="{4A7976C2-E3F2-40CE-AE68-69754F00A898}" srcOrd="0" destOrd="0" presId="urn:microsoft.com/office/officeart/2005/8/layout/orgChart1"/>
    <dgm:cxn modelId="{B08E0A32-F82F-40F9-8AC4-26CFD7B56BEA}" type="presParOf" srcId="{4A7976C2-E3F2-40CE-AE68-69754F00A898}" destId="{05EA0A22-8344-4947-BCAE-9651A908F5F5}" srcOrd="0" destOrd="0" presId="urn:microsoft.com/office/officeart/2005/8/layout/orgChart1"/>
    <dgm:cxn modelId="{0A954DC6-867D-4E0C-B1C0-6690F322E8AF}" type="presParOf" srcId="{4A7976C2-E3F2-40CE-AE68-69754F00A898}" destId="{BF4276FF-2775-470B-933B-FF65DE6A5B9D}" srcOrd="1" destOrd="0" presId="urn:microsoft.com/office/officeart/2005/8/layout/orgChart1"/>
    <dgm:cxn modelId="{5BD682E8-FE89-4938-BA05-51A2281B5DE2}" type="presParOf" srcId="{548CFE55-7801-4616-AE7B-D0E730147BEF}" destId="{56220F30-73B0-4B5F-93A1-C71F6655ECBC}" srcOrd="1" destOrd="0" presId="urn:microsoft.com/office/officeart/2005/8/layout/orgChart1"/>
    <dgm:cxn modelId="{BEAA30C1-BAB8-453D-8C94-39266E31C38E}" type="presParOf" srcId="{548CFE55-7801-4616-AE7B-D0E730147BEF}" destId="{C419A389-DD59-4D13-84D0-D0BBCAD8B84F}" srcOrd="2" destOrd="0" presId="urn:microsoft.com/office/officeart/2005/8/layout/orgChart1"/>
    <dgm:cxn modelId="{00DF0C5A-F8ED-4AD4-9D34-E1BD6FA1E690}" type="presParOf" srcId="{E2C8515E-BB72-468A-87B8-9FA0BFE48E05}" destId="{3A5F75F3-46B2-4F57-A762-2192EA59FD68}" srcOrd="4" destOrd="0" presId="urn:microsoft.com/office/officeart/2005/8/layout/orgChart1"/>
    <dgm:cxn modelId="{7BADAC1D-7FA2-47F3-ADD9-F84C606DA268}" type="presParOf" srcId="{E2C8515E-BB72-468A-87B8-9FA0BFE48E05}" destId="{AD0273D2-AD60-461D-9712-C72E2AB7A598}" srcOrd="5" destOrd="0" presId="urn:microsoft.com/office/officeart/2005/8/layout/orgChart1"/>
    <dgm:cxn modelId="{3F0C89CB-4054-4BD5-8B5F-E9B65C0AAFC0}" type="presParOf" srcId="{AD0273D2-AD60-461D-9712-C72E2AB7A598}" destId="{0522F0F1-1DC0-4C9B-AE63-7A7525722AD0}" srcOrd="0" destOrd="0" presId="urn:microsoft.com/office/officeart/2005/8/layout/orgChart1"/>
    <dgm:cxn modelId="{B40FF235-22D5-478F-9077-E9664FCC202F}" type="presParOf" srcId="{0522F0F1-1DC0-4C9B-AE63-7A7525722AD0}" destId="{A3120829-D37C-4D17-A94E-B3EC6E5D6993}" srcOrd="0" destOrd="0" presId="urn:microsoft.com/office/officeart/2005/8/layout/orgChart1"/>
    <dgm:cxn modelId="{77770515-D94F-4EBD-B064-88186FEFC83F}" type="presParOf" srcId="{0522F0F1-1DC0-4C9B-AE63-7A7525722AD0}" destId="{2F8F6724-E391-4C1A-A6CF-90541394F264}" srcOrd="1" destOrd="0" presId="urn:microsoft.com/office/officeart/2005/8/layout/orgChart1"/>
    <dgm:cxn modelId="{58BB538A-3110-4EF3-8BC1-2B8705F795F2}" type="presParOf" srcId="{AD0273D2-AD60-461D-9712-C72E2AB7A598}" destId="{DDF6EE8E-AEA6-4668-9928-3F9416F4D379}" srcOrd="1" destOrd="0" presId="urn:microsoft.com/office/officeart/2005/8/layout/orgChart1"/>
    <dgm:cxn modelId="{73E5A779-9A1D-457F-802D-332A1C069EE2}" type="presParOf" srcId="{AD0273D2-AD60-461D-9712-C72E2AB7A598}" destId="{ABEF350E-CA23-4C1B-8AFF-96D4D655FAA2}" srcOrd="2" destOrd="0" presId="urn:microsoft.com/office/officeart/2005/8/layout/orgChart1"/>
    <dgm:cxn modelId="{B84DF29D-52CD-4205-A54E-6E766CB07215}" type="presParOf" srcId="{7A379338-5D85-4577-A560-2FC1F581FEBD}" destId="{2CB7ABA9-D89F-4E87-ACB1-D7510282F8DB}" srcOrd="2" destOrd="0" presId="urn:microsoft.com/office/officeart/2005/8/layout/orgChart1"/>
    <dgm:cxn modelId="{C07B8F60-31A7-4391-85B5-1216162815BB}" type="presParOf" srcId="{92A7E46A-9DB2-4311-A0FC-7D1FF51D49EB}" destId="{D53EE753-1608-4B17-AC4D-9930A37B27B4}" srcOrd="6" destOrd="0" presId="urn:microsoft.com/office/officeart/2005/8/layout/orgChart1"/>
    <dgm:cxn modelId="{9EA6E580-681B-434A-83CB-5208450A3B07}" type="presParOf" srcId="{92A7E46A-9DB2-4311-A0FC-7D1FF51D49EB}" destId="{431C98CB-D84D-4309-A1F9-C6D0CE50C568}" srcOrd="7" destOrd="0" presId="urn:microsoft.com/office/officeart/2005/8/layout/orgChart1"/>
    <dgm:cxn modelId="{0F763334-17EA-4709-8CF2-01B50DC80AE6}" type="presParOf" srcId="{431C98CB-D84D-4309-A1F9-C6D0CE50C568}" destId="{CFF78CDA-9A71-4BA6-980C-FD73417A51D9}" srcOrd="0" destOrd="0" presId="urn:microsoft.com/office/officeart/2005/8/layout/orgChart1"/>
    <dgm:cxn modelId="{9407EE97-EB14-411E-93E9-5F24C46E9259}" type="presParOf" srcId="{CFF78CDA-9A71-4BA6-980C-FD73417A51D9}" destId="{9900DA43-2A8E-4C80-8C0F-B40463443F0A}" srcOrd="0" destOrd="0" presId="urn:microsoft.com/office/officeart/2005/8/layout/orgChart1"/>
    <dgm:cxn modelId="{24C75660-6FE4-41C6-8996-4055BE9DD105}" type="presParOf" srcId="{CFF78CDA-9A71-4BA6-980C-FD73417A51D9}" destId="{6C55627D-B0D0-4D3D-9CAC-77D70761B4A5}" srcOrd="1" destOrd="0" presId="urn:microsoft.com/office/officeart/2005/8/layout/orgChart1"/>
    <dgm:cxn modelId="{AA6CA90C-1007-4131-80A6-FE1AEE4DAB44}" type="presParOf" srcId="{431C98CB-D84D-4309-A1F9-C6D0CE50C568}" destId="{A78113E1-DB97-4998-BFBE-C097400ED259}" srcOrd="1" destOrd="0" presId="urn:microsoft.com/office/officeart/2005/8/layout/orgChart1"/>
    <dgm:cxn modelId="{954AA498-BA00-4931-BD61-0C9143BD95E8}" type="presParOf" srcId="{A78113E1-DB97-4998-BFBE-C097400ED259}" destId="{20726118-5DCB-4F8C-A66F-B6ED988795E9}" srcOrd="0" destOrd="0" presId="urn:microsoft.com/office/officeart/2005/8/layout/orgChart1"/>
    <dgm:cxn modelId="{73180728-5182-4C96-8AE4-20C747CAB4F7}" type="presParOf" srcId="{A78113E1-DB97-4998-BFBE-C097400ED259}" destId="{242F6441-0CC7-4B96-A9BD-94D6E6A88CB7}" srcOrd="1" destOrd="0" presId="urn:microsoft.com/office/officeart/2005/8/layout/orgChart1"/>
    <dgm:cxn modelId="{270FECD1-604A-4C5D-9944-8B5F81E16CD7}" type="presParOf" srcId="{242F6441-0CC7-4B96-A9BD-94D6E6A88CB7}" destId="{98FCBABB-9BF1-4E45-AD44-D93BD00BFFC6}" srcOrd="0" destOrd="0" presId="urn:microsoft.com/office/officeart/2005/8/layout/orgChart1"/>
    <dgm:cxn modelId="{1645C9B2-34CA-4DB8-98BC-8B782C8EA1B2}" type="presParOf" srcId="{98FCBABB-9BF1-4E45-AD44-D93BD00BFFC6}" destId="{04D7D778-819F-4078-9DC2-03C60B48F490}" srcOrd="0" destOrd="0" presId="urn:microsoft.com/office/officeart/2005/8/layout/orgChart1"/>
    <dgm:cxn modelId="{E36067C4-2D62-40BB-8CAE-32817042C659}" type="presParOf" srcId="{98FCBABB-9BF1-4E45-AD44-D93BD00BFFC6}" destId="{DD39722C-8794-426F-9697-6B666AA5CF2B}" srcOrd="1" destOrd="0" presId="urn:microsoft.com/office/officeart/2005/8/layout/orgChart1"/>
    <dgm:cxn modelId="{E03F0906-94A4-40F1-84AB-30F7578359DC}" type="presParOf" srcId="{242F6441-0CC7-4B96-A9BD-94D6E6A88CB7}" destId="{49563D56-2509-4886-A512-1AF0D148383F}" srcOrd="1" destOrd="0" presId="urn:microsoft.com/office/officeart/2005/8/layout/orgChart1"/>
    <dgm:cxn modelId="{FCA4E9CE-3766-412F-89A7-BB7468C51624}" type="presParOf" srcId="{242F6441-0CC7-4B96-A9BD-94D6E6A88CB7}" destId="{E494B23E-4386-4C39-A498-2D8009CC10A4}" srcOrd="2" destOrd="0" presId="urn:microsoft.com/office/officeart/2005/8/layout/orgChart1"/>
    <dgm:cxn modelId="{DF733659-F254-40ED-ACD6-5D3AC58B612B}" type="presParOf" srcId="{A78113E1-DB97-4998-BFBE-C097400ED259}" destId="{523F9487-C99E-44E7-8F68-76E4F1CC088E}" srcOrd="2" destOrd="0" presId="urn:microsoft.com/office/officeart/2005/8/layout/orgChart1"/>
    <dgm:cxn modelId="{382B651D-10FA-4575-B809-6BF0C31FB0EE}" type="presParOf" srcId="{A78113E1-DB97-4998-BFBE-C097400ED259}" destId="{A82E368A-8138-456E-A24C-4E4938A7D038}" srcOrd="3" destOrd="0" presId="urn:microsoft.com/office/officeart/2005/8/layout/orgChart1"/>
    <dgm:cxn modelId="{6B4867C3-8D06-41B1-8126-B70C6072FEDF}" type="presParOf" srcId="{A82E368A-8138-456E-A24C-4E4938A7D038}" destId="{1BDE39BF-A4C1-4A1C-8EC9-B88D094BCA5A}" srcOrd="0" destOrd="0" presId="urn:microsoft.com/office/officeart/2005/8/layout/orgChart1"/>
    <dgm:cxn modelId="{1800A378-9CEA-428A-AA6F-5AAC1503BACA}" type="presParOf" srcId="{1BDE39BF-A4C1-4A1C-8EC9-B88D094BCA5A}" destId="{0DCAAF1B-A0F9-425E-91BA-441F3BA08CED}" srcOrd="0" destOrd="0" presId="urn:microsoft.com/office/officeart/2005/8/layout/orgChart1"/>
    <dgm:cxn modelId="{299D365F-DA9E-4E9F-9BB0-CBA23ED4AA7D}" type="presParOf" srcId="{1BDE39BF-A4C1-4A1C-8EC9-B88D094BCA5A}" destId="{A200D2E1-AFC1-4EB4-B0EE-69CCE83941C6}" srcOrd="1" destOrd="0" presId="urn:microsoft.com/office/officeart/2005/8/layout/orgChart1"/>
    <dgm:cxn modelId="{44B2BF14-C683-487B-9FAD-AF114F1FF33D}" type="presParOf" srcId="{A82E368A-8138-456E-A24C-4E4938A7D038}" destId="{FE2F3D65-67E6-4A1F-AB40-3C19D02E03E5}" srcOrd="1" destOrd="0" presId="urn:microsoft.com/office/officeart/2005/8/layout/orgChart1"/>
    <dgm:cxn modelId="{4D2373C3-B1B8-4B8D-839B-97BA6E43C534}" type="presParOf" srcId="{A82E368A-8138-456E-A24C-4E4938A7D038}" destId="{08EEBA2F-08C3-4293-8652-24A64B7F1373}" srcOrd="2" destOrd="0" presId="urn:microsoft.com/office/officeart/2005/8/layout/orgChart1"/>
    <dgm:cxn modelId="{21DC2A1A-DA82-4022-8EDB-9EA15AB8F219}" type="presParOf" srcId="{431C98CB-D84D-4309-A1F9-C6D0CE50C568}" destId="{3372AD6E-50E1-4024-968E-2F9C28F302FB}" srcOrd="2" destOrd="0" presId="urn:microsoft.com/office/officeart/2005/8/layout/orgChart1"/>
    <dgm:cxn modelId="{0F524078-8895-4CA2-BCB8-8F4552A8A72D}" type="presParOf" srcId="{92A7E46A-9DB2-4311-A0FC-7D1FF51D49EB}" destId="{1CC04544-CEAF-4BE6-A5BC-A45E8BB3EA19}" srcOrd="8" destOrd="0" presId="urn:microsoft.com/office/officeart/2005/8/layout/orgChart1"/>
    <dgm:cxn modelId="{415D960F-C57D-4E7E-9119-4285377F9EF8}" type="presParOf" srcId="{92A7E46A-9DB2-4311-A0FC-7D1FF51D49EB}" destId="{E3AB1658-B928-43DC-9EDE-FBD86D972F4D}" srcOrd="9" destOrd="0" presId="urn:microsoft.com/office/officeart/2005/8/layout/orgChart1"/>
    <dgm:cxn modelId="{6E6452D0-C0E1-4EDB-9AF9-E5AC92ACD7B6}" type="presParOf" srcId="{E3AB1658-B928-43DC-9EDE-FBD86D972F4D}" destId="{0851C431-DFB4-4DC8-A933-2C9886A956FF}" srcOrd="0" destOrd="0" presId="urn:microsoft.com/office/officeart/2005/8/layout/orgChart1"/>
    <dgm:cxn modelId="{ED37C11C-30AB-4862-B58A-D806FB8546CF}" type="presParOf" srcId="{0851C431-DFB4-4DC8-A933-2C9886A956FF}" destId="{F48C2056-63D1-4B5E-A422-5A1E98995F7D}" srcOrd="0" destOrd="0" presId="urn:microsoft.com/office/officeart/2005/8/layout/orgChart1"/>
    <dgm:cxn modelId="{F7D999AB-5C7F-4D25-A352-172CBCE6C06E}" type="presParOf" srcId="{0851C431-DFB4-4DC8-A933-2C9886A956FF}" destId="{7BE44AA8-EAA5-49F4-BA0E-43CE8F864469}" srcOrd="1" destOrd="0" presId="urn:microsoft.com/office/officeart/2005/8/layout/orgChart1"/>
    <dgm:cxn modelId="{B5D43EE7-5A3E-418E-8060-7BED0DEF8050}" type="presParOf" srcId="{E3AB1658-B928-43DC-9EDE-FBD86D972F4D}" destId="{7A57CF5E-D133-4522-9252-3C4B87A78348}" srcOrd="1" destOrd="0" presId="urn:microsoft.com/office/officeart/2005/8/layout/orgChart1"/>
    <dgm:cxn modelId="{955CCC69-6FBC-4D30-A4D4-7597C1BD1E73}" type="presParOf" srcId="{7A57CF5E-D133-4522-9252-3C4B87A78348}" destId="{B89F07CB-7BE8-446D-AC38-BE8914D59D10}" srcOrd="0" destOrd="0" presId="urn:microsoft.com/office/officeart/2005/8/layout/orgChart1"/>
    <dgm:cxn modelId="{C6E9C57E-3A92-4A6F-8B5A-BD70885DA84C}" type="presParOf" srcId="{7A57CF5E-D133-4522-9252-3C4B87A78348}" destId="{FF71B216-EC7C-4331-9677-4FE808F02234}" srcOrd="1" destOrd="0" presId="urn:microsoft.com/office/officeart/2005/8/layout/orgChart1"/>
    <dgm:cxn modelId="{631A42C8-BDB3-453A-B95B-055BF08972A4}" type="presParOf" srcId="{FF71B216-EC7C-4331-9677-4FE808F02234}" destId="{FACA96E3-EF55-4684-B499-C22839898525}" srcOrd="0" destOrd="0" presId="urn:microsoft.com/office/officeart/2005/8/layout/orgChart1"/>
    <dgm:cxn modelId="{47E17325-E067-42B5-BCB0-BBB372553DE5}" type="presParOf" srcId="{FACA96E3-EF55-4684-B499-C22839898525}" destId="{EED2035C-259A-46AA-AB5E-ACA67D24C993}" srcOrd="0" destOrd="0" presId="urn:microsoft.com/office/officeart/2005/8/layout/orgChart1"/>
    <dgm:cxn modelId="{FA75CEDE-50D3-4EB2-9133-029DF2E80007}" type="presParOf" srcId="{FACA96E3-EF55-4684-B499-C22839898525}" destId="{8EE13435-4CA0-4324-8751-592C33845EED}" srcOrd="1" destOrd="0" presId="urn:microsoft.com/office/officeart/2005/8/layout/orgChart1"/>
    <dgm:cxn modelId="{DD7115D4-81E6-4E36-A94B-1C15E34861D4}" type="presParOf" srcId="{FF71B216-EC7C-4331-9677-4FE808F02234}" destId="{E366B420-3579-4BC7-9575-C4A814C4296C}" srcOrd="1" destOrd="0" presId="urn:microsoft.com/office/officeart/2005/8/layout/orgChart1"/>
    <dgm:cxn modelId="{8DF11FD7-776A-456A-9557-0F822B072CEC}" type="presParOf" srcId="{FF71B216-EC7C-4331-9677-4FE808F02234}" destId="{E1D40683-5F6A-4CBE-A8FC-30B393E53712}" srcOrd="2" destOrd="0" presId="urn:microsoft.com/office/officeart/2005/8/layout/orgChart1"/>
    <dgm:cxn modelId="{7EF7BF6D-9E8D-479B-9F56-CD0CA7C027BB}" type="presParOf" srcId="{7A57CF5E-D133-4522-9252-3C4B87A78348}" destId="{5545792D-3048-4BE8-B93D-452A7DA105A1}" srcOrd="2" destOrd="0" presId="urn:microsoft.com/office/officeart/2005/8/layout/orgChart1"/>
    <dgm:cxn modelId="{A3AA1C5B-B27F-4BB5-8784-C79A329E6837}" type="presParOf" srcId="{7A57CF5E-D133-4522-9252-3C4B87A78348}" destId="{0D5715A5-647C-4986-AD36-C158D02C588D}" srcOrd="3" destOrd="0" presId="urn:microsoft.com/office/officeart/2005/8/layout/orgChart1"/>
    <dgm:cxn modelId="{85EE4A09-27AF-43A5-9278-61308D250907}" type="presParOf" srcId="{0D5715A5-647C-4986-AD36-C158D02C588D}" destId="{2E058E3C-EC13-4DF7-ABE5-27A22D6EBF50}" srcOrd="0" destOrd="0" presId="urn:microsoft.com/office/officeart/2005/8/layout/orgChart1"/>
    <dgm:cxn modelId="{9A258B9A-46A3-4829-A2BA-DC703E83F9D8}" type="presParOf" srcId="{2E058E3C-EC13-4DF7-ABE5-27A22D6EBF50}" destId="{880696C1-FDC1-48E1-9BC2-87A1FD5BD6ED}" srcOrd="0" destOrd="0" presId="urn:microsoft.com/office/officeart/2005/8/layout/orgChart1"/>
    <dgm:cxn modelId="{C2696131-677E-4D23-8C09-A2ED8C954844}" type="presParOf" srcId="{2E058E3C-EC13-4DF7-ABE5-27A22D6EBF50}" destId="{61074F15-F10A-443E-8EF2-676057D41779}" srcOrd="1" destOrd="0" presId="urn:microsoft.com/office/officeart/2005/8/layout/orgChart1"/>
    <dgm:cxn modelId="{79E959D6-C884-4DB7-941D-03DE64DDD83E}" type="presParOf" srcId="{0D5715A5-647C-4986-AD36-C158D02C588D}" destId="{48466FDA-8D0B-48B1-905B-EFA9AC8D29CD}" srcOrd="1" destOrd="0" presId="urn:microsoft.com/office/officeart/2005/8/layout/orgChart1"/>
    <dgm:cxn modelId="{8BB2315E-E292-456C-B215-7CAF23960C0E}" type="presParOf" srcId="{0D5715A5-647C-4986-AD36-C158D02C588D}" destId="{2DABB909-15B0-4080-A8F4-C74C3A3751BB}" srcOrd="2" destOrd="0" presId="urn:microsoft.com/office/officeart/2005/8/layout/orgChart1"/>
    <dgm:cxn modelId="{EF248B2D-B17E-4616-8EF9-83143D5F9DD2}" type="presParOf" srcId="{E3AB1658-B928-43DC-9EDE-FBD86D972F4D}" destId="{FEE7FADC-3F93-4E81-875F-B001AFCE78D8}" srcOrd="2" destOrd="0" presId="urn:microsoft.com/office/officeart/2005/8/layout/orgChart1"/>
    <dgm:cxn modelId="{947B4030-FE91-44D7-9F4E-D1B6B7A15E17}" type="presParOf" srcId="{92A7E46A-9DB2-4311-A0FC-7D1FF51D49EB}" destId="{543BCC20-98CB-4024-9A0E-D867B760526F}" srcOrd="10" destOrd="0" presId="urn:microsoft.com/office/officeart/2005/8/layout/orgChart1"/>
    <dgm:cxn modelId="{C6FE2F03-20B4-46F8-AD73-A2532022A75B}" type="presParOf" srcId="{92A7E46A-9DB2-4311-A0FC-7D1FF51D49EB}" destId="{AFB7BF3C-98CC-46FF-923D-04866740A835}" srcOrd="11" destOrd="0" presId="urn:microsoft.com/office/officeart/2005/8/layout/orgChart1"/>
    <dgm:cxn modelId="{D1A7F840-2FBF-4730-BA0A-9C4BF5DB27F5}" type="presParOf" srcId="{AFB7BF3C-98CC-46FF-923D-04866740A835}" destId="{29A73245-4F18-409F-9BD2-B607AB6C7D6B}" srcOrd="0" destOrd="0" presId="urn:microsoft.com/office/officeart/2005/8/layout/orgChart1"/>
    <dgm:cxn modelId="{5ACB02B2-0AC8-4CBD-B375-8E13149CDE80}" type="presParOf" srcId="{29A73245-4F18-409F-9BD2-B607AB6C7D6B}" destId="{811B90AE-124A-4B82-8FC3-58D8BB77C148}" srcOrd="0" destOrd="0" presId="urn:microsoft.com/office/officeart/2005/8/layout/orgChart1"/>
    <dgm:cxn modelId="{FF02BCF3-F4AE-45D6-8E69-987BD3639E8E}" type="presParOf" srcId="{29A73245-4F18-409F-9BD2-B607AB6C7D6B}" destId="{62816B82-E40A-4436-9AF3-604A062D1E63}" srcOrd="1" destOrd="0" presId="urn:microsoft.com/office/officeart/2005/8/layout/orgChart1"/>
    <dgm:cxn modelId="{036DA526-BCA2-4600-9296-1F73F96322EA}" type="presParOf" srcId="{AFB7BF3C-98CC-46FF-923D-04866740A835}" destId="{A8BE18FD-9002-4066-ADAC-B06BD0F465C3}" srcOrd="1" destOrd="0" presId="urn:microsoft.com/office/officeart/2005/8/layout/orgChart1"/>
    <dgm:cxn modelId="{F6D9F6FF-7E11-45E3-88E6-92979D1E512E}" type="presParOf" srcId="{AFB7BF3C-98CC-46FF-923D-04866740A835}" destId="{71BAC23E-90EB-4B79-8B30-4AE3E2559262}" srcOrd="2" destOrd="0" presId="urn:microsoft.com/office/officeart/2005/8/layout/orgChart1"/>
    <dgm:cxn modelId="{2C551701-876B-44BF-8AFB-6C8BAA0C4619}" type="presParOf" srcId="{FB7A86DE-96B5-4683-9E8D-92EE3E16AED5}" destId="{5247C0BB-A1BA-4E91-A10E-8E01DE57D42E}"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F58943-13F7-432C-AD01-297C1809E7A3}">
      <dsp:nvSpPr>
        <dsp:cNvPr id="0" name=""/>
        <dsp:cNvSpPr/>
      </dsp:nvSpPr>
      <dsp:spPr>
        <a:xfrm>
          <a:off x="5058207" y="1964670"/>
          <a:ext cx="396962" cy="91440"/>
        </a:xfrm>
        <a:custGeom>
          <a:avLst/>
          <a:gdLst/>
          <a:ahLst/>
          <a:cxnLst/>
          <a:rect l="0" t="0" r="0" b="0"/>
          <a:pathLst>
            <a:path>
              <a:moveTo>
                <a:pt x="0" y="45720"/>
              </a:moveTo>
              <a:lnTo>
                <a:pt x="396962" y="45720"/>
              </a:lnTo>
            </a:path>
          </a:pathLst>
        </a:custGeom>
        <a:noFill/>
        <a:ln w="25400" cap="flat" cmpd="sng" algn="ctr">
          <a:solidFill>
            <a:schemeClr val="accent3">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538F576A-915B-40CD-A804-A8784FCD3AAB}">
      <dsp:nvSpPr>
        <dsp:cNvPr id="0" name=""/>
        <dsp:cNvSpPr/>
      </dsp:nvSpPr>
      <dsp:spPr>
        <a:xfrm>
          <a:off x="1892510" y="1156803"/>
          <a:ext cx="396962" cy="853586"/>
        </a:xfrm>
        <a:custGeom>
          <a:avLst/>
          <a:gdLst/>
          <a:ahLst/>
          <a:cxnLst/>
          <a:rect l="0" t="0" r="0" b="0"/>
          <a:pathLst>
            <a:path>
              <a:moveTo>
                <a:pt x="0" y="0"/>
              </a:moveTo>
              <a:lnTo>
                <a:pt x="198481" y="0"/>
              </a:lnTo>
              <a:lnTo>
                <a:pt x="198481" y="853586"/>
              </a:lnTo>
              <a:lnTo>
                <a:pt x="396962" y="853586"/>
              </a:lnTo>
            </a:path>
          </a:pathLst>
        </a:custGeom>
        <a:noFill/>
        <a:ln w="25400" cap="flat" cmpd="sng" algn="ctr">
          <a:solidFill>
            <a:schemeClr val="accent2">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BA0F6ED7-5F3C-4E19-878C-D64C7EFCFFD8}">
      <dsp:nvSpPr>
        <dsp:cNvPr id="0" name=""/>
        <dsp:cNvSpPr/>
      </dsp:nvSpPr>
      <dsp:spPr>
        <a:xfrm>
          <a:off x="4274285" y="1111200"/>
          <a:ext cx="396962" cy="91440"/>
        </a:xfrm>
        <a:custGeom>
          <a:avLst/>
          <a:gdLst/>
          <a:ahLst/>
          <a:cxnLst/>
          <a:rect l="0" t="0" r="0" b="0"/>
          <a:pathLst>
            <a:path>
              <a:moveTo>
                <a:pt x="0" y="45720"/>
              </a:moveTo>
              <a:lnTo>
                <a:pt x="396962" y="45720"/>
              </a:lnTo>
            </a:path>
          </a:pathLst>
        </a:custGeom>
        <a:noFill/>
        <a:ln w="25400" cap="flat" cmpd="sng" algn="ctr">
          <a:solidFill>
            <a:schemeClr val="accent3">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FD3034CB-CE9E-42E8-8C99-B52B8D45FCA7}">
      <dsp:nvSpPr>
        <dsp:cNvPr id="0" name=""/>
        <dsp:cNvSpPr/>
      </dsp:nvSpPr>
      <dsp:spPr>
        <a:xfrm>
          <a:off x="1892510" y="1111083"/>
          <a:ext cx="396962" cy="91440"/>
        </a:xfrm>
        <a:custGeom>
          <a:avLst/>
          <a:gdLst/>
          <a:ahLst/>
          <a:cxnLst/>
          <a:rect l="0" t="0" r="0" b="0"/>
          <a:pathLst>
            <a:path>
              <a:moveTo>
                <a:pt x="0" y="45720"/>
              </a:moveTo>
              <a:lnTo>
                <a:pt x="198481" y="45720"/>
              </a:lnTo>
              <a:lnTo>
                <a:pt x="198481" y="45836"/>
              </a:lnTo>
              <a:lnTo>
                <a:pt x="396962" y="45836"/>
              </a:lnTo>
            </a:path>
          </a:pathLst>
        </a:custGeom>
        <a:noFill/>
        <a:ln w="25400" cap="flat" cmpd="sng" algn="ctr">
          <a:solidFill>
            <a:schemeClr val="accent2">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718A0C43-0501-4C5D-86CA-4AB377BF592C}">
      <dsp:nvSpPr>
        <dsp:cNvPr id="0" name=""/>
        <dsp:cNvSpPr/>
      </dsp:nvSpPr>
      <dsp:spPr>
        <a:xfrm>
          <a:off x="4274285" y="257730"/>
          <a:ext cx="396962" cy="91440"/>
        </a:xfrm>
        <a:custGeom>
          <a:avLst/>
          <a:gdLst/>
          <a:ahLst/>
          <a:cxnLst/>
          <a:rect l="0" t="0" r="0" b="0"/>
          <a:pathLst>
            <a:path>
              <a:moveTo>
                <a:pt x="0" y="45720"/>
              </a:moveTo>
              <a:lnTo>
                <a:pt x="396962" y="45720"/>
              </a:lnTo>
            </a:path>
          </a:pathLst>
        </a:custGeom>
        <a:noFill/>
        <a:ln w="25400" cap="flat" cmpd="sng" algn="ctr">
          <a:solidFill>
            <a:schemeClr val="accent3">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4F5455D1-7B65-4B43-982A-97A98845D2B3}">
      <dsp:nvSpPr>
        <dsp:cNvPr id="0" name=""/>
        <dsp:cNvSpPr/>
      </dsp:nvSpPr>
      <dsp:spPr>
        <a:xfrm>
          <a:off x="1892510" y="303450"/>
          <a:ext cx="396962" cy="853352"/>
        </a:xfrm>
        <a:custGeom>
          <a:avLst/>
          <a:gdLst/>
          <a:ahLst/>
          <a:cxnLst/>
          <a:rect l="0" t="0" r="0" b="0"/>
          <a:pathLst>
            <a:path>
              <a:moveTo>
                <a:pt x="0" y="853352"/>
              </a:moveTo>
              <a:lnTo>
                <a:pt x="198481" y="853352"/>
              </a:lnTo>
              <a:lnTo>
                <a:pt x="198481" y="0"/>
              </a:lnTo>
              <a:lnTo>
                <a:pt x="396962" y="0"/>
              </a:lnTo>
            </a:path>
          </a:pathLst>
        </a:custGeom>
        <a:noFill/>
        <a:ln w="25400" cap="flat" cmpd="sng" algn="ctr">
          <a:solidFill>
            <a:schemeClr val="accent2">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2F911080-3898-485C-A919-3B49219BA110}">
      <dsp:nvSpPr>
        <dsp:cNvPr id="0" name=""/>
        <dsp:cNvSpPr/>
      </dsp:nvSpPr>
      <dsp:spPr>
        <a:xfrm>
          <a:off x="278262" y="662636"/>
          <a:ext cx="1614248" cy="988335"/>
        </a:xfrm>
        <a:prstGeom prst="rect">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en-US" sz="1800" b="1" kern="1200" dirty="0" smtClean="0"/>
            <a:t>STM32F103</a:t>
          </a:r>
          <a:r>
            <a:rPr lang="zh-CN" sz="1800" b="1" kern="1200" dirty="0" smtClean="0"/>
            <a:t>微控制器内部</a:t>
          </a:r>
          <a:r>
            <a:rPr lang="zh-CN" altLang="en-US" sz="1800" b="1" kern="1200" dirty="0" smtClean="0"/>
            <a:t>的</a:t>
          </a:r>
          <a:r>
            <a:rPr lang="zh-CN" sz="1800" b="1" kern="1200" dirty="0" smtClean="0"/>
            <a:t>可编程定时器</a:t>
          </a:r>
          <a:endParaRPr lang="zh-CN" sz="1800" kern="1200" dirty="0"/>
        </a:p>
      </dsp:txBody>
      <dsp:txXfrm>
        <a:off x="278262" y="662636"/>
        <a:ext cx="1614248" cy="988335"/>
      </dsp:txXfrm>
    </dsp:sp>
    <dsp:sp modelId="{4680E471-83E8-4E93-AD10-C8945567FBE2}">
      <dsp:nvSpPr>
        <dsp:cNvPr id="0" name=""/>
        <dsp:cNvSpPr/>
      </dsp:nvSpPr>
      <dsp:spPr>
        <a:xfrm>
          <a:off x="2289472" y="767"/>
          <a:ext cx="1984812" cy="605367"/>
        </a:xfrm>
        <a:prstGeom prst="rect">
          <a:avLst/>
        </a:prstGeom>
        <a:solidFill>
          <a:schemeClr val="accent2">
            <a:hueOff val="0"/>
            <a:satOff val="0"/>
            <a:lumOff val="0"/>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zh-CN" altLang="en-US" sz="1800" b="1" kern="1200" dirty="0" smtClean="0"/>
            <a:t>基本定时器</a:t>
          </a:r>
          <a:endParaRPr lang="zh-CN" altLang="en-US" sz="1800" kern="1200" dirty="0"/>
        </a:p>
      </dsp:txBody>
      <dsp:txXfrm>
        <a:off x="2289472" y="767"/>
        <a:ext cx="1984812" cy="605367"/>
      </dsp:txXfrm>
    </dsp:sp>
    <dsp:sp modelId="{3A1A1038-3F51-4A06-8DCE-953FFD62970C}">
      <dsp:nvSpPr>
        <dsp:cNvPr id="0" name=""/>
        <dsp:cNvSpPr/>
      </dsp:nvSpPr>
      <dsp:spPr>
        <a:xfrm>
          <a:off x="4671248" y="767"/>
          <a:ext cx="1984812" cy="605367"/>
        </a:xfrm>
        <a:prstGeom prst="rect">
          <a:avLst/>
        </a:prstGeom>
        <a:solidFill>
          <a:schemeClr val="accent3">
            <a:hueOff val="0"/>
            <a:satOff val="0"/>
            <a:lumOff val="0"/>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en-US" sz="1800" b="1" kern="1200" smtClean="0"/>
            <a:t>TIM6</a:t>
          </a:r>
          <a:r>
            <a:rPr lang="zh-CN" sz="1800" b="1" kern="1200" dirty="0" smtClean="0"/>
            <a:t>和</a:t>
          </a:r>
          <a:r>
            <a:rPr lang="en-US" sz="1800" b="1" kern="1200" dirty="0" smtClean="0"/>
            <a:t>TIM7</a:t>
          </a:r>
          <a:endParaRPr lang="zh-CN" sz="1800" kern="1200" dirty="0"/>
        </a:p>
      </dsp:txBody>
      <dsp:txXfrm>
        <a:off x="4671248" y="767"/>
        <a:ext cx="1984812" cy="605367"/>
      </dsp:txXfrm>
    </dsp:sp>
    <dsp:sp modelId="{DC608DF3-48D8-4642-BF23-77E6887818CC}">
      <dsp:nvSpPr>
        <dsp:cNvPr id="0" name=""/>
        <dsp:cNvSpPr/>
      </dsp:nvSpPr>
      <dsp:spPr>
        <a:xfrm>
          <a:off x="2289472" y="854236"/>
          <a:ext cx="1984812" cy="605367"/>
        </a:xfrm>
        <a:prstGeom prst="rect">
          <a:avLst/>
        </a:prstGeom>
        <a:solidFill>
          <a:schemeClr val="accent2">
            <a:hueOff val="0"/>
            <a:satOff val="0"/>
            <a:lumOff val="0"/>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zh-CN" altLang="en-US" sz="1800" b="1" kern="1200" dirty="0" smtClean="0"/>
            <a:t>通用定时器</a:t>
          </a:r>
          <a:endParaRPr lang="zh-CN" altLang="en-US" sz="1800" kern="1200" dirty="0"/>
        </a:p>
      </dsp:txBody>
      <dsp:txXfrm>
        <a:off x="2289472" y="854236"/>
        <a:ext cx="1984812" cy="605367"/>
      </dsp:txXfrm>
    </dsp:sp>
    <dsp:sp modelId="{09AEDA5C-F0FF-40C8-A282-BC1AAEBBF926}">
      <dsp:nvSpPr>
        <dsp:cNvPr id="0" name=""/>
        <dsp:cNvSpPr/>
      </dsp:nvSpPr>
      <dsp:spPr>
        <a:xfrm>
          <a:off x="4671248" y="854236"/>
          <a:ext cx="3367413" cy="605367"/>
        </a:xfrm>
        <a:prstGeom prst="rect">
          <a:avLst/>
        </a:prstGeom>
        <a:solidFill>
          <a:schemeClr val="accent3">
            <a:hueOff val="0"/>
            <a:satOff val="0"/>
            <a:lumOff val="0"/>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en-US" sz="1800" b="1" kern="1200" dirty="0" smtClean="0"/>
            <a:t>TIM2</a:t>
          </a:r>
          <a:r>
            <a:rPr lang="zh-CN" sz="1800" b="1" kern="1200" dirty="0" smtClean="0"/>
            <a:t>、</a:t>
          </a:r>
          <a:r>
            <a:rPr lang="en-US" sz="1800" b="1" kern="1200" dirty="0" smtClean="0"/>
            <a:t>TIM3</a:t>
          </a:r>
          <a:r>
            <a:rPr lang="zh-CN" sz="1800" b="1" kern="1200" dirty="0" smtClean="0"/>
            <a:t>、</a:t>
          </a:r>
          <a:r>
            <a:rPr lang="en-US" sz="1800" b="1" kern="1200" dirty="0" smtClean="0"/>
            <a:t>TIM4</a:t>
          </a:r>
          <a:r>
            <a:rPr lang="zh-CN" sz="1800" b="1" kern="1200" dirty="0" smtClean="0"/>
            <a:t>和</a:t>
          </a:r>
          <a:r>
            <a:rPr lang="en-US" sz="1800" b="1" kern="1200" dirty="0" smtClean="0"/>
            <a:t>TIM5</a:t>
          </a:r>
          <a:endParaRPr lang="zh-CN" sz="1800" kern="1200" dirty="0"/>
        </a:p>
      </dsp:txBody>
      <dsp:txXfrm>
        <a:off x="4671248" y="854236"/>
        <a:ext cx="3367413" cy="605367"/>
      </dsp:txXfrm>
    </dsp:sp>
    <dsp:sp modelId="{50CEC7AA-3F39-4AD2-9BE8-9BDCCCE6C39A}">
      <dsp:nvSpPr>
        <dsp:cNvPr id="0" name=""/>
        <dsp:cNvSpPr/>
      </dsp:nvSpPr>
      <dsp:spPr>
        <a:xfrm>
          <a:off x="2289472" y="1707939"/>
          <a:ext cx="2768734" cy="604901"/>
        </a:xfrm>
        <a:prstGeom prst="rect">
          <a:avLst/>
        </a:prstGeom>
        <a:solidFill>
          <a:schemeClr val="accent2">
            <a:hueOff val="0"/>
            <a:satOff val="0"/>
            <a:lumOff val="0"/>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zh-CN" sz="1800" b="1" kern="1200" dirty="0" smtClean="0"/>
            <a:t>高级定时器（</a:t>
          </a:r>
          <a:r>
            <a:rPr lang="en-US" sz="1800" b="1" kern="1200" dirty="0" smtClean="0"/>
            <a:t>STM32F103/107</a:t>
          </a:r>
          <a:r>
            <a:rPr lang="zh-CN" sz="1800" b="1" kern="1200" dirty="0" smtClean="0"/>
            <a:t>系列）</a:t>
          </a:r>
          <a:endParaRPr lang="zh-CN" sz="1800" kern="1200" dirty="0"/>
        </a:p>
      </dsp:txBody>
      <dsp:txXfrm>
        <a:off x="2289472" y="1707939"/>
        <a:ext cx="2768734" cy="604901"/>
      </dsp:txXfrm>
    </dsp:sp>
    <dsp:sp modelId="{B8BCA36A-B918-4309-ADA9-2A32690A4006}">
      <dsp:nvSpPr>
        <dsp:cNvPr id="0" name=""/>
        <dsp:cNvSpPr/>
      </dsp:nvSpPr>
      <dsp:spPr>
        <a:xfrm>
          <a:off x="5455169" y="1707706"/>
          <a:ext cx="1984812" cy="605367"/>
        </a:xfrm>
        <a:prstGeom prst="rect">
          <a:avLst/>
        </a:prstGeom>
        <a:solidFill>
          <a:schemeClr val="accent3">
            <a:hueOff val="0"/>
            <a:satOff val="0"/>
            <a:lumOff val="0"/>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en-US" sz="1800" b="1" kern="1200" dirty="0" smtClean="0"/>
            <a:t>TIM1</a:t>
          </a:r>
          <a:r>
            <a:rPr lang="zh-CN" sz="1800" b="1" kern="1200" dirty="0" smtClean="0"/>
            <a:t>和</a:t>
          </a:r>
          <a:r>
            <a:rPr lang="en-US" sz="1800" b="1" kern="1200" dirty="0" smtClean="0"/>
            <a:t>TIM8</a:t>
          </a:r>
          <a:endParaRPr lang="zh-CN" sz="1800" kern="1200" dirty="0"/>
        </a:p>
      </dsp:txBody>
      <dsp:txXfrm>
        <a:off x="5455169" y="1707706"/>
        <a:ext cx="1984812" cy="60536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EBE843-B0C1-4AED-AECF-52C4A3887897}">
      <dsp:nvSpPr>
        <dsp:cNvPr id="0" name=""/>
        <dsp:cNvSpPr/>
      </dsp:nvSpPr>
      <dsp:spPr>
        <a:xfrm>
          <a:off x="19053" y="216025"/>
          <a:ext cx="1677930" cy="489376"/>
        </a:xfrm>
        <a:prstGeom prst="roundRect">
          <a:avLst>
            <a:gd name="adj" fmla="val 10000"/>
          </a:avLst>
        </a:prstGeom>
        <a:solidFill>
          <a:schemeClr val="accent5">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0">
            <a:lnSpc>
              <a:spcPct val="90000"/>
            </a:lnSpc>
            <a:spcBef>
              <a:spcPct val="0"/>
            </a:spcBef>
            <a:spcAft>
              <a:spcPct val="35000"/>
            </a:spcAft>
          </a:pPr>
          <a:r>
            <a:rPr lang="zh-CN" sz="2000" b="1" kern="1200" dirty="0" smtClean="0"/>
            <a:t>计数</a:t>
          </a:r>
          <a:endParaRPr lang="zh-CN" sz="2000" b="1" kern="1200" dirty="0"/>
        </a:p>
      </dsp:txBody>
      <dsp:txXfrm>
        <a:off x="33386" y="230358"/>
        <a:ext cx="1649264" cy="460710"/>
      </dsp:txXfrm>
    </dsp:sp>
    <dsp:sp modelId="{433FB905-6EE9-46E9-8E43-E3623128117C}">
      <dsp:nvSpPr>
        <dsp:cNvPr id="0" name=""/>
        <dsp:cNvSpPr/>
      </dsp:nvSpPr>
      <dsp:spPr>
        <a:xfrm>
          <a:off x="1720" y="812054"/>
          <a:ext cx="1677930" cy="2571332"/>
        </a:xfrm>
        <a:prstGeom prst="roundRect">
          <a:avLst>
            <a:gd name="adj" fmla="val 10000"/>
          </a:avLst>
        </a:prstGeom>
        <a:solidFill>
          <a:schemeClr val="accent5">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marR="0" lvl="0" indent="0" algn="l" defTabSz="914400" rtl="0" eaLnBrk="1" fontAlgn="auto" latinLnBrk="0" hangingPunct="1">
            <a:lnSpc>
              <a:spcPct val="125000"/>
            </a:lnSpc>
            <a:spcBef>
              <a:spcPct val="0"/>
            </a:spcBef>
            <a:spcAft>
              <a:spcPts val="0"/>
            </a:spcAft>
            <a:buClrTx/>
            <a:buSzTx/>
            <a:buFontTx/>
            <a:buNone/>
            <a:tabLst/>
            <a:defRPr/>
          </a:pPr>
          <a:r>
            <a:rPr lang="zh-CN" altLang="zh-CN" sz="1600" b="1" kern="1200" dirty="0" smtClean="0"/>
            <a:t>脉冲计数</a:t>
          </a:r>
          <a:r>
            <a:rPr lang="zh-CN" altLang="en-US" sz="1600" b="1" kern="1200" dirty="0" smtClean="0"/>
            <a:t>，</a:t>
          </a:r>
          <a:r>
            <a:rPr lang="zh-CN" sz="1600" b="1" kern="1200" dirty="0" smtClean="0"/>
            <a:t>使用使用微控制器内部的外部时钟（</a:t>
          </a:r>
          <a:r>
            <a:rPr lang="en-US" sz="1600" b="1" kern="1200" dirty="0" smtClean="0"/>
            <a:t>PCLK</a:t>
          </a:r>
          <a:r>
            <a:rPr lang="zh-CN" sz="1600" b="1" kern="1200" dirty="0" smtClean="0"/>
            <a:t>）来计数，是对固定周期的脉冲信号计数</a:t>
          </a:r>
          <a:r>
            <a:rPr lang="zh-CN" altLang="en-US" sz="1600" b="1" kern="1200" dirty="0" smtClean="0"/>
            <a:t>。</a:t>
          </a:r>
          <a:endParaRPr lang="zh-CN" sz="1600" b="1" kern="1200" dirty="0"/>
        </a:p>
      </dsp:txBody>
      <dsp:txXfrm>
        <a:off x="50865" y="861199"/>
        <a:ext cx="1579640" cy="2473042"/>
      </dsp:txXfrm>
    </dsp:sp>
    <dsp:sp modelId="{E452DE8B-15D2-42CF-97A2-FB70726F0CBD}">
      <dsp:nvSpPr>
        <dsp:cNvPr id="0" name=""/>
        <dsp:cNvSpPr/>
      </dsp:nvSpPr>
      <dsp:spPr>
        <a:xfrm>
          <a:off x="1963271" y="216025"/>
          <a:ext cx="1677930" cy="489376"/>
        </a:xfrm>
        <a:prstGeom prst="roundRect">
          <a:avLst>
            <a:gd name="adj" fmla="val 10000"/>
          </a:avLst>
        </a:prstGeom>
        <a:solidFill>
          <a:schemeClr val="accent4">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0">
            <a:lnSpc>
              <a:spcPct val="90000"/>
            </a:lnSpc>
            <a:spcBef>
              <a:spcPct val="0"/>
            </a:spcBef>
            <a:spcAft>
              <a:spcPct val="35000"/>
            </a:spcAft>
          </a:pPr>
          <a:r>
            <a:rPr lang="zh-CN" sz="2000" b="1" kern="1200" dirty="0" smtClean="0">
              <a:solidFill>
                <a:schemeClr val="bg1"/>
              </a:solidFill>
            </a:rPr>
            <a:t>定时</a:t>
          </a:r>
          <a:endParaRPr lang="zh-CN" sz="2000" b="1" kern="1200" dirty="0">
            <a:solidFill>
              <a:schemeClr val="bg1"/>
            </a:solidFill>
          </a:endParaRPr>
        </a:p>
      </dsp:txBody>
      <dsp:txXfrm>
        <a:off x="1977604" y="230358"/>
        <a:ext cx="1649264" cy="460710"/>
      </dsp:txXfrm>
    </dsp:sp>
    <dsp:sp modelId="{D00AA00B-2FD2-4EA2-B9FC-B9784CA1A75B}">
      <dsp:nvSpPr>
        <dsp:cNvPr id="0" name=""/>
        <dsp:cNvSpPr/>
      </dsp:nvSpPr>
      <dsp:spPr>
        <a:xfrm>
          <a:off x="1961543" y="812054"/>
          <a:ext cx="1677930" cy="2571332"/>
        </a:xfrm>
        <a:prstGeom prst="roundRect">
          <a:avLst>
            <a:gd name="adj" fmla="val 10000"/>
          </a:avLst>
        </a:prstGeom>
        <a:solidFill>
          <a:schemeClr val="accent4">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rtl="0">
            <a:lnSpc>
              <a:spcPct val="125000"/>
            </a:lnSpc>
            <a:spcBef>
              <a:spcPct val="0"/>
            </a:spcBef>
            <a:spcAft>
              <a:spcPct val="35000"/>
            </a:spcAft>
          </a:pPr>
          <a:r>
            <a:rPr lang="zh-CN" altLang="en-US" sz="1600" b="1" kern="1200" dirty="0" smtClean="0">
              <a:solidFill>
                <a:schemeClr val="bg1"/>
              </a:solidFill>
            </a:rPr>
            <a:t>时间控制，通过对微控制器内部的时钟脉冲进行计数实现定时功能。</a:t>
          </a:r>
          <a:endParaRPr lang="zh-CN" altLang="en-US" sz="1600" b="1" kern="1200" dirty="0">
            <a:solidFill>
              <a:schemeClr val="bg1"/>
            </a:solidFill>
          </a:endParaRPr>
        </a:p>
      </dsp:txBody>
      <dsp:txXfrm>
        <a:off x="2010688" y="861199"/>
        <a:ext cx="1579640" cy="2473042"/>
      </dsp:txXfrm>
    </dsp:sp>
    <dsp:sp modelId="{000CFC81-6E43-42B3-847B-B1CB42F6C969}">
      <dsp:nvSpPr>
        <dsp:cNvPr id="0" name=""/>
        <dsp:cNvSpPr/>
      </dsp:nvSpPr>
      <dsp:spPr>
        <a:xfrm>
          <a:off x="3923094" y="216025"/>
          <a:ext cx="1677930" cy="489376"/>
        </a:xfrm>
        <a:prstGeom prst="roundRect">
          <a:avLst>
            <a:gd name="adj" fmla="val 10000"/>
          </a:avLst>
        </a:prstGeom>
        <a:solidFill>
          <a:schemeClr val="accent5">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0">
            <a:lnSpc>
              <a:spcPct val="90000"/>
            </a:lnSpc>
            <a:spcBef>
              <a:spcPct val="0"/>
            </a:spcBef>
            <a:spcAft>
              <a:spcPct val="35000"/>
            </a:spcAft>
          </a:pPr>
          <a:r>
            <a:rPr lang="zh-CN" sz="2000" b="1" kern="1200" dirty="0" smtClean="0"/>
            <a:t>输入捕获</a:t>
          </a:r>
          <a:endParaRPr lang="zh-CN" sz="2000" b="1" kern="1200" dirty="0"/>
        </a:p>
      </dsp:txBody>
      <dsp:txXfrm>
        <a:off x="3937427" y="230358"/>
        <a:ext cx="1649264" cy="460710"/>
      </dsp:txXfrm>
    </dsp:sp>
    <dsp:sp modelId="{23CEF2EF-EF52-4B20-AF5E-B83C3BA3674A}">
      <dsp:nvSpPr>
        <dsp:cNvPr id="0" name=""/>
        <dsp:cNvSpPr/>
      </dsp:nvSpPr>
      <dsp:spPr>
        <a:xfrm>
          <a:off x="3921366" y="812054"/>
          <a:ext cx="1677930" cy="2571332"/>
        </a:xfrm>
        <a:prstGeom prst="roundRect">
          <a:avLst>
            <a:gd name="adj" fmla="val 10000"/>
          </a:avLst>
        </a:prstGeom>
        <a:solidFill>
          <a:schemeClr val="accent5">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rtl="0">
            <a:lnSpc>
              <a:spcPct val="125000"/>
            </a:lnSpc>
            <a:spcBef>
              <a:spcPct val="0"/>
            </a:spcBef>
            <a:spcAft>
              <a:spcPct val="35000"/>
            </a:spcAft>
          </a:pPr>
          <a:r>
            <a:rPr lang="zh-CN" altLang="en-US" sz="1600" b="1" kern="1200" dirty="0" smtClean="0"/>
            <a:t>对输入信号进行捕获，实现对脉冲的频率测量，可用于对外部输入信号脉冲宽度的测量，比如测量电机转速。</a:t>
          </a:r>
          <a:endParaRPr lang="zh-CN" altLang="en-US" sz="1600" b="1" kern="1200" dirty="0"/>
        </a:p>
      </dsp:txBody>
      <dsp:txXfrm>
        <a:off x="3970511" y="861199"/>
        <a:ext cx="1579640" cy="2473042"/>
      </dsp:txXfrm>
    </dsp:sp>
    <dsp:sp modelId="{2ED1E486-F869-478A-921D-4780E293D903}">
      <dsp:nvSpPr>
        <dsp:cNvPr id="0" name=""/>
        <dsp:cNvSpPr/>
      </dsp:nvSpPr>
      <dsp:spPr>
        <a:xfrm>
          <a:off x="5882909" y="216025"/>
          <a:ext cx="1677930" cy="489376"/>
        </a:xfrm>
        <a:prstGeom prst="roundRect">
          <a:avLst>
            <a:gd name="adj" fmla="val 10000"/>
          </a:avLst>
        </a:prstGeom>
        <a:solidFill>
          <a:schemeClr val="accent4">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0">
            <a:lnSpc>
              <a:spcPct val="90000"/>
            </a:lnSpc>
            <a:spcBef>
              <a:spcPct val="0"/>
            </a:spcBef>
            <a:spcAft>
              <a:spcPct val="35000"/>
            </a:spcAft>
          </a:pPr>
          <a:r>
            <a:rPr lang="zh-CN" sz="2000" b="1" kern="1200" dirty="0" smtClean="0"/>
            <a:t>输出比较</a:t>
          </a:r>
          <a:endParaRPr lang="zh-CN" sz="2000" b="1" kern="1200" dirty="0"/>
        </a:p>
      </dsp:txBody>
      <dsp:txXfrm>
        <a:off x="5897242" y="230358"/>
        <a:ext cx="1649264" cy="460710"/>
      </dsp:txXfrm>
    </dsp:sp>
    <dsp:sp modelId="{56C8FB25-FB6D-4C3A-84DE-B2EE84797CCE}">
      <dsp:nvSpPr>
        <dsp:cNvPr id="0" name=""/>
        <dsp:cNvSpPr/>
      </dsp:nvSpPr>
      <dsp:spPr>
        <a:xfrm>
          <a:off x="5881189" y="812054"/>
          <a:ext cx="1677930" cy="2571332"/>
        </a:xfrm>
        <a:prstGeom prst="roundRect">
          <a:avLst>
            <a:gd name="adj" fmla="val 10000"/>
          </a:avLst>
        </a:prstGeom>
        <a:solidFill>
          <a:schemeClr val="accent4">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125000"/>
            </a:lnSpc>
            <a:spcBef>
              <a:spcPct val="0"/>
            </a:spcBef>
            <a:spcAft>
              <a:spcPct val="35000"/>
            </a:spcAft>
          </a:pPr>
          <a:r>
            <a:rPr lang="zh-CN" altLang="en-US" sz="1600" b="1" kern="1200" dirty="0" smtClean="0"/>
            <a:t>将计数器计数值和设定值进行比较，根据比较结果输出不同电平，用于控制输出波形，比如直流电机的调速。</a:t>
          </a:r>
          <a:endParaRPr lang="zh-CN" altLang="en-US" sz="1600" b="1" kern="1200" dirty="0"/>
        </a:p>
      </dsp:txBody>
      <dsp:txXfrm>
        <a:off x="5930334" y="861199"/>
        <a:ext cx="1579640" cy="247304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8AED8F-026F-4801-9027-7241A2276B38}">
      <dsp:nvSpPr>
        <dsp:cNvPr id="0" name=""/>
        <dsp:cNvSpPr/>
      </dsp:nvSpPr>
      <dsp:spPr>
        <a:xfrm rot="5400000">
          <a:off x="1423687" y="1270402"/>
          <a:ext cx="652805" cy="1086254"/>
        </a:xfrm>
        <a:prstGeom prst="corner">
          <a:avLst>
            <a:gd name="adj1" fmla="val 16120"/>
            <a:gd name="adj2" fmla="val 16110"/>
          </a:avLst>
        </a:prstGeom>
        <a:solidFill>
          <a:schemeClr val="accent5">
            <a:shade val="80000"/>
            <a:hueOff val="0"/>
            <a:satOff val="0"/>
            <a:lumOff val="0"/>
            <a:alphaOff val="0"/>
          </a:schemeClr>
        </a:solidFill>
        <a:ln w="25400" cap="flat" cmpd="sng" algn="ctr">
          <a:solidFill>
            <a:schemeClr val="accent5">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D681A25-653B-40EE-91ED-716001152480}">
      <dsp:nvSpPr>
        <dsp:cNvPr id="0" name=""/>
        <dsp:cNvSpPr/>
      </dsp:nvSpPr>
      <dsp:spPr>
        <a:xfrm>
          <a:off x="1314718" y="1594958"/>
          <a:ext cx="980676" cy="8596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rtl="0">
            <a:lnSpc>
              <a:spcPct val="90000"/>
            </a:lnSpc>
            <a:spcBef>
              <a:spcPct val="0"/>
            </a:spcBef>
            <a:spcAft>
              <a:spcPct val="35000"/>
            </a:spcAft>
          </a:pPr>
          <a:r>
            <a:rPr lang="en-US" sz="1800" b="1" kern="1200" smtClean="0"/>
            <a:t>TIM2</a:t>
          </a:r>
          <a:r>
            <a:rPr lang="zh-CN" sz="1800" b="1" kern="1200" smtClean="0"/>
            <a:t>时钟使能</a:t>
          </a:r>
          <a:endParaRPr lang="zh-CN" sz="1800" kern="1200"/>
        </a:p>
      </dsp:txBody>
      <dsp:txXfrm>
        <a:off x="1314718" y="1594958"/>
        <a:ext cx="980676" cy="859620"/>
      </dsp:txXfrm>
    </dsp:sp>
    <dsp:sp modelId="{80A38623-3D01-4127-B72D-78BD90792827}">
      <dsp:nvSpPr>
        <dsp:cNvPr id="0" name=""/>
        <dsp:cNvSpPr/>
      </dsp:nvSpPr>
      <dsp:spPr>
        <a:xfrm>
          <a:off x="2110361" y="1190431"/>
          <a:ext cx="185033" cy="185033"/>
        </a:xfrm>
        <a:prstGeom prst="triangle">
          <a:avLst>
            <a:gd name="adj" fmla="val 100000"/>
          </a:avLst>
        </a:prstGeom>
        <a:solidFill>
          <a:schemeClr val="accent5">
            <a:shade val="80000"/>
            <a:hueOff val="20522"/>
            <a:satOff val="-224"/>
            <a:lumOff val="2558"/>
            <a:alphaOff val="0"/>
          </a:schemeClr>
        </a:solidFill>
        <a:ln w="25400" cap="flat" cmpd="sng" algn="ctr">
          <a:solidFill>
            <a:schemeClr val="accent5">
              <a:shade val="80000"/>
              <a:hueOff val="20522"/>
              <a:satOff val="-224"/>
              <a:lumOff val="255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6573DDA-3542-41C5-A6EB-1C51AA2B3AB9}">
      <dsp:nvSpPr>
        <dsp:cNvPr id="0" name=""/>
        <dsp:cNvSpPr/>
      </dsp:nvSpPr>
      <dsp:spPr>
        <a:xfrm rot="5400000">
          <a:off x="2624227" y="973327"/>
          <a:ext cx="652805" cy="1086254"/>
        </a:xfrm>
        <a:prstGeom prst="corner">
          <a:avLst>
            <a:gd name="adj1" fmla="val 16120"/>
            <a:gd name="adj2" fmla="val 16110"/>
          </a:avLst>
        </a:prstGeom>
        <a:solidFill>
          <a:schemeClr val="accent5">
            <a:shade val="80000"/>
            <a:hueOff val="41045"/>
            <a:satOff val="-448"/>
            <a:lumOff val="5116"/>
            <a:alphaOff val="0"/>
          </a:schemeClr>
        </a:solidFill>
        <a:ln w="25400" cap="flat" cmpd="sng" algn="ctr">
          <a:solidFill>
            <a:schemeClr val="accent5">
              <a:shade val="80000"/>
              <a:hueOff val="41045"/>
              <a:satOff val="-448"/>
              <a:lumOff val="511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05AE5A5-38F9-4004-A7D2-9FF092977670}">
      <dsp:nvSpPr>
        <dsp:cNvPr id="0" name=""/>
        <dsp:cNvSpPr/>
      </dsp:nvSpPr>
      <dsp:spPr>
        <a:xfrm>
          <a:off x="2515257" y="1297883"/>
          <a:ext cx="980676" cy="8596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rtl="0">
            <a:lnSpc>
              <a:spcPct val="90000"/>
            </a:lnSpc>
            <a:spcBef>
              <a:spcPct val="0"/>
            </a:spcBef>
            <a:spcAft>
              <a:spcPct val="35000"/>
            </a:spcAft>
          </a:pPr>
          <a:r>
            <a:rPr lang="zh-CN" altLang="en-US" sz="1800" b="1" kern="1200" smtClean="0"/>
            <a:t>初始化定时器参数</a:t>
          </a:r>
          <a:endParaRPr lang="zh-CN" altLang="en-US" sz="1800" kern="1200"/>
        </a:p>
      </dsp:txBody>
      <dsp:txXfrm>
        <a:off x="2515257" y="1297883"/>
        <a:ext cx="980676" cy="859620"/>
      </dsp:txXfrm>
    </dsp:sp>
    <dsp:sp modelId="{6233C497-FDA2-4EA7-8F8C-6207E49695E5}">
      <dsp:nvSpPr>
        <dsp:cNvPr id="0" name=""/>
        <dsp:cNvSpPr/>
      </dsp:nvSpPr>
      <dsp:spPr>
        <a:xfrm>
          <a:off x="3310900" y="893356"/>
          <a:ext cx="185033" cy="185033"/>
        </a:xfrm>
        <a:prstGeom prst="triangle">
          <a:avLst>
            <a:gd name="adj" fmla="val 100000"/>
          </a:avLst>
        </a:prstGeom>
        <a:solidFill>
          <a:schemeClr val="accent5">
            <a:shade val="80000"/>
            <a:hueOff val="61567"/>
            <a:satOff val="-671"/>
            <a:lumOff val="7674"/>
            <a:alphaOff val="0"/>
          </a:schemeClr>
        </a:solidFill>
        <a:ln w="25400" cap="flat" cmpd="sng" algn="ctr">
          <a:solidFill>
            <a:schemeClr val="accent5">
              <a:shade val="80000"/>
              <a:hueOff val="61567"/>
              <a:satOff val="-671"/>
              <a:lumOff val="767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735ACAB-5C32-4B8D-A2AC-440414DA6A10}">
      <dsp:nvSpPr>
        <dsp:cNvPr id="0" name=""/>
        <dsp:cNvSpPr/>
      </dsp:nvSpPr>
      <dsp:spPr>
        <a:xfrm rot="5400000">
          <a:off x="3824766" y="676253"/>
          <a:ext cx="652805" cy="1086254"/>
        </a:xfrm>
        <a:prstGeom prst="corner">
          <a:avLst>
            <a:gd name="adj1" fmla="val 16120"/>
            <a:gd name="adj2" fmla="val 16110"/>
          </a:avLst>
        </a:prstGeom>
        <a:solidFill>
          <a:schemeClr val="accent5">
            <a:shade val="80000"/>
            <a:hueOff val="82089"/>
            <a:satOff val="-895"/>
            <a:lumOff val="10232"/>
            <a:alphaOff val="0"/>
          </a:schemeClr>
        </a:solidFill>
        <a:ln w="25400" cap="flat" cmpd="sng" algn="ctr">
          <a:solidFill>
            <a:schemeClr val="accent5">
              <a:shade val="80000"/>
              <a:hueOff val="82089"/>
              <a:satOff val="-895"/>
              <a:lumOff val="10232"/>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9E8ADFC-2E26-40E4-B9EF-D228F52D6428}">
      <dsp:nvSpPr>
        <dsp:cNvPr id="0" name=""/>
        <dsp:cNvSpPr/>
      </dsp:nvSpPr>
      <dsp:spPr>
        <a:xfrm>
          <a:off x="3715797" y="1000809"/>
          <a:ext cx="980676" cy="8596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rtl="0">
            <a:lnSpc>
              <a:spcPct val="90000"/>
            </a:lnSpc>
            <a:spcBef>
              <a:spcPct val="0"/>
            </a:spcBef>
            <a:spcAft>
              <a:spcPct val="35000"/>
            </a:spcAft>
          </a:pPr>
          <a:r>
            <a:rPr lang="zh-CN" sz="1800" b="1" kern="1200" smtClean="0"/>
            <a:t>设置</a:t>
          </a:r>
          <a:r>
            <a:rPr lang="en-US" sz="1800" b="1" kern="1200" smtClean="0"/>
            <a:t>TIM2</a:t>
          </a:r>
          <a:r>
            <a:rPr lang="zh-CN" sz="1800" b="1" kern="1200" smtClean="0"/>
            <a:t>允许更新中断</a:t>
          </a:r>
          <a:endParaRPr lang="zh-CN" sz="1800" kern="1200"/>
        </a:p>
      </dsp:txBody>
      <dsp:txXfrm>
        <a:off x="3715797" y="1000809"/>
        <a:ext cx="980676" cy="859620"/>
      </dsp:txXfrm>
    </dsp:sp>
    <dsp:sp modelId="{0CD6DF25-CEFD-4012-9040-9BC8182C8654}">
      <dsp:nvSpPr>
        <dsp:cNvPr id="0" name=""/>
        <dsp:cNvSpPr/>
      </dsp:nvSpPr>
      <dsp:spPr>
        <a:xfrm>
          <a:off x="4511440" y="596281"/>
          <a:ext cx="185033" cy="185033"/>
        </a:xfrm>
        <a:prstGeom prst="triangle">
          <a:avLst>
            <a:gd name="adj" fmla="val 100000"/>
          </a:avLst>
        </a:prstGeom>
        <a:solidFill>
          <a:schemeClr val="accent5">
            <a:shade val="80000"/>
            <a:hueOff val="102612"/>
            <a:satOff val="-1119"/>
            <a:lumOff val="12789"/>
            <a:alphaOff val="0"/>
          </a:schemeClr>
        </a:solidFill>
        <a:ln w="25400" cap="flat" cmpd="sng" algn="ctr">
          <a:solidFill>
            <a:schemeClr val="accent5">
              <a:shade val="80000"/>
              <a:hueOff val="102612"/>
              <a:satOff val="-1119"/>
              <a:lumOff val="12789"/>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F7C8D56-763A-44F1-B77B-C745C1C4AE98}">
      <dsp:nvSpPr>
        <dsp:cNvPr id="0" name=""/>
        <dsp:cNvSpPr/>
      </dsp:nvSpPr>
      <dsp:spPr>
        <a:xfrm rot="5400000">
          <a:off x="5025305" y="379178"/>
          <a:ext cx="652805" cy="1086254"/>
        </a:xfrm>
        <a:prstGeom prst="corner">
          <a:avLst>
            <a:gd name="adj1" fmla="val 16120"/>
            <a:gd name="adj2" fmla="val 16110"/>
          </a:avLst>
        </a:prstGeom>
        <a:solidFill>
          <a:schemeClr val="accent5">
            <a:shade val="80000"/>
            <a:hueOff val="123134"/>
            <a:satOff val="-1343"/>
            <a:lumOff val="15347"/>
            <a:alphaOff val="0"/>
          </a:schemeClr>
        </a:solidFill>
        <a:ln w="25400" cap="flat" cmpd="sng" algn="ctr">
          <a:solidFill>
            <a:schemeClr val="accent5">
              <a:shade val="80000"/>
              <a:hueOff val="123134"/>
              <a:satOff val="-1343"/>
              <a:lumOff val="15347"/>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0ABA8EF-AD59-4FFF-B07E-DF4A2192C035}">
      <dsp:nvSpPr>
        <dsp:cNvPr id="0" name=""/>
        <dsp:cNvSpPr/>
      </dsp:nvSpPr>
      <dsp:spPr>
        <a:xfrm>
          <a:off x="4916336" y="703734"/>
          <a:ext cx="980676" cy="8596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rtl="0">
            <a:lnSpc>
              <a:spcPct val="90000"/>
            </a:lnSpc>
            <a:spcBef>
              <a:spcPct val="0"/>
            </a:spcBef>
            <a:spcAft>
              <a:spcPct val="35000"/>
            </a:spcAft>
          </a:pPr>
          <a:r>
            <a:rPr lang="en-US" sz="1800" b="1" kern="1200" smtClean="0"/>
            <a:t>TIM2</a:t>
          </a:r>
          <a:r>
            <a:rPr lang="zh-CN" sz="1800" b="1" kern="1200" smtClean="0"/>
            <a:t>中断优先级设置</a:t>
          </a:r>
          <a:endParaRPr lang="zh-CN" sz="1800" kern="1200"/>
        </a:p>
      </dsp:txBody>
      <dsp:txXfrm>
        <a:off x="4916336" y="703734"/>
        <a:ext cx="980676" cy="859620"/>
      </dsp:txXfrm>
    </dsp:sp>
    <dsp:sp modelId="{AAE405D0-7F7D-4764-9079-7828A8AE6A61}">
      <dsp:nvSpPr>
        <dsp:cNvPr id="0" name=""/>
        <dsp:cNvSpPr/>
      </dsp:nvSpPr>
      <dsp:spPr>
        <a:xfrm>
          <a:off x="5711979" y="299207"/>
          <a:ext cx="185033" cy="185033"/>
        </a:xfrm>
        <a:prstGeom prst="triangle">
          <a:avLst>
            <a:gd name="adj" fmla="val 100000"/>
          </a:avLst>
        </a:prstGeom>
        <a:solidFill>
          <a:schemeClr val="accent5">
            <a:shade val="80000"/>
            <a:hueOff val="143657"/>
            <a:satOff val="-1567"/>
            <a:lumOff val="17905"/>
            <a:alphaOff val="0"/>
          </a:schemeClr>
        </a:solidFill>
        <a:ln w="25400" cap="flat" cmpd="sng" algn="ctr">
          <a:solidFill>
            <a:schemeClr val="accent5">
              <a:shade val="80000"/>
              <a:hueOff val="143657"/>
              <a:satOff val="-1567"/>
              <a:lumOff val="1790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FC70874-D29D-4D95-A243-57650B7E2AD3}">
      <dsp:nvSpPr>
        <dsp:cNvPr id="0" name=""/>
        <dsp:cNvSpPr/>
      </dsp:nvSpPr>
      <dsp:spPr>
        <a:xfrm rot="5400000">
          <a:off x="6225845" y="82103"/>
          <a:ext cx="652805" cy="1086254"/>
        </a:xfrm>
        <a:prstGeom prst="corner">
          <a:avLst>
            <a:gd name="adj1" fmla="val 16120"/>
            <a:gd name="adj2" fmla="val 16110"/>
          </a:avLst>
        </a:prstGeom>
        <a:solidFill>
          <a:schemeClr val="accent5">
            <a:shade val="80000"/>
            <a:hueOff val="164179"/>
            <a:satOff val="-1790"/>
            <a:lumOff val="20463"/>
            <a:alphaOff val="0"/>
          </a:schemeClr>
        </a:solidFill>
        <a:ln w="25400" cap="flat" cmpd="sng" algn="ctr">
          <a:solidFill>
            <a:schemeClr val="accent5">
              <a:shade val="80000"/>
              <a:hueOff val="164179"/>
              <a:satOff val="-1790"/>
              <a:lumOff val="2046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12DB053-0235-48C6-9D95-28D5F714838B}">
      <dsp:nvSpPr>
        <dsp:cNvPr id="0" name=""/>
        <dsp:cNvSpPr/>
      </dsp:nvSpPr>
      <dsp:spPr>
        <a:xfrm>
          <a:off x="6116875" y="406659"/>
          <a:ext cx="980676" cy="8596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rtl="0">
            <a:lnSpc>
              <a:spcPct val="90000"/>
            </a:lnSpc>
            <a:spcBef>
              <a:spcPct val="0"/>
            </a:spcBef>
            <a:spcAft>
              <a:spcPct val="35000"/>
            </a:spcAft>
          </a:pPr>
          <a:r>
            <a:rPr lang="zh-CN" sz="1800" b="1" kern="1200" smtClean="0"/>
            <a:t>使能</a:t>
          </a:r>
          <a:r>
            <a:rPr lang="en-US" sz="1800" b="1" kern="1200" smtClean="0"/>
            <a:t>TIM2</a:t>
          </a:r>
          <a:endParaRPr lang="zh-CN" sz="1800" kern="1200"/>
        </a:p>
      </dsp:txBody>
      <dsp:txXfrm>
        <a:off x="6116875" y="406659"/>
        <a:ext cx="980676" cy="859620"/>
      </dsp:txXfrm>
    </dsp:sp>
    <dsp:sp modelId="{F801D31E-476B-4780-A8A8-9D7C82647E9A}">
      <dsp:nvSpPr>
        <dsp:cNvPr id="0" name=""/>
        <dsp:cNvSpPr/>
      </dsp:nvSpPr>
      <dsp:spPr>
        <a:xfrm>
          <a:off x="6912518" y="2132"/>
          <a:ext cx="185033" cy="185033"/>
        </a:xfrm>
        <a:prstGeom prst="triangle">
          <a:avLst>
            <a:gd name="adj" fmla="val 100000"/>
          </a:avLst>
        </a:prstGeom>
        <a:solidFill>
          <a:schemeClr val="accent5">
            <a:shade val="80000"/>
            <a:hueOff val="184701"/>
            <a:satOff val="-2014"/>
            <a:lumOff val="23021"/>
            <a:alphaOff val="0"/>
          </a:schemeClr>
        </a:solidFill>
        <a:ln w="25400" cap="flat" cmpd="sng" algn="ctr">
          <a:solidFill>
            <a:schemeClr val="accent5">
              <a:shade val="80000"/>
              <a:hueOff val="184701"/>
              <a:satOff val="-2014"/>
              <a:lumOff val="2302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3A42276-188A-4AA8-AD07-DC6C91ED8B75}">
      <dsp:nvSpPr>
        <dsp:cNvPr id="0" name=""/>
        <dsp:cNvSpPr/>
      </dsp:nvSpPr>
      <dsp:spPr>
        <a:xfrm rot="5400000">
          <a:off x="7426384" y="-214970"/>
          <a:ext cx="652805" cy="1086254"/>
        </a:xfrm>
        <a:prstGeom prst="corner">
          <a:avLst>
            <a:gd name="adj1" fmla="val 16120"/>
            <a:gd name="adj2" fmla="val 16110"/>
          </a:avLst>
        </a:prstGeom>
        <a:solidFill>
          <a:schemeClr val="accent5">
            <a:shade val="80000"/>
            <a:hueOff val="205224"/>
            <a:satOff val="-2238"/>
            <a:lumOff val="25579"/>
            <a:alphaOff val="0"/>
          </a:schemeClr>
        </a:solidFill>
        <a:ln w="25400" cap="flat" cmpd="sng" algn="ctr">
          <a:solidFill>
            <a:schemeClr val="accent5">
              <a:shade val="80000"/>
              <a:hueOff val="205224"/>
              <a:satOff val="-2238"/>
              <a:lumOff val="25579"/>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72418E-6116-4F0D-9C40-F87E3C70172D}">
      <dsp:nvSpPr>
        <dsp:cNvPr id="0" name=""/>
        <dsp:cNvSpPr/>
      </dsp:nvSpPr>
      <dsp:spPr>
        <a:xfrm>
          <a:off x="7317414" y="109585"/>
          <a:ext cx="980676" cy="8596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rtl="0">
            <a:lnSpc>
              <a:spcPct val="90000"/>
            </a:lnSpc>
            <a:spcBef>
              <a:spcPct val="0"/>
            </a:spcBef>
            <a:spcAft>
              <a:spcPct val="35000"/>
            </a:spcAft>
          </a:pPr>
          <a:r>
            <a:rPr lang="zh-CN" altLang="en-US" sz="1800" b="1" kern="1200" smtClean="0"/>
            <a:t>编写中断服务函数</a:t>
          </a:r>
          <a:endParaRPr lang="zh-CN" altLang="en-US" sz="1800" kern="1200"/>
        </a:p>
      </dsp:txBody>
      <dsp:txXfrm>
        <a:off x="7317414" y="109585"/>
        <a:ext cx="980676" cy="85962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481DBB-812A-4AAB-BC2F-58A4D4CCE661}">
      <dsp:nvSpPr>
        <dsp:cNvPr id="0" name=""/>
        <dsp:cNvSpPr/>
      </dsp:nvSpPr>
      <dsp:spPr>
        <a:xfrm>
          <a:off x="5222384" y="1421452"/>
          <a:ext cx="176052" cy="1373210"/>
        </a:xfrm>
        <a:custGeom>
          <a:avLst/>
          <a:gdLst/>
          <a:ahLst/>
          <a:cxnLst/>
          <a:rect l="0" t="0" r="0" b="0"/>
          <a:pathLst>
            <a:path>
              <a:moveTo>
                <a:pt x="0" y="0"/>
              </a:moveTo>
              <a:lnTo>
                <a:pt x="0" y="1373210"/>
              </a:lnTo>
              <a:lnTo>
                <a:pt x="176052" y="1373210"/>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23F9487-C99E-44E7-8F68-76E4F1CC088E}">
      <dsp:nvSpPr>
        <dsp:cNvPr id="0" name=""/>
        <dsp:cNvSpPr/>
      </dsp:nvSpPr>
      <dsp:spPr>
        <a:xfrm>
          <a:off x="5222384" y="1421452"/>
          <a:ext cx="176052" cy="539894"/>
        </a:xfrm>
        <a:custGeom>
          <a:avLst/>
          <a:gdLst/>
          <a:ahLst/>
          <a:cxnLst/>
          <a:rect l="0" t="0" r="0" b="0"/>
          <a:pathLst>
            <a:path>
              <a:moveTo>
                <a:pt x="0" y="0"/>
              </a:moveTo>
              <a:lnTo>
                <a:pt x="0" y="539894"/>
              </a:lnTo>
              <a:lnTo>
                <a:pt x="176052" y="539894"/>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53EE753-1608-4B17-AC4D-9930A37B27B4}">
      <dsp:nvSpPr>
        <dsp:cNvPr id="0" name=""/>
        <dsp:cNvSpPr/>
      </dsp:nvSpPr>
      <dsp:spPr>
        <a:xfrm>
          <a:off x="3561620" y="586842"/>
          <a:ext cx="2130237" cy="247768"/>
        </a:xfrm>
        <a:custGeom>
          <a:avLst/>
          <a:gdLst/>
          <a:ahLst/>
          <a:cxnLst/>
          <a:rect l="0" t="0" r="0" b="0"/>
          <a:pathLst>
            <a:path>
              <a:moveTo>
                <a:pt x="0" y="0"/>
              </a:moveTo>
              <a:lnTo>
                <a:pt x="0" y="124531"/>
              </a:lnTo>
              <a:lnTo>
                <a:pt x="2130237" y="124531"/>
              </a:lnTo>
              <a:lnTo>
                <a:pt x="2130237" y="247768"/>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2BBAE44-5D50-4181-BBA6-29041690C994}">
      <dsp:nvSpPr>
        <dsp:cNvPr id="0" name=""/>
        <dsp:cNvSpPr/>
      </dsp:nvSpPr>
      <dsp:spPr>
        <a:xfrm>
          <a:off x="3561620" y="586842"/>
          <a:ext cx="710079" cy="247768"/>
        </a:xfrm>
        <a:custGeom>
          <a:avLst/>
          <a:gdLst/>
          <a:ahLst/>
          <a:cxnLst/>
          <a:rect l="0" t="0" r="0" b="0"/>
          <a:pathLst>
            <a:path>
              <a:moveTo>
                <a:pt x="0" y="0"/>
              </a:moveTo>
              <a:lnTo>
                <a:pt x="0" y="124531"/>
              </a:lnTo>
              <a:lnTo>
                <a:pt x="710079" y="124531"/>
              </a:lnTo>
              <a:lnTo>
                <a:pt x="710079" y="247768"/>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4DE3214-6944-43EA-841E-5A8EDC924FCD}">
      <dsp:nvSpPr>
        <dsp:cNvPr id="0" name=""/>
        <dsp:cNvSpPr/>
      </dsp:nvSpPr>
      <dsp:spPr>
        <a:xfrm>
          <a:off x="2851541" y="586842"/>
          <a:ext cx="710079" cy="247768"/>
        </a:xfrm>
        <a:custGeom>
          <a:avLst/>
          <a:gdLst/>
          <a:ahLst/>
          <a:cxnLst/>
          <a:rect l="0" t="0" r="0" b="0"/>
          <a:pathLst>
            <a:path>
              <a:moveTo>
                <a:pt x="710079" y="0"/>
              </a:moveTo>
              <a:lnTo>
                <a:pt x="710079" y="124531"/>
              </a:lnTo>
              <a:lnTo>
                <a:pt x="0" y="124531"/>
              </a:lnTo>
              <a:lnTo>
                <a:pt x="0" y="247768"/>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6B8E54B-E406-4916-B93F-A3659C2C5CF1}">
      <dsp:nvSpPr>
        <dsp:cNvPr id="0" name=""/>
        <dsp:cNvSpPr/>
      </dsp:nvSpPr>
      <dsp:spPr>
        <a:xfrm>
          <a:off x="1431383" y="586842"/>
          <a:ext cx="2130237" cy="247768"/>
        </a:xfrm>
        <a:custGeom>
          <a:avLst/>
          <a:gdLst/>
          <a:ahLst/>
          <a:cxnLst/>
          <a:rect l="0" t="0" r="0" b="0"/>
          <a:pathLst>
            <a:path>
              <a:moveTo>
                <a:pt x="2130237" y="0"/>
              </a:moveTo>
              <a:lnTo>
                <a:pt x="2130237" y="124531"/>
              </a:lnTo>
              <a:lnTo>
                <a:pt x="0" y="124531"/>
              </a:lnTo>
              <a:lnTo>
                <a:pt x="0" y="247768"/>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743FE7A-9472-48CE-88B9-9087331AEB46}">
      <dsp:nvSpPr>
        <dsp:cNvPr id="0" name=""/>
        <dsp:cNvSpPr/>
      </dsp:nvSpPr>
      <dsp:spPr>
        <a:xfrm>
          <a:off x="2856541" y="0"/>
          <a:ext cx="1410158" cy="586842"/>
        </a:xfrm>
        <a:prstGeom prst="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6510" tIns="16510" rIns="16510" bIns="16510" numCol="1" spcCol="1270" anchor="ctr" anchorCtr="0">
          <a:noAutofit/>
        </a:bodyPr>
        <a:lstStyle/>
        <a:p>
          <a:pPr lvl="0" algn="ctr" defTabSz="1155700" rtl="0">
            <a:lnSpc>
              <a:spcPct val="90000"/>
            </a:lnSpc>
            <a:spcBef>
              <a:spcPct val="0"/>
            </a:spcBef>
            <a:spcAft>
              <a:spcPct val="35000"/>
            </a:spcAft>
          </a:pPr>
          <a:r>
            <a:rPr lang="zh-CN" altLang="en-US" sz="2600" b="1" kern="1200" dirty="0" smtClean="0"/>
            <a:t>程序编写</a:t>
          </a:r>
          <a:endParaRPr lang="zh-CN" sz="2600" b="1" kern="1200" dirty="0"/>
        </a:p>
      </dsp:txBody>
      <dsp:txXfrm>
        <a:off x="2856541" y="0"/>
        <a:ext cx="1410158" cy="586842"/>
      </dsp:txXfrm>
    </dsp:sp>
    <dsp:sp modelId="{4F2CAB8E-49E2-408C-84B4-B195C7BAEBFE}">
      <dsp:nvSpPr>
        <dsp:cNvPr id="0" name=""/>
        <dsp:cNvSpPr/>
      </dsp:nvSpPr>
      <dsp:spPr>
        <a:xfrm>
          <a:off x="844541" y="834610"/>
          <a:ext cx="1173684" cy="586842"/>
        </a:xfrm>
        <a:prstGeom prst="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100000"/>
            </a:lnSpc>
            <a:spcBef>
              <a:spcPct val="0"/>
            </a:spcBef>
            <a:spcAft>
              <a:spcPts val="0"/>
            </a:spcAft>
          </a:pPr>
          <a:r>
            <a:rPr lang="en-US" sz="1800" b="1" kern="1200" dirty="0" err="1" smtClean="0"/>
            <a:t>Timer.h</a:t>
          </a:r>
          <a:endParaRPr lang="en-US" sz="1800" b="1" kern="1200" dirty="0" smtClean="0"/>
        </a:p>
        <a:p>
          <a:pPr lvl="0" algn="ctr" defTabSz="800100" rtl="0">
            <a:lnSpc>
              <a:spcPct val="100000"/>
            </a:lnSpc>
            <a:spcBef>
              <a:spcPct val="0"/>
            </a:spcBef>
            <a:spcAft>
              <a:spcPts val="0"/>
            </a:spcAft>
          </a:pPr>
          <a:r>
            <a:rPr lang="zh-CN" sz="1800" b="1" kern="1200" dirty="0" smtClean="0"/>
            <a:t>文件</a:t>
          </a:r>
          <a:endParaRPr lang="zh-CN" sz="1800" b="1" kern="1200" dirty="0"/>
        </a:p>
      </dsp:txBody>
      <dsp:txXfrm>
        <a:off x="844541" y="834610"/>
        <a:ext cx="1173684" cy="586842"/>
      </dsp:txXfrm>
    </dsp:sp>
    <dsp:sp modelId="{32D3F3DC-EBEF-4576-A62D-E97BA082F290}">
      <dsp:nvSpPr>
        <dsp:cNvPr id="0" name=""/>
        <dsp:cNvSpPr/>
      </dsp:nvSpPr>
      <dsp:spPr>
        <a:xfrm>
          <a:off x="2264699" y="834610"/>
          <a:ext cx="1173684" cy="586842"/>
        </a:xfrm>
        <a:prstGeom prst="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100000"/>
            </a:lnSpc>
            <a:spcBef>
              <a:spcPct val="0"/>
            </a:spcBef>
            <a:spcAft>
              <a:spcPts val="0"/>
            </a:spcAft>
          </a:pPr>
          <a:r>
            <a:rPr lang="en-US" sz="1800" b="1" kern="1200" dirty="0" err="1" smtClean="0"/>
            <a:t>Timer.c</a:t>
          </a:r>
          <a:endParaRPr lang="en-US" sz="1800" b="1" kern="1200" dirty="0" smtClean="0"/>
        </a:p>
        <a:p>
          <a:pPr lvl="0" algn="ctr" defTabSz="800100" rtl="0">
            <a:lnSpc>
              <a:spcPct val="100000"/>
            </a:lnSpc>
            <a:spcBef>
              <a:spcPct val="0"/>
            </a:spcBef>
            <a:spcAft>
              <a:spcPts val="0"/>
            </a:spcAft>
          </a:pPr>
          <a:r>
            <a:rPr lang="zh-CN" sz="1800" b="1" kern="1200" dirty="0" smtClean="0"/>
            <a:t>文件</a:t>
          </a:r>
          <a:endParaRPr lang="zh-CN" sz="1800" b="1" kern="1200" dirty="0"/>
        </a:p>
      </dsp:txBody>
      <dsp:txXfrm>
        <a:off x="2264699" y="834610"/>
        <a:ext cx="1173684" cy="586842"/>
      </dsp:txXfrm>
    </dsp:sp>
    <dsp:sp modelId="{517303F1-DE16-4C85-8213-A0408C38360C}">
      <dsp:nvSpPr>
        <dsp:cNvPr id="0" name=""/>
        <dsp:cNvSpPr/>
      </dsp:nvSpPr>
      <dsp:spPr>
        <a:xfrm>
          <a:off x="3684857" y="834610"/>
          <a:ext cx="1173684" cy="586842"/>
        </a:xfrm>
        <a:prstGeom prst="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zh-CN" sz="1800" b="1" kern="1200" dirty="0" smtClean="0"/>
            <a:t>主程序</a:t>
          </a:r>
          <a:r>
            <a:rPr lang="en-US" sz="1800" b="1" kern="1200" dirty="0" err="1" smtClean="0"/>
            <a:t>main.c</a:t>
          </a:r>
          <a:endParaRPr lang="zh-CN" sz="1800" b="1" kern="1200" dirty="0"/>
        </a:p>
      </dsp:txBody>
      <dsp:txXfrm>
        <a:off x="3684857" y="834610"/>
        <a:ext cx="1173684" cy="586842"/>
      </dsp:txXfrm>
    </dsp:sp>
    <dsp:sp modelId="{9900DA43-2A8E-4C80-8C0F-B40463443F0A}">
      <dsp:nvSpPr>
        <dsp:cNvPr id="0" name=""/>
        <dsp:cNvSpPr/>
      </dsp:nvSpPr>
      <dsp:spPr>
        <a:xfrm>
          <a:off x="5105015" y="834610"/>
          <a:ext cx="1173684" cy="586842"/>
        </a:xfrm>
        <a:prstGeom prst="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en-US" sz="1800" b="1" kern="1200" dirty="0" smtClean="0"/>
            <a:t>LED</a:t>
          </a:r>
          <a:r>
            <a:rPr lang="zh-CN" sz="1800" b="1" kern="1200" dirty="0" smtClean="0"/>
            <a:t>相关的程序</a:t>
          </a:r>
          <a:endParaRPr lang="zh-CN" sz="1800" b="1" kern="1200" dirty="0"/>
        </a:p>
      </dsp:txBody>
      <dsp:txXfrm>
        <a:off x="5105015" y="834610"/>
        <a:ext cx="1173684" cy="586842"/>
      </dsp:txXfrm>
    </dsp:sp>
    <dsp:sp modelId="{0DCAAF1B-A0F9-425E-91BA-441F3BA08CED}">
      <dsp:nvSpPr>
        <dsp:cNvPr id="0" name=""/>
        <dsp:cNvSpPr/>
      </dsp:nvSpPr>
      <dsp:spPr>
        <a:xfrm>
          <a:off x="5398436" y="1667926"/>
          <a:ext cx="1173684" cy="586842"/>
        </a:xfrm>
        <a:prstGeom prst="rect">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en-US" altLang="zh-CN" sz="1800" b="1" kern="1200" dirty="0" err="1" smtClean="0">
              <a:solidFill>
                <a:schemeClr val="tx1"/>
              </a:solidFill>
            </a:rPr>
            <a:t>led.c</a:t>
          </a:r>
          <a:r>
            <a:rPr lang="zh-CN" altLang="en-US" sz="1800" b="1" kern="1200" dirty="0" smtClean="0">
              <a:solidFill>
                <a:schemeClr val="tx1"/>
              </a:solidFill>
            </a:rPr>
            <a:t>文件</a:t>
          </a:r>
          <a:endParaRPr lang="zh-CN" sz="1800" b="1" kern="1200" dirty="0">
            <a:solidFill>
              <a:schemeClr val="tx1"/>
            </a:solidFill>
          </a:endParaRPr>
        </a:p>
      </dsp:txBody>
      <dsp:txXfrm>
        <a:off x="5398436" y="1667926"/>
        <a:ext cx="1173684" cy="586842"/>
      </dsp:txXfrm>
    </dsp:sp>
    <dsp:sp modelId="{F7D77D3F-B19E-426F-ABD3-010C6BCF2E4B}">
      <dsp:nvSpPr>
        <dsp:cNvPr id="0" name=""/>
        <dsp:cNvSpPr/>
      </dsp:nvSpPr>
      <dsp:spPr>
        <a:xfrm>
          <a:off x="5398436" y="2501242"/>
          <a:ext cx="1425874" cy="586842"/>
        </a:xfrm>
        <a:prstGeom prst="rect">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en-US" altLang="zh-CN" sz="1800" b="1" kern="1200" dirty="0" err="1" smtClean="0">
              <a:solidFill>
                <a:schemeClr val="tx1"/>
              </a:solidFill>
            </a:rPr>
            <a:t>led.h</a:t>
          </a:r>
          <a:r>
            <a:rPr lang="zh-CN" altLang="en-US" sz="1800" b="1" kern="1200" dirty="0" smtClean="0">
              <a:solidFill>
                <a:schemeClr val="tx1"/>
              </a:solidFill>
            </a:rPr>
            <a:t>头文件</a:t>
          </a:r>
          <a:endParaRPr lang="zh-CN" sz="1800" b="1" kern="1200" dirty="0">
            <a:solidFill>
              <a:schemeClr val="tx1"/>
            </a:solidFill>
          </a:endParaRPr>
        </a:p>
      </dsp:txBody>
      <dsp:txXfrm>
        <a:off x="5398436" y="2501242"/>
        <a:ext cx="1425874" cy="58684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A1E579-261F-4759-B913-0E12CB0B4E04}">
      <dsp:nvSpPr>
        <dsp:cNvPr id="0" name=""/>
        <dsp:cNvSpPr/>
      </dsp:nvSpPr>
      <dsp:spPr>
        <a:xfrm rot="5400000">
          <a:off x="1506624" y="791503"/>
          <a:ext cx="649641" cy="739593"/>
        </a:xfrm>
        <a:prstGeom prst="bentUpArrow">
          <a:avLst>
            <a:gd name="adj1" fmla="val 32840"/>
            <a:gd name="adj2" fmla="val 25000"/>
            <a:gd name="adj3" fmla="val 35780"/>
          </a:avLst>
        </a:prstGeom>
        <a:solidFill>
          <a:schemeClr val="accent5">
            <a:tint val="40000"/>
            <a:hueOff val="0"/>
            <a:satOff val="0"/>
            <a:lumOff val="0"/>
            <a:alphaOff val="0"/>
          </a:schemeClr>
        </a:solid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 modelId="{6616759A-3406-4CA2-9DB4-C16884D7DCAC}">
      <dsp:nvSpPr>
        <dsp:cNvPr id="0" name=""/>
        <dsp:cNvSpPr/>
      </dsp:nvSpPr>
      <dsp:spPr>
        <a:xfrm>
          <a:off x="758352" y="84462"/>
          <a:ext cx="2766034" cy="765494"/>
        </a:xfrm>
        <a:prstGeom prst="roundRect">
          <a:avLst>
            <a:gd name="adj" fmla="val 16670"/>
          </a:avLst>
        </a:prstGeom>
        <a:solidFill>
          <a:schemeClr val="lt1">
            <a:hueOff val="0"/>
            <a:satOff val="0"/>
            <a:lumOff val="0"/>
            <a:alphaOff val="0"/>
          </a:schemeClr>
        </a:solid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100000"/>
            </a:lnSpc>
            <a:spcBef>
              <a:spcPct val="0"/>
            </a:spcBef>
            <a:spcAft>
              <a:spcPts val="0"/>
            </a:spcAft>
          </a:pPr>
          <a:r>
            <a:rPr lang="zh-CN" sz="1800" b="1" kern="1200" dirty="0" smtClean="0"/>
            <a:t>配置</a:t>
          </a:r>
          <a:r>
            <a:rPr lang="en-US" sz="1800" b="1" kern="1200" dirty="0" err="1" smtClean="0"/>
            <a:t>PWM</a:t>
          </a:r>
          <a:r>
            <a:rPr lang="zh-CN" sz="1800" b="1" kern="1200" dirty="0" smtClean="0"/>
            <a:t>输出通道</a:t>
          </a:r>
          <a:endParaRPr lang="en-US" altLang="zh-CN" sz="1800" b="1" kern="1200" dirty="0" smtClean="0"/>
        </a:p>
        <a:p>
          <a:pPr lvl="0" algn="ctr" defTabSz="800100" rtl="0">
            <a:lnSpc>
              <a:spcPct val="100000"/>
            </a:lnSpc>
            <a:spcBef>
              <a:spcPct val="0"/>
            </a:spcBef>
            <a:spcAft>
              <a:spcPts val="0"/>
            </a:spcAft>
          </a:pPr>
          <a:r>
            <a:rPr lang="zh-CN" sz="1800" b="1" kern="1200" dirty="0" smtClean="0"/>
            <a:t>开启</a:t>
          </a:r>
          <a:r>
            <a:rPr lang="en-US" sz="1800" b="1" kern="1200" dirty="0" err="1" smtClean="0"/>
            <a:t>TIM3</a:t>
          </a:r>
          <a:r>
            <a:rPr lang="zh-CN" sz="1800" b="1" kern="1200" dirty="0" smtClean="0"/>
            <a:t>时钟</a:t>
          </a:r>
          <a:endParaRPr lang="zh-CN" sz="1800" b="1" kern="1200" dirty="0"/>
        </a:p>
      </dsp:txBody>
      <dsp:txXfrm>
        <a:off x="795727" y="121837"/>
        <a:ext cx="2691284" cy="690744"/>
      </dsp:txXfrm>
    </dsp:sp>
    <dsp:sp modelId="{18001414-F90A-4472-A15C-5E0042EBAADB}">
      <dsp:nvSpPr>
        <dsp:cNvPr id="0" name=""/>
        <dsp:cNvSpPr/>
      </dsp:nvSpPr>
      <dsp:spPr>
        <a:xfrm>
          <a:off x="2695722" y="92594"/>
          <a:ext cx="795390" cy="618706"/>
        </a:xfrm>
        <a:prstGeom prst="rect">
          <a:avLst/>
        </a:prstGeom>
        <a:noFill/>
        <a:ln>
          <a:noFill/>
        </a:ln>
        <a:effectLst/>
      </dsp:spPr>
      <dsp:style>
        <a:lnRef idx="0">
          <a:scrgbClr r="0" g="0" b="0"/>
        </a:lnRef>
        <a:fillRef idx="0">
          <a:scrgbClr r="0" g="0" b="0"/>
        </a:fillRef>
        <a:effectRef idx="0">
          <a:scrgbClr r="0" g="0" b="0"/>
        </a:effectRef>
        <a:fontRef idx="minor"/>
      </dsp:style>
    </dsp:sp>
    <dsp:sp modelId="{CCA020EC-0E92-40CD-85EF-EBA08DF63F2B}">
      <dsp:nvSpPr>
        <dsp:cNvPr id="0" name=""/>
        <dsp:cNvSpPr/>
      </dsp:nvSpPr>
      <dsp:spPr>
        <a:xfrm rot="5400000">
          <a:off x="2834320" y="1651406"/>
          <a:ext cx="649641" cy="739593"/>
        </a:xfrm>
        <a:prstGeom prst="bentUpArrow">
          <a:avLst>
            <a:gd name="adj1" fmla="val 32840"/>
            <a:gd name="adj2" fmla="val 25000"/>
            <a:gd name="adj3" fmla="val 35780"/>
          </a:avLst>
        </a:prstGeom>
        <a:solidFill>
          <a:schemeClr val="accent5">
            <a:tint val="40000"/>
            <a:hueOff val="0"/>
            <a:satOff val="0"/>
            <a:lumOff val="0"/>
            <a:alphaOff val="0"/>
          </a:schemeClr>
        </a:solid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 modelId="{3FCD1B33-651A-48E0-93A1-B4924A08CCB8}">
      <dsp:nvSpPr>
        <dsp:cNvPr id="0" name=""/>
        <dsp:cNvSpPr/>
      </dsp:nvSpPr>
      <dsp:spPr>
        <a:xfrm>
          <a:off x="2088739" y="923842"/>
          <a:ext cx="2766034" cy="765494"/>
        </a:xfrm>
        <a:prstGeom prst="roundRect">
          <a:avLst>
            <a:gd name="adj" fmla="val 16670"/>
          </a:avLst>
        </a:prstGeom>
        <a:solidFill>
          <a:schemeClr val="lt1">
            <a:hueOff val="0"/>
            <a:satOff val="0"/>
            <a:lumOff val="0"/>
            <a:alphaOff val="0"/>
          </a:schemeClr>
        </a:solid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zh-CN" sz="1800" b="1" kern="1200" smtClean="0"/>
            <a:t>初始化定时器</a:t>
          </a:r>
          <a:r>
            <a:rPr lang="en-US" sz="1800" b="1" kern="1200" smtClean="0"/>
            <a:t>TIM3</a:t>
          </a:r>
          <a:endParaRPr lang="zh-CN" sz="1800" b="1" kern="1200"/>
        </a:p>
      </dsp:txBody>
      <dsp:txXfrm>
        <a:off x="2126114" y="961217"/>
        <a:ext cx="2691284" cy="690744"/>
      </dsp:txXfrm>
    </dsp:sp>
    <dsp:sp modelId="{567DBED7-7C6B-4F2C-973B-07CFD5B80745}">
      <dsp:nvSpPr>
        <dsp:cNvPr id="0" name=""/>
        <dsp:cNvSpPr/>
      </dsp:nvSpPr>
      <dsp:spPr>
        <a:xfrm>
          <a:off x="4023418" y="952496"/>
          <a:ext cx="795390" cy="618706"/>
        </a:xfrm>
        <a:prstGeom prst="rect">
          <a:avLst/>
        </a:prstGeom>
        <a:noFill/>
        <a:ln>
          <a:noFill/>
        </a:ln>
        <a:effectLst/>
      </dsp:spPr>
      <dsp:style>
        <a:lnRef idx="0">
          <a:scrgbClr r="0" g="0" b="0"/>
        </a:lnRef>
        <a:fillRef idx="0">
          <a:scrgbClr r="0" g="0" b="0"/>
        </a:fillRef>
        <a:effectRef idx="0">
          <a:scrgbClr r="0" g="0" b="0"/>
        </a:effectRef>
        <a:fontRef idx="minor"/>
      </dsp:style>
    </dsp:sp>
    <dsp:sp modelId="{5B17153E-4C2B-4589-A6AA-04B01F345965}">
      <dsp:nvSpPr>
        <dsp:cNvPr id="0" name=""/>
        <dsp:cNvSpPr/>
      </dsp:nvSpPr>
      <dsp:spPr>
        <a:xfrm rot="5400000">
          <a:off x="4162016" y="2511309"/>
          <a:ext cx="649641" cy="739593"/>
        </a:xfrm>
        <a:prstGeom prst="bentUpArrow">
          <a:avLst>
            <a:gd name="adj1" fmla="val 32840"/>
            <a:gd name="adj2" fmla="val 25000"/>
            <a:gd name="adj3" fmla="val 35780"/>
          </a:avLst>
        </a:prstGeom>
        <a:solidFill>
          <a:schemeClr val="accent5">
            <a:tint val="40000"/>
            <a:hueOff val="0"/>
            <a:satOff val="0"/>
            <a:lumOff val="0"/>
            <a:alphaOff val="0"/>
          </a:schemeClr>
        </a:solid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 modelId="{E3095C0A-A05D-4E59-9C61-DE606F06BF10}">
      <dsp:nvSpPr>
        <dsp:cNvPr id="0" name=""/>
        <dsp:cNvSpPr/>
      </dsp:nvSpPr>
      <dsp:spPr>
        <a:xfrm>
          <a:off x="3477338" y="1762877"/>
          <a:ext cx="2766034" cy="765494"/>
        </a:xfrm>
        <a:prstGeom prst="roundRect">
          <a:avLst>
            <a:gd name="adj" fmla="val 16670"/>
          </a:avLst>
        </a:prstGeom>
        <a:solidFill>
          <a:schemeClr val="lt1">
            <a:hueOff val="0"/>
            <a:satOff val="0"/>
            <a:lumOff val="0"/>
            <a:alphaOff val="0"/>
          </a:schemeClr>
        </a:solid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zh-CN" sz="1800" b="1" kern="1200" smtClean="0"/>
            <a:t>设置</a:t>
          </a:r>
          <a:r>
            <a:rPr lang="en-US" sz="1800" b="1" kern="1200" smtClean="0"/>
            <a:t>TIM3_CH2</a:t>
          </a:r>
          <a:r>
            <a:rPr lang="zh-CN" sz="1800" b="1" kern="1200" smtClean="0"/>
            <a:t>的</a:t>
          </a:r>
          <a:r>
            <a:rPr lang="en-US" sz="1800" b="1" kern="1200" smtClean="0"/>
            <a:t>PWM</a:t>
          </a:r>
          <a:r>
            <a:rPr lang="zh-CN" sz="1800" b="1" kern="1200" smtClean="0"/>
            <a:t>模式，使能</a:t>
          </a:r>
          <a:r>
            <a:rPr lang="en-US" sz="1800" b="1" kern="1200" smtClean="0"/>
            <a:t>TIM3</a:t>
          </a:r>
          <a:r>
            <a:rPr lang="zh-CN" sz="1800" b="1" kern="1200" smtClean="0"/>
            <a:t>的</a:t>
          </a:r>
          <a:r>
            <a:rPr lang="en-US" sz="1800" b="1" kern="1200" smtClean="0"/>
            <a:t>CH2</a:t>
          </a:r>
          <a:r>
            <a:rPr lang="zh-CN" sz="1800" b="1" kern="1200" smtClean="0"/>
            <a:t>输出</a:t>
          </a:r>
          <a:endParaRPr lang="zh-CN" sz="1800" b="1" kern="1200"/>
        </a:p>
      </dsp:txBody>
      <dsp:txXfrm>
        <a:off x="3514713" y="1800252"/>
        <a:ext cx="2691284" cy="690744"/>
      </dsp:txXfrm>
    </dsp:sp>
    <dsp:sp modelId="{FDFCC145-5B2D-455D-832C-5168118D1972}">
      <dsp:nvSpPr>
        <dsp:cNvPr id="0" name=""/>
        <dsp:cNvSpPr/>
      </dsp:nvSpPr>
      <dsp:spPr>
        <a:xfrm>
          <a:off x="5351115" y="1812399"/>
          <a:ext cx="795390" cy="618706"/>
        </a:xfrm>
        <a:prstGeom prst="rect">
          <a:avLst/>
        </a:prstGeom>
        <a:noFill/>
        <a:ln>
          <a:noFill/>
        </a:ln>
        <a:effectLst/>
      </dsp:spPr>
      <dsp:style>
        <a:lnRef idx="0">
          <a:scrgbClr r="0" g="0" b="0"/>
        </a:lnRef>
        <a:fillRef idx="0">
          <a:scrgbClr r="0" g="0" b="0"/>
        </a:fillRef>
        <a:effectRef idx="0">
          <a:scrgbClr r="0" g="0" b="0"/>
        </a:effectRef>
        <a:fontRef idx="minor"/>
      </dsp:style>
    </dsp:sp>
    <dsp:sp modelId="{799C4214-9DAD-4138-9354-D2F68BF82ABC}">
      <dsp:nvSpPr>
        <dsp:cNvPr id="0" name=""/>
        <dsp:cNvSpPr/>
      </dsp:nvSpPr>
      <dsp:spPr>
        <a:xfrm>
          <a:off x="4785907" y="2592290"/>
          <a:ext cx="2766034" cy="765494"/>
        </a:xfrm>
        <a:prstGeom prst="roundRect">
          <a:avLst>
            <a:gd name="adj" fmla="val 16670"/>
          </a:avLst>
        </a:prstGeom>
        <a:solidFill>
          <a:schemeClr val="lt1">
            <a:hueOff val="0"/>
            <a:satOff val="0"/>
            <a:lumOff val="0"/>
            <a:alphaOff val="0"/>
          </a:schemeClr>
        </a:solid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zh-CN" sz="1800" b="1" kern="1200" dirty="0" smtClean="0"/>
            <a:t>使能定时器</a:t>
          </a:r>
          <a:r>
            <a:rPr lang="en-US" sz="1800" b="1" kern="1200" dirty="0" err="1" smtClean="0"/>
            <a:t>TIM3</a:t>
          </a:r>
          <a:endParaRPr lang="zh-CN" sz="1800" b="1" kern="1200" dirty="0"/>
        </a:p>
      </dsp:txBody>
      <dsp:txXfrm>
        <a:off x="4823282" y="2629665"/>
        <a:ext cx="2691284" cy="69074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BBAE44-5D50-4181-BBA6-29041690C994}">
      <dsp:nvSpPr>
        <dsp:cNvPr id="0" name=""/>
        <dsp:cNvSpPr/>
      </dsp:nvSpPr>
      <dsp:spPr>
        <a:xfrm>
          <a:off x="2340260" y="1274994"/>
          <a:ext cx="1655751" cy="287361"/>
        </a:xfrm>
        <a:custGeom>
          <a:avLst/>
          <a:gdLst/>
          <a:ahLst/>
          <a:cxnLst/>
          <a:rect l="0" t="0" r="0" b="0"/>
          <a:pathLst>
            <a:path>
              <a:moveTo>
                <a:pt x="0" y="0"/>
              </a:moveTo>
              <a:lnTo>
                <a:pt x="0" y="143680"/>
              </a:lnTo>
              <a:lnTo>
                <a:pt x="1655751" y="143680"/>
              </a:lnTo>
              <a:lnTo>
                <a:pt x="1655751" y="287361"/>
              </a:lnTo>
            </a:path>
          </a:pathLst>
        </a:custGeom>
        <a:noFill/>
        <a:ln w="25400" cap="flat" cmpd="sng" algn="ctr">
          <a:solidFill>
            <a:schemeClr val="accent5">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4DE3214-6944-43EA-841E-5A8EDC924FCD}">
      <dsp:nvSpPr>
        <dsp:cNvPr id="0" name=""/>
        <dsp:cNvSpPr/>
      </dsp:nvSpPr>
      <dsp:spPr>
        <a:xfrm>
          <a:off x="2294540" y="1274994"/>
          <a:ext cx="91440" cy="287361"/>
        </a:xfrm>
        <a:custGeom>
          <a:avLst/>
          <a:gdLst/>
          <a:ahLst/>
          <a:cxnLst/>
          <a:rect l="0" t="0" r="0" b="0"/>
          <a:pathLst>
            <a:path>
              <a:moveTo>
                <a:pt x="45720" y="0"/>
              </a:moveTo>
              <a:lnTo>
                <a:pt x="45720" y="287361"/>
              </a:lnTo>
            </a:path>
          </a:pathLst>
        </a:custGeom>
        <a:noFill/>
        <a:ln w="25400" cap="flat" cmpd="sng" algn="ctr">
          <a:solidFill>
            <a:schemeClr val="accent5">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6B8E54B-E406-4916-B93F-A3659C2C5CF1}">
      <dsp:nvSpPr>
        <dsp:cNvPr id="0" name=""/>
        <dsp:cNvSpPr/>
      </dsp:nvSpPr>
      <dsp:spPr>
        <a:xfrm>
          <a:off x="684508" y="1274994"/>
          <a:ext cx="1655751" cy="287361"/>
        </a:xfrm>
        <a:custGeom>
          <a:avLst/>
          <a:gdLst/>
          <a:ahLst/>
          <a:cxnLst/>
          <a:rect l="0" t="0" r="0" b="0"/>
          <a:pathLst>
            <a:path>
              <a:moveTo>
                <a:pt x="1655751" y="0"/>
              </a:moveTo>
              <a:lnTo>
                <a:pt x="1655751" y="143680"/>
              </a:lnTo>
              <a:lnTo>
                <a:pt x="0" y="143680"/>
              </a:lnTo>
              <a:lnTo>
                <a:pt x="0" y="287361"/>
              </a:lnTo>
            </a:path>
          </a:pathLst>
        </a:custGeom>
        <a:noFill/>
        <a:ln w="25400" cap="flat" cmpd="sng" algn="ctr">
          <a:solidFill>
            <a:schemeClr val="accent5">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743FE7A-9472-48CE-88B9-9087331AEB46}">
      <dsp:nvSpPr>
        <dsp:cNvPr id="0" name=""/>
        <dsp:cNvSpPr/>
      </dsp:nvSpPr>
      <dsp:spPr>
        <a:xfrm>
          <a:off x="1656065" y="590799"/>
          <a:ext cx="1368389" cy="684194"/>
        </a:xfrm>
        <a:prstGeom prst="rect">
          <a:avLst/>
        </a:prstGeom>
        <a:solidFill>
          <a:schemeClr val="lt1">
            <a:hueOff val="0"/>
            <a:satOff val="0"/>
            <a:lumOff val="0"/>
            <a:alphaOff val="0"/>
          </a:schemeClr>
        </a:solid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zh-CN" altLang="en-US" sz="1800" b="1" kern="1200" dirty="0" smtClean="0"/>
            <a:t>软件设计</a:t>
          </a:r>
          <a:endParaRPr lang="zh-CN" sz="1800" b="1" kern="1200" dirty="0"/>
        </a:p>
      </dsp:txBody>
      <dsp:txXfrm>
        <a:off x="1656065" y="590799"/>
        <a:ext cx="1368389" cy="684194"/>
      </dsp:txXfrm>
    </dsp:sp>
    <dsp:sp modelId="{4F2CAB8E-49E2-408C-84B4-B195C7BAEBFE}">
      <dsp:nvSpPr>
        <dsp:cNvPr id="0" name=""/>
        <dsp:cNvSpPr/>
      </dsp:nvSpPr>
      <dsp:spPr>
        <a:xfrm>
          <a:off x="314" y="1562356"/>
          <a:ext cx="1368389" cy="684194"/>
        </a:xfrm>
        <a:prstGeom prst="rect">
          <a:avLst/>
        </a:prstGeom>
        <a:solidFill>
          <a:schemeClr val="lt1">
            <a:hueOff val="0"/>
            <a:satOff val="0"/>
            <a:lumOff val="0"/>
            <a:alphaOff val="0"/>
          </a:schemeClr>
        </a:solid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100000"/>
            </a:lnSpc>
            <a:spcBef>
              <a:spcPct val="0"/>
            </a:spcBef>
            <a:spcAft>
              <a:spcPts val="0"/>
            </a:spcAft>
          </a:pPr>
          <a:r>
            <a:rPr lang="zh-CN" sz="1800" b="1" kern="1200" dirty="0" smtClean="0"/>
            <a:t>主程序</a:t>
          </a:r>
          <a:endParaRPr lang="en-US" altLang="zh-CN" sz="1800" b="1" kern="1200" dirty="0" smtClean="0"/>
        </a:p>
        <a:p>
          <a:pPr lvl="0" algn="ctr" defTabSz="800100" rtl="0">
            <a:lnSpc>
              <a:spcPct val="100000"/>
            </a:lnSpc>
            <a:spcBef>
              <a:spcPct val="0"/>
            </a:spcBef>
            <a:spcAft>
              <a:spcPts val="0"/>
            </a:spcAft>
          </a:pPr>
          <a:r>
            <a:rPr lang="en-US" sz="1800" b="1" kern="1200" dirty="0" err="1" smtClean="0"/>
            <a:t>main.c</a:t>
          </a:r>
          <a:r>
            <a:rPr lang="zh-CN" sz="1800" b="1" kern="1200" dirty="0" smtClean="0"/>
            <a:t>文件</a:t>
          </a:r>
          <a:endParaRPr lang="zh-CN" sz="1800" b="1" kern="1200" dirty="0"/>
        </a:p>
      </dsp:txBody>
      <dsp:txXfrm>
        <a:off x="314" y="1562356"/>
        <a:ext cx="1368389" cy="684194"/>
      </dsp:txXfrm>
    </dsp:sp>
    <dsp:sp modelId="{32D3F3DC-EBEF-4576-A62D-E97BA082F290}">
      <dsp:nvSpPr>
        <dsp:cNvPr id="0" name=""/>
        <dsp:cNvSpPr/>
      </dsp:nvSpPr>
      <dsp:spPr>
        <a:xfrm>
          <a:off x="1656065" y="1562356"/>
          <a:ext cx="1368389" cy="684194"/>
        </a:xfrm>
        <a:prstGeom prst="rect">
          <a:avLst/>
        </a:prstGeom>
        <a:solidFill>
          <a:schemeClr val="lt1">
            <a:hueOff val="0"/>
            <a:satOff val="0"/>
            <a:lumOff val="0"/>
            <a:alphaOff val="0"/>
          </a:schemeClr>
        </a:solid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en-US" sz="1800" b="1" kern="1200" dirty="0" smtClean="0"/>
            <a:t>TIM3_PWM.c</a:t>
          </a:r>
          <a:r>
            <a:rPr lang="zh-CN" sz="1800" b="1" kern="1200" dirty="0" smtClean="0"/>
            <a:t>文件</a:t>
          </a:r>
          <a:endParaRPr lang="zh-CN" sz="1800" b="1" kern="1200" dirty="0"/>
        </a:p>
      </dsp:txBody>
      <dsp:txXfrm>
        <a:off x="1656065" y="1562356"/>
        <a:ext cx="1368389" cy="684194"/>
      </dsp:txXfrm>
    </dsp:sp>
    <dsp:sp modelId="{517303F1-DE16-4C85-8213-A0408C38360C}">
      <dsp:nvSpPr>
        <dsp:cNvPr id="0" name=""/>
        <dsp:cNvSpPr/>
      </dsp:nvSpPr>
      <dsp:spPr>
        <a:xfrm>
          <a:off x="3311816" y="1562356"/>
          <a:ext cx="1368389" cy="684194"/>
        </a:xfrm>
        <a:prstGeom prst="rect">
          <a:avLst/>
        </a:prstGeom>
        <a:solidFill>
          <a:schemeClr val="lt1">
            <a:hueOff val="0"/>
            <a:satOff val="0"/>
            <a:lumOff val="0"/>
            <a:alphaOff val="0"/>
          </a:schemeClr>
        </a:solid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en-US" sz="1800" b="1" kern="1200" dirty="0" smtClean="0"/>
            <a:t>TIM3_PWM.h</a:t>
          </a:r>
          <a:r>
            <a:rPr lang="zh-CN" sz="1800" b="1" kern="1200" dirty="0" smtClean="0"/>
            <a:t>头文件</a:t>
          </a:r>
          <a:endParaRPr lang="zh-CN" sz="1800" b="1" kern="1200" dirty="0"/>
        </a:p>
      </dsp:txBody>
      <dsp:txXfrm>
        <a:off x="3311816" y="1562356"/>
        <a:ext cx="1368389" cy="68419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928F62-77DF-4A10-A392-57EF4AD739BD}">
      <dsp:nvSpPr>
        <dsp:cNvPr id="0" name=""/>
        <dsp:cNvSpPr/>
      </dsp:nvSpPr>
      <dsp:spPr>
        <a:xfrm>
          <a:off x="-2444415" y="-379674"/>
          <a:ext cx="2935365" cy="2935365"/>
        </a:xfrm>
        <a:prstGeom prst="blockArc">
          <a:avLst>
            <a:gd name="adj1" fmla="val 18900000"/>
            <a:gd name="adj2" fmla="val 2700000"/>
            <a:gd name="adj3" fmla="val 736"/>
          </a:avLst>
        </a:prstGeom>
        <a:noFill/>
        <a:ln w="25400" cap="flat" cmpd="sng" algn="ctr">
          <a:solidFill>
            <a:schemeClr val="accent5">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93F29F0-99B1-4077-A23A-57EF7D81D466}">
      <dsp:nvSpPr>
        <dsp:cNvPr id="0" name=""/>
        <dsp:cNvSpPr/>
      </dsp:nvSpPr>
      <dsp:spPr>
        <a:xfrm>
          <a:off x="400006" y="310865"/>
          <a:ext cx="5684515" cy="621644"/>
        </a:xfrm>
        <a:prstGeom prst="rect">
          <a:avLst/>
        </a:prstGeom>
        <a:solidFill>
          <a:schemeClr val="accent5">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93430" tIns="71120" rIns="71120" bIns="71120" numCol="1" spcCol="1270" anchor="ctr" anchorCtr="0">
          <a:noAutofit/>
        </a:bodyPr>
        <a:lstStyle/>
        <a:p>
          <a:pPr marL="0" marR="0" lvl="0" indent="0" algn="l" defTabSz="914400" eaLnBrk="1" fontAlgn="auto" latinLnBrk="0" hangingPunct="1">
            <a:lnSpc>
              <a:spcPct val="100000"/>
            </a:lnSpc>
            <a:spcBef>
              <a:spcPct val="0"/>
            </a:spcBef>
            <a:spcAft>
              <a:spcPts val="0"/>
            </a:spcAft>
            <a:buClrTx/>
            <a:buSzTx/>
            <a:buFontTx/>
            <a:buNone/>
            <a:tabLst/>
            <a:defRPr/>
          </a:pPr>
          <a:r>
            <a:rPr lang="en-US" altLang="en-US" sz="2800" kern="1200" dirty="0" smtClean="0"/>
            <a:t>9.4.1 </a:t>
          </a:r>
          <a:r>
            <a:rPr lang="en-US" altLang="en-US" sz="2800" kern="1200" dirty="0" err="1" smtClean="0"/>
            <a:t>SysTick</a:t>
          </a:r>
          <a:r>
            <a:rPr lang="zh-CN" altLang="en-US" sz="2800" kern="1200" dirty="0" smtClean="0"/>
            <a:t>的标准外设库函数</a:t>
          </a:r>
          <a:endParaRPr lang="zh-CN" altLang="en-US" sz="2800" kern="1200" dirty="0"/>
        </a:p>
      </dsp:txBody>
      <dsp:txXfrm>
        <a:off x="400006" y="310865"/>
        <a:ext cx="5684515" cy="621644"/>
      </dsp:txXfrm>
    </dsp:sp>
    <dsp:sp modelId="{85D8C491-638D-4002-91D5-FC7ED7ABC4A4}">
      <dsp:nvSpPr>
        <dsp:cNvPr id="0" name=""/>
        <dsp:cNvSpPr/>
      </dsp:nvSpPr>
      <dsp:spPr>
        <a:xfrm>
          <a:off x="11478" y="233160"/>
          <a:ext cx="777055" cy="777055"/>
        </a:xfrm>
        <a:prstGeom prst="donut">
          <a:avLst/>
        </a:prstGeom>
        <a:solidFill>
          <a:schemeClr val="lt1">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7A0F1B3-353B-49F7-ABF1-B45FA165783D}">
      <dsp:nvSpPr>
        <dsp:cNvPr id="0" name=""/>
        <dsp:cNvSpPr/>
      </dsp:nvSpPr>
      <dsp:spPr>
        <a:xfrm>
          <a:off x="400006" y="1243506"/>
          <a:ext cx="5684515" cy="621644"/>
        </a:xfrm>
        <a:prstGeom prst="rect">
          <a:avLst/>
        </a:prstGeom>
        <a:solidFill>
          <a:schemeClr val="accent5">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93430" tIns="71120" rIns="71120" bIns="71120" numCol="1" spcCol="1270" anchor="ctr" anchorCtr="0">
          <a:noAutofit/>
        </a:bodyPr>
        <a:lstStyle/>
        <a:p>
          <a:pPr marL="0" marR="0" lvl="0" indent="0" algn="l" defTabSz="914400" eaLnBrk="1" fontAlgn="auto" latinLnBrk="0" hangingPunct="1">
            <a:lnSpc>
              <a:spcPct val="100000"/>
            </a:lnSpc>
            <a:spcBef>
              <a:spcPct val="0"/>
            </a:spcBef>
            <a:spcAft>
              <a:spcPts val="0"/>
            </a:spcAft>
            <a:buClrTx/>
            <a:buSzTx/>
            <a:buFontTx/>
            <a:buNone/>
            <a:tabLst/>
            <a:defRPr/>
          </a:pPr>
          <a:r>
            <a:rPr lang="en-US" altLang="en-US" sz="2800" kern="1200" dirty="0" smtClean="0"/>
            <a:t>9.4.2 </a:t>
          </a:r>
          <a:r>
            <a:rPr lang="en-US" altLang="en-US" sz="2800" kern="1200" dirty="0" err="1" smtClean="0"/>
            <a:t>SysTick</a:t>
          </a:r>
          <a:r>
            <a:rPr lang="zh-CN" altLang="en-US" sz="2800" kern="1200" dirty="0" smtClean="0"/>
            <a:t>定时器应用实例</a:t>
          </a:r>
          <a:endParaRPr lang="zh-CN" altLang="en-US" sz="2800" kern="1200" dirty="0"/>
        </a:p>
      </dsp:txBody>
      <dsp:txXfrm>
        <a:off x="400006" y="1243506"/>
        <a:ext cx="5684515" cy="621644"/>
      </dsp:txXfrm>
    </dsp:sp>
    <dsp:sp modelId="{CB036666-964E-41BF-BE39-DB2CA44EAA8C}">
      <dsp:nvSpPr>
        <dsp:cNvPr id="0" name=""/>
        <dsp:cNvSpPr/>
      </dsp:nvSpPr>
      <dsp:spPr>
        <a:xfrm>
          <a:off x="11478" y="1165800"/>
          <a:ext cx="777055" cy="777055"/>
        </a:xfrm>
        <a:prstGeom prst="donut">
          <a:avLst/>
        </a:prstGeom>
        <a:solidFill>
          <a:schemeClr val="lt1">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80920E-E6B7-473B-A9D3-1F85DFE2575E}">
      <dsp:nvSpPr>
        <dsp:cNvPr id="0" name=""/>
        <dsp:cNvSpPr/>
      </dsp:nvSpPr>
      <dsp:spPr>
        <a:xfrm>
          <a:off x="7286" y="688763"/>
          <a:ext cx="1508302" cy="1286770"/>
        </a:xfrm>
        <a:prstGeom prst="roundRect">
          <a:avLst>
            <a:gd name="adj" fmla="val 10000"/>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zh-CN" sz="1800" b="1" kern="1200" dirty="0" smtClean="0"/>
            <a:t>新建</a:t>
          </a:r>
          <a:r>
            <a:rPr lang="en-US" sz="1800" b="1" kern="1200" dirty="0" smtClean="0"/>
            <a:t>STM32CubeMX</a:t>
          </a:r>
          <a:r>
            <a:rPr lang="zh-CN" sz="1800" b="1" kern="1200" dirty="0" smtClean="0"/>
            <a:t>工程，选择</a:t>
          </a:r>
          <a:r>
            <a:rPr lang="en-US" sz="1800" b="1" kern="1200" dirty="0" smtClean="0"/>
            <a:t>MCU</a:t>
          </a:r>
          <a:endParaRPr lang="zh-CN" altLang="en-US" sz="1800" kern="1200" dirty="0"/>
        </a:p>
      </dsp:txBody>
      <dsp:txXfrm>
        <a:off x="44974" y="726451"/>
        <a:ext cx="1432926" cy="1211394"/>
      </dsp:txXfrm>
    </dsp:sp>
    <dsp:sp modelId="{644FCBCF-D797-4034-99BA-7079D9A4F600}">
      <dsp:nvSpPr>
        <dsp:cNvPr id="0" name=""/>
        <dsp:cNvSpPr/>
      </dsp:nvSpPr>
      <dsp:spPr>
        <a:xfrm>
          <a:off x="1666419" y="1145118"/>
          <a:ext cx="319760" cy="374059"/>
        </a:xfrm>
        <a:prstGeom prst="rightArrow">
          <a:avLst>
            <a:gd name="adj1" fmla="val 60000"/>
            <a:gd name="adj2" fmla="val 50000"/>
          </a:avLst>
        </a:prstGeom>
        <a:solidFill>
          <a:schemeClr val="accent1">
            <a:tint val="6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endParaRPr lang="zh-CN" altLang="en-US" sz="1600" kern="1200"/>
        </a:p>
      </dsp:txBody>
      <dsp:txXfrm>
        <a:off x="1666419" y="1219930"/>
        <a:ext cx="223832" cy="224435"/>
      </dsp:txXfrm>
    </dsp:sp>
    <dsp:sp modelId="{FF74BA51-0237-4304-9437-506E313DFC66}">
      <dsp:nvSpPr>
        <dsp:cNvPr id="0" name=""/>
        <dsp:cNvSpPr/>
      </dsp:nvSpPr>
      <dsp:spPr>
        <a:xfrm>
          <a:off x="2118910" y="688763"/>
          <a:ext cx="1508302" cy="1286770"/>
        </a:xfrm>
        <a:prstGeom prst="roundRect">
          <a:avLst>
            <a:gd name="adj" fmla="val 10000"/>
          </a:avLst>
        </a:prstGeom>
        <a:solidFill>
          <a:schemeClr val="accent5">
            <a:lumMod val="40000"/>
            <a:lumOff val="6000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b="1" kern="1200" dirty="0" smtClean="0"/>
            <a:t>STM32CubeMX</a:t>
          </a:r>
          <a:r>
            <a:rPr lang="zh-CN" sz="1800" b="1" kern="1200" dirty="0" smtClean="0"/>
            <a:t>功能参数配置</a:t>
          </a:r>
          <a:endParaRPr lang="zh-CN" altLang="en-US" sz="1800" kern="1200" dirty="0"/>
        </a:p>
      </dsp:txBody>
      <dsp:txXfrm>
        <a:off x="2156598" y="726451"/>
        <a:ext cx="1432926" cy="1211394"/>
      </dsp:txXfrm>
    </dsp:sp>
    <dsp:sp modelId="{557D2FF1-EA0D-4FEF-BA65-DB5E70590D33}">
      <dsp:nvSpPr>
        <dsp:cNvPr id="0" name=""/>
        <dsp:cNvSpPr/>
      </dsp:nvSpPr>
      <dsp:spPr>
        <a:xfrm>
          <a:off x="3778042" y="1145118"/>
          <a:ext cx="319760" cy="374059"/>
        </a:xfrm>
        <a:prstGeom prst="rightArrow">
          <a:avLst>
            <a:gd name="adj1" fmla="val 60000"/>
            <a:gd name="adj2" fmla="val 50000"/>
          </a:avLst>
        </a:prstGeom>
        <a:solidFill>
          <a:schemeClr val="accent1">
            <a:tint val="6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endParaRPr lang="zh-CN" altLang="en-US" sz="1600" kern="1200"/>
        </a:p>
      </dsp:txBody>
      <dsp:txXfrm>
        <a:off x="3778042" y="1219930"/>
        <a:ext cx="223832" cy="224435"/>
      </dsp:txXfrm>
    </dsp:sp>
    <dsp:sp modelId="{80F22BB9-697F-4175-97CE-CA041987EE96}">
      <dsp:nvSpPr>
        <dsp:cNvPr id="0" name=""/>
        <dsp:cNvSpPr/>
      </dsp:nvSpPr>
      <dsp:spPr>
        <a:xfrm>
          <a:off x="4230533" y="688763"/>
          <a:ext cx="1508302" cy="1286770"/>
        </a:xfrm>
        <a:prstGeom prst="roundRect">
          <a:avLst>
            <a:gd name="adj" fmla="val 10000"/>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ts val="0"/>
            </a:spcAft>
          </a:pPr>
          <a:r>
            <a:rPr lang="zh-CN" altLang="en-US" sz="1800" b="1" kern="1200" dirty="0" smtClean="0"/>
            <a:t>生成</a:t>
          </a:r>
          <a:endParaRPr lang="en-US" altLang="zh-CN" sz="1800" b="1" kern="1200" dirty="0" smtClean="0"/>
        </a:p>
        <a:p>
          <a:pPr lvl="0" algn="ctr" defTabSz="800100">
            <a:lnSpc>
              <a:spcPct val="90000"/>
            </a:lnSpc>
            <a:spcBef>
              <a:spcPct val="0"/>
            </a:spcBef>
            <a:spcAft>
              <a:spcPts val="0"/>
            </a:spcAft>
          </a:pPr>
          <a:r>
            <a:rPr lang="zh-CN" altLang="en-US" sz="1800" b="1" kern="1200" dirty="0" smtClean="0"/>
            <a:t>工程代码</a:t>
          </a:r>
          <a:endParaRPr lang="zh-CN" altLang="en-US" sz="1800" b="1" kern="1200" dirty="0"/>
        </a:p>
      </dsp:txBody>
      <dsp:txXfrm>
        <a:off x="4268221" y="726451"/>
        <a:ext cx="1432926" cy="1211394"/>
      </dsp:txXfrm>
    </dsp:sp>
    <dsp:sp modelId="{932325F8-5569-4843-B296-D85EDEB86313}">
      <dsp:nvSpPr>
        <dsp:cNvPr id="0" name=""/>
        <dsp:cNvSpPr/>
      </dsp:nvSpPr>
      <dsp:spPr>
        <a:xfrm rot="50810">
          <a:off x="5891470" y="1160914"/>
          <a:ext cx="323657" cy="374059"/>
        </a:xfrm>
        <a:prstGeom prst="rightArrow">
          <a:avLst>
            <a:gd name="adj1" fmla="val 60000"/>
            <a:gd name="adj2" fmla="val 50000"/>
          </a:avLst>
        </a:prstGeom>
        <a:solidFill>
          <a:schemeClr val="accent1">
            <a:tint val="6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endParaRPr lang="zh-CN" altLang="en-US" sz="1600" kern="1200"/>
        </a:p>
      </dsp:txBody>
      <dsp:txXfrm>
        <a:off x="5891475" y="1235008"/>
        <a:ext cx="226560" cy="224435"/>
      </dsp:txXfrm>
    </dsp:sp>
    <dsp:sp modelId="{BD3942B7-8CD9-472B-8C67-B963E826446C}">
      <dsp:nvSpPr>
        <dsp:cNvPr id="0" name=""/>
        <dsp:cNvSpPr/>
      </dsp:nvSpPr>
      <dsp:spPr>
        <a:xfrm>
          <a:off x="6349443" y="720083"/>
          <a:ext cx="1508302" cy="1286770"/>
        </a:xfrm>
        <a:prstGeom prst="roundRect">
          <a:avLst>
            <a:gd name="adj" fmla="val 10000"/>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ts val="0"/>
            </a:spcAft>
          </a:pPr>
          <a:r>
            <a:rPr lang="zh-CN" altLang="en-US" sz="1800" b="1" kern="1200" dirty="0" smtClean="0"/>
            <a:t>编写</a:t>
          </a:r>
          <a:endParaRPr lang="en-US" altLang="zh-CN" sz="1800" b="1" kern="1200" dirty="0" smtClean="0"/>
        </a:p>
        <a:p>
          <a:pPr lvl="0" algn="ctr" defTabSz="800100">
            <a:lnSpc>
              <a:spcPct val="90000"/>
            </a:lnSpc>
            <a:spcBef>
              <a:spcPct val="0"/>
            </a:spcBef>
            <a:spcAft>
              <a:spcPts val="0"/>
            </a:spcAft>
          </a:pPr>
          <a:r>
            <a:rPr lang="zh-CN" altLang="en-US" sz="1800" b="1" kern="1200" dirty="0" smtClean="0"/>
            <a:t>应用程序</a:t>
          </a:r>
          <a:endParaRPr lang="zh-CN" altLang="en-US" sz="1800" b="1" kern="1200" dirty="0"/>
        </a:p>
      </dsp:txBody>
      <dsp:txXfrm>
        <a:off x="6387131" y="757771"/>
        <a:ext cx="1432926" cy="121139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8B3F62-79EA-4486-9A56-264C20D9264D}">
      <dsp:nvSpPr>
        <dsp:cNvPr id="0" name=""/>
        <dsp:cNvSpPr/>
      </dsp:nvSpPr>
      <dsp:spPr>
        <a:xfrm>
          <a:off x="888476" y="157963"/>
          <a:ext cx="1537582" cy="1537816"/>
        </a:xfrm>
        <a:prstGeom prst="circularArrow">
          <a:avLst>
            <a:gd name="adj1" fmla="val 10980"/>
            <a:gd name="adj2" fmla="val 1142322"/>
            <a:gd name="adj3" fmla="val 4500000"/>
            <a:gd name="adj4" fmla="val 10800000"/>
            <a:gd name="adj5" fmla="val 125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29B0E1E-3EE8-494B-944C-0D8AE9239AD7}">
      <dsp:nvSpPr>
        <dsp:cNvPr id="0" name=""/>
        <dsp:cNvSpPr/>
      </dsp:nvSpPr>
      <dsp:spPr>
        <a:xfrm>
          <a:off x="1228333" y="713162"/>
          <a:ext cx="854404" cy="427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533400" rtl="0">
            <a:lnSpc>
              <a:spcPct val="90000"/>
            </a:lnSpc>
            <a:spcBef>
              <a:spcPct val="0"/>
            </a:spcBef>
            <a:spcAft>
              <a:spcPct val="35000"/>
            </a:spcAft>
          </a:pPr>
          <a:r>
            <a:rPr lang="zh-CN" altLang="en-US" sz="1200" kern="1200" dirty="0" smtClean="0"/>
            <a:t>把控制逻辑分解成若干个状态</a:t>
          </a:r>
          <a:endParaRPr lang="zh-CN" altLang="en-US" sz="1200" kern="1200" dirty="0"/>
        </a:p>
      </dsp:txBody>
      <dsp:txXfrm>
        <a:off x="1228333" y="713162"/>
        <a:ext cx="854404" cy="427100"/>
      </dsp:txXfrm>
    </dsp:sp>
    <dsp:sp modelId="{5BB6BEAD-EDC5-47A3-A1E5-D839B1C394E9}">
      <dsp:nvSpPr>
        <dsp:cNvPr id="0" name=""/>
        <dsp:cNvSpPr/>
      </dsp:nvSpPr>
      <dsp:spPr>
        <a:xfrm>
          <a:off x="461418" y="1041553"/>
          <a:ext cx="1537582" cy="1537816"/>
        </a:xfrm>
        <a:prstGeom prst="leftCircularArrow">
          <a:avLst>
            <a:gd name="adj1" fmla="val 10980"/>
            <a:gd name="adj2" fmla="val 1142322"/>
            <a:gd name="adj3" fmla="val 6300000"/>
            <a:gd name="adj4" fmla="val 18900000"/>
            <a:gd name="adj5" fmla="val 12500"/>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BD816EA-C5A7-4C5A-98BD-0C98871291AF}">
      <dsp:nvSpPr>
        <dsp:cNvPr id="0" name=""/>
        <dsp:cNvSpPr/>
      </dsp:nvSpPr>
      <dsp:spPr>
        <a:xfrm>
          <a:off x="803007" y="1601862"/>
          <a:ext cx="854404" cy="427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533400" rtl="0">
            <a:lnSpc>
              <a:spcPct val="90000"/>
            </a:lnSpc>
            <a:spcBef>
              <a:spcPct val="0"/>
            </a:spcBef>
            <a:spcAft>
              <a:spcPct val="35000"/>
            </a:spcAft>
          </a:pPr>
          <a:r>
            <a:rPr lang="zh-CN" altLang="en-US" sz="1200" kern="1200" dirty="0" smtClean="0"/>
            <a:t>事件触发</a:t>
          </a:r>
          <a:endParaRPr lang="zh-CN" altLang="en-US" sz="1200" kern="1200" dirty="0"/>
        </a:p>
      </dsp:txBody>
      <dsp:txXfrm>
        <a:off x="803007" y="1601862"/>
        <a:ext cx="854404" cy="427100"/>
      </dsp:txXfrm>
    </dsp:sp>
    <dsp:sp modelId="{C5BE8AD3-53F4-4DF0-8F8A-6A0FC901B1DE}">
      <dsp:nvSpPr>
        <dsp:cNvPr id="0" name=""/>
        <dsp:cNvSpPr/>
      </dsp:nvSpPr>
      <dsp:spPr>
        <a:xfrm>
          <a:off x="997912" y="2030879"/>
          <a:ext cx="1321021" cy="1321550"/>
        </a:xfrm>
        <a:prstGeom prst="blockArc">
          <a:avLst>
            <a:gd name="adj1" fmla="val 13500000"/>
            <a:gd name="adj2" fmla="val 10800000"/>
            <a:gd name="adj3" fmla="val 12740"/>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FEAD16C-E6D0-4427-8064-2D370F606A71}">
      <dsp:nvSpPr>
        <dsp:cNvPr id="0" name=""/>
        <dsp:cNvSpPr/>
      </dsp:nvSpPr>
      <dsp:spPr>
        <a:xfrm>
          <a:off x="1230354" y="2491840"/>
          <a:ext cx="854404" cy="427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533400" rtl="0">
            <a:lnSpc>
              <a:spcPct val="90000"/>
            </a:lnSpc>
            <a:spcBef>
              <a:spcPct val="0"/>
            </a:spcBef>
            <a:spcAft>
              <a:spcPct val="35000"/>
            </a:spcAft>
          </a:pPr>
          <a:r>
            <a:rPr lang="zh-CN" altLang="en-US" sz="1200" kern="1200" dirty="0" smtClean="0"/>
            <a:t>按设定的逻辑状态顺序处理事务。</a:t>
          </a:r>
          <a:endParaRPr lang="zh-CN" altLang="en-US" sz="1200" kern="1200" dirty="0"/>
        </a:p>
      </dsp:txBody>
      <dsp:txXfrm>
        <a:off x="1230354" y="2491840"/>
        <a:ext cx="854404" cy="42710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EBE843-B0C1-4AED-AECF-52C4A3887897}">
      <dsp:nvSpPr>
        <dsp:cNvPr id="0" name=""/>
        <dsp:cNvSpPr/>
      </dsp:nvSpPr>
      <dsp:spPr>
        <a:xfrm>
          <a:off x="24973" y="185582"/>
          <a:ext cx="1950562" cy="458065"/>
        </a:xfrm>
        <a:prstGeom prst="roundRect">
          <a:avLst>
            <a:gd name="adj" fmla="val 10000"/>
          </a:avLst>
        </a:prstGeom>
        <a:solidFill>
          <a:schemeClr val="accent5">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zh-CN" sz="1900" b="1" kern="1200" dirty="0" smtClean="0"/>
            <a:t>状态</a:t>
          </a:r>
          <a:endParaRPr lang="zh-CN" sz="1900" b="1" kern="1200" dirty="0"/>
        </a:p>
      </dsp:txBody>
      <dsp:txXfrm>
        <a:off x="38389" y="198998"/>
        <a:ext cx="1923730" cy="431233"/>
      </dsp:txXfrm>
    </dsp:sp>
    <dsp:sp modelId="{4C52381C-B7D7-4BE8-9A5B-62A4CB2D3C04}">
      <dsp:nvSpPr>
        <dsp:cNvPr id="0" name=""/>
        <dsp:cNvSpPr/>
      </dsp:nvSpPr>
      <dsp:spPr>
        <a:xfrm>
          <a:off x="4823" y="735558"/>
          <a:ext cx="1950562" cy="2406818"/>
        </a:xfrm>
        <a:prstGeom prst="roundRect">
          <a:avLst>
            <a:gd name="adj" fmla="val 10000"/>
          </a:avLst>
        </a:prstGeom>
        <a:solidFill>
          <a:schemeClr val="accent5">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zh-CN" sz="1500" b="1" kern="1200" dirty="0" smtClean="0"/>
            <a:t>系统在某个时间点所处的形态或状况</a:t>
          </a:r>
          <a:r>
            <a:rPr lang="en-US" altLang="zh-CN" sz="1500" b="1" kern="1200" dirty="0" smtClean="0"/>
            <a:t>.</a:t>
          </a:r>
          <a:r>
            <a:rPr lang="zh-CN" sz="1500" b="1" kern="1200" dirty="0" smtClean="0"/>
            <a:t>根据状态在系统中所处时间阶段的不同，分为现态和次态。现态即系统当前所处的状态，次态表示当某个条件满足时要转移的新状态。</a:t>
          </a:r>
          <a:endParaRPr lang="zh-CN" sz="1500" b="1" kern="1200" dirty="0"/>
        </a:p>
      </dsp:txBody>
      <dsp:txXfrm>
        <a:off x="61953" y="792688"/>
        <a:ext cx="1836302" cy="2292558"/>
      </dsp:txXfrm>
    </dsp:sp>
    <dsp:sp modelId="{3E92E850-AC5B-4378-AA3C-80FD9EE65CB1}">
      <dsp:nvSpPr>
        <dsp:cNvPr id="0" name=""/>
        <dsp:cNvSpPr/>
      </dsp:nvSpPr>
      <dsp:spPr>
        <a:xfrm>
          <a:off x="2296364" y="187398"/>
          <a:ext cx="1950562" cy="483770"/>
        </a:xfrm>
        <a:prstGeom prst="roundRect">
          <a:avLst>
            <a:gd name="adj" fmla="val 10000"/>
          </a:avLst>
        </a:prstGeom>
        <a:solidFill>
          <a:schemeClr val="accent4">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zh-CN" sz="1900" b="1" kern="1200" dirty="0" smtClean="0">
              <a:solidFill>
                <a:srgbClr val="FFFFFF"/>
              </a:solidFill>
            </a:rPr>
            <a:t>条件</a:t>
          </a:r>
          <a:r>
            <a:rPr lang="en-US" sz="1900" b="1" kern="1200" dirty="0" smtClean="0">
              <a:solidFill>
                <a:srgbClr val="FFFFFF"/>
              </a:solidFill>
            </a:rPr>
            <a:t>/</a:t>
          </a:r>
          <a:r>
            <a:rPr lang="zh-CN" sz="1900" b="1" kern="1200" dirty="0" smtClean="0">
              <a:solidFill>
                <a:srgbClr val="FFFFFF"/>
              </a:solidFill>
            </a:rPr>
            <a:t>事件</a:t>
          </a:r>
          <a:endParaRPr lang="zh-CN" sz="1900" b="1" kern="1200" dirty="0">
            <a:solidFill>
              <a:srgbClr val="FFFFFF"/>
            </a:solidFill>
          </a:endParaRPr>
        </a:p>
      </dsp:txBody>
      <dsp:txXfrm>
        <a:off x="2310533" y="201567"/>
        <a:ext cx="1922224" cy="455432"/>
      </dsp:txXfrm>
    </dsp:sp>
    <dsp:sp modelId="{68F745FF-2841-4C33-9D82-8CA8332D7D01}">
      <dsp:nvSpPr>
        <dsp:cNvPr id="0" name=""/>
        <dsp:cNvSpPr/>
      </dsp:nvSpPr>
      <dsp:spPr>
        <a:xfrm>
          <a:off x="2283080" y="761262"/>
          <a:ext cx="1950562" cy="2406818"/>
        </a:xfrm>
        <a:prstGeom prst="roundRect">
          <a:avLst>
            <a:gd name="adj" fmla="val 10000"/>
          </a:avLst>
        </a:prstGeom>
        <a:solidFill>
          <a:schemeClr val="accent4">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sz="1500" b="1" kern="1200" smtClean="0"/>
            <a:t>用于</a:t>
          </a:r>
          <a:r>
            <a:rPr lang="zh-CN" sz="1500" b="1" kern="1200" dirty="0" smtClean="0"/>
            <a:t>触发状态机进行状态转换、产生相应动作（输出）。当某个条件满足时将会执行一次状态的迁移或触发一个动作。</a:t>
          </a:r>
          <a:endParaRPr lang="zh-CN" sz="1500" b="1" kern="1200" dirty="0"/>
        </a:p>
      </dsp:txBody>
      <dsp:txXfrm>
        <a:off x="2340210" y="818392"/>
        <a:ext cx="1836302" cy="2292558"/>
      </dsp:txXfrm>
    </dsp:sp>
    <dsp:sp modelId="{84B0ECA0-115A-45BA-A15A-D4B646740F31}">
      <dsp:nvSpPr>
        <dsp:cNvPr id="0" name=""/>
        <dsp:cNvSpPr/>
      </dsp:nvSpPr>
      <dsp:spPr>
        <a:xfrm>
          <a:off x="4561708" y="156127"/>
          <a:ext cx="1950562" cy="480424"/>
        </a:xfrm>
        <a:prstGeom prst="roundRect">
          <a:avLst>
            <a:gd name="adj" fmla="val 10000"/>
          </a:avLst>
        </a:prstGeom>
        <a:solidFill>
          <a:schemeClr val="accent3">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zh-CN" sz="1900" b="1" kern="1200" dirty="0" smtClean="0"/>
            <a:t>动作</a:t>
          </a:r>
          <a:endParaRPr lang="zh-CN" sz="1900" b="1" kern="1200" dirty="0"/>
        </a:p>
      </dsp:txBody>
      <dsp:txXfrm>
        <a:off x="4575779" y="170198"/>
        <a:ext cx="1922420" cy="452282"/>
      </dsp:txXfrm>
    </dsp:sp>
    <dsp:sp modelId="{649082C0-9F3B-406D-B92E-532F98D7DE1B}">
      <dsp:nvSpPr>
        <dsp:cNvPr id="0" name=""/>
        <dsp:cNvSpPr/>
      </dsp:nvSpPr>
      <dsp:spPr>
        <a:xfrm>
          <a:off x="4561337" y="757917"/>
          <a:ext cx="1950562" cy="2406818"/>
        </a:xfrm>
        <a:prstGeom prst="roundRect">
          <a:avLst>
            <a:gd name="adj" fmla="val 10000"/>
          </a:avLst>
        </a:prstGeom>
        <a:solidFill>
          <a:schemeClr val="accent3">
            <a:lumMod val="7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sz="1500" b="1" kern="1200" smtClean="0"/>
            <a:t>表示</a:t>
          </a:r>
          <a:r>
            <a:rPr lang="zh-CN" sz="1500" b="1" kern="1200" dirty="0" smtClean="0"/>
            <a:t>条件满足后具体执行的操作。动作要素不是必需的，当条件满足后，也可以不执行任何动作，直接迁移到新状态。</a:t>
          </a:r>
          <a:endParaRPr lang="zh-CN" sz="1500" b="1" kern="1200" dirty="0"/>
        </a:p>
      </dsp:txBody>
      <dsp:txXfrm>
        <a:off x="4618467" y="815047"/>
        <a:ext cx="1836302" cy="229255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41F8AF-614E-4FE9-BFD4-3A7B5964548B}">
      <dsp:nvSpPr>
        <dsp:cNvPr id="0" name=""/>
        <dsp:cNvSpPr/>
      </dsp:nvSpPr>
      <dsp:spPr>
        <a:xfrm>
          <a:off x="4098" y="1225866"/>
          <a:ext cx="1375174" cy="687587"/>
        </a:xfrm>
        <a:prstGeom prst="roundRect">
          <a:avLst>
            <a:gd name="adj" fmla="val 10000"/>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zh-CN" altLang="en-US" sz="1400" b="1" kern="1200" dirty="0" smtClean="0"/>
            <a:t>将按键工作过程的三个状态</a:t>
          </a:r>
          <a:endParaRPr lang="zh-CN" altLang="en-US" sz="1400" b="1" kern="1200" dirty="0"/>
        </a:p>
      </dsp:txBody>
      <dsp:txXfrm>
        <a:off x="24237" y="1246005"/>
        <a:ext cx="1334896" cy="647309"/>
      </dsp:txXfrm>
    </dsp:sp>
    <dsp:sp modelId="{89707732-CC88-4B7C-A459-94D4C599DC6B}">
      <dsp:nvSpPr>
        <dsp:cNvPr id="0" name=""/>
        <dsp:cNvSpPr/>
      </dsp:nvSpPr>
      <dsp:spPr>
        <a:xfrm rot="18289469">
          <a:off x="1172689" y="1154585"/>
          <a:ext cx="963235" cy="39424"/>
        </a:xfrm>
        <a:custGeom>
          <a:avLst/>
          <a:gdLst/>
          <a:ahLst/>
          <a:cxnLst/>
          <a:rect l="0" t="0" r="0" b="0"/>
          <a:pathLst>
            <a:path>
              <a:moveTo>
                <a:pt x="0" y="19712"/>
              </a:moveTo>
              <a:lnTo>
                <a:pt x="963235" y="1971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622300">
            <a:lnSpc>
              <a:spcPct val="90000"/>
            </a:lnSpc>
            <a:spcBef>
              <a:spcPct val="0"/>
            </a:spcBef>
            <a:spcAft>
              <a:spcPct val="35000"/>
            </a:spcAft>
          </a:pPr>
          <a:endParaRPr lang="zh-CN" altLang="en-US" sz="1400" b="1" kern="1200"/>
        </a:p>
      </dsp:txBody>
      <dsp:txXfrm>
        <a:off x="1630226" y="1150216"/>
        <a:ext cx="48161" cy="48161"/>
      </dsp:txXfrm>
    </dsp:sp>
    <dsp:sp modelId="{2ABCBCA1-1C59-4724-BA48-23120A65E60D}">
      <dsp:nvSpPr>
        <dsp:cNvPr id="0" name=""/>
        <dsp:cNvSpPr/>
      </dsp:nvSpPr>
      <dsp:spPr>
        <a:xfrm>
          <a:off x="1929342" y="435141"/>
          <a:ext cx="2171015" cy="687587"/>
        </a:xfrm>
        <a:prstGeom prst="roundRect">
          <a:avLst>
            <a:gd name="adj" fmla="val 10000"/>
          </a:avLst>
        </a:prstGeom>
        <a:solidFill>
          <a:schemeClr val="accent4">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zh-CN" sz="1400" b="1" kern="1200" dirty="0" smtClean="0"/>
            <a:t>按键空状态：没有按键按下的状态</a:t>
          </a:r>
          <a:r>
            <a:rPr lang="en-US" sz="1400" b="1" kern="1200" dirty="0" smtClean="0"/>
            <a:t>KEY_NULL</a:t>
          </a:r>
          <a:r>
            <a:rPr lang="zh-CN" sz="1400" b="1" kern="1200" dirty="0" smtClean="0"/>
            <a:t>。</a:t>
          </a:r>
          <a:endParaRPr lang="zh-CN" sz="1400" b="1" kern="1200" dirty="0"/>
        </a:p>
      </dsp:txBody>
      <dsp:txXfrm>
        <a:off x="1949481" y="455280"/>
        <a:ext cx="2130737" cy="647309"/>
      </dsp:txXfrm>
    </dsp:sp>
    <dsp:sp modelId="{CFF07240-3E37-4C39-B0AB-B46ACA9D7BBD}">
      <dsp:nvSpPr>
        <dsp:cNvPr id="0" name=""/>
        <dsp:cNvSpPr/>
      </dsp:nvSpPr>
      <dsp:spPr>
        <a:xfrm>
          <a:off x="1379272" y="1549948"/>
          <a:ext cx="550069" cy="39424"/>
        </a:xfrm>
        <a:custGeom>
          <a:avLst/>
          <a:gdLst/>
          <a:ahLst/>
          <a:cxnLst/>
          <a:rect l="0" t="0" r="0" b="0"/>
          <a:pathLst>
            <a:path>
              <a:moveTo>
                <a:pt x="0" y="19712"/>
              </a:moveTo>
              <a:lnTo>
                <a:pt x="550069" y="1971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622300">
            <a:lnSpc>
              <a:spcPct val="90000"/>
            </a:lnSpc>
            <a:spcBef>
              <a:spcPct val="0"/>
            </a:spcBef>
            <a:spcAft>
              <a:spcPct val="35000"/>
            </a:spcAft>
          </a:pPr>
          <a:endParaRPr lang="zh-CN" altLang="en-US" sz="1400" b="1" kern="1200"/>
        </a:p>
      </dsp:txBody>
      <dsp:txXfrm>
        <a:off x="1640555" y="1555908"/>
        <a:ext cx="27503" cy="27503"/>
      </dsp:txXfrm>
    </dsp:sp>
    <dsp:sp modelId="{18539738-8B9A-4DC1-A853-F2E4B10B2BB2}">
      <dsp:nvSpPr>
        <dsp:cNvPr id="0" name=""/>
        <dsp:cNvSpPr/>
      </dsp:nvSpPr>
      <dsp:spPr>
        <a:xfrm>
          <a:off x="1929342" y="1225866"/>
          <a:ext cx="2171015" cy="687587"/>
        </a:xfrm>
        <a:prstGeom prst="roundRect">
          <a:avLst>
            <a:gd name="adj" fmla="val 10000"/>
          </a:avLst>
        </a:prstGeom>
        <a:solidFill>
          <a:schemeClr val="accent4">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zh-CN" sz="1400" b="1" kern="1200" dirty="0" smtClean="0"/>
            <a:t>按键按下状态：按键按下的状态</a:t>
          </a:r>
          <a:r>
            <a:rPr lang="en-US" sz="1400" b="1" kern="1200" dirty="0" smtClean="0"/>
            <a:t>KEY_DOWN</a:t>
          </a:r>
          <a:r>
            <a:rPr lang="zh-CN" sz="1400" b="1" kern="1200" dirty="0" smtClean="0"/>
            <a:t>。</a:t>
          </a:r>
          <a:endParaRPr lang="zh-CN" sz="1400" b="1" kern="1200" dirty="0"/>
        </a:p>
      </dsp:txBody>
      <dsp:txXfrm>
        <a:off x="1949481" y="1246005"/>
        <a:ext cx="2130737" cy="647309"/>
      </dsp:txXfrm>
    </dsp:sp>
    <dsp:sp modelId="{1C4339CF-E91E-40E4-9B12-4C04119694C0}">
      <dsp:nvSpPr>
        <dsp:cNvPr id="0" name=""/>
        <dsp:cNvSpPr/>
      </dsp:nvSpPr>
      <dsp:spPr>
        <a:xfrm rot="3310531">
          <a:off x="1172689" y="1945310"/>
          <a:ext cx="963235" cy="39424"/>
        </a:xfrm>
        <a:custGeom>
          <a:avLst/>
          <a:gdLst/>
          <a:ahLst/>
          <a:cxnLst/>
          <a:rect l="0" t="0" r="0" b="0"/>
          <a:pathLst>
            <a:path>
              <a:moveTo>
                <a:pt x="0" y="19712"/>
              </a:moveTo>
              <a:lnTo>
                <a:pt x="963235" y="1971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622300">
            <a:lnSpc>
              <a:spcPct val="90000"/>
            </a:lnSpc>
            <a:spcBef>
              <a:spcPct val="0"/>
            </a:spcBef>
            <a:spcAft>
              <a:spcPct val="35000"/>
            </a:spcAft>
          </a:pPr>
          <a:endParaRPr lang="zh-CN" altLang="en-US" sz="1400" b="1" kern="1200"/>
        </a:p>
      </dsp:txBody>
      <dsp:txXfrm>
        <a:off x="1630226" y="1940942"/>
        <a:ext cx="48161" cy="48161"/>
      </dsp:txXfrm>
    </dsp:sp>
    <dsp:sp modelId="{23F60953-AA8C-4CD5-8DBD-4A4F616959CF}">
      <dsp:nvSpPr>
        <dsp:cNvPr id="0" name=""/>
        <dsp:cNvSpPr/>
      </dsp:nvSpPr>
      <dsp:spPr>
        <a:xfrm>
          <a:off x="1929342" y="2016592"/>
          <a:ext cx="2171015" cy="687587"/>
        </a:xfrm>
        <a:prstGeom prst="roundRect">
          <a:avLst>
            <a:gd name="adj" fmla="val 10000"/>
          </a:avLst>
        </a:prstGeom>
        <a:solidFill>
          <a:schemeClr val="accent4">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zh-CN" sz="1400" b="1" kern="1200" dirty="0" smtClean="0"/>
            <a:t>按键释放状态：等待按键释放的状态</a:t>
          </a:r>
          <a:r>
            <a:rPr lang="en-US" sz="1400" b="1" kern="1200" dirty="0" smtClean="0"/>
            <a:t>KEY_RELEASE</a:t>
          </a:r>
          <a:r>
            <a:rPr lang="zh-CN" sz="1400" b="1" kern="1200" dirty="0" smtClean="0"/>
            <a:t>。</a:t>
          </a:r>
          <a:endParaRPr lang="zh-CN" sz="1400" b="1" kern="1200" dirty="0"/>
        </a:p>
      </dsp:txBody>
      <dsp:txXfrm>
        <a:off x="1949481" y="2036731"/>
        <a:ext cx="2130737" cy="647309"/>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3BCC20-98CB-4024-9A0E-D867B760526F}">
      <dsp:nvSpPr>
        <dsp:cNvPr id="0" name=""/>
        <dsp:cNvSpPr/>
      </dsp:nvSpPr>
      <dsp:spPr>
        <a:xfrm>
          <a:off x="4247300" y="704679"/>
          <a:ext cx="3606115" cy="209575"/>
        </a:xfrm>
        <a:custGeom>
          <a:avLst/>
          <a:gdLst/>
          <a:ahLst/>
          <a:cxnLst/>
          <a:rect l="0" t="0" r="0" b="0"/>
          <a:pathLst>
            <a:path>
              <a:moveTo>
                <a:pt x="0" y="0"/>
              </a:moveTo>
              <a:lnTo>
                <a:pt x="0" y="104787"/>
              </a:lnTo>
              <a:lnTo>
                <a:pt x="3606115" y="104787"/>
              </a:lnTo>
              <a:lnTo>
                <a:pt x="3606115" y="209575"/>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545792D-3048-4BE8-B93D-452A7DA105A1}">
      <dsp:nvSpPr>
        <dsp:cNvPr id="0" name=""/>
        <dsp:cNvSpPr/>
      </dsp:nvSpPr>
      <dsp:spPr>
        <a:xfrm>
          <a:off x="6108667" y="1541972"/>
          <a:ext cx="172697" cy="1167633"/>
        </a:xfrm>
        <a:custGeom>
          <a:avLst/>
          <a:gdLst/>
          <a:ahLst/>
          <a:cxnLst/>
          <a:rect l="0" t="0" r="0" b="0"/>
          <a:pathLst>
            <a:path>
              <a:moveTo>
                <a:pt x="0" y="0"/>
              </a:moveTo>
              <a:lnTo>
                <a:pt x="0" y="1167633"/>
              </a:lnTo>
              <a:lnTo>
                <a:pt x="172697" y="1167633"/>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89F07CB-7BE8-446D-AC38-BE8914D59D10}">
      <dsp:nvSpPr>
        <dsp:cNvPr id="0" name=""/>
        <dsp:cNvSpPr/>
      </dsp:nvSpPr>
      <dsp:spPr>
        <a:xfrm>
          <a:off x="6108667" y="1541972"/>
          <a:ext cx="172697" cy="459069"/>
        </a:xfrm>
        <a:custGeom>
          <a:avLst/>
          <a:gdLst/>
          <a:ahLst/>
          <a:cxnLst/>
          <a:rect l="0" t="0" r="0" b="0"/>
          <a:pathLst>
            <a:path>
              <a:moveTo>
                <a:pt x="0" y="0"/>
              </a:moveTo>
              <a:lnTo>
                <a:pt x="0" y="459069"/>
              </a:lnTo>
              <a:lnTo>
                <a:pt x="172697" y="459069"/>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CC04544-CEAF-4BE6-A5BC-A45E8BB3EA19}">
      <dsp:nvSpPr>
        <dsp:cNvPr id="0" name=""/>
        <dsp:cNvSpPr/>
      </dsp:nvSpPr>
      <dsp:spPr>
        <a:xfrm>
          <a:off x="4247300" y="704679"/>
          <a:ext cx="2321893" cy="209575"/>
        </a:xfrm>
        <a:custGeom>
          <a:avLst/>
          <a:gdLst/>
          <a:ahLst/>
          <a:cxnLst/>
          <a:rect l="0" t="0" r="0" b="0"/>
          <a:pathLst>
            <a:path>
              <a:moveTo>
                <a:pt x="0" y="0"/>
              </a:moveTo>
              <a:lnTo>
                <a:pt x="0" y="104787"/>
              </a:lnTo>
              <a:lnTo>
                <a:pt x="2321893" y="104787"/>
              </a:lnTo>
              <a:lnTo>
                <a:pt x="2321893" y="209575"/>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23F9487-C99E-44E7-8F68-76E4F1CC088E}">
      <dsp:nvSpPr>
        <dsp:cNvPr id="0" name=""/>
        <dsp:cNvSpPr/>
      </dsp:nvSpPr>
      <dsp:spPr>
        <a:xfrm>
          <a:off x="4624150" y="1533534"/>
          <a:ext cx="193301" cy="1167633"/>
        </a:xfrm>
        <a:custGeom>
          <a:avLst/>
          <a:gdLst/>
          <a:ahLst/>
          <a:cxnLst/>
          <a:rect l="0" t="0" r="0" b="0"/>
          <a:pathLst>
            <a:path>
              <a:moveTo>
                <a:pt x="0" y="0"/>
              </a:moveTo>
              <a:lnTo>
                <a:pt x="0" y="1167633"/>
              </a:lnTo>
              <a:lnTo>
                <a:pt x="193301" y="1167633"/>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0726118-5DCB-4F8C-A66F-B6ED988795E9}">
      <dsp:nvSpPr>
        <dsp:cNvPr id="0" name=""/>
        <dsp:cNvSpPr/>
      </dsp:nvSpPr>
      <dsp:spPr>
        <a:xfrm>
          <a:off x="4624150" y="1533534"/>
          <a:ext cx="193301" cy="459069"/>
        </a:xfrm>
        <a:custGeom>
          <a:avLst/>
          <a:gdLst/>
          <a:ahLst/>
          <a:cxnLst/>
          <a:rect l="0" t="0" r="0" b="0"/>
          <a:pathLst>
            <a:path>
              <a:moveTo>
                <a:pt x="0" y="0"/>
              </a:moveTo>
              <a:lnTo>
                <a:pt x="0" y="459069"/>
              </a:lnTo>
              <a:lnTo>
                <a:pt x="193301" y="459069"/>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53EE753-1608-4B17-AC4D-9930A37B27B4}">
      <dsp:nvSpPr>
        <dsp:cNvPr id="0" name=""/>
        <dsp:cNvSpPr/>
      </dsp:nvSpPr>
      <dsp:spPr>
        <a:xfrm>
          <a:off x="4247300" y="704679"/>
          <a:ext cx="892321" cy="209575"/>
        </a:xfrm>
        <a:custGeom>
          <a:avLst/>
          <a:gdLst/>
          <a:ahLst/>
          <a:cxnLst/>
          <a:rect l="0" t="0" r="0" b="0"/>
          <a:pathLst>
            <a:path>
              <a:moveTo>
                <a:pt x="0" y="0"/>
              </a:moveTo>
              <a:lnTo>
                <a:pt x="0" y="104787"/>
              </a:lnTo>
              <a:lnTo>
                <a:pt x="892321" y="104787"/>
              </a:lnTo>
              <a:lnTo>
                <a:pt x="892321" y="209575"/>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A5F75F3-46B2-4F57-A762-2192EA59FD68}">
      <dsp:nvSpPr>
        <dsp:cNvPr id="0" name=""/>
        <dsp:cNvSpPr/>
      </dsp:nvSpPr>
      <dsp:spPr>
        <a:xfrm>
          <a:off x="3125897" y="1533534"/>
          <a:ext cx="193301" cy="1876196"/>
        </a:xfrm>
        <a:custGeom>
          <a:avLst/>
          <a:gdLst/>
          <a:ahLst/>
          <a:cxnLst/>
          <a:rect l="0" t="0" r="0" b="0"/>
          <a:pathLst>
            <a:path>
              <a:moveTo>
                <a:pt x="0" y="0"/>
              </a:moveTo>
              <a:lnTo>
                <a:pt x="0" y="1876196"/>
              </a:lnTo>
              <a:lnTo>
                <a:pt x="193301" y="1876196"/>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20EE396-0A42-4D37-8A1F-DB0256483347}">
      <dsp:nvSpPr>
        <dsp:cNvPr id="0" name=""/>
        <dsp:cNvSpPr/>
      </dsp:nvSpPr>
      <dsp:spPr>
        <a:xfrm>
          <a:off x="3125897" y="1533534"/>
          <a:ext cx="193301" cy="1167633"/>
        </a:xfrm>
        <a:custGeom>
          <a:avLst/>
          <a:gdLst/>
          <a:ahLst/>
          <a:cxnLst/>
          <a:rect l="0" t="0" r="0" b="0"/>
          <a:pathLst>
            <a:path>
              <a:moveTo>
                <a:pt x="0" y="0"/>
              </a:moveTo>
              <a:lnTo>
                <a:pt x="0" y="1167633"/>
              </a:lnTo>
              <a:lnTo>
                <a:pt x="193301" y="1167633"/>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99B4701-462C-4EC9-8A8C-3CF293761DCA}">
      <dsp:nvSpPr>
        <dsp:cNvPr id="0" name=""/>
        <dsp:cNvSpPr/>
      </dsp:nvSpPr>
      <dsp:spPr>
        <a:xfrm>
          <a:off x="3125897" y="1533534"/>
          <a:ext cx="193301" cy="459069"/>
        </a:xfrm>
        <a:custGeom>
          <a:avLst/>
          <a:gdLst/>
          <a:ahLst/>
          <a:cxnLst/>
          <a:rect l="0" t="0" r="0" b="0"/>
          <a:pathLst>
            <a:path>
              <a:moveTo>
                <a:pt x="0" y="0"/>
              </a:moveTo>
              <a:lnTo>
                <a:pt x="0" y="459069"/>
              </a:lnTo>
              <a:lnTo>
                <a:pt x="193301" y="459069"/>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2BBAE44-5D50-4181-BBA6-29041690C994}">
      <dsp:nvSpPr>
        <dsp:cNvPr id="0" name=""/>
        <dsp:cNvSpPr/>
      </dsp:nvSpPr>
      <dsp:spPr>
        <a:xfrm>
          <a:off x="3641368" y="704679"/>
          <a:ext cx="605931" cy="209575"/>
        </a:xfrm>
        <a:custGeom>
          <a:avLst/>
          <a:gdLst/>
          <a:ahLst/>
          <a:cxnLst/>
          <a:rect l="0" t="0" r="0" b="0"/>
          <a:pathLst>
            <a:path>
              <a:moveTo>
                <a:pt x="605931" y="0"/>
              </a:moveTo>
              <a:lnTo>
                <a:pt x="605931" y="104787"/>
              </a:lnTo>
              <a:lnTo>
                <a:pt x="0" y="104787"/>
              </a:lnTo>
              <a:lnTo>
                <a:pt x="0" y="209575"/>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0F0BB68-A9E3-4EB0-8B56-FC50AF8AE04F}">
      <dsp:nvSpPr>
        <dsp:cNvPr id="0" name=""/>
        <dsp:cNvSpPr/>
      </dsp:nvSpPr>
      <dsp:spPr>
        <a:xfrm>
          <a:off x="1627644" y="1533534"/>
          <a:ext cx="193301" cy="1876196"/>
        </a:xfrm>
        <a:custGeom>
          <a:avLst/>
          <a:gdLst/>
          <a:ahLst/>
          <a:cxnLst/>
          <a:rect l="0" t="0" r="0" b="0"/>
          <a:pathLst>
            <a:path>
              <a:moveTo>
                <a:pt x="0" y="0"/>
              </a:moveTo>
              <a:lnTo>
                <a:pt x="0" y="1876196"/>
              </a:lnTo>
              <a:lnTo>
                <a:pt x="193301" y="1876196"/>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E0D58E0-C4E7-4A65-87D7-3FEBAAEBD666}">
      <dsp:nvSpPr>
        <dsp:cNvPr id="0" name=""/>
        <dsp:cNvSpPr/>
      </dsp:nvSpPr>
      <dsp:spPr>
        <a:xfrm>
          <a:off x="1627644" y="1533534"/>
          <a:ext cx="193301" cy="1167633"/>
        </a:xfrm>
        <a:custGeom>
          <a:avLst/>
          <a:gdLst/>
          <a:ahLst/>
          <a:cxnLst/>
          <a:rect l="0" t="0" r="0" b="0"/>
          <a:pathLst>
            <a:path>
              <a:moveTo>
                <a:pt x="0" y="0"/>
              </a:moveTo>
              <a:lnTo>
                <a:pt x="0" y="1167633"/>
              </a:lnTo>
              <a:lnTo>
                <a:pt x="193301" y="1167633"/>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B2646E0-96F0-451D-9003-4E992E1C9AF3}">
      <dsp:nvSpPr>
        <dsp:cNvPr id="0" name=""/>
        <dsp:cNvSpPr/>
      </dsp:nvSpPr>
      <dsp:spPr>
        <a:xfrm>
          <a:off x="1627644" y="1533534"/>
          <a:ext cx="193301" cy="459069"/>
        </a:xfrm>
        <a:custGeom>
          <a:avLst/>
          <a:gdLst/>
          <a:ahLst/>
          <a:cxnLst/>
          <a:rect l="0" t="0" r="0" b="0"/>
          <a:pathLst>
            <a:path>
              <a:moveTo>
                <a:pt x="0" y="0"/>
              </a:moveTo>
              <a:lnTo>
                <a:pt x="0" y="459069"/>
              </a:lnTo>
              <a:lnTo>
                <a:pt x="193301" y="459069"/>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4DE3214-6944-43EA-841E-5A8EDC924FCD}">
      <dsp:nvSpPr>
        <dsp:cNvPr id="0" name=""/>
        <dsp:cNvSpPr/>
      </dsp:nvSpPr>
      <dsp:spPr>
        <a:xfrm>
          <a:off x="2143115" y="704679"/>
          <a:ext cx="2104184" cy="209575"/>
        </a:xfrm>
        <a:custGeom>
          <a:avLst/>
          <a:gdLst/>
          <a:ahLst/>
          <a:cxnLst/>
          <a:rect l="0" t="0" r="0" b="0"/>
          <a:pathLst>
            <a:path>
              <a:moveTo>
                <a:pt x="2104184" y="0"/>
              </a:moveTo>
              <a:lnTo>
                <a:pt x="2104184" y="104787"/>
              </a:lnTo>
              <a:lnTo>
                <a:pt x="0" y="104787"/>
              </a:lnTo>
              <a:lnTo>
                <a:pt x="0" y="209575"/>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7321E5D-2563-4FD4-BA7D-176525AD3E8E}">
      <dsp:nvSpPr>
        <dsp:cNvPr id="0" name=""/>
        <dsp:cNvSpPr/>
      </dsp:nvSpPr>
      <dsp:spPr>
        <a:xfrm>
          <a:off x="129391" y="1533534"/>
          <a:ext cx="193301" cy="1876196"/>
        </a:xfrm>
        <a:custGeom>
          <a:avLst/>
          <a:gdLst/>
          <a:ahLst/>
          <a:cxnLst/>
          <a:rect l="0" t="0" r="0" b="0"/>
          <a:pathLst>
            <a:path>
              <a:moveTo>
                <a:pt x="0" y="0"/>
              </a:moveTo>
              <a:lnTo>
                <a:pt x="0" y="1876196"/>
              </a:lnTo>
              <a:lnTo>
                <a:pt x="193301" y="1876196"/>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34D843A-9A3D-43D5-991E-05FEEE86666A}">
      <dsp:nvSpPr>
        <dsp:cNvPr id="0" name=""/>
        <dsp:cNvSpPr/>
      </dsp:nvSpPr>
      <dsp:spPr>
        <a:xfrm>
          <a:off x="129391" y="1533534"/>
          <a:ext cx="193301" cy="1167633"/>
        </a:xfrm>
        <a:custGeom>
          <a:avLst/>
          <a:gdLst/>
          <a:ahLst/>
          <a:cxnLst/>
          <a:rect l="0" t="0" r="0" b="0"/>
          <a:pathLst>
            <a:path>
              <a:moveTo>
                <a:pt x="0" y="0"/>
              </a:moveTo>
              <a:lnTo>
                <a:pt x="0" y="1167633"/>
              </a:lnTo>
              <a:lnTo>
                <a:pt x="193301" y="1167633"/>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71660A3-BEC9-41B9-8EBD-CD5EFEDE4CE0}">
      <dsp:nvSpPr>
        <dsp:cNvPr id="0" name=""/>
        <dsp:cNvSpPr/>
      </dsp:nvSpPr>
      <dsp:spPr>
        <a:xfrm>
          <a:off x="129391" y="1533534"/>
          <a:ext cx="193301" cy="459069"/>
        </a:xfrm>
        <a:custGeom>
          <a:avLst/>
          <a:gdLst/>
          <a:ahLst/>
          <a:cxnLst/>
          <a:rect l="0" t="0" r="0" b="0"/>
          <a:pathLst>
            <a:path>
              <a:moveTo>
                <a:pt x="0" y="0"/>
              </a:moveTo>
              <a:lnTo>
                <a:pt x="0" y="459069"/>
              </a:lnTo>
              <a:lnTo>
                <a:pt x="193301" y="459069"/>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6B8E54B-E406-4916-B93F-A3659C2C5CF1}">
      <dsp:nvSpPr>
        <dsp:cNvPr id="0" name=""/>
        <dsp:cNvSpPr/>
      </dsp:nvSpPr>
      <dsp:spPr>
        <a:xfrm>
          <a:off x="644862" y="704679"/>
          <a:ext cx="3602437" cy="209575"/>
        </a:xfrm>
        <a:custGeom>
          <a:avLst/>
          <a:gdLst/>
          <a:ahLst/>
          <a:cxnLst/>
          <a:rect l="0" t="0" r="0" b="0"/>
          <a:pathLst>
            <a:path>
              <a:moveTo>
                <a:pt x="3602437" y="0"/>
              </a:moveTo>
              <a:lnTo>
                <a:pt x="3602437" y="104787"/>
              </a:lnTo>
              <a:lnTo>
                <a:pt x="0" y="104787"/>
              </a:lnTo>
              <a:lnTo>
                <a:pt x="0" y="209575"/>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743FE7A-9472-48CE-88B9-9087331AEB46}">
      <dsp:nvSpPr>
        <dsp:cNvPr id="0" name=""/>
        <dsp:cNvSpPr/>
      </dsp:nvSpPr>
      <dsp:spPr>
        <a:xfrm>
          <a:off x="3748311" y="205691"/>
          <a:ext cx="997977" cy="498988"/>
        </a:xfrm>
        <a:prstGeom prst="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rtl="0">
            <a:lnSpc>
              <a:spcPct val="90000"/>
            </a:lnSpc>
            <a:spcBef>
              <a:spcPct val="0"/>
            </a:spcBef>
            <a:spcAft>
              <a:spcPct val="35000"/>
            </a:spcAft>
          </a:pPr>
          <a:r>
            <a:rPr lang="zh-CN" altLang="en-US" sz="1800" b="1" kern="1200" dirty="0" smtClean="0"/>
            <a:t>定时器</a:t>
          </a:r>
          <a:endParaRPr lang="zh-CN" sz="1800" b="1" kern="1200" dirty="0"/>
        </a:p>
      </dsp:txBody>
      <dsp:txXfrm>
        <a:off x="3748311" y="205691"/>
        <a:ext cx="997977" cy="498988"/>
      </dsp:txXfrm>
    </dsp:sp>
    <dsp:sp modelId="{4F2CAB8E-49E2-408C-84B4-B195C7BAEBFE}">
      <dsp:nvSpPr>
        <dsp:cNvPr id="0" name=""/>
        <dsp:cNvSpPr/>
      </dsp:nvSpPr>
      <dsp:spPr>
        <a:xfrm>
          <a:off x="523" y="914254"/>
          <a:ext cx="1288677" cy="619279"/>
        </a:xfrm>
        <a:prstGeom prst="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rtl="0">
            <a:lnSpc>
              <a:spcPct val="90000"/>
            </a:lnSpc>
            <a:spcBef>
              <a:spcPct val="0"/>
            </a:spcBef>
            <a:spcAft>
              <a:spcPct val="35000"/>
            </a:spcAft>
          </a:pPr>
          <a:r>
            <a:rPr lang="en-US" sz="1200" b="1" kern="1200" dirty="0" smtClean="0"/>
            <a:t>9.1 STM32</a:t>
          </a:r>
          <a:r>
            <a:rPr lang="zh-CN" sz="1200" b="1" kern="1200" dirty="0" smtClean="0"/>
            <a:t>定时器模块</a:t>
          </a:r>
          <a:endParaRPr lang="zh-CN" sz="1200" b="1" kern="1200" dirty="0"/>
        </a:p>
      </dsp:txBody>
      <dsp:txXfrm>
        <a:off x="523" y="914254"/>
        <a:ext cx="1288677" cy="619279"/>
      </dsp:txXfrm>
    </dsp:sp>
    <dsp:sp modelId="{B6502D21-750A-487C-9707-ED75D51353C0}">
      <dsp:nvSpPr>
        <dsp:cNvPr id="0" name=""/>
        <dsp:cNvSpPr/>
      </dsp:nvSpPr>
      <dsp:spPr>
        <a:xfrm>
          <a:off x="322693" y="1743109"/>
          <a:ext cx="997977" cy="498988"/>
        </a:xfrm>
        <a:prstGeom prst="rect">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rtl="0">
            <a:lnSpc>
              <a:spcPct val="90000"/>
            </a:lnSpc>
            <a:spcBef>
              <a:spcPct val="0"/>
            </a:spcBef>
            <a:spcAft>
              <a:spcPct val="35000"/>
            </a:spcAft>
          </a:pPr>
          <a:r>
            <a:rPr lang="zh-CN" altLang="en-US" sz="1200" b="1" kern="1200" smtClean="0">
              <a:solidFill>
                <a:schemeClr val="tx1"/>
              </a:solidFill>
            </a:rPr>
            <a:t>通用定时器</a:t>
          </a:r>
          <a:endParaRPr lang="zh-CN" sz="1200" b="1" kern="1200" dirty="0">
            <a:solidFill>
              <a:schemeClr val="tx1"/>
            </a:solidFill>
          </a:endParaRPr>
        </a:p>
      </dsp:txBody>
      <dsp:txXfrm>
        <a:off x="322693" y="1743109"/>
        <a:ext cx="997977" cy="498988"/>
      </dsp:txXfrm>
    </dsp:sp>
    <dsp:sp modelId="{AB73857B-1FD7-4A3B-ACBF-A39C09239B72}">
      <dsp:nvSpPr>
        <dsp:cNvPr id="0" name=""/>
        <dsp:cNvSpPr/>
      </dsp:nvSpPr>
      <dsp:spPr>
        <a:xfrm>
          <a:off x="322693" y="2451673"/>
          <a:ext cx="997977" cy="498988"/>
        </a:xfrm>
        <a:prstGeom prst="rect">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rtl="0">
            <a:lnSpc>
              <a:spcPct val="90000"/>
            </a:lnSpc>
            <a:spcBef>
              <a:spcPct val="0"/>
            </a:spcBef>
            <a:spcAft>
              <a:spcPct val="35000"/>
            </a:spcAft>
          </a:pPr>
          <a:r>
            <a:rPr lang="zh-CN" altLang="en-US" sz="1200" b="1" kern="1200" smtClean="0">
              <a:solidFill>
                <a:schemeClr val="tx1"/>
              </a:solidFill>
            </a:rPr>
            <a:t>基本定时器</a:t>
          </a:r>
          <a:endParaRPr lang="zh-CN" sz="1200" b="1" kern="1200" dirty="0">
            <a:solidFill>
              <a:schemeClr val="tx1"/>
            </a:solidFill>
          </a:endParaRPr>
        </a:p>
      </dsp:txBody>
      <dsp:txXfrm>
        <a:off x="322693" y="2451673"/>
        <a:ext cx="997977" cy="498988"/>
      </dsp:txXfrm>
    </dsp:sp>
    <dsp:sp modelId="{3FA1546B-A3DC-4E67-8344-FA9AC48B50ED}">
      <dsp:nvSpPr>
        <dsp:cNvPr id="0" name=""/>
        <dsp:cNvSpPr/>
      </dsp:nvSpPr>
      <dsp:spPr>
        <a:xfrm>
          <a:off x="322693" y="3160237"/>
          <a:ext cx="997977" cy="498988"/>
        </a:xfrm>
        <a:prstGeom prst="rect">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rtl="0">
            <a:lnSpc>
              <a:spcPct val="90000"/>
            </a:lnSpc>
            <a:spcBef>
              <a:spcPct val="0"/>
            </a:spcBef>
            <a:spcAft>
              <a:spcPct val="35000"/>
            </a:spcAft>
          </a:pPr>
          <a:r>
            <a:rPr lang="zh-CN" altLang="en-US" sz="1200" b="1" kern="1200" dirty="0" smtClean="0">
              <a:solidFill>
                <a:schemeClr val="tx1"/>
              </a:solidFill>
            </a:rPr>
            <a:t>高级定时器</a:t>
          </a:r>
          <a:endParaRPr lang="zh-CN" sz="1200" b="1" kern="1200" dirty="0">
            <a:solidFill>
              <a:schemeClr val="tx1"/>
            </a:solidFill>
          </a:endParaRPr>
        </a:p>
      </dsp:txBody>
      <dsp:txXfrm>
        <a:off x="322693" y="3160237"/>
        <a:ext cx="997977" cy="498988"/>
      </dsp:txXfrm>
    </dsp:sp>
    <dsp:sp modelId="{32D3F3DC-EBEF-4576-A62D-E97BA082F290}">
      <dsp:nvSpPr>
        <dsp:cNvPr id="0" name=""/>
        <dsp:cNvSpPr/>
      </dsp:nvSpPr>
      <dsp:spPr>
        <a:xfrm>
          <a:off x="1498776" y="914254"/>
          <a:ext cx="1288677" cy="619279"/>
        </a:xfrm>
        <a:prstGeom prst="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rtl="0">
            <a:lnSpc>
              <a:spcPct val="90000"/>
            </a:lnSpc>
            <a:spcBef>
              <a:spcPct val="0"/>
            </a:spcBef>
            <a:spcAft>
              <a:spcPct val="35000"/>
            </a:spcAft>
          </a:pPr>
          <a:r>
            <a:rPr lang="en-US" sz="1200" b="1" kern="1200" dirty="0" smtClean="0"/>
            <a:t>9.2 </a:t>
          </a:r>
          <a:r>
            <a:rPr lang="zh-CN" sz="1200" b="1" kern="1200" dirty="0" smtClean="0"/>
            <a:t>定时器模块的标准外设库接口函数及应用</a:t>
          </a:r>
          <a:endParaRPr lang="zh-CN" sz="1200" b="1" kern="1200" dirty="0"/>
        </a:p>
      </dsp:txBody>
      <dsp:txXfrm>
        <a:off x="1498776" y="914254"/>
        <a:ext cx="1288677" cy="619279"/>
      </dsp:txXfrm>
    </dsp:sp>
    <dsp:sp modelId="{59CF5637-A7A0-407E-9E51-959A3CB790AF}">
      <dsp:nvSpPr>
        <dsp:cNvPr id="0" name=""/>
        <dsp:cNvSpPr/>
      </dsp:nvSpPr>
      <dsp:spPr>
        <a:xfrm>
          <a:off x="1820946" y="1743109"/>
          <a:ext cx="997977" cy="498988"/>
        </a:xfrm>
        <a:prstGeom prst="rect">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zh-CN" altLang="en-US" sz="1400" b="1" kern="1200" dirty="0" smtClean="0">
              <a:solidFill>
                <a:schemeClr val="tx1"/>
              </a:solidFill>
            </a:rPr>
            <a:t>接口函数</a:t>
          </a:r>
          <a:endParaRPr lang="zh-CN" sz="1400" b="1" kern="1200" dirty="0">
            <a:solidFill>
              <a:schemeClr val="tx1"/>
            </a:solidFill>
          </a:endParaRPr>
        </a:p>
      </dsp:txBody>
      <dsp:txXfrm>
        <a:off x="1820946" y="1743109"/>
        <a:ext cx="997977" cy="498988"/>
      </dsp:txXfrm>
    </dsp:sp>
    <dsp:sp modelId="{4579EEA5-E510-483D-B87E-30AFCEEFF284}">
      <dsp:nvSpPr>
        <dsp:cNvPr id="0" name=""/>
        <dsp:cNvSpPr/>
      </dsp:nvSpPr>
      <dsp:spPr>
        <a:xfrm>
          <a:off x="1820946" y="2451673"/>
          <a:ext cx="997977" cy="498988"/>
        </a:xfrm>
        <a:prstGeom prst="rect">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zh-CN" altLang="en-US" sz="1400" b="1" kern="1200" dirty="0" smtClean="0">
              <a:solidFill>
                <a:schemeClr val="tx1"/>
              </a:solidFill>
            </a:rPr>
            <a:t>配置过程</a:t>
          </a:r>
          <a:endParaRPr lang="zh-CN" sz="1400" b="1" kern="1200" dirty="0">
            <a:solidFill>
              <a:schemeClr val="tx1"/>
            </a:solidFill>
          </a:endParaRPr>
        </a:p>
      </dsp:txBody>
      <dsp:txXfrm>
        <a:off x="1820946" y="2451673"/>
        <a:ext cx="997977" cy="498988"/>
      </dsp:txXfrm>
    </dsp:sp>
    <dsp:sp modelId="{05883D41-0B26-4E22-AC8D-C888FF331625}">
      <dsp:nvSpPr>
        <dsp:cNvPr id="0" name=""/>
        <dsp:cNvSpPr/>
      </dsp:nvSpPr>
      <dsp:spPr>
        <a:xfrm>
          <a:off x="1820946" y="3160237"/>
          <a:ext cx="997977" cy="498988"/>
        </a:xfrm>
        <a:prstGeom prst="rect">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zh-CN" altLang="en-US" sz="1400" b="1" kern="1200" dirty="0" smtClean="0">
              <a:solidFill>
                <a:schemeClr val="tx1"/>
              </a:solidFill>
            </a:rPr>
            <a:t>应用实例</a:t>
          </a:r>
          <a:endParaRPr lang="zh-CN" sz="1400" b="1" kern="1200" dirty="0">
            <a:solidFill>
              <a:schemeClr val="tx1"/>
            </a:solidFill>
          </a:endParaRPr>
        </a:p>
      </dsp:txBody>
      <dsp:txXfrm>
        <a:off x="1820946" y="3160237"/>
        <a:ext cx="997977" cy="498988"/>
      </dsp:txXfrm>
    </dsp:sp>
    <dsp:sp modelId="{517303F1-DE16-4C85-8213-A0408C38360C}">
      <dsp:nvSpPr>
        <dsp:cNvPr id="0" name=""/>
        <dsp:cNvSpPr/>
      </dsp:nvSpPr>
      <dsp:spPr>
        <a:xfrm>
          <a:off x="2997029" y="914254"/>
          <a:ext cx="1288677" cy="619279"/>
        </a:xfrm>
        <a:prstGeom prst="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rtl="0">
            <a:lnSpc>
              <a:spcPct val="90000"/>
            </a:lnSpc>
            <a:spcBef>
              <a:spcPct val="0"/>
            </a:spcBef>
            <a:spcAft>
              <a:spcPct val="35000"/>
            </a:spcAft>
          </a:pPr>
          <a:r>
            <a:rPr lang="en-US" sz="1200" b="1" kern="1200" dirty="0" smtClean="0"/>
            <a:t>9.3 PWM</a:t>
          </a:r>
          <a:endParaRPr lang="zh-CN" sz="1200" b="1" kern="1200" dirty="0"/>
        </a:p>
      </dsp:txBody>
      <dsp:txXfrm>
        <a:off x="2997029" y="914254"/>
        <a:ext cx="1288677" cy="619279"/>
      </dsp:txXfrm>
    </dsp:sp>
    <dsp:sp modelId="{2004B731-88A3-45D7-932A-3B725170DE22}">
      <dsp:nvSpPr>
        <dsp:cNvPr id="0" name=""/>
        <dsp:cNvSpPr/>
      </dsp:nvSpPr>
      <dsp:spPr>
        <a:xfrm>
          <a:off x="3319199" y="1743109"/>
          <a:ext cx="997977" cy="498988"/>
        </a:xfrm>
        <a:prstGeom prst="rect">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zh-CN" altLang="en-US" sz="1400" b="1" kern="1200" dirty="0" smtClean="0">
              <a:solidFill>
                <a:schemeClr val="tx1"/>
              </a:solidFill>
            </a:rPr>
            <a:t>工作原理</a:t>
          </a:r>
          <a:endParaRPr lang="en-US" altLang="zh-CN" sz="1400" b="1" kern="1200" dirty="0" smtClean="0">
            <a:solidFill>
              <a:schemeClr val="tx1"/>
            </a:solidFill>
          </a:endParaRPr>
        </a:p>
      </dsp:txBody>
      <dsp:txXfrm>
        <a:off x="3319199" y="1743109"/>
        <a:ext cx="997977" cy="498988"/>
      </dsp:txXfrm>
    </dsp:sp>
    <dsp:sp modelId="{05EA0A22-8344-4947-BCAE-9651A908F5F5}">
      <dsp:nvSpPr>
        <dsp:cNvPr id="0" name=""/>
        <dsp:cNvSpPr/>
      </dsp:nvSpPr>
      <dsp:spPr>
        <a:xfrm>
          <a:off x="3319199" y="2451673"/>
          <a:ext cx="997977" cy="498988"/>
        </a:xfrm>
        <a:prstGeom prst="rect">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zh-CN" altLang="en-US" sz="1400" b="1" kern="1200" dirty="0" smtClean="0">
              <a:solidFill>
                <a:schemeClr val="tx1"/>
              </a:solidFill>
            </a:rPr>
            <a:t>配置过程</a:t>
          </a:r>
          <a:endParaRPr lang="en-US" altLang="zh-CN" sz="1400" b="1" kern="1200" dirty="0" smtClean="0">
            <a:solidFill>
              <a:schemeClr val="tx1"/>
            </a:solidFill>
          </a:endParaRPr>
        </a:p>
      </dsp:txBody>
      <dsp:txXfrm>
        <a:off x="3319199" y="2451673"/>
        <a:ext cx="997977" cy="498988"/>
      </dsp:txXfrm>
    </dsp:sp>
    <dsp:sp modelId="{A3120829-D37C-4D17-A94E-B3EC6E5D6993}">
      <dsp:nvSpPr>
        <dsp:cNvPr id="0" name=""/>
        <dsp:cNvSpPr/>
      </dsp:nvSpPr>
      <dsp:spPr>
        <a:xfrm>
          <a:off x="3319199" y="3160237"/>
          <a:ext cx="997977" cy="498988"/>
        </a:xfrm>
        <a:prstGeom prst="rect">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zh-CN" altLang="en-US" sz="1400" b="1" kern="1200" dirty="0" smtClean="0">
              <a:solidFill>
                <a:schemeClr val="tx1"/>
              </a:solidFill>
            </a:rPr>
            <a:t>应用实例</a:t>
          </a:r>
          <a:endParaRPr lang="en-US" altLang="zh-CN" sz="1400" b="1" kern="1200" dirty="0" smtClean="0">
            <a:solidFill>
              <a:schemeClr val="tx1"/>
            </a:solidFill>
          </a:endParaRPr>
        </a:p>
      </dsp:txBody>
      <dsp:txXfrm>
        <a:off x="3319199" y="3160237"/>
        <a:ext cx="997977" cy="498988"/>
      </dsp:txXfrm>
    </dsp:sp>
    <dsp:sp modelId="{9900DA43-2A8E-4C80-8C0F-B40463443F0A}">
      <dsp:nvSpPr>
        <dsp:cNvPr id="0" name=""/>
        <dsp:cNvSpPr/>
      </dsp:nvSpPr>
      <dsp:spPr>
        <a:xfrm>
          <a:off x="4495282" y="914254"/>
          <a:ext cx="1288677" cy="619279"/>
        </a:xfrm>
        <a:prstGeom prst="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rtl="0">
            <a:lnSpc>
              <a:spcPct val="90000"/>
            </a:lnSpc>
            <a:spcBef>
              <a:spcPct val="0"/>
            </a:spcBef>
            <a:spcAft>
              <a:spcPct val="35000"/>
            </a:spcAft>
          </a:pPr>
          <a:r>
            <a:rPr lang="en-US" sz="1200" b="1" kern="1200" dirty="0" smtClean="0"/>
            <a:t>9.4 </a:t>
          </a:r>
          <a:r>
            <a:rPr lang="en-US" sz="1200" b="1" kern="1200" dirty="0" err="1" smtClean="0"/>
            <a:t>SysTick</a:t>
          </a:r>
          <a:r>
            <a:rPr lang="zh-CN" sz="1200" b="1" kern="1200" dirty="0" smtClean="0"/>
            <a:t>定时器</a:t>
          </a:r>
          <a:endParaRPr lang="zh-CN" sz="1200" b="1" kern="1200" dirty="0"/>
        </a:p>
      </dsp:txBody>
      <dsp:txXfrm>
        <a:off x="4495282" y="914254"/>
        <a:ext cx="1288677" cy="619279"/>
      </dsp:txXfrm>
    </dsp:sp>
    <dsp:sp modelId="{04D7D778-819F-4078-9DC2-03C60B48F490}">
      <dsp:nvSpPr>
        <dsp:cNvPr id="0" name=""/>
        <dsp:cNvSpPr/>
      </dsp:nvSpPr>
      <dsp:spPr>
        <a:xfrm>
          <a:off x="4817452" y="1743109"/>
          <a:ext cx="997977" cy="498988"/>
        </a:xfrm>
        <a:prstGeom prst="rect">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zh-CN" altLang="en-US" sz="1400" b="1" kern="1200" dirty="0" smtClean="0">
              <a:solidFill>
                <a:schemeClr val="tx1"/>
              </a:solidFill>
            </a:rPr>
            <a:t>库函数</a:t>
          </a:r>
          <a:endParaRPr lang="zh-CN" sz="1400" b="1" kern="1200" dirty="0">
            <a:solidFill>
              <a:schemeClr val="tx1"/>
            </a:solidFill>
          </a:endParaRPr>
        </a:p>
      </dsp:txBody>
      <dsp:txXfrm>
        <a:off x="4817452" y="1743109"/>
        <a:ext cx="997977" cy="498988"/>
      </dsp:txXfrm>
    </dsp:sp>
    <dsp:sp modelId="{0DCAAF1B-A0F9-425E-91BA-441F3BA08CED}">
      <dsp:nvSpPr>
        <dsp:cNvPr id="0" name=""/>
        <dsp:cNvSpPr/>
      </dsp:nvSpPr>
      <dsp:spPr>
        <a:xfrm>
          <a:off x="4817452" y="2451673"/>
          <a:ext cx="997977" cy="498988"/>
        </a:xfrm>
        <a:prstGeom prst="rect">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zh-CN" altLang="en-US" sz="1400" b="1" kern="1200" dirty="0" smtClean="0">
              <a:solidFill>
                <a:schemeClr val="tx1"/>
              </a:solidFill>
            </a:rPr>
            <a:t>应用实例</a:t>
          </a:r>
          <a:endParaRPr lang="zh-CN" sz="1400" b="1" kern="1200" dirty="0">
            <a:solidFill>
              <a:schemeClr val="tx1"/>
            </a:solidFill>
          </a:endParaRPr>
        </a:p>
      </dsp:txBody>
      <dsp:txXfrm>
        <a:off x="4817452" y="2451673"/>
        <a:ext cx="997977" cy="498988"/>
      </dsp:txXfrm>
    </dsp:sp>
    <dsp:sp modelId="{F48C2056-63D1-4B5E-A422-5A1E98995F7D}">
      <dsp:nvSpPr>
        <dsp:cNvPr id="0" name=""/>
        <dsp:cNvSpPr/>
      </dsp:nvSpPr>
      <dsp:spPr>
        <a:xfrm>
          <a:off x="5993535" y="914254"/>
          <a:ext cx="1151316" cy="627717"/>
        </a:xfrm>
        <a:prstGeom prst="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rtl="0">
            <a:lnSpc>
              <a:spcPct val="90000"/>
            </a:lnSpc>
            <a:spcBef>
              <a:spcPct val="0"/>
            </a:spcBef>
            <a:spcAft>
              <a:spcPct val="35000"/>
            </a:spcAft>
          </a:pPr>
          <a:r>
            <a:rPr lang="en-US" sz="1200" b="1" kern="1200" dirty="0" smtClean="0"/>
            <a:t>9.5 </a:t>
          </a:r>
          <a:r>
            <a:rPr lang="zh-CN" sz="1200" b="1" kern="1200" dirty="0" smtClean="0"/>
            <a:t>定时器模块的</a:t>
          </a:r>
          <a:r>
            <a:rPr lang="en-US" sz="1200" b="1" kern="1200" dirty="0" smtClean="0"/>
            <a:t>HAL</a:t>
          </a:r>
          <a:r>
            <a:rPr lang="zh-CN" sz="1200" b="1" kern="1200" dirty="0" smtClean="0"/>
            <a:t>库接口函数及应用</a:t>
          </a:r>
          <a:endParaRPr lang="zh-CN" sz="1200" b="1" kern="1200" dirty="0"/>
        </a:p>
      </dsp:txBody>
      <dsp:txXfrm>
        <a:off x="5993535" y="914254"/>
        <a:ext cx="1151316" cy="627717"/>
      </dsp:txXfrm>
    </dsp:sp>
    <dsp:sp modelId="{EED2035C-259A-46AA-AB5E-ACA67D24C993}">
      <dsp:nvSpPr>
        <dsp:cNvPr id="0" name=""/>
        <dsp:cNvSpPr/>
      </dsp:nvSpPr>
      <dsp:spPr>
        <a:xfrm>
          <a:off x="6281364" y="1751547"/>
          <a:ext cx="997977" cy="498988"/>
        </a:xfrm>
        <a:prstGeom prst="rect">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zh-CN" altLang="en-US" sz="1400" b="1" kern="1200" dirty="0" smtClean="0">
              <a:solidFill>
                <a:schemeClr val="tx1"/>
              </a:solidFill>
            </a:rPr>
            <a:t>接口函数</a:t>
          </a:r>
          <a:endParaRPr lang="zh-CN" sz="1400" b="1" kern="1200" dirty="0">
            <a:solidFill>
              <a:schemeClr val="tx1"/>
            </a:solidFill>
          </a:endParaRPr>
        </a:p>
      </dsp:txBody>
      <dsp:txXfrm>
        <a:off x="6281364" y="1751547"/>
        <a:ext cx="997977" cy="498988"/>
      </dsp:txXfrm>
    </dsp:sp>
    <dsp:sp modelId="{880696C1-FDC1-48E1-9BC2-87A1FD5BD6ED}">
      <dsp:nvSpPr>
        <dsp:cNvPr id="0" name=""/>
        <dsp:cNvSpPr/>
      </dsp:nvSpPr>
      <dsp:spPr>
        <a:xfrm>
          <a:off x="6281364" y="2460111"/>
          <a:ext cx="997977" cy="498988"/>
        </a:xfrm>
        <a:prstGeom prst="rect">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rtl="0">
            <a:lnSpc>
              <a:spcPct val="90000"/>
            </a:lnSpc>
            <a:spcBef>
              <a:spcPct val="0"/>
            </a:spcBef>
            <a:spcAft>
              <a:spcPct val="35000"/>
            </a:spcAft>
          </a:pPr>
          <a:r>
            <a:rPr lang="zh-CN" altLang="en-US" sz="1400" b="1" kern="1200" dirty="0" smtClean="0">
              <a:solidFill>
                <a:schemeClr val="tx1"/>
              </a:solidFill>
            </a:rPr>
            <a:t>应用实例</a:t>
          </a:r>
          <a:endParaRPr lang="zh-CN" sz="1400" b="1" kern="1200" dirty="0">
            <a:solidFill>
              <a:schemeClr val="tx1"/>
            </a:solidFill>
          </a:endParaRPr>
        </a:p>
      </dsp:txBody>
      <dsp:txXfrm>
        <a:off x="6281364" y="2460111"/>
        <a:ext cx="997977" cy="498988"/>
      </dsp:txXfrm>
    </dsp:sp>
    <dsp:sp modelId="{811B90AE-124A-4B82-8FC3-58D8BB77C148}">
      <dsp:nvSpPr>
        <dsp:cNvPr id="0" name=""/>
        <dsp:cNvSpPr/>
      </dsp:nvSpPr>
      <dsp:spPr>
        <a:xfrm>
          <a:off x="7354427" y="914254"/>
          <a:ext cx="997977" cy="643001"/>
        </a:xfrm>
        <a:prstGeom prst="rect">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rtl="0">
            <a:lnSpc>
              <a:spcPct val="90000"/>
            </a:lnSpc>
            <a:spcBef>
              <a:spcPct val="0"/>
            </a:spcBef>
            <a:spcAft>
              <a:spcPct val="35000"/>
            </a:spcAft>
          </a:pPr>
          <a:r>
            <a:rPr lang="en-GB" altLang="zh-CN" sz="1200" b="1" kern="1200" dirty="0" smtClean="0"/>
            <a:t>9.</a:t>
          </a:r>
          <a:r>
            <a:rPr lang="en-US" altLang="zh-CN" sz="1200" b="1" kern="1200" dirty="0" smtClean="0"/>
            <a:t>6 </a:t>
          </a:r>
          <a:r>
            <a:rPr lang="zh-CN" sz="1200" b="1" kern="1200" dirty="0" smtClean="0"/>
            <a:t>编程思想之状态机设计思想</a:t>
          </a:r>
          <a:endParaRPr lang="zh-CN" sz="1200" b="1" kern="1200" dirty="0"/>
        </a:p>
      </dsp:txBody>
      <dsp:txXfrm>
        <a:off x="7354427" y="914254"/>
        <a:ext cx="997977" cy="643001"/>
      </dsp:txXfrm>
    </dsp:sp>
  </dsp:spTree>
</dsp:drawing>
</file>

<file path=ppt/diagrams/layout1.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3.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8.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10.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image" Target="../media/image13.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39B75F8-F665-47F5-9F1B-1750F29F1993}" type="datetimeFigureOut">
              <a:rPr lang="zh-CN" altLang="en-US" smtClean="0"/>
              <a:pPr/>
              <a:t>2020-06-16</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BC9018E-597F-42E6-A78B-4790A7F98695}" type="slidenum">
              <a:rPr lang="zh-CN" altLang="en-US" smtClean="0"/>
              <a:pPr/>
              <a:t>‹#›</a:t>
            </a:fld>
            <a:endParaRPr lang="zh-CN" altLang="en-US"/>
          </a:p>
        </p:txBody>
      </p:sp>
    </p:spTree>
    <p:extLst>
      <p:ext uri="{BB962C8B-B14F-4D97-AF65-F5344CB8AC3E}">
        <p14:creationId xmlns:p14="http://schemas.microsoft.com/office/powerpoint/2010/main" val="1438152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15</a:t>
            </a:fld>
            <a:endParaRPr lang="zh-CN" altLang="en-US"/>
          </a:p>
        </p:txBody>
      </p:sp>
    </p:spTree>
    <p:extLst>
      <p:ext uri="{BB962C8B-B14F-4D97-AF65-F5344CB8AC3E}">
        <p14:creationId xmlns:p14="http://schemas.microsoft.com/office/powerpoint/2010/main" val="10788372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16</a:t>
            </a:fld>
            <a:endParaRPr lang="zh-CN" altLang="en-US"/>
          </a:p>
        </p:txBody>
      </p:sp>
    </p:spTree>
    <p:extLst>
      <p:ext uri="{BB962C8B-B14F-4D97-AF65-F5344CB8AC3E}">
        <p14:creationId xmlns:p14="http://schemas.microsoft.com/office/powerpoint/2010/main" val="1078837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51</a:t>
            </a:fld>
            <a:endParaRPr lang="zh-CN" altLang="en-US"/>
          </a:p>
        </p:txBody>
      </p:sp>
    </p:spTree>
    <p:extLst>
      <p:ext uri="{BB962C8B-B14F-4D97-AF65-F5344CB8AC3E}">
        <p14:creationId xmlns:p14="http://schemas.microsoft.com/office/powerpoint/2010/main" val="38090797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52</a:t>
            </a:fld>
            <a:endParaRPr lang="zh-CN" altLang="en-US"/>
          </a:p>
        </p:txBody>
      </p:sp>
    </p:spTree>
    <p:extLst>
      <p:ext uri="{BB962C8B-B14F-4D97-AF65-F5344CB8AC3E}">
        <p14:creationId xmlns:p14="http://schemas.microsoft.com/office/powerpoint/2010/main" val="38090797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53</a:t>
            </a:fld>
            <a:endParaRPr lang="zh-CN" altLang="en-US"/>
          </a:p>
        </p:txBody>
      </p:sp>
    </p:spTree>
    <p:extLst>
      <p:ext uri="{BB962C8B-B14F-4D97-AF65-F5344CB8AC3E}">
        <p14:creationId xmlns:p14="http://schemas.microsoft.com/office/powerpoint/2010/main" val="38090797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73</a:t>
            </a:fld>
            <a:endParaRPr lang="zh-CN" altLang="en-US"/>
          </a:p>
        </p:txBody>
      </p:sp>
    </p:spTree>
    <p:extLst>
      <p:ext uri="{BB962C8B-B14F-4D97-AF65-F5344CB8AC3E}">
        <p14:creationId xmlns:p14="http://schemas.microsoft.com/office/powerpoint/2010/main" val="31503024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77</a:t>
            </a:fld>
            <a:endParaRPr lang="zh-CN" altLang="en-US"/>
          </a:p>
        </p:txBody>
      </p:sp>
    </p:spTree>
    <p:extLst>
      <p:ext uri="{BB962C8B-B14F-4D97-AF65-F5344CB8AC3E}">
        <p14:creationId xmlns:p14="http://schemas.microsoft.com/office/powerpoint/2010/main" val="3150302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78</a:t>
            </a:fld>
            <a:endParaRPr lang="zh-CN" altLang="en-US"/>
          </a:p>
        </p:txBody>
      </p:sp>
    </p:spTree>
    <p:extLst>
      <p:ext uri="{BB962C8B-B14F-4D97-AF65-F5344CB8AC3E}">
        <p14:creationId xmlns:p14="http://schemas.microsoft.com/office/powerpoint/2010/main" val="31503024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81</a:t>
            </a:fld>
            <a:endParaRPr lang="zh-CN" altLang="en-US"/>
          </a:p>
        </p:txBody>
      </p:sp>
    </p:spTree>
    <p:extLst>
      <p:ext uri="{BB962C8B-B14F-4D97-AF65-F5344CB8AC3E}">
        <p14:creationId xmlns:p14="http://schemas.microsoft.com/office/powerpoint/2010/main" val="38281221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82</a:t>
            </a:fld>
            <a:endParaRPr lang="zh-CN" altLang="en-US"/>
          </a:p>
        </p:txBody>
      </p:sp>
    </p:spTree>
    <p:extLst>
      <p:ext uri="{BB962C8B-B14F-4D97-AF65-F5344CB8AC3E}">
        <p14:creationId xmlns:p14="http://schemas.microsoft.com/office/powerpoint/2010/main" val="38281221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83</a:t>
            </a:fld>
            <a:endParaRPr lang="zh-CN" altLang="en-US"/>
          </a:p>
        </p:txBody>
      </p:sp>
    </p:spTree>
    <p:extLst>
      <p:ext uri="{BB962C8B-B14F-4D97-AF65-F5344CB8AC3E}">
        <p14:creationId xmlns:p14="http://schemas.microsoft.com/office/powerpoint/2010/main" val="38281221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84</a:t>
            </a:fld>
            <a:endParaRPr lang="zh-CN" altLang="en-US"/>
          </a:p>
        </p:txBody>
      </p:sp>
    </p:spTree>
    <p:extLst>
      <p:ext uri="{BB962C8B-B14F-4D97-AF65-F5344CB8AC3E}">
        <p14:creationId xmlns:p14="http://schemas.microsoft.com/office/powerpoint/2010/main" val="38281221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85</a:t>
            </a:fld>
            <a:endParaRPr lang="zh-CN" altLang="en-US"/>
          </a:p>
        </p:txBody>
      </p:sp>
    </p:spTree>
    <p:extLst>
      <p:ext uri="{BB962C8B-B14F-4D97-AF65-F5344CB8AC3E}">
        <p14:creationId xmlns:p14="http://schemas.microsoft.com/office/powerpoint/2010/main" val="38281221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86</a:t>
            </a:fld>
            <a:endParaRPr lang="zh-CN" altLang="en-US"/>
          </a:p>
        </p:txBody>
      </p:sp>
    </p:spTree>
    <p:extLst>
      <p:ext uri="{BB962C8B-B14F-4D97-AF65-F5344CB8AC3E}">
        <p14:creationId xmlns:p14="http://schemas.microsoft.com/office/powerpoint/2010/main" val="38281221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87</a:t>
            </a:fld>
            <a:endParaRPr lang="zh-CN" altLang="en-US"/>
          </a:p>
        </p:txBody>
      </p:sp>
    </p:spTree>
    <p:extLst>
      <p:ext uri="{BB962C8B-B14F-4D97-AF65-F5344CB8AC3E}">
        <p14:creationId xmlns:p14="http://schemas.microsoft.com/office/powerpoint/2010/main" val="38281221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88</a:t>
            </a:fld>
            <a:endParaRPr lang="zh-CN" altLang="en-US"/>
          </a:p>
        </p:txBody>
      </p:sp>
    </p:spTree>
    <p:extLst>
      <p:ext uri="{BB962C8B-B14F-4D97-AF65-F5344CB8AC3E}">
        <p14:creationId xmlns:p14="http://schemas.microsoft.com/office/powerpoint/2010/main" val="38281221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89</a:t>
            </a:fld>
            <a:endParaRPr lang="zh-CN" altLang="en-US"/>
          </a:p>
        </p:txBody>
      </p:sp>
    </p:spTree>
    <p:extLst>
      <p:ext uri="{BB962C8B-B14F-4D97-AF65-F5344CB8AC3E}">
        <p14:creationId xmlns:p14="http://schemas.microsoft.com/office/powerpoint/2010/main" val="38281221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90</a:t>
            </a:fld>
            <a:endParaRPr lang="zh-CN" altLang="en-US"/>
          </a:p>
        </p:txBody>
      </p:sp>
    </p:spTree>
    <p:extLst>
      <p:ext uri="{BB962C8B-B14F-4D97-AF65-F5344CB8AC3E}">
        <p14:creationId xmlns:p14="http://schemas.microsoft.com/office/powerpoint/2010/main" val="38281221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91</a:t>
            </a:fld>
            <a:endParaRPr lang="zh-CN" altLang="en-US"/>
          </a:p>
        </p:txBody>
      </p:sp>
    </p:spTree>
    <p:extLst>
      <p:ext uri="{BB962C8B-B14F-4D97-AF65-F5344CB8AC3E}">
        <p14:creationId xmlns:p14="http://schemas.microsoft.com/office/powerpoint/2010/main" val="38281221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98</a:t>
            </a:fld>
            <a:endParaRPr lang="zh-CN" altLang="en-US"/>
          </a:p>
        </p:txBody>
      </p:sp>
    </p:spTree>
    <p:extLst>
      <p:ext uri="{BB962C8B-B14F-4D97-AF65-F5344CB8AC3E}">
        <p14:creationId xmlns:p14="http://schemas.microsoft.com/office/powerpoint/2010/main" val="3983434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C9018E-597F-42E6-A78B-4790A7F98695}" type="slidenum">
              <a:rPr lang="zh-CN" altLang="en-US" smtClean="0"/>
              <a:pPr/>
              <a:t>99</a:t>
            </a:fld>
            <a:endParaRPr lang="zh-CN" altLang="en-US"/>
          </a:p>
        </p:txBody>
      </p:sp>
    </p:spTree>
    <p:extLst>
      <p:ext uri="{BB962C8B-B14F-4D97-AF65-F5344CB8AC3E}">
        <p14:creationId xmlns:p14="http://schemas.microsoft.com/office/powerpoint/2010/main" val="3983434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20"/>
            <a:ext cx="7772400" cy="1102519"/>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376624648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4767264"/>
            <a:ext cx="2133600" cy="273844"/>
          </a:xfrm>
          <a:prstGeom prst="rect">
            <a:avLst/>
          </a:prstGeom>
        </p:spPr>
        <p:txBody>
          <a:bodyPr/>
          <a:lstStyle/>
          <a:p>
            <a:fld id="{E0303ED4-6D35-4936-8F1D-2BFA02A5954C}" type="datetime1">
              <a:rPr lang="zh-CN" altLang="en-US" smtClean="0"/>
              <a:t>2020-06-16</a:t>
            </a:fld>
            <a:endParaRPr lang="zh-CN" altLang="en-US"/>
          </a:p>
        </p:txBody>
      </p:sp>
      <p:sp>
        <p:nvSpPr>
          <p:cNvPr id="5" name="页脚占位符 4"/>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dirty="0"/>
          </a:p>
        </p:txBody>
      </p:sp>
    </p:spTree>
    <p:extLst>
      <p:ext uri="{BB962C8B-B14F-4D97-AF65-F5344CB8AC3E}">
        <p14:creationId xmlns:p14="http://schemas.microsoft.com/office/powerpoint/2010/main" val="399749390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a:xfrm>
            <a:off x="457200" y="4767264"/>
            <a:ext cx="2133600" cy="273844"/>
          </a:xfrm>
          <a:prstGeom prst="rect">
            <a:avLst/>
          </a:prstGeom>
        </p:spPr>
        <p:txBody>
          <a:bodyPr/>
          <a:lstStyle/>
          <a:p>
            <a:fld id="{6E84BC83-D5B1-4099-81B4-285E02FA4662}" type="datetime1">
              <a:rPr lang="zh-CN" altLang="en-US" smtClean="0"/>
              <a:t>2020-06-16</a:t>
            </a:fld>
            <a:endParaRPr lang="zh-CN" altLang="en-US"/>
          </a:p>
        </p:txBody>
      </p:sp>
      <p:sp>
        <p:nvSpPr>
          <p:cNvPr id="5" name="页脚占位符 4"/>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2729701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900114"/>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900114"/>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00" y="4767264"/>
            <a:ext cx="2133600" cy="273844"/>
          </a:xfrm>
          <a:prstGeom prst="rect">
            <a:avLst/>
          </a:prstGeom>
        </p:spPr>
        <p:txBody>
          <a:bodyPr/>
          <a:lstStyle/>
          <a:p>
            <a:fld id="{696E9670-03CB-400D-B89C-FFDF56546E4E}" type="datetime1">
              <a:rPr lang="zh-CN" altLang="en-US" smtClean="0"/>
              <a:t>2020-06-16</a:t>
            </a:fld>
            <a:endParaRPr lang="zh-CN" altLang="en-US"/>
          </a:p>
        </p:txBody>
      </p:sp>
      <p:sp>
        <p:nvSpPr>
          <p:cNvPr id="6" name="页脚占位符 5"/>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21439066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8" y="1151335"/>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8"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a:xfrm>
            <a:off x="457200" y="4767264"/>
            <a:ext cx="2133600" cy="273844"/>
          </a:xfrm>
          <a:prstGeom prst="rect">
            <a:avLst/>
          </a:prstGeom>
        </p:spPr>
        <p:txBody>
          <a:bodyPr/>
          <a:lstStyle/>
          <a:p>
            <a:fld id="{34DAC681-D595-4E46-86B4-51373C345208}" type="datetime1">
              <a:rPr lang="zh-CN" altLang="en-US" smtClean="0"/>
              <a:t>2020-06-16</a:t>
            </a:fld>
            <a:endParaRPr lang="zh-CN" altLang="en-US"/>
          </a:p>
        </p:txBody>
      </p:sp>
      <p:sp>
        <p:nvSpPr>
          <p:cNvPr id="8" name="页脚占位符 7"/>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3516454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457200" y="4767264"/>
            <a:ext cx="2133600" cy="273844"/>
          </a:xfrm>
          <a:prstGeom prst="rect">
            <a:avLst/>
          </a:prstGeom>
        </p:spPr>
        <p:txBody>
          <a:bodyPr/>
          <a:lstStyle/>
          <a:p>
            <a:fld id="{62271D13-05CB-4F61-A11D-B1BB9949186E}" type="datetime1">
              <a:rPr lang="zh-CN" altLang="en-US" smtClean="0"/>
              <a:t>2020-06-16</a:t>
            </a:fld>
            <a:endParaRPr lang="zh-CN" altLang="en-US"/>
          </a:p>
        </p:txBody>
      </p:sp>
      <p:sp>
        <p:nvSpPr>
          <p:cNvPr id="4" name="页脚占位符 3"/>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4224674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7264"/>
            <a:ext cx="2133600" cy="273844"/>
          </a:xfrm>
          <a:prstGeom prst="rect">
            <a:avLst/>
          </a:prstGeom>
        </p:spPr>
        <p:txBody>
          <a:bodyPr/>
          <a:lstStyle/>
          <a:p>
            <a:fld id="{53350156-42C2-4360-9E68-662ED17B302E}" type="datetime1">
              <a:rPr lang="zh-CN" altLang="en-US" smtClean="0"/>
              <a:t>2020-06-16</a:t>
            </a:fld>
            <a:endParaRPr lang="zh-CN" altLang="en-US"/>
          </a:p>
        </p:txBody>
      </p:sp>
      <p:sp>
        <p:nvSpPr>
          <p:cNvPr id="3" name="页脚占位符 2"/>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10790771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04787"/>
            <a:ext cx="3008313" cy="8715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9"/>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2" y="1076327"/>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a:xfrm>
            <a:off x="457200" y="4767264"/>
            <a:ext cx="2133600" cy="273844"/>
          </a:xfrm>
          <a:prstGeom prst="rect">
            <a:avLst/>
          </a:prstGeom>
        </p:spPr>
        <p:txBody>
          <a:bodyPr/>
          <a:lstStyle/>
          <a:p>
            <a:fld id="{BB4B2511-DE66-4D08-B475-E0AAD2239DE8}" type="datetime1">
              <a:rPr lang="zh-CN" altLang="en-US" smtClean="0"/>
              <a:t>2020-06-16</a:t>
            </a:fld>
            <a:endParaRPr lang="zh-CN" altLang="en-US"/>
          </a:p>
        </p:txBody>
      </p:sp>
      <p:sp>
        <p:nvSpPr>
          <p:cNvPr id="6" name="页脚占位符 5"/>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3798512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1"/>
            <a:ext cx="5486400" cy="425054"/>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4"/>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a:xfrm>
            <a:off x="457200" y="4767264"/>
            <a:ext cx="2133600" cy="273844"/>
          </a:xfrm>
          <a:prstGeom prst="rect">
            <a:avLst/>
          </a:prstGeom>
        </p:spPr>
        <p:txBody>
          <a:bodyPr/>
          <a:lstStyle/>
          <a:p>
            <a:fld id="{E40BB5AF-008F-4B40-AE7A-CF5D0548797E}" type="datetime1">
              <a:rPr lang="zh-CN" altLang="en-US" smtClean="0"/>
              <a:t>2020-06-16</a:t>
            </a:fld>
            <a:endParaRPr lang="zh-CN" altLang="en-US"/>
          </a:p>
        </p:txBody>
      </p:sp>
      <p:sp>
        <p:nvSpPr>
          <p:cNvPr id="6" name="页脚占位符 5"/>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2613734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4767264"/>
            <a:ext cx="2133600" cy="273844"/>
          </a:xfrm>
          <a:prstGeom prst="rect">
            <a:avLst/>
          </a:prstGeom>
        </p:spPr>
        <p:txBody>
          <a:bodyPr/>
          <a:lstStyle/>
          <a:p>
            <a:fld id="{9676586C-F451-45CC-A493-5C0832D23875}" type="datetime1">
              <a:rPr lang="zh-CN" altLang="en-US" smtClean="0"/>
              <a:t>2020-06-16</a:t>
            </a:fld>
            <a:endParaRPr lang="zh-CN" altLang="en-US"/>
          </a:p>
        </p:txBody>
      </p:sp>
      <p:sp>
        <p:nvSpPr>
          <p:cNvPr id="5" name="页脚占位符 4"/>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2190913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54781"/>
            <a:ext cx="6019800" cy="3290888"/>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4767264"/>
            <a:ext cx="2133600" cy="273844"/>
          </a:xfrm>
          <a:prstGeom prst="rect">
            <a:avLst/>
          </a:prstGeom>
        </p:spPr>
        <p:txBody>
          <a:bodyPr/>
          <a:lstStyle/>
          <a:p>
            <a:fld id="{D6B59EFE-7A72-4E43-A7CC-C03175B781B1}" type="datetime1">
              <a:rPr lang="zh-CN" altLang="en-US" smtClean="0"/>
              <a:t>2020-06-16</a:t>
            </a:fld>
            <a:endParaRPr lang="zh-CN" altLang="en-US"/>
          </a:p>
        </p:txBody>
      </p:sp>
      <p:sp>
        <p:nvSpPr>
          <p:cNvPr id="5" name="页脚占位符 4"/>
          <p:cNvSpPr>
            <a:spLocks noGrp="1"/>
          </p:cNvSpPr>
          <p:nvPr>
            <p:ph type="ftr" sz="quarter" idx="11"/>
          </p:nvPr>
        </p:nvSpPr>
        <p:spPr>
          <a:xfrm>
            <a:off x="3124200" y="4767264"/>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4"/>
            <a:ext cx="2133600" cy="273844"/>
          </a:xfrm>
          <a:prstGeom prst="rect">
            <a:avLst/>
          </a:prstGeom>
        </p:spPr>
        <p:txBody>
          <a:bodyPr/>
          <a:lstStyle/>
          <a:p>
            <a:fld id="{0F272DE8-DC03-45DD-9AEF-459A9358B47B}" type="slidenum">
              <a:rPr lang="zh-CN" altLang="en-US" smtClean="0"/>
              <a:pPr/>
              <a:t>‹#›</a:t>
            </a:fld>
            <a:endParaRPr lang="zh-CN" altLang="en-US"/>
          </a:p>
        </p:txBody>
      </p:sp>
    </p:spTree>
    <p:extLst>
      <p:ext uri="{BB962C8B-B14F-4D97-AF65-F5344CB8AC3E}">
        <p14:creationId xmlns:p14="http://schemas.microsoft.com/office/powerpoint/2010/main" val="3248154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矩形 1"/>
          <p:cNvSpPr/>
          <p:nvPr userDrawn="1"/>
        </p:nvSpPr>
        <p:spPr>
          <a:xfrm>
            <a:off x="0" y="5020022"/>
            <a:ext cx="9144000" cy="123478"/>
          </a:xfrm>
          <a:prstGeom prst="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2" name="矩形 11"/>
          <p:cNvSpPr/>
          <p:nvPr userDrawn="1"/>
        </p:nvSpPr>
        <p:spPr>
          <a:xfrm>
            <a:off x="9036496" y="1275606"/>
            <a:ext cx="107504" cy="2592288"/>
          </a:xfrm>
          <a:prstGeom prst="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575028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sldNum="0"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5.emf"/></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1.emf"/></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2.e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4.emf"/><Relationship Id="rId5" Type="http://schemas.openxmlformats.org/officeDocument/2006/relationships/oleObject" Target="../embeddings/oleObject6.bin"/><Relationship Id="rId4" Type="http://schemas.openxmlformats.org/officeDocument/2006/relationships/image" Target="../media/image13.e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16.emf"/><Relationship Id="rId4" Type="http://schemas.openxmlformats.org/officeDocument/2006/relationships/oleObject" Target="../embeddings/oleObject7.bin"/></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image" Target="../media/image17.gif"/><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5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21.emf"/></Relationships>
</file>

<file path=ppt/slides/_rels/slide80.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8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93.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94.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矩形 1"/>
          <p:cNvSpPr/>
          <p:nvPr/>
        </p:nvSpPr>
        <p:spPr>
          <a:xfrm>
            <a:off x="0" y="1779662"/>
            <a:ext cx="2843808" cy="1368152"/>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1202167" y="2211710"/>
            <a:ext cx="1425390" cy="646331"/>
          </a:xfrm>
          <a:prstGeom prst="rect">
            <a:avLst/>
          </a:prstGeom>
        </p:spPr>
        <p:txBody>
          <a:bodyPr wrap="none">
            <a:spAutoFit/>
          </a:bodyPr>
          <a:lstStyle/>
          <a:p>
            <a:r>
              <a:rPr lang="zh-CN" altLang="en-US" sz="3600" b="1" dirty="0" smtClean="0">
                <a:solidFill>
                  <a:schemeClr val="bg1"/>
                </a:solidFill>
                <a:latin typeface="华文隶书" pitchFamily="2" charset="-122"/>
                <a:ea typeface="华文隶书" pitchFamily="2" charset="-122"/>
              </a:rPr>
              <a:t>第</a:t>
            </a:r>
            <a:r>
              <a:rPr lang="en-US" altLang="zh-CN" sz="3600" b="1" dirty="0" smtClean="0">
                <a:solidFill>
                  <a:schemeClr val="bg1"/>
                </a:solidFill>
                <a:latin typeface="华文隶书" pitchFamily="2" charset="-122"/>
                <a:ea typeface="华文隶书" pitchFamily="2" charset="-122"/>
              </a:rPr>
              <a:t>9</a:t>
            </a:r>
            <a:r>
              <a:rPr lang="zh-CN" altLang="en-US" sz="3600" b="1" dirty="0" smtClean="0">
                <a:solidFill>
                  <a:schemeClr val="bg1"/>
                </a:solidFill>
                <a:latin typeface="华文隶书" pitchFamily="2" charset="-122"/>
                <a:ea typeface="华文隶书" pitchFamily="2" charset="-122"/>
              </a:rPr>
              <a:t>章 </a:t>
            </a:r>
            <a:endParaRPr lang="zh-CN" altLang="en-US" sz="3600" dirty="0">
              <a:solidFill>
                <a:schemeClr val="bg1"/>
              </a:solidFill>
            </a:endParaRPr>
          </a:p>
        </p:txBody>
      </p:sp>
      <p:sp>
        <p:nvSpPr>
          <p:cNvPr id="7" name="矩形 6"/>
          <p:cNvSpPr/>
          <p:nvPr/>
        </p:nvSpPr>
        <p:spPr>
          <a:xfrm>
            <a:off x="2843808" y="1779662"/>
            <a:ext cx="5148064" cy="13681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4262861" y="2140572"/>
            <a:ext cx="2574540" cy="646331"/>
          </a:xfrm>
          <a:prstGeom prst="rect">
            <a:avLst/>
          </a:prstGeom>
          <a:solidFill>
            <a:schemeClr val="bg1"/>
          </a:solidFill>
        </p:spPr>
        <p:txBody>
          <a:bodyPr wrap="square">
            <a:spAutoFit/>
          </a:bodyPr>
          <a:lstStyle/>
          <a:p>
            <a:r>
              <a:rPr lang="zh-CN" altLang="en-US" sz="3600" b="1" dirty="0" smtClean="0">
                <a:solidFill>
                  <a:schemeClr val="accent1">
                    <a:lumMod val="75000"/>
                  </a:schemeClr>
                </a:solidFill>
                <a:latin typeface="华文隶书" pitchFamily="2" charset="-122"/>
                <a:ea typeface="华文隶书" pitchFamily="2" charset="-122"/>
              </a:rPr>
              <a:t>定  时  器</a:t>
            </a:r>
            <a:endParaRPr lang="zh-CN" altLang="zh-CN" sz="3600" b="1" dirty="0">
              <a:solidFill>
                <a:schemeClr val="accent1">
                  <a:lumMod val="75000"/>
                </a:schemeClr>
              </a:solidFill>
              <a:latin typeface="华文隶书" pitchFamily="2" charset="-122"/>
              <a:ea typeface="华文隶书" pitchFamily="2" charset="-122"/>
            </a:endParaRPr>
          </a:p>
        </p:txBody>
      </p:sp>
      <p:sp>
        <p:nvSpPr>
          <p:cNvPr id="10" name="矩形 9"/>
          <p:cNvSpPr/>
          <p:nvPr/>
        </p:nvSpPr>
        <p:spPr>
          <a:xfrm>
            <a:off x="7991872" y="1779662"/>
            <a:ext cx="1152128" cy="1368152"/>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菱形 12"/>
          <p:cNvSpPr/>
          <p:nvPr/>
        </p:nvSpPr>
        <p:spPr>
          <a:xfrm>
            <a:off x="7812360" y="4155926"/>
            <a:ext cx="936104" cy="581892"/>
          </a:xfrm>
          <a:prstGeom prst="diamond">
            <a:avLst/>
          </a:prstGeom>
          <a:solidFill>
            <a:schemeClr val="bg1"/>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菱形 13"/>
          <p:cNvSpPr/>
          <p:nvPr/>
        </p:nvSpPr>
        <p:spPr>
          <a:xfrm>
            <a:off x="7344308" y="4136372"/>
            <a:ext cx="936104" cy="581892"/>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3275856" y="1784578"/>
            <a:ext cx="1914862" cy="97743"/>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dirty="0"/>
          </a:p>
        </p:txBody>
      </p:sp>
      <p:sp>
        <p:nvSpPr>
          <p:cNvPr id="11" name="十字箭头标注 10"/>
          <p:cNvSpPr/>
          <p:nvPr/>
        </p:nvSpPr>
        <p:spPr>
          <a:xfrm>
            <a:off x="395536" y="339502"/>
            <a:ext cx="1296144" cy="720080"/>
          </a:xfrm>
          <a:prstGeom prst="quadArrowCallou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en-GB" altLang="zh-CN" sz="1200" b="1" dirty="0" smtClean="0"/>
              <a:t>STM32</a:t>
            </a:r>
            <a:endParaRPr lang="zh-CN" altLang="en-US" sz="1200" b="1" dirty="0"/>
          </a:p>
        </p:txBody>
      </p:sp>
      <p:sp>
        <p:nvSpPr>
          <p:cNvPr id="18" name="矩形 17"/>
          <p:cNvSpPr/>
          <p:nvPr/>
        </p:nvSpPr>
        <p:spPr>
          <a:xfrm>
            <a:off x="5508104" y="3050071"/>
            <a:ext cx="1914862" cy="97743"/>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99927165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 y="339503"/>
            <a:ext cx="298782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11582" y="381893"/>
            <a:ext cx="3336282" cy="461665"/>
          </a:xfrm>
          <a:prstGeom prst="rect">
            <a:avLst/>
          </a:prstGeom>
        </p:spPr>
        <p:txBody>
          <a:bodyPr wrap="square">
            <a:spAutoFit/>
          </a:bodyPr>
          <a:lstStyle/>
          <a:p>
            <a:r>
              <a:rPr lang="zh-CN" altLang="zh-CN" sz="2400" b="1" dirty="0">
                <a:solidFill>
                  <a:schemeClr val="bg1"/>
                </a:solidFill>
                <a:latin typeface="微软雅黑" pitchFamily="34" charset="-122"/>
                <a:ea typeface="微软雅黑" pitchFamily="34" charset="-122"/>
              </a:rPr>
              <a:t>本章知识与能力要求</a:t>
            </a:r>
          </a:p>
        </p:txBody>
      </p:sp>
      <p:sp>
        <p:nvSpPr>
          <p:cNvPr id="5" name="矩形 4"/>
          <p:cNvSpPr/>
          <p:nvPr/>
        </p:nvSpPr>
        <p:spPr>
          <a:xfrm>
            <a:off x="1115616" y="1419622"/>
            <a:ext cx="7560840" cy="2785378"/>
          </a:xfrm>
          <a:prstGeom prst="rect">
            <a:avLst/>
          </a:prstGeom>
        </p:spPr>
        <p:txBody>
          <a:bodyPr wrap="square">
            <a:spAutoFit/>
          </a:bodyPr>
          <a:lstStyle/>
          <a:p>
            <a:pPr marL="446088" lvl="0" indent="-446088">
              <a:lnSpc>
                <a:spcPct val="125000"/>
              </a:lnSpc>
              <a:spcBef>
                <a:spcPts val="600"/>
              </a:spcBef>
              <a:buClr>
                <a:schemeClr val="accent5">
                  <a:lumMod val="60000"/>
                  <a:lumOff val="40000"/>
                </a:schemeClr>
              </a:buClr>
              <a:buFont typeface="Wingdings" pitchFamily="2" charset="2"/>
              <a:buChar char="u"/>
            </a:pPr>
            <a:r>
              <a:rPr lang="zh-CN" altLang="en-US" sz="2000" b="1" dirty="0" smtClean="0">
                <a:ea typeface="华文楷体" pitchFamily="2" charset="-122"/>
                <a:cs typeface="Times New Roman" pitchFamily="18" charset="0"/>
              </a:rPr>
              <a:t>了解</a:t>
            </a:r>
            <a:r>
              <a:rPr lang="zh-CN" altLang="en-US" sz="2000" b="1" dirty="0">
                <a:ea typeface="华文楷体" pitchFamily="2" charset="-122"/>
                <a:cs typeface="Times New Roman" pitchFamily="18" charset="0"/>
              </a:rPr>
              <a:t>和掌握定时器的基本功能；</a:t>
            </a:r>
          </a:p>
          <a:p>
            <a:pPr marL="446088" lvl="0" indent="-446088">
              <a:lnSpc>
                <a:spcPct val="125000"/>
              </a:lnSpc>
              <a:spcBef>
                <a:spcPts val="600"/>
              </a:spcBef>
              <a:buClr>
                <a:schemeClr val="accent5">
                  <a:lumMod val="60000"/>
                  <a:lumOff val="40000"/>
                </a:schemeClr>
              </a:buClr>
              <a:buFont typeface="Wingdings" pitchFamily="2" charset="2"/>
              <a:buChar char="u"/>
            </a:pPr>
            <a:r>
              <a:rPr lang="zh-CN" altLang="en-US" sz="2000" b="1" dirty="0" smtClean="0">
                <a:ea typeface="华文楷体" pitchFamily="2" charset="-122"/>
                <a:cs typeface="Times New Roman" pitchFamily="18" charset="0"/>
              </a:rPr>
              <a:t>理解</a:t>
            </a:r>
            <a:r>
              <a:rPr lang="zh-CN" altLang="en-US" sz="2000" b="1" dirty="0">
                <a:ea typeface="华文楷体" pitchFamily="2" charset="-122"/>
                <a:cs typeface="Times New Roman" pitchFamily="18" charset="0"/>
              </a:rPr>
              <a:t>和掌握</a:t>
            </a:r>
            <a:r>
              <a:rPr lang="en-US" altLang="zh-CN" sz="2000" b="1" dirty="0">
                <a:ea typeface="华文楷体" pitchFamily="2" charset="-122"/>
                <a:cs typeface="Times New Roman" pitchFamily="18" charset="0"/>
              </a:rPr>
              <a:t>STM32</a:t>
            </a:r>
            <a:r>
              <a:rPr lang="zh-CN" altLang="en-US" sz="2000" b="1" dirty="0">
                <a:ea typeface="华文楷体" pitchFamily="2" charset="-122"/>
                <a:cs typeface="Times New Roman" pitchFamily="18" charset="0"/>
              </a:rPr>
              <a:t>定时器的内部结构、工作模式和主要特性；</a:t>
            </a:r>
          </a:p>
          <a:p>
            <a:pPr marL="446088" lvl="0" indent="-446088">
              <a:lnSpc>
                <a:spcPct val="125000"/>
              </a:lnSpc>
              <a:spcBef>
                <a:spcPts val="600"/>
              </a:spcBef>
              <a:buClr>
                <a:schemeClr val="accent5">
                  <a:lumMod val="60000"/>
                  <a:lumOff val="40000"/>
                </a:schemeClr>
              </a:buClr>
              <a:buFont typeface="Wingdings" pitchFamily="2" charset="2"/>
              <a:buChar char="u"/>
            </a:pPr>
            <a:r>
              <a:rPr lang="zh-CN" altLang="en-US" sz="2000" b="1" dirty="0" smtClean="0">
                <a:ea typeface="华文楷体" pitchFamily="2" charset="-122"/>
                <a:cs typeface="Times New Roman" pitchFamily="18" charset="0"/>
              </a:rPr>
              <a:t>掌握</a:t>
            </a:r>
            <a:r>
              <a:rPr lang="en-US" altLang="zh-CN" sz="2000" b="1" dirty="0">
                <a:ea typeface="华文楷体" pitchFamily="2" charset="-122"/>
                <a:cs typeface="Times New Roman" pitchFamily="18" charset="0"/>
              </a:rPr>
              <a:t>STM32</a:t>
            </a:r>
            <a:r>
              <a:rPr lang="zh-CN" altLang="en-US" sz="2000" b="1" dirty="0">
                <a:ea typeface="华文楷体" pitchFamily="2" charset="-122"/>
                <a:cs typeface="Times New Roman" pitchFamily="18" charset="0"/>
              </a:rPr>
              <a:t>通用定时器延时的工作原理；</a:t>
            </a:r>
          </a:p>
          <a:p>
            <a:pPr marL="446088" lvl="0" indent="-446088">
              <a:lnSpc>
                <a:spcPct val="125000"/>
              </a:lnSpc>
              <a:spcBef>
                <a:spcPts val="600"/>
              </a:spcBef>
              <a:buClr>
                <a:schemeClr val="accent5">
                  <a:lumMod val="60000"/>
                  <a:lumOff val="40000"/>
                </a:schemeClr>
              </a:buClr>
              <a:buFont typeface="Wingdings" pitchFamily="2" charset="2"/>
              <a:buChar char="u"/>
            </a:pPr>
            <a:r>
              <a:rPr lang="zh-CN" altLang="en-US" sz="2000" b="1" dirty="0" smtClean="0">
                <a:ea typeface="华文楷体" pitchFamily="2" charset="-122"/>
                <a:cs typeface="Times New Roman" pitchFamily="18" charset="0"/>
              </a:rPr>
              <a:t>熟悉</a:t>
            </a:r>
            <a:r>
              <a:rPr lang="en-US" altLang="zh-CN" sz="2000" b="1" dirty="0">
                <a:ea typeface="华文楷体" pitchFamily="2" charset="-122"/>
                <a:cs typeface="Times New Roman" pitchFamily="18" charset="0"/>
              </a:rPr>
              <a:t>STM32</a:t>
            </a:r>
            <a:r>
              <a:rPr lang="zh-CN" altLang="en-US" sz="2000" b="1" dirty="0">
                <a:ea typeface="华文楷体" pitchFamily="2" charset="-122"/>
                <a:cs typeface="Times New Roman" pitchFamily="18" charset="0"/>
              </a:rPr>
              <a:t>标准外设库和</a:t>
            </a:r>
            <a:r>
              <a:rPr lang="en-US" altLang="zh-CN" sz="2000" b="1" dirty="0">
                <a:ea typeface="华文楷体" pitchFamily="2" charset="-122"/>
                <a:cs typeface="Times New Roman" pitchFamily="18" charset="0"/>
              </a:rPr>
              <a:t>HAL</a:t>
            </a:r>
            <a:r>
              <a:rPr lang="zh-CN" altLang="en-US" sz="2000" b="1" dirty="0">
                <a:ea typeface="华文楷体" pitchFamily="2" charset="-122"/>
                <a:cs typeface="Times New Roman" pitchFamily="18" charset="0"/>
              </a:rPr>
              <a:t>库中有关定时器的库函数；</a:t>
            </a:r>
          </a:p>
          <a:p>
            <a:pPr marL="446088" lvl="0" indent="-446088">
              <a:lnSpc>
                <a:spcPct val="125000"/>
              </a:lnSpc>
              <a:spcBef>
                <a:spcPts val="600"/>
              </a:spcBef>
              <a:buClr>
                <a:schemeClr val="accent5">
                  <a:lumMod val="60000"/>
                  <a:lumOff val="40000"/>
                </a:schemeClr>
              </a:buClr>
              <a:buFont typeface="Wingdings" pitchFamily="2" charset="2"/>
              <a:buChar char="u"/>
            </a:pPr>
            <a:r>
              <a:rPr lang="zh-CN" altLang="en-US" sz="2000" b="1" dirty="0" smtClean="0">
                <a:ea typeface="华文楷体" pitchFamily="2" charset="-122"/>
                <a:cs typeface="Times New Roman" pitchFamily="18" charset="0"/>
              </a:rPr>
              <a:t>掌握</a:t>
            </a:r>
            <a:r>
              <a:rPr lang="en-US" altLang="zh-CN" sz="2000" b="1" dirty="0" err="1">
                <a:ea typeface="华文楷体" pitchFamily="2" charset="-122"/>
                <a:cs typeface="Times New Roman" pitchFamily="18" charset="0"/>
              </a:rPr>
              <a:t>SysTick</a:t>
            </a:r>
            <a:r>
              <a:rPr lang="zh-CN" altLang="en-US" sz="2000" b="1" dirty="0">
                <a:ea typeface="华文楷体" pitchFamily="2" charset="-122"/>
                <a:cs typeface="Times New Roman" pitchFamily="18" charset="0"/>
              </a:rPr>
              <a:t>定时器定时功能；</a:t>
            </a:r>
          </a:p>
          <a:p>
            <a:pPr marL="446088" lvl="0" indent="-446088">
              <a:lnSpc>
                <a:spcPct val="125000"/>
              </a:lnSpc>
              <a:spcBef>
                <a:spcPts val="600"/>
              </a:spcBef>
              <a:buClr>
                <a:schemeClr val="accent5">
                  <a:lumMod val="60000"/>
                  <a:lumOff val="40000"/>
                </a:schemeClr>
              </a:buClr>
              <a:buFont typeface="Wingdings" pitchFamily="2" charset="2"/>
              <a:buChar char="u"/>
            </a:pPr>
            <a:r>
              <a:rPr lang="zh-CN" altLang="en-US" sz="2000" b="1" dirty="0" smtClean="0">
                <a:ea typeface="华文楷体" pitchFamily="2" charset="-122"/>
                <a:cs typeface="Times New Roman" pitchFamily="18" charset="0"/>
              </a:rPr>
              <a:t>掌握</a:t>
            </a:r>
            <a:r>
              <a:rPr lang="zh-CN" altLang="en-US" sz="2000" b="1" dirty="0">
                <a:ea typeface="华文楷体" pitchFamily="2" charset="-122"/>
                <a:cs typeface="Times New Roman" pitchFamily="18" charset="0"/>
              </a:rPr>
              <a:t>基于</a:t>
            </a:r>
            <a:r>
              <a:rPr lang="en-US" altLang="zh-CN" sz="2000" b="1" dirty="0">
                <a:ea typeface="华文楷体" pitchFamily="2" charset="-122"/>
                <a:cs typeface="Times New Roman" pitchFamily="18" charset="0"/>
              </a:rPr>
              <a:t>HAL</a:t>
            </a:r>
            <a:r>
              <a:rPr lang="zh-CN" altLang="en-US" sz="2000" b="1" dirty="0">
                <a:ea typeface="华文楷体" pitchFamily="2" charset="-122"/>
                <a:cs typeface="Times New Roman" pitchFamily="18" charset="0"/>
              </a:rPr>
              <a:t>库实现定时器精确延时功能。</a:t>
            </a:r>
          </a:p>
        </p:txBody>
      </p:sp>
    </p:spTree>
    <p:extLst>
      <p:ext uri="{BB962C8B-B14F-4D97-AF65-F5344CB8AC3E}">
        <p14:creationId xmlns:p14="http://schemas.microsoft.com/office/powerpoint/2010/main" val="303620840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1" y="339503"/>
            <a:ext cx="219573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107504" y="381893"/>
            <a:ext cx="2004075"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第</a:t>
            </a:r>
            <a:r>
              <a:rPr lang="en-US" altLang="zh-CN" sz="2400" b="1" dirty="0">
                <a:solidFill>
                  <a:schemeClr val="bg1"/>
                </a:solidFill>
                <a:latin typeface="微软雅黑" pitchFamily="34" charset="-122"/>
                <a:ea typeface="微软雅黑" pitchFamily="34" charset="-122"/>
              </a:rPr>
              <a:t>9</a:t>
            </a:r>
            <a:r>
              <a:rPr lang="zh-CN" altLang="en-US" sz="2400" b="1" dirty="0">
                <a:solidFill>
                  <a:schemeClr val="bg1"/>
                </a:solidFill>
                <a:latin typeface="微软雅黑" pitchFamily="34" charset="-122"/>
                <a:ea typeface="微软雅黑" pitchFamily="34" charset="-122"/>
              </a:rPr>
              <a:t>章 定时器</a:t>
            </a:r>
            <a:endParaRPr lang="zh-CN" altLang="zh-CN" sz="2400" b="1" dirty="0">
              <a:solidFill>
                <a:schemeClr val="bg1"/>
              </a:solidFill>
              <a:latin typeface="微软雅黑" pitchFamily="34" charset="-122"/>
              <a:ea typeface="微软雅黑" pitchFamily="34" charset="-122"/>
            </a:endParaRPr>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2" name="圆柱形 21"/>
          <p:cNvSpPr/>
          <p:nvPr/>
        </p:nvSpPr>
        <p:spPr>
          <a:xfrm>
            <a:off x="683568" y="1131590"/>
            <a:ext cx="828092" cy="504056"/>
          </a:xfrm>
          <a:prstGeom prst="can">
            <a:avLst/>
          </a:prstGeom>
          <a:solidFill>
            <a:schemeClr val="accent3">
              <a:lumMod val="40000"/>
              <a:lumOff val="60000"/>
            </a:schemeClr>
          </a:solidFill>
          <a:ln w="28575">
            <a:solidFill>
              <a:schemeClr val="accent5">
                <a:lumMod val="75000"/>
              </a:schemeClr>
            </a:solidFill>
          </a:ln>
          <a:scene3d>
            <a:camera prst="orthographicFron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2000" b="1" dirty="0" smtClean="0"/>
          </a:p>
        </p:txBody>
      </p:sp>
      <p:sp>
        <p:nvSpPr>
          <p:cNvPr id="23" name="TextBox 22"/>
          <p:cNvSpPr txBox="1"/>
          <p:nvPr/>
        </p:nvSpPr>
        <p:spPr>
          <a:xfrm>
            <a:off x="920062" y="1707654"/>
            <a:ext cx="648072" cy="400110"/>
          </a:xfrm>
          <a:prstGeom prst="rect">
            <a:avLst/>
          </a:prstGeom>
          <a:noFill/>
        </p:spPr>
        <p:txBody>
          <a:bodyPr wrap="square" rtlCol="0">
            <a:spAutoFit/>
          </a:bodyPr>
          <a:lstStyle/>
          <a:p>
            <a:pPr algn="ctr"/>
            <a:r>
              <a:rPr lang="en-US" altLang="zh-CN" sz="2000" b="1" dirty="0" smtClean="0"/>
              <a:t>9.1</a:t>
            </a:r>
            <a:endParaRPr lang="zh-CN" altLang="en-US" sz="2000" b="1" dirty="0"/>
          </a:p>
        </p:txBody>
      </p:sp>
      <p:sp>
        <p:nvSpPr>
          <p:cNvPr id="24" name="圆柱形 23"/>
          <p:cNvSpPr/>
          <p:nvPr/>
        </p:nvSpPr>
        <p:spPr>
          <a:xfrm>
            <a:off x="982452" y="1752523"/>
            <a:ext cx="828092" cy="504056"/>
          </a:xfrm>
          <a:prstGeom prst="can">
            <a:avLst/>
          </a:prstGeom>
          <a:solidFill>
            <a:schemeClr val="accent3">
              <a:lumMod val="40000"/>
              <a:lumOff val="60000"/>
            </a:schemeClr>
          </a:solidFill>
          <a:ln w="28575">
            <a:solidFill>
              <a:schemeClr val="accent5">
                <a:lumMod val="75000"/>
              </a:schemeClr>
            </a:solidFill>
          </a:ln>
          <a:scene3d>
            <a:camera prst="orthographicFron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2000" b="1" dirty="0" smtClean="0"/>
          </a:p>
        </p:txBody>
      </p:sp>
      <p:sp>
        <p:nvSpPr>
          <p:cNvPr id="25" name="TextBox 24"/>
          <p:cNvSpPr txBox="1"/>
          <p:nvPr/>
        </p:nvSpPr>
        <p:spPr>
          <a:xfrm>
            <a:off x="1216478" y="2319722"/>
            <a:ext cx="648072" cy="400110"/>
          </a:xfrm>
          <a:prstGeom prst="rect">
            <a:avLst/>
          </a:prstGeom>
          <a:noFill/>
        </p:spPr>
        <p:txBody>
          <a:bodyPr wrap="square" rtlCol="0">
            <a:spAutoFit/>
          </a:bodyPr>
          <a:lstStyle/>
          <a:p>
            <a:pPr algn="ctr"/>
            <a:r>
              <a:rPr lang="en-US" altLang="zh-CN" sz="2000" b="1" dirty="0" smtClean="0"/>
              <a:t>9.1</a:t>
            </a:r>
            <a:endParaRPr lang="zh-CN" altLang="en-US" sz="2000" b="1" dirty="0"/>
          </a:p>
        </p:txBody>
      </p:sp>
      <p:sp>
        <p:nvSpPr>
          <p:cNvPr id="26" name="圆柱形 25"/>
          <p:cNvSpPr/>
          <p:nvPr/>
        </p:nvSpPr>
        <p:spPr>
          <a:xfrm>
            <a:off x="1278868" y="2360158"/>
            <a:ext cx="828092" cy="504056"/>
          </a:xfrm>
          <a:prstGeom prst="can">
            <a:avLst/>
          </a:prstGeom>
          <a:solidFill>
            <a:schemeClr val="accent3">
              <a:lumMod val="40000"/>
              <a:lumOff val="60000"/>
            </a:schemeClr>
          </a:solidFill>
          <a:ln w="28575">
            <a:solidFill>
              <a:schemeClr val="accent5">
                <a:lumMod val="75000"/>
              </a:schemeClr>
            </a:solidFill>
          </a:ln>
          <a:scene3d>
            <a:camera prst="orthographicFron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2000" b="1" dirty="0" smtClean="0"/>
          </a:p>
        </p:txBody>
      </p:sp>
      <p:sp>
        <p:nvSpPr>
          <p:cNvPr id="27" name="TextBox 26"/>
          <p:cNvSpPr txBox="1"/>
          <p:nvPr/>
        </p:nvSpPr>
        <p:spPr>
          <a:xfrm>
            <a:off x="1368878" y="2472122"/>
            <a:ext cx="648072" cy="400110"/>
          </a:xfrm>
          <a:prstGeom prst="rect">
            <a:avLst/>
          </a:prstGeom>
          <a:noFill/>
        </p:spPr>
        <p:txBody>
          <a:bodyPr wrap="square" rtlCol="0">
            <a:spAutoFit/>
          </a:bodyPr>
          <a:lstStyle/>
          <a:p>
            <a:pPr algn="ctr"/>
            <a:r>
              <a:rPr lang="en-US" altLang="zh-CN" sz="2000" b="1" dirty="0" smtClean="0"/>
              <a:t>9.3</a:t>
            </a:r>
            <a:endParaRPr lang="zh-CN" altLang="en-US" sz="2000" b="1" dirty="0"/>
          </a:p>
        </p:txBody>
      </p:sp>
      <p:sp>
        <p:nvSpPr>
          <p:cNvPr id="28" name="圆柱形 27"/>
          <p:cNvSpPr/>
          <p:nvPr/>
        </p:nvSpPr>
        <p:spPr>
          <a:xfrm>
            <a:off x="1575284" y="2967794"/>
            <a:ext cx="828092" cy="504056"/>
          </a:xfrm>
          <a:prstGeom prst="can">
            <a:avLst/>
          </a:prstGeom>
          <a:solidFill>
            <a:schemeClr val="accent3">
              <a:lumMod val="40000"/>
              <a:lumOff val="60000"/>
            </a:schemeClr>
          </a:solidFill>
          <a:ln w="28575">
            <a:solidFill>
              <a:schemeClr val="accent5">
                <a:lumMod val="75000"/>
              </a:schemeClr>
            </a:solidFill>
          </a:ln>
          <a:scene3d>
            <a:camera prst="orthographicFron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2000" b="1" dirty="0" smtClean="0"/>
          </a:p>
        </p:txBody>
      </p:sp>
      <p:sp>
        <p:nvSpPr>
          <p:cNvPr id="29" name="TextBox 28"/>
          <p:cNvSpPr txBox="1"/>
          <p:nvPr/>
        </p:nvSpPr>
        <p:spPr>
          <a:xfrm>
            <a:off x="1665294" y="3075325"/>
            <a:ext cx="648072" cy="400110"/>
          </a:xfrm>
          <a:prstGeom prst="rect">
            <a:avLst/>
          </a:prstGeom>
          <a:noFill/>
        </p:spPr>
        <p:txBody>
          <a:bodyPr wrap="square" rtlCol="0">
            <a:spAutoFit/>
          </a:bodyPr>
          <a:lstStyle/>
          <a:p>
            <a:pPr algn="ctr"/>
            <a:r>
              <a:rPr lang="en-US" altLang="zh-CN" sz="2000" b="1" dirty="0" smtClean="0"/>
              <a:t>9.4</a:t>
            </a:r>
            <a:endParaRPr lang="zh-CN" altLang="en-US" sz="2000" b="1" dirty="0"/>
          </a:p>
        </p:txBody>
      </p:sp>
      <p:sp>
        <p:nvSpPr>
          <p:cNvPr id="30" name="圆柱形 29"/>
          <p:cNvSpPr/>
          <p:nvPr/>
        </p:nvSpPr>
        <p:spPr>
          <a:xfrm>
            <a:off x="1871700" y="3612281"/>
            <a:ext cx="828092" cy="504056"/>
          </a:xfrm>
          <a:prstGeom prst="can">
            <a:avLst/>
          </a:prstGeom>
          <a:solidFill>
            <a:schemeClr val="accent3">
              <a:lumMod val="40000"/>
              <a:lumOff val="60000"/>
            </a:schemeClr>
          </a:solidFill>
          <a:ln w="28575">
            <a:solidFill>
              <a:schemeClr val="accent5">
                <a:lumMod val="75000"/>
              </a:schemeClr>
            </a:solidFill>
          </a:ln>
          <a:scene3d>
            <a:camera prst="orthographicFron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2000" b="1" dirty="0" smtClean="0"/>
          </a:p>
        </p:txBody>
      </p:sp>
      <p:sp>
        <p:nvSpPr>
          <p:cNvPr id="31" name="TextBox 30"/>
          <p:cNvSpPr txBox="1"/>
          <p:nvPr/>
        </p:nvSpPr>
        <p:spPr>
          <a:xfrm>
            <a:off x="1961710" y="3719812"/>
            <a:ext cx="648072" cy="400110"/>
          </a:xfrm>
          <a:prstGeom prst="rect">
            <a:avLst/>
          </a:prstGeom>
          <a:noFill/>
        </p:spPr>
        <p:txBody>
          <a:bodyPr wrap="square" rtlCol="0">
            <a:spAutoFit/>
          </a:bodyPr>
          <a:lstStyle/>
          <a:p>
            <a:pPr algn="ctr"/>
            <a:r>
              <a:rPr lang="en-US" altLang="zh-CN" sz="2000" b="1" dirty="0" smtClean="0"/>
              <a:t>9.5</a:t>
            </a:r>
            <a:endParaRPr lang="zh-CN" altLang="en-US" sz="2000" b="1" dirty="0"/>
          </a:p>
        </p:txBody>
      </p:sp>
      <p:sp>
        <p:nvSpPr>
          <p:cNvPr id="32" name="TextBox 31"/>
          <p:cNvSpPr txBox="1"/>
          <p:nvPr/>
        </p:nvSpPr>
        <p:spPr>
          <a:xfrm>
            <a:off x="1115616" y="1856469"/>
            <a:ext cx="648072" cy="400110"/>
          </a:xfrm>
          <a:prstGeom prst="rect">
            <a:avLst/>
          </a:prstGeom>
          <a:noFill/>
        </p:spPr>
        <p:txBody>
          <a:bodyPr wrap="square" rtlCol="0">
            <a:spAutoFit/>
          </a:bodyPr>
          <a:lstStyle/>
          <a:p>
            <a:pPr algn="ctr"/>
            <a:r>
              <a:rPr lang="en-US" altLang="zh-CN" sz="2000" b="1" dirty="0" smtClean="0"/>
              <a:t>9.2</a:t>
            </a:r>
            <a:endParaRPr lang="zh-CN" altLang="en-US" sz="2000" b="1" dirty="0"/>
          </a:p>
        </p:txBody>
      </p:sp>
      <p:sp>
        <p:nvSpPr>
          <p:cNvPr id="33" name="TextBox 32"/>
          <p:cNvSpPr txBox="1"/>
          <p:nvPr/>
        </p:nvSpPr>
        <p:spPr>
          <a:xfrm>
            <a:off x="791580" y="1235536"/>
            <a:ext cx="648072" cy="400110"/>
          </a:xfrm>
          <a:prstGeom prst="rect">
            <a:avLst/>
          </a:prstGeom>
          <a:noFill/>
        </p:spPr>
        <p:txBody>
          <a:bodyPr wrap="square" rtlCol="0">
            <a:spAutoFit/>
          </a:bodyPr>
          <a:lstStyle/>
          <a:p>
            <a:pPr algn="ctr"/>
            <a:r>
              <a:rPr lang="en-US" altLang="zh-CN" sz="2000" b="1" dirty="0" smtClean="0"/>
              <a:t>9.1</a:t>
            </a:r>
            <a:endParaRPr lang="zh-CN" altLang="en-US" sz="2000" b="1" dirty="0"/>
          </a:p>
        </p:txBody>
      </p:sp>
      <p:sp>
        <p:nvSpPr>
          <p:cNvPr id="35" name="圆柱形 34"/>
          <p:cNvSpPr/>
          <p:nvPr/>
        </p:nvSpPr>
        <p:spPr>
          <a:xfrm>
            <a:off x="2015716" y="1131590"/>
            <a:ext cx="4805300" cy="504056"/>
          </a:xfrm>
          <a:prstGeom prst="can">
            <a:avLst>
              <a:gd name="adj" fmla="val 13750"/>
            </a:avLst>
          </a:prstGeom>
          <a:solidFill>
            <a:schemeClr val="accent3">
              <a:lumMod val="40000"/>
              <a:lumOff val="60000"/>
            </a:schemeClr>
          </a:solidFill>
          <a:ln w="28575">
            <a:solidFill>
              <a:schemeClr val="accent5">
                <a:lumMod val="75000"/>
              </a:schemeClr>
            </a:solidFill>
          </a:ln>
          <a:scene3d>
            <a:camera prst="orthographicFron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r>
              <a:rPr lang="en-US" altLang="zh-CN" sz="2000" b="1" dirty="0">
                <a:solidFill>
                  <a:schemeClr val="tx1"/>
                </a:solidFill>
              </a:rPr>
              <a:t>STM32</a:t>
            </a:r>
            <a:r>
              <a:rPr lang="zh-CN" altLang="zh-CN" sz="2000" b="1" dirty="0">
                <a:solidFill>
                  <a:schemeClr val="tx1"/>
                </a:solidFill>
              </a:rPr>
              <a:t>定时器模块</a:t>
            </a:r>
            <a:endParaRPr lang="zh-CN" altLang="en-US" sz="2000" b="1" dirty="0" smtClean="0">
              <a:solidFill>
                <a:schemeClr val="tx1"/>
              </a:solidFill>
            </a:endParaRPr>
          </a:p>
        </p:txBody>
      </p:sp>
      <p:sp>
        <p:nvSpPr>
          <p:cNvPr id="36" name="圆柱形 35"/>
          <p:cNvSpPr/>
          <p:nvPr/>
        </p:nvSpPr>
        <p:spPr>
          <a:xfrm>
            <a:off x="2303748" y="1752523"/>
            <a:ext cx="4805300" cy="504056"/>
          </a:xfrm>
          <a:prstGeom prst="can">
            <a:avLst>
              <a:gd name="adj" fmla="val 13750"/>
            </a:avLst>
          </a:prstGeom>
          <a:solidFill>
            <a:schemeClr val="accent3">
              <a:lumMod val="40000"/>
              <a:lumOff val="60000"/>
            </a:schemeClr>
          </a:solidFill>
          <a:ln w="28575">
            <a:solidFill>
              <a:schemeClr val="accent5">
                <a:lumMod val="75000"/>
              </a:schemeClr>
            </a:solidFill>
          </a:ln>
          <a:scene3d>
            <a:camera prst="orthographicFron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r>
              <a:rPr lang="zh-CN" altLang="zh-CN" sz="2000" b="1" dirty="0">
                <a:solidFill>
                  <a:schemeClr val="tx1"/>
                </a:solidFill>
              </a:rPr>
              <a:t>定时器模块的标准外设库接口函数及应用</a:t>
            </a:r>
            <a:endParaRPr lang="zh-CN" altLang="en-US" sz="2000" b="1" dirty="0" smtClean="0">
              <a:solidFill>
                <a:schemeClr val="tx1"/>
              </a:solidFill>
            </a:endParaRPr>
          </a:p>
        </p:txBody>
      </p:sp>
      <p:sp>
        <p:nvSpPr>
          <p:cNvPr id="37" name="圆柱形 36"/>
          <p:cNvSpPr/>
          <p:nvPr/>
        </p:nvSpPr>
        <p:spPr>
          <a:xfrm>
            <a:off x="2627784" y="2360158"/>
            <a:ext cx="4805300" cy="504056"/>
          </a:xfrm>
          <a:prstGeom prst="can">
            <a:avLst>
              <a:gd name="adj" fmla="val 13750"/>
            </a:avLst>
          </a:prstGeom>
          <a:solidFill>
            <a:schemeClr val="accent3">
              <a:lumMod val="40000"/>
              <a:lumOff val="60000"/>
            </a:schemeClr>
          </a:solidFill>
          <a:ln w="28575">
            <a:solidFill>
              <a:schemeClr val="accent5">
                <a:lumMod val="75000"/>
              </a:schemeClr>
            </a:solidFill>
          </a:ln>
          <a:scene3d>
            <a:camera prst="orthographicFron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r>
              <a:rPr lang="en-US" altLang="zh-CN" sz="2000" b="1" dirty="0">
                <a:solidFill>
                  <a:schemeClr val="tx1"/>
                </a:solidFill>
              </a:rPr>
              <a:t>PWM</a:t>
            </a:r>
            <a:endParaRPr lang="zh-CN" altLang="en-US" sz="2000" b="1" dirty="0">
              <a:solidFill>
                <a:schemeClr val="tx1"/>
              </a:solidFill>
            </a:endParaRPr>
          </a:p>
        </p:txBody>
      </p:sp>
      <p:sp>
        <p:nvSpPr>
          <p:cNvPr id="38" name="圆柱形 37"/>
          <p:cNvSpPr/>
          <p:nvPr/>
        </p:nvSpPr>
        <p:spPr>
          <a:xfrm>
            <a:off x="2951820" y="2967794"/>
            <a:ext cx="4805300" cy="504056"/>
          </a:xfrm>
          <a:prstGeom prst="can">
            <a:avLst>
              <a:gd name="adj" fmla="val 13750"/>
            </a:avLst>
          </a:prstGeom>
          <a:solidFill>
            <a:schemeClr val="accent3">
              <a:lumMod val="40000"/>
              <a:lumOff val="60000"/>
            </a:schemeClr>
          </a:solidFill>
          <a:ln w="28575">
            <a:solidFill>
              <a:schemeClr val="accent5">
                <a:lumMod val="75000"/>
              </a:schemeClr>
            </a:solidFill>
          </a:ln>
          <a:scene3d>
            <a:camera prst="orthographicFron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r>
              <a:rPr lang="en-US" altLang="zh-CN" sz="2000" b="1" dirty="0" err="1">
                <a:solidFill>
                  <a:schemeClr val="tx1"/>
                </a:solidFill>
              </a:rPr>
              <a:t>SysTick</a:t>
            </a:r>
            <a:r>
              <a:rPr lang="zh-CN" altLang="zh-CN" sz="2000" b="1" dirty="0">
                <a:solidFill>
                  <a:schemeClr val="tx1"/>
                </a:solidFill>
              </a:rPr>
              <a:t>定时器</a:t>
            </a:r>
            <a:endParaRPr lang="zh-CN" altLang="en-US" sz="2000" b="1" dirty="0">
              <a:solidFill>
                <a:schemeClr val="tx1"/>
              </a:solidFill>
            </a:endParaRPr>
          </a:p>
        </p:txBody>
      </p:sp>
      <p:sp>
        <p:nvSpPr>
          <p:cNvPr id="39" name="圆柱形 38"/>
          <p:cNvSpPr/>
          <p:nvPr/>
        </p:nvSpPr>
        <p:spPr>
          <a:xfrm>
            <a:off x="3239852" y="3609951"/>
            <a:ext cx="4805300" cy="504056"/>
          </a:xfrm>
          <a:prstGeom prst="can">
            <a:avLst>
              <a:gd name="adj" fmla="val 13750"/>
            </a:avLst>
          </a:prstGeom>
          <a:solidFill>
            <a:schemeClr val="accent3">
              <a:lumMod val="40000"/>
              <a:lumOff val="60000"/>
            </a:schemeClr>
          </a:solidFill>
          <a:ln w="28575">
            <a:solidFill>
              <a:schemeClr val="accent5">
                <a:lumMod val="75000"/>
              </a:schemeClr>
            </a:solidFill>
          </a:ln>
          <a:scene3d>
            <a:camera prst="orthographicFron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r>
              <a:rPr lang="zh-CN" altLang="zh-CN" sz="2000" b="1" dirty="0">
                <a:solidFill>
                  <a:schemeClr val="tx1"/>
                </a:solidFill>
              </a:rPr>
              <a:t>定时器模块的</a:t>
            </a:r>
            <a:r>
              <a:rPr lang="en-US" altLang="zh-CN" sz="2000" b="1" dirty="0">
                <a:solidFill>
                  <a:schemeClr val="tx1"/>
                </a:solidFill>
              </a:rPr>
              <a:t>HAL</a:t>
            </a:r>
            <a:r>
              <a:rPr lang="zh-CN" altLang="zh-CN" sz="2000" b="1" dirty="0">
                <a:solidFill>
                  <a:schemeClr val="tx1"/>
                </a:solidFill>
              </a:rPr>
              <a:t>库接口函数及应用</a:t>
            </a:r>
            <a:endParaRPr lang="zh-CN" altLang="en-US" sz="2000" b="1" dirty="0">
              <a:solidFill>
                <a:schemeClr val="tx1"/>
              </a:solidFill>
            </a:endParaRPr>
          </a:p>
        </p:txBody>
      </p:sp>
      <p:cxnSp>
        <p:nvCxnSpPr>
          <p:cNvPr id="41" name="直接连接符 40"/>
          <p:cNvCxnSpPr>
            <a:endCxn id="35" idx="2"/>
          </p:cNvCxnSpPr>
          <p:nvPr/>
        </p:nvCxnSpPr>
        <p:spPr>
          <a:xfrm>
            <a:off x="1540514" y="1383618"/>
            <a:ext cx="475202" cy="0"/>
          </a:xfrm>
          <a:prstGeom prst="line">
            <a:avLst/>
          </a:prstGeom>
          <a:ln w="28575">
            <a:solidFill>
              <a:schemeClr val="accent3">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直接连接符 42"/>
          <p:cNvCxnSpPr>
            <a:stCxn id="24" idx="4"/>
            <a:endCxn id="36" idx="2"/>
          </p:cNvCxnSpPr>
          <p:nvPr/>
        </p:nvCxnSpPr>
        <p:spPr>
          <a:xfrm>
            <a:off x="1810544" y="2004551"/>
            <a:ext cx="493204" cy="0"/>
          </a:xfrm>
          <a:prstGeom prst="line">
            <a:avLst/>
          </a:prstGeom>
          <a:ln w="28575">
            <a:solidFill>
              <a:schemeClr val="accent3">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直接连接符 44"/>
          <p:cNvCxnSpPr>
            <a:stCxn id="26" idx="4"/>
            <a:endCxn id="37" idx="2"/>
          </p:cNvCxnSpPr>
          <p:nvPr/>
        </p:nvCxnSpPr>
        <p:spPr>
          <a:xfrm>
            <a:off x="2106960" y="2612186"/>
            <a:ext cx="520824" cy="0"/>
          </a:xfrm>
          <a:prstGeom prst="line">
            <a:avLst/>
          </a:prstGeom>
          <a:ln w="28575">
            <a:solidFill>
              <a:schemeClr val="accent3">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直接连接符 46"/>
          <p:cNvCxnSpPr>
            <a:endCxn id="38" idx="2"/>
          </p:cNvCxnSpPr>
          <p:nvPr/>
        </p:nvCxnSpPr>
        <p:spPr>
          <a:xfrm>
            <a:off x="2403376" y="3219822"/>
            <a:ext cx="548444" cy="0"/>
          </a:xfrm>
          <a:prstGeom prst="line">
            <a:avLst/>
          </a:prstGeom>
          <a:ln w="28575">
            <a:solidFill>
              <a:schemeClr val="accent3">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直接连接符 48"/>
          <p:cNvCxnSpPr>
            <a:stCxn id="30" idx="4"/>
            <a:endCxn id="39" idx="2"/>
          </p:cNvCxnSpPr>
          <p:nvPr/>
        </p:nvCxnSpPr>
        <p:spPr>
          <a:xfrm flipV="1">
            <a:off x="2699792" y="3861979"/>
            <a:ext cx="540060" cy="2330"/>
          </a:xfrm>
          <a:prstGeom prst="line">
            <a:avLst/>
          </a:prstGeom>
          <a:ln w="28575">
            <a:solidFill>
              <a:schemeClr val="accent3">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4" name="圆柱形 33"/>
          <p:cNvSpPr/>
          <p:nvPr/>
        </p:nvSpPr>
        <p:spPr>
          <a:xfrm>
            <a:off x="2286980" y="4260353"/>
            <a:ext cx="828092" cy="504056"/>
          </a:xfrm>
          <a:prstGeom prst="can">
            <a:avLst/>
          </a:prstGeom>
          <a:solidFill>
            <a:schemeClr val="accent3">
              <a:lumMod val="40000"/>
              <a:lumOff val="60000"/>
            </a:schemeClr>
          </a:solidFill>
          <a:ln w="28575">
            <a:solidFill>
              <a:schemeClr val="accent5">
                <a:lumMod val="75000"/>
              </a:schemeClr>
            </a:solidFill>
          </a:ln>
          <a:scene3d>
            <a:camera prst="orthographicFron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2000" b="1" dirty="0" smtClean="0"/>
          </a:p>
        </p:txBody>
      </p:sp>
      <p:sp>
        <p:nvSpPr>
          <p:cNvPr id="40" name="TextBox 39"/>
          <p:cNvSpPr txBox="1"/>
          <p:nvPr/>
        </p:nvSpPr>
        <p:spPr>
          <a:xfrm>
            <a:off x="2376990" y="4367884"/>
            <a:ext cx="648072" cy="400110"/>
          </a:xfrm>
          <a:prstGeom prst="rect">
            <a:avLst/>
          </a:prstGeom>
          <a:noFill/>
        </p:spPr>
        <p:txBody>
          <a:bodyPr wrap="square" rtlCol="0">
            <a:spAutoFit/>
          </a:bodyPr>
          <a:lstStyle/>
          <a:p>
            <a:pPr algn="ctr"/>
            <a:r>
              <a:rPr lang="en-US" altLang="zh-CN" sz="2000" b="1" dirty="0" smtClean="0"/>
              <a:t>9.6</a:t>
            </a:r>
            <a:endParaRPr lang="zh-CN" altLang="en-US" sz="2000" b="1" dirty="0"/>
          </a:p>
        </p:txBody>
      </p:sp>
      <p:sp>
        <p:nvSpPr>
          <p:cNvPr id="42" name="圆柱形 41"/>
          <p:cNvSpPr/>
          <p:nvPr/>
        </p:nvSpPr>
        <p:spPr>
          <a:xfrm>
            <a:off x="3655132" y="4258023"/>
            <a:ext cx="4805300" cy="504056"/>
          </a:xfrm>
          <a:prstGeom prst="can">
            <a:avLst>
              <a:gd name="adj" fmla="val 13750"/>
            </a:avLst>
          </a:prstGeom>
          <a:solidFill>
            <a:schemeClr val="accent3">
              <a:lumMod val="40000"/>
              <a:lumOff val="60000"/>
            </a:schemeClr>
          </a:solidFill>
          <a:ln w="28575">
            <a:solidFill>
              <a:schemeClr val="accent5">
                <a:lumMod val="75000"/>
              </a:schemeClr>
            </a:solidFill>
          </a:ln>
          <a:scene3d>
            <a:camera prst="orthographicFront"/>
            <a:lightRig rig="threePt" dir="t">
              <a:rot lat="0" lon="0" rev="1200000"/>
            </a:lightRig>
          </a:scene3d>
          <a:sp3d>
            <a:bevelT w="63500" h="25400"/>
          </a:sp3d>
        </p:spPr>
        <p:style>
          <a:lnRef idx="0">
            <a:schemeClr val="accent5"/>
          </a:lnRef>
          <a:fillRef idx="3">
            <a:schemeClr val="accent5"/>
          </a:fillRef>
          <a:effectRef idx="3">
            <a:schemeClr val="accent5"/>
          </a:effectRef>
          <a:fontRef idx="minor">
            <a:schemeClr val="lt1"/>
          </a:fontRef>
        </p:style>
        <p:txBody>
          <a:bodyPr rtlCol="0" anchor="ctr"/>
          <a:lstStyle/>
          <a:p>
            <a:r>
              <a:rPr lang="zh-CN" altLang="zh-CN" sz="2000" b="1" dirty="0">
                <a:solidFill>
                  <a:schemeClr val="tx1"/>
                </a:solidFill>
              </a:rPr>
              <a:t>编程思想之状态机设计思想</a:t>
            </a:r>
            <a:endParaRPr lang="zh-CN" altLang="en-US" sz="2000" b="1" dirty="0">
              <a:solidFill>
                <a:schemeClr val="tx1"/>
              </a:solidFill>
            </a:endParaRPr>
          </a:p>
        </p:txBody>
      </p:sp>
      <p:cxnSp>
        <p:nvCxnSpPr>
          <p:cNvPr id="44" name="直接连接符 43"/>
          <p:cNvCxnSpPr>
            <a:stCxn id="34" idx="4"/>
            <a:endCxn id="42" idx="2"/>
          </p:cNvCxnSpPr>
          <p:nvPr/>
        </p:nvCxnSpPr>
        <p:spPr>
          <a:xfrm flipV="1">
            <a:off x="3115072" y="4510051"/>
            <a:ext cx="540060" cy="2330"/>
          </a:xfrm>
          <a:prstGeom prst="line">
            <a:avLst/>
          </a:prstGeom>
          <a:ln w="28575">
            <a:solidFill>
              <a:schemeClr val="accent3">
                <a:lumMod val="75000"/>
              </a:schemeClr>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496767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987574"/>
            <a:ext cx="3168352" cy="1131079"/>
          </a:xfrm>
          <a:prstGeom prst="rect">
            <a:avLst/>
          </a:prstGeom>
        </p:spPr>
        <p:txBody>
          <a:bodyPr wrap="square">
            <a:spAutoFit/>
          </a:bodyPr>
          <a:lstStyle/>
          <a:p>
            <a:pPr>
              <a:lnSpc>
                <a:spcPct val="125000"/>
              </a:lnSpc>
            </a:pPr>
            <a:r>
              <a:rPr lang="en-US" altLang="zh-CN" b="1" dirty="0" smtClean="0"/>
              <a:t>     STM32</a:t>
            </a:r>
            <a:r>
              <a:rPr lang="zh-CN" altLang="en-US" b="1" dirty="0"/>
              <a:t>定时器种类多，功能</a:t>
            </a:r>
            <a:r>
              <a:rPr lang="zh-CN" altLang="en-US" b="1" dirty="0" smtClean="0"/>
              <a:t>强大，</a:t>
            </a:r>
            <a:r>
              <a:rPr lang="zh-CN" altLang="en-US" b="1" dirty="0"/>
              <a:t>这些定时器完全独立、互不干扰，可以</a:t>
            </a:r>
            <a:r>
              <a:rPr lang="zh-CN" altLang="en-US" b="1" dirty="0" smtClean="0"/>
              <a:t>同步操作</a:t>
            </a:r>
            <a:r>
              <a:rPr lang="zh-CN" altLang="en-US" b="1" dirty="0"/>
              <a:t>。</a:t>
            </a:r>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2350382198"/>
              </p:ext>
            </p:extLst>
          </p:nvPr>
        </p:nvGraphicFramePr>
        <p:xfrm>
          <a:off x="1187624" y="869706"/>
          <a:ext cx="7086239" cy="3600399"/>
        </p:xfrm>
        <a:graphic>
          <a:graphicData uri="http://schemas.openxmlformats.org/presentationml/2006/ole">
            <mc:AlternateContent xmlns:mc="http://schemas.openxmlformats.org/markup-compatibility/2006">
              <mc:Choice xmlns:v="urn:schemas-microsoft-com:vml" Requires="v">
                <p:oleObj spid="_x0000_s76945" name="Visio" r:id="rId3" imgW="4123722" imgH="2099925" progId="Visio.Drawing.11">
                  <p:embed/>
                </p:oleObj>
              </mc:Choice>
              <mc:Fallback>
                <p:oleObj name="Visio" r:id="rId3" imgW="4123722" imgH="2099925"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624" y="869706"/>
                        <a:ext cx="7086239" cy="3600399"/>
                      </a:xfrm>
                      <a:prstGeom prst="rect">
                        <a:avLst/>
                      </a:prstGeom>
                      <a:noFill/>
                    </p:spPr>
                  </p:pic>
                </p:oleObj>
              </mc:Fallback>
            </mc:AlternateContent>
          </a:graphicData>
        </a:graphic>
      </p:graphicFrame>
      <p:sp>
        <p:nvSpPr>
          <p:cNvPr id="24" name="矩形 23"/>
          <p:cNvSpPr/>
          <p:nvPr/>
        </p:nvSpPr>
        <p:spPr>
          <a:xfrm>
            <a:off x="1" y="339503"/>
            <a:ext cx="219573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25" name="矩形 24"/>
          <p:cNvSpPr/>
          <p:nvPr/>
        </p:nvSpPr>
        <p:spPr>
          <a:xfrm>
            <a:off x="107504" y="381893"/>
            <a:ext cx="2004075"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第</a:t>
            </a:r>
            <a:r>
              <a:rPr lang="en-US" altLang="zh-CN" sz="2400" b="1" dirty="0">
                <a:solidFill>
                  <a:schemeClr val="bg1"/>
                </a:solidFill>
                <a:latin typeface="微软雅黑" pitchFamily="34" charset="-122"/>
                <a:ea typeface="微软雅黑" pitchFamily="34" charset="-122"/>
              </a:rPr>
              <a:t>9</a:t>
            </a:r>
            <a:r>
              <a:rPr lang="zh-CN" altLang="en-US" sz="2400" b="1" dirty="0">
                <a:solidFill>
                  <a:schemeClr val="bg1"/>
                </a:solidFill>
                <a:latin typeface="微软雅黑" pitchFamily="34" charset="-122"/>
                <a:ea typeface="微软雅黑" pitchFamily="34" charset="-122"/>
              </a:rPr>
              <a:t>章 定时器</a:t>
            </a:r>
            <a:endParaRPr lang="zh-CN" altLang="zh-CN" sz="24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8415129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560" y="1610342"/>
            <a:ext cx="3168352" cy="286232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25000"/>
              </a:lnSpc>
            </a:pPr>
            <a:r>
              <a:rPr lang="en-US" altLang="zh-CN" b="1" dirty="0" smtClean="0"/>
              <a:t>    </a:t>
            </a:r>
            <a:r>
              <a:rPr lang="en-US" altLang="zh-CN" b="1" dirty="0" err="1" smtClean="0"/>
              <a:t>SysTick</a:t>
            </a:r>
            <a:r>
              <a:rPr lang="zh-CN" altLang="en-US" b="1" dirty="0"/>
              <a:t>系统时钟位于</a:t>
            </a:r>
            <a:r>
              <a:rPr lang="en-US" altLang="zh-CN" b="1" dirty="0"/>
              <a:t>Cortex-M3</a:t>
            </a:r>
            <a:r>
              <a:rPr lang="zh-CN" altLang="en-US" b="1" dirty="0"/>
              <a:t>内核，是一个</a:t>
            </a:r>
            <a:r>
              <a:rPr lang="en-US" altLang="zh-CN" b="1" dirty="0"/>
              <a:t>24</a:t>
            </a:r>
            <a:r>
              <a:rPr lang="zh-CN" altLang="en-US" b="1" dirty="0"/>
              <a:t>位的递减计数器，主要</a:t>
            </a:r>
            <a:r>
              <a:rPr lang="zh-CN" altLang="en-US" b="1" dirty="0" smtClean="0"/>
              <a:t>用于：</a:t>
            </a:r>
            <a:endParaRPr lang="en-US" altLang="zh-CN" b="1" dirty="0" smtClean="0"/>
          </a:p>
          <a:p>
            <a:pPr marL="285750" indent="-285750">
              <a:lnSpc>
                <a:spcPct val="125000"/>
              </a:lnSpc>
              <a:buBlip>
                <a:blip r:embed="rId2"/>
              </a:buBlip>
            </a:pPr>
            <a:r>
              <a:rPr lang="zh-CN" altLang="en-US" b="1" dirty="0" smtClean="0"/>
              <a:t>精确</a:t>
            </a:r>
            <a:r>
              <a:rPr lang="zh-CN" altLang="en-US" b="1" dirty="0"/>
              <a:t>延时，在多任务操作系统中为系统提供时间基准（时基</a:t>
            </a:r>
            <a:r>
              <a:rPr lang="zh-CN" altLang="en-US" b="1" dirty="0" smtClean="0"/>
              <a:t>）；</a:t>
            </a:r>
            <a:endParaRPr lang="en-US" altLang="zh-CN" b="1" dirty="0" smtClean="0"/>
          </a:p>
          <a:p>
            <a:pPr marL="285750" indent="-285750">
              <a:lnSpc>
                <a:spcPct val="125000"/>
              </a:lnSpc>
              <a:buBlip>
                <a:blip r:embed="rId2"/>
              </a:buBlip>
            </a:pPr>
            <a:r>
              <a:rPr lang="zh-CN" altLang="en-US" b="1" dirty="0" smtClean="0"/>
              <a:t>任务</a:t>
            </a:r>
            <a:r>
              <a:rPr lang="zh-CN" altLang="en-US" b="1" dirty="0"/>
              <a:t>切换，为每个任务分配时间片</a:t>
            </a:r>
            <a:r>
              <a:rPr lang="zh-CN" altLang="en-US" b="1" dirty="0" smtClean="0"/>
              <a:t>。</a:t>
            </a:r>
            <a:endParaRPr lang="zh-CN" altLang="en-US" b="1" dirty="0"/>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4" name="矩形 23"/>
          <p:cNvSpPr/>
          <p:nvPr/>
        </p:nvSpPr>
        <p:spPr>
          <a:xfrm>
            <a:off x="1" y="339503"/>
            <a:ext cx="219573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25" name="矩形 24"/>
          <p:cNvSpPr/>
          <p:nvPr/>
        </p:nvSpPr>
        <p:spPr>
          <a:xfrm>
            <a:off x="107504" y="381893"/>
            <a:ext cx="2004075"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第</a:t>
            </a:r>
            <a:r>
              <a:rPr lang="en-US" altLang="zh-CN" sz="2400" b="1" dirty="0">
                <a:solidFill>
                  <a:schemeClr val="bg1"/>
                </a:solidFill>
                <a:latin typeface="微软雅黑" pitchFamily="34" charset="-122"/>
                <a:ea typeface="微软雅黑" pitchFamily="34" charset="-122"/>
              </a:rPr>
              <a:t>9</a:t>
            </a:r>
            <a:r>
              <a:rPr lang="zh-CN" altLang="en-US" sz="2400" b="1" dirty="0">
                <a:solidFill>
                  <a:schemeClr val="bg1"/>
                </a:solidFill>
                <a:latin typeface="微软雅黑" pitchFamily="34" charset="-122"/>
                <a:ea typeface="微软雅黑" pitchFamily="34" charset="-122"/>
              </a:rPr>
              <a:t>章 定时器</a:t>
            </a:r>
            <a:endParaRPr lang="zh-CN" altLang="zh-CN" sz="2400" b="1" dirty="0">
              <a:solidFill>
                <a:schemeClr val="bg1"/>
              </a:solidFill>
              <a:latin typeface="微软雅黑" pitchFamily="34" charset="-122"/>
              <a:ea typeface="微软雅黑" pitchFamily="34" charset="-122"/>
            </a:endParaRPr>
          </a:p>
        </p:txBody>
      </p:sp>
      <p:sp>
        <p:nvSpPr>
          <p:cNvPr id="3" name="矩形 2"/>
          <p:cNvSpPr/>
          <p:nvPr/>
        </p:nvSpPr>
        <p:spPr>
          <a:xfrm>
            <a:off x="1403648" y="1004041"/>
            <a:ext cx="1719894" cy="477054"/>
          </a:xfrm>
          <a:prstGeom prst="rect">
            <a:avLst/>
          </a:prstGeom>
        </p:spPr>
        <p:txBody>
          <a:bodyPr wrap="none">
            <a:spAutoFit/>
          </a:bodyPr>
          <a:lstStyle/>
          <a:p>
            <a:pPr lvl="0">
              <a:lnSpc>
                <a:spcPct val="125000"/>
              </a:lnSpc>
            </a:pPr>
            <a:r>
              <a:rPr lang="en-US" altLang="zh-CN" sz="2000" b="1" dirty="0" err="1">
                <a:solidFill>
                  <a:prstClr val="black"/>
                </a:solidFill>
              </a:rPr>
              <a:t>SysTick</a:t>
            </a:r>
            <a:r>
              <a:rPr lang="zh-CN" altLang="en-US" sz="2000" b="1" dirty="0">
                <a:solidFill>
                  <a:prstClr val="black"/>
                </a:solidFill>
              </a:rPr>
              <a:t>定时器</a:t>
            </a:r>
          </a:p>
        </p:txBody>
      </p:sp>
      <p:sp>
        <p:nvSpPr>
          <p:cNvPr id="4" name="矩形 3"/>
          <p:cNvSpPr/>
          <p:nvPr/>
        </p:nvSpPr>
        <p:spPr>
          <a:xfrm>
            <a:off x="4575661" y="1595970"/>
            <a:ext cx="4032448" cy="286232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marL="285750" lvl="0" indent="-285750">
              <a:lnSpc>
                <a:spcPct val="125000"/>
              </a:lnSpc>
              <a:buBlip>
                <a:blip r:embed="rId3"/>
              </a:buBlip>
            </a:pPr>
            <a:r>
              <a:rPr lang="zh-CN" altLang="en-US" b="1" dirty="0" smtClean="0">
                <a:solidFill>
                  <a:prstClr val="black"/>
                </a:solidFill>
              </a:rPr>
              <a:t>作用：当</a:t>
            </a:r>
            <a:r>
              <a:rPr lang="zh-CN" altLang="en-US" b="1" dirty="0">
                <a:solidFill>
                  <a:prstClr val="black"/>
                </a:solidFill>
              </a:rPr>
              <a:t>微控制器受到外部干扰或程序中出现不可预知的逻辑故障导致应用程序脱离正常的执行流程时（俗称程序跑飞），在一定的时间间隔内使系统复位，回到</a:t>
            </a:r>
            <a:r>
              <a:rPr lang="zh-CN" altLang="en-US" b="1" dirty="0" smtClean="0">
                <a:solidFill>
                  <a:prstClr val="black"/>
                </a:solidFill>
              </a:rPr>
              <a:t>初始状态；</a:t>
            </a:r>
            <a:endParaRPr lang="en-US" altLang="zh-CN" b="1" dirty="0" smtClean="0">
              <a:solidFill>
                <a:prstClr val="black"/>
              </a:solidFill>
            </a:endParaRPr>
          </a:p>
          <a:p>
            <a:pPr marL="285750" lvl="0" indent="-285750">
              <a:lnSpc>
                <a:spcPct val="125000"/>
              </a:lnSpc>
              <a:buBlip>
                <a:blip r:embed="rId3"/>
              </a:buBlip>
            </a:pPr>
            <a:r>
              <a:rPr lang="zh-CN" altLang="en-US" b="1" dirty="0" smtClean="0">
                <a:solidFill>
                  <a:prstClr val="black"/>
                </a:solidFill>
              </a:rPr>
              <a:t>看门</a:t>
            </a:r>
            <a:r>
              <a:rPr lang="zh-CN" altLang="en-US" b="1" dirty="0">
                <a:solidFill>
                  <a:prstClr val="black"/>
                </a:solidFill>
              </a:rPr>
              <a:t>狗设计是用来监视</a:t>
            </a:r>
            <a:r>
              <a:rPr lang="en-US" altLang="zh-CN" b="1" dirty="0">
                <a:solidFill>
                  <a:prstClr val="black"/>
                </a:solidFill>
              </a:rPr>
              <a:t>MCU</a:t>
            </a:r>
            <a:r>
              <a:rPr lang="zh-CN" altLang="en-US" b="1" dirty="0">
                <a:solidFill>
                  <a:prstClr val="black"/>
                </a:solidFill>
              </a:rPr>
              <a:t>程序运行状态的，是确保系统可靠稳定运行的一种有效措施</a:t>
            </a:r>
            <a:r>
              <a:rPr lang="zh-CN" altLang="en-US" b="1" dirty="0" smtClean="0">
                <a:solidFill>
                  <a:prstClr val="black"/>
                </a:solidFill>
              </a:rPr>
              <a:t>。</a:t>
            </a:r>
            <a:endParaRPr lang="zh-CN" altLang="en-US" b="1" dirty="0">
              <a:solidFill>
                <a:prstClr val="black"/>
              </a:solidFill>
            </a:endParaRPr>
          </a:p>
        </p:txBody>
      </p:sp>
      <p:sp>
        <p:nvSpPr>
          <p:cNvPr id="5" name="矩形 4"/>
          <p:cNvSpPr/>
          <p:nvPr/>
        </p:nvSpPr>
        <p:spPr>
          <a:xfrm>
            <a:off x="5593700" y="1004041"/>
            <a:ext cx="2057936" cy="443583"/>
          </a:xfrm>
          <a:prstGeom prst="rect">
            <a:avLst/>
          </a:prstGeom>
        </p:spPr>
        <p:txBody>
          <a:bodyPr wrap="none">
            <a:spAutoFit/>
          </a:bodyPr>
          <a:lstStyle/>
          <a:p>
            <a:pPr lvl="0">
              <a:lnSpc>
                <a:spcPct val="125000"/>
              </a:lnSpc>
            </a:pPr>
            <a:r>
              <a:rPr lang="en-US" altLang="zh-CN" sz="2000" b="1" dirty="0" err="1">
                <a:solidFill>
                  <a:prstClr val="black"/>
                </a:solidFill>
              </a:rPr>
              <a:t>WatchDog</a:t>
            </a:r>
            <a:r>
              <a:rPr lang="zh-CN" altLang="en-US" sz="2000" b="1" dirty="0">
                <a:solidFill>
                  <a:prstClr val="black"/>
                </a:solidFill>
              </a:rPr>
              <a:t>看门狗</a:t>
            </a:r>
          </a:p>
        </p:txBody>
      </p:sp>
    </p:spTree>
    <p:extLst>
      <p:ext uri="{BB962C8B-B14F-4D97-AF65-F5344CB8AC3E}">
        <p14:creationId xmlns:p14="http://schemas.microsoft.com/office/powerpoint/2010/main" val="176512902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1" y="339503"/>
            <a:ext cx="2195735"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25" name="矩形 24"/>
          <p:cNvSpPr/>
          <p:nvPr/>
        </p:nvSpPr>
        <p:spPr>
          <a:xfrm>
            <a:off x="107504" y="381893"/>
            <a:ext cx="2004075" cy="461665"/>
          </a:xfrm>
          <a:prstGeom prst="rect">
            <a:avLst/>
          </a:prstGeom>
        </p:spPr>
        <p:txBody>
          <a:bodyPr wrap="none">
            <a:spAutoFit/>
          </a:bodyPr>
          <a:lstStyle/>
          <a:p>
            <a:r>
              <a:rPr lang="zh-CN" altLang="en-US" sz="2400" b="1" dirty="0">
                <a:solidFill>
                  <a:schemeClr val="bg1"/>
                </a:solidFill>
                <a:latin typeface="微软雅黑" pitchFamily="34" charset="-122"/>
                <a:ea typeface="微软雅黑" pitchFamily="34" charset="-122"/>
              </a:rPr>
              <a:t>第</a:t>
            </a:r>
            <a:r>
              <a:rPr lang="en-US" altLang="zh-CN" sz="2400" b="1" dirty="0">
                <a:solidFill>
                  <a:schemeClr val="bg1"/>
                </a:solidFill>
                <a:latin typeface="微软雅黑" pitchFamily="34" charset="-122"/>
                <a:ea typeface="微软雅黑" pitchFamily="34" charset="-122"/>
              </a:rPr>
              <a:t>9</a:t>
            </a:r>
            <a:r>
              <a:rPr lang="zh-CN" altLang="en-US" sz="2400" b="1" dirty="0">
                <a:solidFill>
                  <a:schemeClr val="bg1"/>
                </a:solidFill>
                <a:latin typeface="微软雅黑" pitchFamily="34" charset="-122"/>
                <a:ea typeface="微软雅黑" pitchFamily="34" charset="-122"/>
              </a:rPr>
              <a:t>章 定时器</a:t>
            </a:r>
            <a:endParaRPr lang="zh-CN" altLang="zh-CN" sz="2400" b="1" dirty="0">
              <a:solidFill>
                <a:schemeClr val="bg1"/>
              </a:solidFill>
              <a:latin typeface="微软雅黑" pitchFamily="34" charset="-122"/>
              <a:ea typeface="微软雅黑" pitchFamily="34" charset="-122"/>
            </a:endParaRPr>
          </a:p>
        </p:txBody>
      </p:sp>
      <p:sp>
        <p:nvSpPr>
          <p:cNvPr id="5" name="矩形 4"/>
          <p:cNvSpPr/>
          <p:nvPr/>
        </p:nvSpPr>
        <p:spPr>
          <a:xfrm>
            <a:off x="823735" y="1281958"/>
            <a:ext cx="2057936" cy="443583"/>
          </a:xfrm>
          <a:prstGeom prst="rect">
            <a:avLst/>
          </a:prstGeom>
        </p:spPr>
        <p:txBody>
          <a:bodyPr wrap="none">
            <a:spAutoFit/>
          </a:bodyPr>
          <a:lstStyle/>
          <a:p>
            <a:pPr lvl="0">
              <a:lnSpc>
                <a:spcPct val="125000"/>
              </a:lnSpc>
            </a:pPr>
            <a:r>
              <a:rPr lang="en-US" altLang="zh-CN" sz="2000" b="1" dirty="0" err="1">
                <a:solidFill>
                  <a:srgbClr val="C00000"/>
                </a:solidFill>
              </a:rPr>
              <a:t>WatchDog</a:t>
            </a:r>
            <a:r>
              <a:rPr lang="zh-CN" altLang="en-US" sz="2000" b="1" dirty="0">
                <a:solidFill>
                  <a:srgbClr val="C00000"/>
                </a:solidFill>
              </a:rPr>
              <a:t>看门狗</a:t>
            </a:r>
          </a:p>
        </p:txBody>
      </p:sp>
      <p:sp>
        <p:nvSpPr>
          <p:cNvPr id="8" name="矩形 7"/>
          <p:cNvSpPr/>
          <p:nvPr/>
        </p:nvSpPr>
        <p:spPr>
          <a:xfrm>
            <a:off x="3635896" y="1348508"/>
            <a:ext cx="649537" cy="369332"/>
          </a:xfrm>
          <a:prstGeom prst="rect">
            <a:avLst/>
          </a:prstGeom>
          <a:gradFill flip="none" rotWithShape="1">
            <a:gsLst>
              <a:gs pos="0">
                <a:schemeClr val="accent5">
                  <a:shade val="51000"/>
                  <a:satMod val="130000"/>
                </a:schemeClr>
              </a:gs>
              <a:gs pos="62000">
                <a:schemeClr val="accent5">
                  <a:shade val="93000"/>
                  <a:satMod val="130000"/>
                </a:schemeClr>
              </a:gs>
              <a:gs pos="100000">
                <a:schemeClr val="accent5">
                  <a:shade val="94000"/>
                  <a:satMod val="135000"/>
                </a:schemeClr>
              </a:gs>
            </a:gsLst>
            <a:lin ang="5400000" scaled="1"/>
            <a:tileRect/>
          </a:gradFill>
          <a:effectLst>
            <a:outerShdw blurRad="40000" dist="23000" dir="5400000" rotWithShape="0">
              <a:srgbClr val="000000">
                <a:alpha val="35000"/>
              </a:srgbClr>
            </a:outerShdw>
            <a:softEdge rad="127000"/>
          </a:effectLst>
          <a:scene3d>
            <a:camera prst="orthographicFront">
              <a:rot lat="0" lon="0" rev="0"/>
            </a:camera>
            <a:lightRig rig="threePt" dir="t">
              <a:rot lat="0" lon="0" rev="1200000"/>
            </a:lightRig>
          </a:scene3d>
          <a:sp3d>
            <a:bevelT/>
          </a:sp3d>
        </p:spPr>
        <p:style>
          <a:lnRef idx="0">
            <a:schemeClr val="accent5"/>
          </a:lnRef>
          <a:fillRef idx="3">
            <a:schemeClr val="accent5"/>
          </a:fillRef>
          <a:effectRef idx="3">
            <a:schemeClr val="accent5"/>
          </a:effectRef>
          <a:fontRef idx="minor">
            <a:schemeClr val="lt1"/>
          </a:fontRef>
        </p:style>
        <p:txBody>
          <a:bodyPr wrap="none">
            <a:spAutoFit/>
          </a:bodyPr>
          <a:lstStyle/>
          <a:p>
            <a:r>
              <a:rPr lang="zh-CN" altLang="en-US" b="1" dirty="0">
                <a:solidFill>
                  <a:schemeClr val="bg1"/>
                </a:solidFill>
              </a:rPr>
              <a:t>计数</a:t>
            </a:r>
            <a:endParaRPr lang="zh-CN" altLang="en-US" dirty="0">
              <a:solidFill>
                <a:schemeClr val="bg1"/>
              </a:solidFill>
            </a:endParaRPr>
          </a:p>
        </p:txBody>
      </p:sp>
      <p:sp>
        <p:nvSpPr>
          <p:cNvPr id="9" name="矩形 8"/>
          <p:cNvSpPr/>
          <p:nvPr/>
        </p:nvSpPr>
        <p:spPr>
          <a:xfrm>
            <a:off x="6732240" y="1348508"/>
            <a:ext cx="1124026" cy="369332"/>
          </a:xfrm>
          <a:prstGeom prst="rect">
            <a:avLst/>
          </a:prstGeom>
          <a:gradFill flip="none" rotWithShape="1">
            <a:gsLst>
              <a:gs pos="0">
                <a:schemeClr val="accent5">
                  <a:shade val="51000"/>
                  <a:satMod val="130000"/>
                </a:schemeClr>
              </a:gs>
              <a:gs pos="62000">
                <a:schemeClr val="accent5">
                  <a:shade val="93000"/>
                  <a:satMod val="130000"/>
                </a:schemeClr>
              </a:gs>
              <a:gs pos="100000">
                <a:schemeClr val="accent5">
                  <a:shade val="94000"/>
                  <a:satMod val="135000"/>
                </a:schemeClr>
              </a:gs>
            </a:gsLst>
            <a:lin ang="5400000" scaled="1"/>
            <a:tileRect/>
          </a:gradFill>
          <a:effectLst>
            <a:outerShdw blurRad="40000" dist="23000" dir="5400000" rotWithShape="0">
              <a:srgbClr val="000000">
                <a:alpha val="35000"/>
              </a:srgbClr>
            </a:outerShdw>
            <a:softEdge rad="127000"/>
          </a:effectLst>
          <a:scene3d>
            <a:camera prst="orthographicFront">
              <a:rot lat="0" lon="0" rev="0"/>
            </a:camera>
            <a:lightRig rig="threePt" dir="t">
              <a:rot lat="0" lon="0" rev="1200000"/>
            </a:lightRig>
          </a:scene3d>
          <a:sp3d>
            <a:bevelT/>
          </a:sp3d>
        </p:spPr>
        <p:style>
          <a:lnRef idx="0">
            <a:schemeClr val="accent5"/>
          </a:lnRef>
          <a:fillRef idx="3">
            <a:schemeClr val="accent5"/>
          </a:fillRef>
          <a:effectRef idx="3">
            <a:schemeClr val="accent5"/>
          </a:effectRef>
          <a:fontRef idx="minor">
            <a:schemeClr val="lt1"/>
          </a:fontRef>
        </p:style>
        <p:txBody>
          <a:bodyPr wrap="none">
            <a:spAutoFit/>
          </a:bodyPr>
          <a:lstStyle/>
          <a:p>
            <a:r>
              <a:rPr lang="en-US" altLang="zh-CN" b="1" dirty="0">
                <a:solidFill>
                  <a:schemeClr val="bg1"/>
                </a:solidFill>
              </a:rPr>
              <a:t>MCU</a:t>
            </a:r>
            <a:r>
              <a:rPr lang="zh-CN" altLang="en-US" b="1" dirty="0">
                <a:solidFill>
                  <a:schemeClr val="bg1"/>
                </a:solidFill>
              </a:rPr>
              <a:t>复位</a:t>
            </a:r>
          </a:p>
        </p:txBody>
      </p:sp>
      <p:sp>
        <p:nvSpPr>
          <p:cNvPr id="10" name="矩形 9"/>
          <p:cNvSpPr/>
          <p:nvPr/>
        </p:nvSpPr>
        <p:spPr>
          <a:xfrm>
            <a:off x="5116149" y="280497"/>
            <a:ext cx="1132278" cy="646331"/>
          </a:xfrm>
          <a:prstGeom prst="rect">
            <a:avLst/>
          </a:prstGeom>
        </p:spPr>
        <p:txBody>
          <a:bodyPr wrap="square">
            <a:spAutoFit/>
          </a:bodyPr>
          <a:lstStyle/>
          <a:p>
            <a:pPr algn="ctr"/>
            <a:r>
              <a:rPr lang="zh-CN" altLang="en-US" b="1" dirty="0" smtClean="0">
                <a:solidFill>
                  <a:prstClr val="black"/>
                </a:solidFill>
              </a:rPr>
              <a:t>达到</a:t>
            </a:r>
            <a:endParaRPr lang="en-US" altLang="zh-CN" b="1" dirty="0" smtClean="0">
              <a:solidFill>
                <a:prstClr val="black"/>
              </a:solidFill>
            </a:endParaRPr>
          </a:p>
          <a:p>
            <a:pPr algn="ctr"/>
            <a:r>
              <a:rPr lang="zh-CN" altLang="en-US" b="1" dirty="0" smtClean="0">
                <a:solidFill>
                  <a:prstClr val="black"/>
                </a:solidFill>
              </a:rPr>
              <a:t>溢出</a:t>
            </a:r>
            <a:r>
              <a:rPr lang="zh-CN" altLang="en-US" b="1" dirty="0">
                <a:solidFill>
                  <a:prstClr val="black"/>
                </a:solidFill>
              </a:rPr>
              <a:t>条件</a:t>
            </a:r>
            <a:endParaRPr lang="zh-CN" altLang="en-US" dirty="0"/>
          </a:p>
        </p:txBody>
      </p:sp>
      <p:sp>
        <p:nvSpPr>
          <p:cNvPr id="11" name="矩形 10"/>
          <p:cNvSpPr/>
          <p:nvPr/>
        </p:nvSpPr>
        <p:spPr>
          <a:xfrm>
            <a:off x="4883996" y="1243648"/>
            <a:ext cx="1114408" cy="646331"/>
          </a:xfrm>
          <a:prstGeom prst="rect">
            <a:avLst/>
          </a:prstGeom>
        </p:spPr>
        <p:txBody>
          <a:bodyPr wrap="none">
            <a:spAutoFit/>
          </a:bodyPr>
          <a:lstStyle/>
          <a:p>
            <a:pPr algn="ctr"/>
            <a:r>
              <a:rPr lang="zh-CN" altLang="en-US" b="1" dirty="0">
                <a:solidFill>
                  <a:prstClr val="black"/>
                </a:solidFill>
              </a:rPr>
              <a:t>对</a:t>
            </a:r>
            <a:r>
              <a:rPr lang="zh-CN" altLang="en-US" b="1" dirty="0" smtClean="0">
                <a:solidFill>
                  <a:prstClr val="black"/>
                </a:solidFill>
              </a:rPr>
              <a:t>计数</a:t>
            </a:r>
            <a:endParaRPr lang="en-US" altLang="zh-CN" b="1" dirty="0" smtClean="0">
              <a:solidFill>
                <a:prstClr val="black"/>
              </a:solidFill>
            </a:endParaRPr>
          </a:p>
          <a:p>
            <a:pPr algn="ctr"/>
            <a:r>
              <a:rPr lang="zh-CN" altLang="en-US" b="1" dirty="0" smtClean="0">
                <a:solidFill>
                  <a:prstClr val="black"/>
                </a:solidFill>
              </a:rPr>
              <a:t>进行</a:t>
            </a:r>
            <a:r>
              <a:rPr lang="zh-CN" altLang="en-US" b="1" dirty="0">
                <a:solidFill>
                  <a:prstClr val="black"/>
                </a:solidFill>
              </a:rPr>
              <a:t>重置</a:t>
            </a:r>
            <a:endParaRPr lang="zh-CN" altLang="en-US" dirty="0"/>
          </a:p>
        </p:txBody>
      </p:sp>
      <p:sp>
        <p:nvSpPr>
          <p:cNvPr id="13" name="上弧形箭头 12"/>
          <p:cNvSpPr/>
          <p:nvPr/>
        </p:nvSpPr>
        <p:spPr>
          <a:xfrm>
            <a:off x="3976936" y="520153"/>
            <a:ext cx="3403376" cy="671073"/>
          </a:xfrm>
          <a:prstGeom prst="curvedDown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1600" b="1" dirty="0" smtClean="0">
              <a:solidFill>
                <a:schemeClr val="tx1"/>
              </a:solidFill>
            </a:endParaRPr>
          </a:p>
        </p:txBody>
      </p:sp>
      <p:sp>
        <p:nvSpPr>
          <p:cNvPr id="15" name="右弧形箭头 14"/>
          <p:cNvSpPr/>
          <p:nvPr/>
        </p:nvSpPr>
        <p:spPr>
          <a:xfrm>
            <a:off x="4337116" y="1313915"/>
            <a:ext cx="576064" cy="576064"/>
          </a:xfrm>
          <a:prstGeom prst="curvedLeft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1600" b="1" dirty="0" smtClean="0">
              <a:solidFill>
                <a:schemeClr val="tx1"/>
              </a:solidFill>
            </a:endParaRPr>
          </a:p>
        </p:txBody>
      </p:sp>
      <p:sp>
        <p:nvSpPr>
          <p:cNvPr id="18" name="矩形 17"/>
          <p:cNvSpPr/>
          <p:nvPr/>
        </p:nvSpPr>
        <p:spPr>
          <a:xfrm>
            <a:off x="539552" y="3271836"/>
            <a:ext cx="1025120" cy="438582"/>
          </a:xfrm>
          <a:prstGeom prst="rect">
            <a:avLst/>
          </a:prstGeom>
          <a:ln>
            <a:solidFill>
              <a:schemeClr val="accent5">
                <a:lumMod val="75000"/>
              </a:schemeClr>
            </a:solidFill>
          </a:ln>
        </p:spPr>
        <p:style>
          <a:lnRef idx="2">
            <a:schemeClr val="accent5"/>
          </a:lnRef>
          <a:fillRef idx="1">
            <a:schemeClr val="lt1"/>
          </a:fillRef>
          <a:effectRef idx="0">
            <a:schemeClr val="accent5"/>
          </a:effectRef>
          <a:fontRef idx="minor">
            <a:schemeClr val="dk1"/>
          </a:fontRef>
        </p:style>
        <p:txBody>
          <a:bodyPr wrap="square">
            <a:spAutoFit/>
          </a:bodyPr>
          <a:lstStyle/>
          <a:p>
            <a:pPr algn="ctr">
              <a:lnSpc>
                <a:spcPct val="125000"/>
              </a:lnSpc>
            </a:pPr>
            <a:r>
              <a:rPr lang="zh-CN" altLang="en-US" b="1" dirty="0" smtClean="0">
                <a:solidFill>
                  <a:prstClr val="black"/>
                </a:solidFill>
              </a:rPr>
              <a:t>看门狗</a:t>
            </a:r>
            <a:endParaRPr lang="zh-CN" altLang="en-US" b="1" dirty="0"/>
          </a:p>
        </p:txBody>
      </p:sp>
      <p:sp>
        <p:nvSpPr>
          <p:cNvPr id="19" name="圆角矩形 18"/>
          <p:cNvSpPr/>
          <p:nvPr/>
        </p:nvSpPr>
        <p:spPr>
          <a:xfrm>
            <a:off x="1852703" y="2518952"/>
            <a:ext cx="1474113" cy="607520"/>
          </a:xfrm>
          <a:prstGeom prst="roundRect">
            <a:avLst/>
          </a:prstGeom>
          <a:scene3d>
            <a:camera prst="orthographicFront">
              <a:rot lat="0" lon="0" rev="0"/>
            </a:camera>
            <a:lightRig rig="threePt" dir="t">
              <a:rot lat="0" lon="0" rev="1200000"/>
            </a:lightRig>
          </a:scene3d>
          <a:sp3d>
            <a:bevelT w="63500" h="25400" prst="coolSlant"/>
          </a:sp3d>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b="1" dirty="0">
                <a:solidFill>
                  <a:schemeClr val="bg1"/>
                </a:solidFill>
              </a:rPr>
              <a:t>独立看门</a:t>
            </a:r>
            <a:r>
              <a:rPr lang="zh-CN" altLang="en-US" b="1" dirty="0" smtClean="0">
                <a:solidFill>
                  <a:schemeClr val="bg1"/>
                </a:solidFill>
              </a:rPr>
              <a:t>狗</a:t>
            </a:r>
            <a:r>
              <a:rPr lang="en-US" altLang="zh-CN" b="1" dirty="0" smtClean="0">
                <a:solidFill>
                  <a:schemeClr val="bg1"/>
                </a:solidFill>
              </a:rPr>
              <a:t>IWDG</a:t>
            </a:r>
            <a:endParaRPr lang="zh-CN" altLang="en-US" b="1" dirty="0">
              <a:solidFill>
                <a:schemeClr val="bg1"/>
              </a:solidFill>
            </a:endParaRPr>
          </a:p>
        </p:txBody>
      </p:sp>
      <p:sp>
        <p:nvSpPr>
          <p:cNvPr id="20" name="圆角矩形 19"/>
          <p:cNvSpPr/>
          <p:nvPr/>
        </p:nvSpPr>
        <p:spPr>
          <a:xfrm>
            <a:off x="1852703" y="3857073"/>
            <a:ext cx="1481440" cy="607520"/>
          </a:xfrm>
          <a:prstGeom prst="roundRect">
            <a:avLst/>
          </a:prstGeom>
          <a:scene3d>
            <a:camera prst="orthographicFront">
              <a:rot lat="0" lon="0" rev="0"/>
            </a:camera>
            <a:lightRig rig="threePt" dir="t">
              <a:rot lat="0" lon="0" rev="1200000"/>
            </a:lightRig>
          </a:scene3d>
          <a:sp3d>
            <a:bevelT w="63500" h="25400" prst="coolSlant"/>
          </a:sp3d>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b="1" dirty="0">
                <a:solidFill>
                  <a:schemeClr val="bg1"/>
                </a:solidFill>
              </a:rPr>
              <a:t>窗口看门狗</a:t>
            </a:r>
            <a:r>
              <a:rPr lang="en-US" altLang="zh-CN" b="1" dirty="0" smtClean="0">
                <a:solidFill>
                  <a:schemeClr val="bg1"/>
                </a:solidFill>
              </a:rPr>
              <a:t>WWDG</a:t>
            </a:r>
            <a:endParaRPr lang="zh-CN" altLang="en-US" b="1" dirty="0">
              <a:solidFill>
                <a:schemeClr val="bg1"/>
              </a:solidFill>
            </a:endParaRPr>
          </a:p>
        </p:txBody>
      </p:sp>
      <p:cxnSp>
        <p:nvCxnSpPr>
          <p:cNvPr id="21" name="直接连接符 20"/>
          <p:cNvCxnSpPr>
            <a:stCxn id="19" idx="1"/>
            <a:endCxn id="18" idx="3"/>
          </p:cNvCxnSpPr>
          <p:nvPr/>
        </p:nvCxnSpPr>
        <p:spPr>
          <a:xfrm flipH="1">
            <a:off x="1564672" y="2822712"/>
            <a:ext cx="288031" cy="668415"/>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20" idx="1"/>
            <a:endCxn id="18" idx="3"/>
          </p:cNvCxnSpPr>
          <p:nvPr/>
        </p:nvCxnSpPr>
        <p:spPr>
          <a:xfrm flipH="1" flipV="1">
            <a:off x="1564672" y="3491127"/>
            <a:ext cx="288031" cy="669706"/>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3706273" y="2284103"/>
            <a:ext cx="2292131" cy="107721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zh-CN" altLang="en-US" sz="1600" b="1" dirty="0">
                <a:solidFill>
                  <a:prstClr val="black"/>
                </a:solidFill>
              </a:rPr>
              <a:t>采用独立</a:t>
            </a:r>
            <a:r>
              <a:rPr lang="zh-CN" altLang="en-US" sz="1600" b="1" dirty="0" smtClean="0">
                <a:solidFill>
                  <a:prstClr val="black"/>
                </a:solidFill>
              </a:rPr>
              <a:t>时钟，不</a:t>
            </a:r>
            <a:r>
              <a:rPr lang="zh-CN" altLang="en-US" sz="1600" b="1" dirty="0">
                <a:solidFill>
                  <a:prstClr val="black"/>
                </a:solidFill>
              </a:rPr>
              <a:t>受其他时钟和总线影响，可在停机和待机模式下</a:t>
            </a:r>
            <a:r>
              <a:rPr lang="zh-CN" altLang="en-US" sz="1600" b="1" dirty="0" smtClean="0">
                <a:solidFill>
                  <a:prstClr val="black"/>
                </a:solidFill>
              </a:rPr>
              <a:t>工作</a:t>
            </a:r>
            <a:endParaRPr lang="en-US" altLang="zh-CN" sz="1600" b="1" dirty="0"/>
          </a:p>
        </p:txBody>
      </p:sp>
      <p:cxnSp>
        <p:nvCxnSpPr>
          <p:cNvPr id="26" name="直接连接符 25"/>
          <p:cNvCxnSpPr>
            <a:stCxn id="23" idx="1"/>
            <a:endCxn id="19" idx="3"/>
          </p:cNvCxnSpPr>
          <p:nvPr/>
        </p:nvCxnSpPr>
        <p:spPr>
          <a:xfrm flipH="1">
            <a:off x="3326816" y="2822712"/>
            <a:ext cx="379457"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3709936" y="3622224"/>
            <a:ext cx="2292131" cy="107721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a:r>
              <a:rPr lang="zh-CN" altLang="en-US" sz="1600" b="1" dirty="0">
                <a:solidFill>
                  <a:prstClr val="black"/>
                </a:solidFill>
              </a:rPr>
              <a:t>计数</a:t>
            </a:r>
            <a:r>
              <a:rPr lang="zh-CN" altLang="en-US" sz="1600" b="1" dirty="0" smtClean="0">
                <a:solidFill>
                  <a:prstClr val="black"/>
                </a:solidFill>
              </a:rPr>
              <a:t>值有</a:t>
            </a:r>
            <a:r>
              <a:rPr lang="zh-CN" altLang="en-US" sz="1600" b="1" dirty="0">
                <a:solidFill>
                  <a:prstClr val="black"/>
                </a:solidFill>
              </a:rPr>
              <a:t>一个上限时间和下限时间，低于下限时间或高于上限时间都会触发</a:t>
            </a:r>
            <a:r>
              <a:rPr lang="en-US" altLang="zh-CN" sz="1600" b="1" dirty="0">
                <a:solidFill>
                  <a:prstClr val="black"/>
                </a:solidFill>
              </a:rPr>
              <a:t>MCU</a:t>
            </a:r>
            <a:r>
              <a:rPr lang="zh-CN" altLang="en-US" sz="1600" b="1" dirty="0">
                <a:solidFill>
                  <a:prstClr val="black"/>
                </a:solidFill>
              </a:rPr>
              <a:t>复位</a:t>
            </a:r>
            <a:endParaRPr lang="en-US" altLang="zh-CN" sz="1600" b="1" dirty="0"/>
          </a:p>
        </p:txBody>
      </p:sp>
      <p:cxnSp>
        <p:nvCxnSpPr>
          <p:cNvPr id="28" name="直接连接符 27"/>
          <p:cNvCxnSpPr>
            <a:stCxn id="27" idx="1"/>
            <a:endCxn id="20" idx="3"/>
          </p:cNvCxnSpPr>
          <p:nvPr/>
        </p:nvCxnSpPr>
        <p:spPr>
          <a:xfrm flipH="1">
            <a:off x="3334143" y="4160833"/>
            <a:ext cx="375793"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29" name="矩形 28"/>
          <p:cNvSpPr/>
          <p:nvPr/>
        </p:nvSpPr>
        <p:spPr>
          <a:xfrm>
            <a:off x="6377861" y="3699168"/>
            <a:ext cx="2154568" cy="92333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zh-CN" altLang="en-US" b="1" dirty="0">
                <a:solidFill>
                  <a:prstClr val="black"/>
                </a:solidFill>
              </a:rPr>
              <a:t>适用于精确计时窗口起作用的应用程序</a:t>
            </a:r>
            <a:endParaRPr lang="zh-CN" altLang="en-US" b="1" dirty="0"/>
          </a:p>
        </p:txBody>
      </p:sp>
      <p:sp>
        <p:nvSpPr>
          <p:cNvPr id="30" name="矩形 29"/>
          <p:cNvSpPr/>
          <p:nvPr/>
        </p:nvSpPr>
        <p:spPr>
          <a:xfrm>
            <a:off x="6377861" y="2222548"/>
            <a:ext cx="2169280" cy="1200329"/>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zh-CN" altLang="en-US" b="1" dirty="0">
                <a:solidFill>
                  <a:prstClr val="black"/>
                </a:solidFill>
              </a:rPr>
              <a:t>适用于独立于主程序之外、能够独立工作且对时间精度要求不高的</a:t>
            </a:r>
            <a:r>
              <a:rPr lang="zh-CN" altLang="en-US" b="1" dirty="0" smtClean="0">
                <a:solidFill>
                  <a:prstClr val="black"/>
                </a:solidFill>
              </a:rPr>
              <a:t>场合</a:t>
            </a:r>
            <a:endParaRPr lang="zh-CN" altLang="en-US" b="1" dirty="0"/>
          </a:p>
        </p:txBody>
      </p:sp>
      <p:cxnSp>
        <p:nvCxnSpPr>
          <p:cNvPr id="31" name="直接连接符 30"/>
          <p:cNvCxnSpPr>
            <a:stCxn id="30" idx="1"/>
            <a:endCxn id="23" idx="3"/>
          </p:cNvCxnSpPr>
          <p:nvPr/>
        </p:nvCxnSpPr>
        <p:spPr>
          <a:xfrm flipH="1" flipV="1">
            <a:off x="5998404" y="2822712"/>
            <a:ext cx="379457" cy="1"/>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29" idx="1"/>
            <a:endCxn id="27" idx="3"/>
          </p:cNvCxnSpPr>
          <p:nvPr/>
        </p:nvCxnSpPr>
        <p:spPr>
          <a:xfrm flipH="1">
            <a:off x="6002067" y="4160833"/>
            <a:ext cx="375794"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36262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67116"/>
            <a:ext cx="316784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dirty="0">
              <a:latin typeface="+mn-ea"/>
            </a:endParaRPr>
          </a:p>
        </p:txBody>
      </p:sp>
      <p:sp>
        <p:nvSpPr>
          <p:cNvPr id="4" name="矩形 3"/>
          <p:cNvSpPr/>
          <p:nvPr/>
        </p:nvSpPr>
        <p:spPr>
          <a:xfrm>
            <a:off x="35496" y="396069"/>
            <a:ext cx="3068661" cy="461665"/>
          </a:xfrm>
          <a:prstGeom prst="rect">
            <a:avLst/>
          </a:prstGeom>
        </p:spPr>
        <p:txBody>
          <a:bodyPr wrap="none">
            <a:spAutoFit/>
          </a:bodyPr>
          <a:lstStyle/>
          <a:p>
            <a:r>
              <a:rPr lang="en-US" altLang="zh-CN" sz="2400" b="1" dirty="0">
                <a:solidFill>
                  <a:schemeClr val="bg1"/>
                </a:solidFill>
                <a:ea typeface="微软雅黑" pitchFamily="34" charset="-122"/>
              </a:rPr>
              <a:t>9.1 STM32</a:t>
            </a:r>
            <a:r>
              <a:rPr lang="zh-CN" altLang="en-US" sz="2400" b="1" dirty="0">
                <a:solidFill>
                  <a:schemeClr val="bg1"/>
                </a:solidFill>
              </a:rPr>
              <a:t>定时器模块</a:t>
            </a:r>
            <a:endParaRPr lang="zh-CN" altLang="zh-CN" sz="2400" b="1" dirty="0">
              <a:solidFill>
                <a:schemeClr val="bg1"/>
              </a:solidFill>
            </a:endParaRPr>
          </a:p>
        </p:txBody>
      </p:sp>
      <p:graphicFrame>
        <p:nvGraphicFramePr>
          <p:cNvPr id="7" name="图示 6"/>
          <p:cNvGraphicFramePr/>
          <p:nvPr>
            <p:extLst>
              <p:ext uri="{D42A27DB-BD31-4B8C-83A1-F6EECF244321}">
                <p14:modId xmlns:p14="http://schemas.microsoft.com/office/powerpoint/2010/main" val="2849291917"/>
              </p:ext>
            </p:extLst>
          </p:nvPr>
        </p:nvGraphicFramePr>
        <p:xfrm>
          <a:off x="487209" y="1131590"/>
          <a:ext cx="8316924" cy="23138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矩形 5"/>
          <p:cNvSpPr/>
          <p:nvPr/>
        </p:nvSpPr>
        <p:spPr>
          <a:xfrm>
            <a:off x="971600" y="3651870"/>
            <a:ext cx="7848872" cy="438582"/>
          </a:xfrm>
          <a:prstGeom prst="rect">
            <a:avLst/>
          </a:prstGeom>
        </p:spPr>
        <p:txBody>
          <a:bodyPr wrap="square">
            <a:spAutoFit/>
          </a:bodyPr>
          <a:lstStyle/>
          <a:p>
            <a:pPr lvl="0">
              <a:lnSpc>
                <a:spcPct val="125000"/>
              </a:lnSpc>
            </a:pPr>
            <a:r>
              <a:rPr lang="zh-CN" altLang="zh-CN" b="1" dirty="0">
                <a:solidFill>
                  <a:prstClr val="black"/>
                </a:solidFill>
              </a:rPr>
              <a:t>高级定时器的功能强于通用定时器，通用定时器的功能强于基本</a:t>
            </a:r>
            <a:r>
              <a:rPr lang="zh-CN" altLang="zh-CN" b="1" dirty="0" smtClean="0">
                <a:solidFill>
                  <a:prstClr val="black"/>
                </a:solidFill>
              </a:rPr>
              <a:t>定时器</a:t>
            </a:r>
            <a:r>
              <a:rPr lang="zh-CN" altLang="en-US" b="1" dirty="0" smtClean="0">
                <a:solidFill>
                  <a:prstClr val="black"/>
                </a:solidFill>
              </a:rPr>
              <a:t>。</a:t>
            </a:r>
            <a:endParaRPr lang="zh-CN" altLang="en-US" b="1" dirty="0">
              <a:solidFill>
                <a:prstClr val="black"/>
              </a:solidFill>
            </a:endParaRPr>
          </a:p>
        </p:txBody>
      </p:sp>
    </p:spTree>
    <p:extLst>
      <p:ext uri="{BB962C8B-B14F-4D97-AF65-F5344CB8AC3E}">
        <p14:creationId xmlns:p14="http://schemas.microsoft.com/office/powerpoint/2010/main" val="80640331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67116"/>
            <a:ext cx="3403040"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96069"/>
            <a:ext cx="3353803"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9.1 STM32</a:t>
            </a:r>
            <a:r>
              <a:rPr lang="zh-CN" altLang="en-US" sz="2400" b="1" dirty="0">
                <a:solidFill>
                  <a:schemeClr val="bg1"/>
                </a:solidFill>
                <a:latin typeface="微软雅黑" pitchFamily="34" charset="-122"/>
                <a:ea typeface="微软雅黑" pitchFamily="34" charset="-122"/>
              </a:rPr>
              <a:t>定时器模块</a:t>
            </a:r>
            <a:endParaRPr lang="zh-CN" altLang="zh-CN" sz="2400" b="1" dirty="0">
              <a:solidFill>
                <a:schemeClr val="bg1"/>
              </a:solidFill>
              <a:latin typeface="微软雅黑" pitchFamily="34" charset="-122"/>
              <a:ea typeface="微软雅黑" pitchFamily="34" charset="-122"/>
            </a:endParaRPr>
          </a:p>
        </p:txBody>
      </p:sp>
      <p:sp>
        <p:nvSpPr>
          <p:cNvPr id="6" name="矩形 5"/>
          <p:cNvSpPr/>
          <p:nvPr/>
        </p:nvSpPr>
        <p:spPr>
          <a:xfrm>
            <a:off x="827584" y="879032"/>
            <a:ext cx="7848872" cy="443583"/>
          </a:xfrm>
          <a:prstGeom prst="rect">
            <a:avLst/>
          </a:prstGeom>
        </p:spPr>
        <p:txBody>
          <a:bodyPr wrap="square">
            <a:spAutoFit/>
          </a:bodyPr>
          <a:lstStyle/>
          <a:p>
            <a:pPr lvl="0" algn="ctr">
              <a:lnSpc>
                <a:spcPct val="125000"/>
              </a:lnSpc>
            </a:pPr>
            <a:r>
              <a:rPr lang="en-US" altLang="zh-CN" sz="2000" b="1" dirty="0"/>
              <a:t>STM32</a:t>
            </a:r>
            <a:r>
              <a:rPr lang="zh-CN" altLang="zh-CN" sz="2000" b="1" dirty="0"/>
              <a:t>定时器分类比较表</a:t>
            </a:r>
            <a:endParaRPr lang="zh-CN" altLang="en-US" sz="2000" b="1" dirty="0"/>
          </a:p>
        </p:txBody>
      </p:sp>
      <p:graphicFrame>
        <p:nvGraphicFramePr>
          <p:cNvPr id="2" name="表格 1"/>
          <p:cNvGraphicFramePr>
            <a:graphicFrameLocks noGrp="1"/>
          </p:cNvGraphicFramePr>
          <p:nvPr>
            <p:extLst>
              <p:ext uri="{D42A27DB-BD31-4B8C-83A1-F6EECF244321}">
                <p14:modId xmlns:p14="http://schemas.microsoft.com/office/powerpoint/2010/main" val="426694819"/>
              </p:ext>
            </p:extLst>
          </p:nvPr>
        </p:nvGraphicFramePr>
        <p:xfrm>
          <a:off x="827584" y="1426156"/>
          <a:ext cx="7524835" cy="3384376"/>
        </p:xfrm>
        <a:graphic>
          <a:graphicData uri="http://schemas.openxmlformats.org/drawingml/2006/table">
            <a:tbl>
              <a:tblPr firstRow="1" firstCol="1" bandRow="1">
                <a:tableStyleId>{5C22544A-7EE6-4342-B048-85BDC9FD1C3A}</a:tableStyleId>
              </a:tblPr>
              <a:tblGrid>
                <a:gridCol w="1893526"/>
                <a:gridCol w="1650537"/>
                <a:gridCol w="1995425"/>
                <a:gridCol w="1985347"/>
              </a:tblGrid>
              <a:tr h="564063">
                <a:tc>
                  <a:txBody>
                    <a:bodyPr/>
                    <a:lstStyle/>
                    <a:p>
                      <a:pPr algn="ctr">
                        <a:spcAft>
                          <a:spcPts val="0"/>
                        </a:spcAft>
                      </a:pPr>
                      <a:r>
                        <a:rPr lang="zh-CN" sz="1600" b="1" kern="100" dirty="0">
                          <a:effectLst/>
                        </a:rPr>
                        <a:t>定时器</a:t>
                      </a:r>
                      <a:endParaRPr lang="zh-CN" sz="1600" b="1" kern="100" dirty="0">
                        <a:effectLst/>
                        <a:latin typeface="Times New Roman"/>
                        <a:ea typeface="宋体"/>
                        <a:cs typeface="Times New Roman"/>
                      </a:endParaRPr>
                    </a:p>
                  </a:txBody>
                  <a:tcPr marL="68580" marR="68580" marT="0" marB="0" anchor="ctr">
                    <a:solidFill>
                      <a:schemeClr val="accent5">
                        <a:lumMod val="75000"/>
                      </a:schemeClr>
                    </a:solidFill>
                  </a:tcPr>
                </a:tc>
                <a:tc>
                  <a:txBody>
                    <a:bodyPr/>
                    <a:lstStyle/>
                    <a:p>
                      <a:pPr algn="ctr">
                        <a:spcAft>
                          <a:spcPts val="0"/>
                        </a:spcAft>
                      </a:pPr>
                      <a:r>
                        <a:rPr lang="zh-CN" sz="1600" b="1" kern="100" dirty="0">
                          <a:effectLst/>
                        </a:rPr>
                        <a:t>基本定时器</a:t>
                      </a:r>
                    </a:p>
                    <a:p>
                      <a:pPr algn="ctr">
                        <a:spcAft>
                          <a:spcPts val="0"/>
                        </a:spcAft>
                      </a:pPr>
                      <a:r>
                        <a:rPr lang="en-US" sz="1600" b="1" kern="100" dirty="0">
                          <a:effectLst/>
                        </a:rPr>
                        <a:t>(TIM6</a:t>
                      </a:r>
                      <a:r>
                        <a:rPr lang="zh-CN" sz="1600" b="1" kern="100" dirty="0">
                          <a:effectLst/>
                        </a:rPr>
                        <a:t>、</a:t>
                      </a:r>
                      <a:r>
                        <a:rPr lang="en-US" sz="1600" b="1" kern="100" dirty="0">
                          <a:effectLst/>
                        </a:rPr>
                        <a:t>TIM7)</a:t>
                      </a:r>
                      <a:endParaRPr lang="zh-CN" sz="1600" b="1" kern="100" dirty="0">
                        <a:effectLst/>
                        <a:latin typeface="Times New Roman"/>
                        <a:ea typeface="宋体"/>
                        <a:cs typeface="Times New Roman"/>
                      </a:endParaRPr>
                    </a:p>
                  </a:txBody>
                  <a:tcPr marL="68580" marR="68580" marT="0" marB="0" anchor="ctr">
                    <a:solidFill>
                      <a:schemeClr val="accent5">
                        <a:lumMod val="75000"/>
                      </a:schemeClr>
                    </a:solidFill>
                  </a:tcPr>
                </a:tc>
                <a:tc>
                  <a:txBody>
                    <a:bodyPr/>
                    <a:lstStyle/>
                    <a:p>
                      <a:pPr algn="ctr">
                        <a:spcAft>
                          <a:spcPts val="0"/>
                        </a:spcAft>
                      </a:pPr>
                      <a:r>
                        <a:rPr lang="zh-CN" sz="1600" b="1" kern="100" dirty="0">
                          <a:effectLst/>
                        </a:rPr>
                        <a:t>通用定时器</a:t>
                      </a:r>
                    </a:p>
                    <a:p>
                      <a:pPr algn="ctr">
                        <a:spcAft>
                          <a:spcPts val="0"/>
                        </a:spcAft>
                      </a:pPr>
                      <a:r>
                        <a:rPr lang="en-US" sz="1600" b="1" kern="100" dirty="0" err="1">
                          <a:effectLst/>
                        </a:rPr>
                        <a:t>TIMx</a:t>
                      </a:r>
                      <a:r>
                        <a:rPr lang="en-US" sz="1600" b="1" kern="100" dirty="0">
                          <a:effectLst/>
                        </a:rPr>
                        <a:t>(x=2~5)</a:t>
                      </a:r>
                      <a:endParaRPr lang="zh-CN" sz="1600" b="1" kern="100" dirty="0">
                        <a:effectLst/>
                        <a:latin typeface="Times New Roman"/>
                        <a:ea typeface="宋体"/>
                        <a:cs typeface="Times New Roman"/>
                      </a:endParaRPr>
                    </a:p>
                  </a:txBody>
                  <a:tcPr marL="68580" marR="68580" marT="0" marB="0" anchor="ctr">
                    <a:solidFill>
                      <a:schemeClr val="accent5">
                        <a:lumMod val="75000"/>
                      </a:schemeClr>
                    </a:solidFill>
                  </a:tcPr>
                </a:tc>
                <a:tc>
                  <a:txBody>
                    <a:bodyPr/>
                    <a:lstStyle/>
                    <a:p>
                      <a:pPr algn="ctr">
                        <a:spcAft>
                          <a:spcPts val="0"/>
                        </a:spcAft>
                      </a:pPr>
                      <a:r>
                        <a:rPr lang="zh-CN" sz="1600" b="1" kern="100" dirty="0">
                          <a:effectLst/>
                        </a:rPr>
                        <a:t>高级定时器</a:t>
                      </a:r>
                    </a:p>
                    <a:p>
                      <a:pPr algn="ctr">
                        <a:spcAft>
                          <a:spcPts val="0"/>
                        </a:spcAft>
                      </a:pPr>
                      <a:r>
                        <a:rPr lang="en-US" sz="1600" b="1" kern="100" dirty="0">
                          <a:effectLst/>
                        </a:rPr>
                        <a:t>(TIM1</a:t>
                      </a:r>
                      <a:r>
                        <a:rPr lang="zh-CN" sz="1600" b="1" kern="100" dirty="0">
                          <a:effectLst/>
                        </a:rPr>
                        <a:t>、</a:t>
                      </a:r>
                      <a:r>
                        <a:rPr lang="en-US" sz="1600" b="1" kern="100" dirty="0">
                          <a:effectLst/>
                        </a:rPr>
                        <a:t>TIM8)</a:t>
                      </a:r>
                      <a:endParaRPr lang="zh-CN" sz="1600" b="1" kern="100" dirty="0">
                        <a:effectLst/>
                        <a:latin typeface="Times New Roman"/>
                        <a:ea typeface="宋体"/>
                        <a:cs typeface="Times New Roman"/>
                      </a:endParaRPr>
                    </a:p>
                  </a:txBody>
                  <a:tcPr marL="68580" marR="68580" marT="0" marB="0" anchor="ctr">
                    <a:solidFill>
                      <a:schemeClr val="accent5">
                        <a:lumMod val="75000"/>
                      </a:schemeClr>
                    </a:solidFill>
                  </a:tcPr>
                </a:tc>
              </a:tr>
              <a:tr h="1128125">
                <a:tc>
                  <a:txBody>
                    <a:bodyPr/>
                    <a:lstStyle/>
                    <a:p>
                      <a:pPr algn="ctr">
                        <a:spcAft>
                          <a:spcPts val="0"/>
                        </a:spcAft>
                      </a:pPr>
                      <a:r>
                        <a:rPr lang="zh-CN" sz="1600" b="1" kern="100">
                          <a:effectLst/>
                        </a:rPr>
                        <a:t>计数器类型</a:t>
                      </a:r>
                      <a:endParaRPr lang="zh-CN" sz="1600" b="1" kern="100">
                        <a:effectLst/>
                        <a:latin typeface="Times New Roman"/>
                        <a:ea typeface="宋体"/>
                        <a:cs typeface="Times New Roman"/>
                      </a:endParaRPr>
                    </a:p>
                  </a:txBody>
                  <a:tcPr marL="68580" marR="68580" marT="0" marB="0" anchor="ctr">
                    <a:solidFill>
                      <a:schemeClr val="accent5">
                        <a:lumMod val="75000"/>
                      </a:schemeClr>
                    </a:solidFill>
                  </a:tcPr>
                </a:tc>
                <a:tc>
                  <a:txBody>
                    <a:bodyPr/>
                    <a:lstStyle/>
                    <a:p>
                      <a:pPr algn="ctr">
                        <a:spcAft>
                          <a:spcPts val="0"/>
                        </a:spcAft>
                      </a:pPr>
                      <a:r>
                        <a:rPr lang="en-US" sz="1600" b="1" kern="100" dirty="0">
                          <a:effectLst/>
                        </a:rPr>
                        <a:t>16</a:t>
                      </a:r>
                      <a:r>
                        <a:rPr lang="zh-CN" sz="1600" b="1" kern="100" dirty="0">
                          <a:effectLst/>
                        </a:rPr>
                        <a:t>位，向上</a:t>
                      </a:r>
                      <a:endParaRPr lang="zh-CN" sz="1600" b="1" kern="100" dirty="0">
                        <a:effectLst/>
                        <a:latin typeface="Times New Roman"/>
                        <a:ea typeface="宋体"/>
                        <a:cs typeface="Times New Roman"/>
                      </a:endParaRPr>
                    </a:p>
                  </a:txBody>
                  <a:tcPr marL="68580" marR="68580" marT="0" marB="0" anchor="ctr">
                    <a:solidFill>
                      <a:schemeClr val="accent5">
                        <a:lumMod val="40000"/>
                        <a:lumOff val="60000"/>
                      </a:schemeClr>
                    </a:solidFill>
                  </a:tcPr>
                </a:tc>
                <a:tc>
                  <a:txBody>
                    <a:bodyPr/>
                    <a:lstStyle/>
                    <a:p>
                      <a:pPr algn="ctr">
                        <a:spcAft>
                          <a:spcPts val="0"/>
                        </a:spcAft>
                      </a:pPr>
                      <a:r>
                        <a:rPr lang="en-US" sz="1600" b="1" kern="100" dirty="0">
                          <a:effectLst/>
                        </a:rPr>
                        <a:t>16</a:t>
                      </a:r>
                      <a:r>
                        <a:rPr lang="zh-CN" sz="1600" b="1" kern="100" dirty="0">
                          <a:effectLst/>
                        </a:rPr>
                        <a:t>位，</a:t>
                      </a:r>
                    </a:p>
                    <a:p>
                      <a:pPr algn="ctr">
                        <a:spcAft>
                          <a:spcPts val="0"/>
                        </a:spcAft>
                      </a:pPr>
                      <a:r>
                        <a:rPr lang="zh-CN" sz="1600" b="1" kern="100" dirty="0">
                          <a:effectLst/>
                        </a:rPr>
                        <a:t>向上、</a:t>
                      </a:r>
                    </a:p>
                    <a:p>
                      <a:pPr algn="ctr">
                        <a:spcAft>
                          <a:spcPts val="0"/>
                        </a:spcAft>
                      </a:pPr>
                      <a:r>
                        <a:rPr lang="zh-CN" sz="1600" b="1" kern="100" dirty="0">
                          <a:effectLst/>
                        </a:rPr>
                        <a:t>向下、</a:t>
                      </a:r>
                    </a:p>
                    <a:p>
                      <a:pPr algn="ctr">
                        <a:spcAft>
                          <a:spcPts val="0"/>
                        </a:spcAft>
                      </a:pPr>
                      <a:r>
                        <a:rPr lang="zh-CN" sz="1600" b="1" kern="100" dirty="0">
                          <a:effectLst/>
                        </a:rPr>
                        <a:t>向上</a:t>
                      </a:r>
                      <a:r>
                        <a:rPr lang="en-US" sz="1600" b="1" kern="100" dirty="0">
                          <a:effectLst/>
                        </a:rPr>
                        <a:t>/</a:t>
                      </a:r>
                      <a:r>
                        <a:rPr lang="zh-CN" sz="1600" b="1" kern="100" dirty="0">
                          <a:effectLst/>
                        </a:rPr>
                        <a:t>向下</a:t>
                      </a:r>
                      <a:endParaRPr lang="zh-CN" sz="1600" b="1" kern="100" dirty="0">
                        <a:effectLst/>
                        <a:latin typeface="Times New Roman"/>
                        <a:ea typeface="宋体"/>
                        <a:cs typeface="Times New Roman"/>
                      </a:endParaRPr>
                    </a:p>
                  </a:txBody>
                  <a:tcPr marL="68580" marR="68580" marT="0" marB="0" anchor="ctr">
                    <a:solidFill>
                      <a:schemeClr val="accent5">
                        <a:lumMod val="40000"/>
                        <a:lumOff val="60000"/>
                      </a:schemeClr>
                    </a:solidFill>
                  </a:tcPr>
                </a:tc>
                <a:tc>
                  <a:txBody>
                    <a:bodyPr/>
                    <a:lstStyle/>
                    <a:p>
                      <a:pPr algn="ctr">
                        <a:spcAft>
                          <a:spcPts val="0"/>
                        </a:spcAft>
                      </a:pPr>
                      <a:r>
                        <a:rPr lang="en-US" sz="1600" b="1" kern="100">
                          <a:effectLst/>
                        </a:rPr>
                        <a:t>16</a:t>
                      </a:r>
                      <a:r>
                        <a:rPr lang="zh-CN" sz="1600" b="1" kern="100">
                          <a:effectLst/>
                        </a:rPr>
                        <a:t>位，</a:t>
                      </a:r>
                    </a:p>
                    <a:p>
                      <a:pPr algn="ctr">
                        <a:spcAft>
                          <a:spcPts val="0"/>
                        </a:spcAft>
                      </a:pPr>
                      <a:r>
                        <a:rPr lang="zh-CN" sz="1600" b="1" kern="100">
                          <a:effectLst/>
                        </a:rPr>
                        <a:t>向上、</a:t>
                      </a:r>
                    </a:p>
                    <a:p>
                      <a:pPr algn="ctr">
                        <a:spcAft>
                          <a:spcPts val="0"/>
                        </a:spcAft>
                      </a:pPr>
                      <a:r>
                        <a:rPr lang="zh-CN" sz="1600" b="1" kern="100">
                          <a:effectLst/>
                        </a:rPr>
                        <a:t>向下、</a:t>
                      </a:r>
                    </a:p>
                    <a:p>
                      <a:pPr algn="ctr">
                        <a:spcAft>
                          <a:spcPts val="0"/>
                        </a:spcAft>
                      </a:pPr>
                      <a:r>
                        <a:rPr lang="zh-CN" sz="1600" b="1" kern="100">
                          <a:effectLst/>
                        </a:rPr>
                        <a:t>向上</a:t>
                      </a:r>
                      <a:r>
                        <a:rPr lang="en-US" sz="1600" b="1" kern="100">
                          <a:effectLst/>
                        </a:rPr>
                        <a:t>/</a:t>
                      </a:r>
                      <a:r>
                        <a:rPr lang="zh-CN" sz="1600" b="1" kern="100">
                          <a:effectLst/>
                        </a:rPr>
                        <a:t>向下</a:t>
                      </a:r>
                      <a:endParaRPr lang="zh-CN" sz="1600" b="1" kern="100">
                        <a:effectLst/>
                        <a:latin typeface="Times New Roman"/>
                        <a:ea typeface="宋体"/>
                        <a:cs typeface="Times New Roman"/>
                      </a:endParaRPr>
                    </a:p>
                  </a:txBody>
                  <a:tcPr marL="68580" marR="68580" marT="0" marB="0" anchor="ctr">
                    <a:solidFill>
                      <a:schemeClr val="accent5">
                        <a:lumMod val="40000"/>
                        <a:lumOff val="60000"/>
                      </a:schemeClr>
                    </a:solidFill>
                  </a:tcPr>
                </a:tc>
              </a:tr>
              <a:tr h="564063">
                <a:tc>
                  <a:txBody>
                    <a:bodyPr/>
                    <a:lstStyle/>
                    <a:p>
                      <a:pPr algn="ctr">
                        <a:spcAft>
                          <a:spcPts val="0"/>
                        </a:spcAft>
                      </a:pPr>
                      <a:r>
                        <a:rPr lang="zh-CN" sz="1600" b="1" kern="100">
                          <a:effectLst/>
                        </a:rPr>
                        <a:t>预分频系数</a:t>
                      </a:r>
                      <a:endParaRPr lang="zh-CN" sz="1600" b="1" kern="100">
                        <a:effectLst/>
                        <a:latin typeface="Times New Roman"/>
                        <a:ea typeface="宋体"/>
                        <a:cs typeface="Times New Roman"/>
                      </a:endParaRPr>
                    </a:p>
                  </a:txBody>
                  <a:tcPr marL="68580" marR="68580" marT="0" marB="0" anchor="ctr">
                    <a:solidFill>
                      <a:schemeClr val="accent5">
                        <a:lumMod val="75000"/>
                      </a:schemeClr>
                    </a:solidFill>
                  </a:tcPr>
                </a:tc>
                <a:tc>
                  <a:txBody>
                    <a:bodyPr/>
                    <a:lstStyle/>
                    <a:p>
                      <a:pPr algn="ctr">
                        <a:spcAft>
                          <a:spcPts val="0"/>
                        </a:spcAft>
                      </a:pPr>
                      <a:r>
                        <a:rPr lang="en-US" sz="1600" b="1" kern="100">
                          <a:effectLst/>
                        </a:rPr>
                        <a:t>1</a:t>
                      </a:r>
                      <a:r>
                        <a:rPr lang="zh-CN" sz="1600" b="1" kern="100">
                          <a:effectLst/>
                        </a:rPr>
                        <a:t>～</a:t>
                      </a:r>
                      <a:r>
                        <a:rPr lang="en-US" sz="1600" b="1" kern="100">
                          <a:effectLst/>
                        </a:rPr>
                        <a:t>65535</a:t>
                      </a:r>
                      <a:endParaRPr lang="zh-CN" sz="1600" b="1" kern="100">
                        <a:effectLst/>
                      </a:endParaRPr>
                    </a:p>
                    <a:p>
                      <a:pPr algn="ctr">
                        <a:spcAft>
                          <a:spcPts val="0"/>
                        </a:spcAft>
                      </a:pPr>
                      <a:r>
                        <a:rPr lang="zh-CN" sz="1600" b="1" kern="100">
                          <a:effectLst/>
                        </a:rPr>
                        <a:t>之间的任意数</a:t>
                      </a:r>
                      <a:endParaRPr lang="zh-CN" sz="1600" b="1" kern="100">
                        <a:effectLst/>
                        <a:latin typeface="Times New Roman"/>
                        <a:ea typeface="宋体"/>
                        <a:cs typeface="Times New Roman"/>
                      </a:endParaRPr>
                    </a:p>
                  </a:txBody>
                  <a:tcPr marL="68580" marR="68580" marT="0" marB="0" anchor="ctr">
                    <a:solidFill>
                      <a:schemeClr val="accent5">
                        <a:lumMod val="40000"/>
                        <a:lumOff val="60000"/>
                      </a:schemeClr>
                    </a:solidFill>
                  </a:tcPr>
                </a:tc>
                <a:tc>
                  <a:txBody>
                    <a:bodyPr/>
                    <a:lstStyle/>
                    <a:p>
                      <a:pPr algn="ctr">
                        <a:spcAft>
                          <a:spcPts val="0"/>
                        </a:spcAft>
                      </a:pPr>
                      <a:r>
                        <a:rPr lang="en-US" sz="1600" b="1" kern="100" dirty="0">
                          <a:effectLst/>
                        </a:rPr>
                        <a:t>1</a:t>
                      </a:r>
                      <a:r>
                        <a:rPr lang="zh-CN" sz="1600" b="1" kern="100" dirty="0">
                          <a:effectLst/>
                        </a:rPr>
                        <a:t>～</a:t>
                      </a:r>
                      <a:r>
                        <a:rPr lang="en-US" sz="1600" b="1" kern="100" dirty="0">
                          <a:effectLst/>
                        </a:rPr>
                        <a:t>65535</a:t>
                      </a:r>
                      <a:endParaRPr lang="zh-CN" sz="1600" b="1" kern="100" dirty="0">
                        <a:effectLst/>
                      </a:endParaRPr>
                    </a:p>
                    <a:p>
                      <a:pPr algn="ctr">
                        <a:spcAft>
                          <a:spcPts val="0"/>
                        </a:spcAft>
                      </a:pPr>
                      <a:r>
                        <a:rPr lang="zh-CN" sz="1600" b="1" kern="100" dirty="0">
                          <a:effectLst/>
                        </a:rPr>
                        <a:t>之间的任意数</a:t>
                      </a:r>
                      <a:endParaRPr lang="zh-CN" sz="1600" b="1" kern="100" dirty="0">
                        <a:effectLst/>
                        <a:latin typeface="Times New Roman"/>
                        <a:ea typeface="宋体"/>
                        <a:cs typeface="Times New Roman"/>
                      </a:endParaRPr>
                    </a:p>
                  </a:txBody>
                  <a:tcPr marL="68580" marR="68580" marT="0" marB="0" anchor="ctr">
                    <a:solidFill>
                      <a:schemeClr val="accent5">
                        <a:lumMod val="40000"/>
                        <a:lumOff val="60000"/>
                      </a:schemeClr>
                    </a:solidFill>
                  </a:tcPr>
                </a:tc>
                <a:tc>
                  <a:txBody>
                    <a:bodyPr/>
                    <a:lstStyle/>
                    <a:p>
                      <a:pPr algn="ctr">
                        <a:spcAft>
                          <a:spcPts val="0"/>
                        </a:spcAft>
                      </a:pPr>
                      <a:r>
                        <a:rPr lang="en-US" sz="1600" b="1" kern="100" dirty="0">
                          <a:effectLst/>
                        </a:rPr>
                        <a:t>1</a:t>
                      </a:r>
                      <a:r>
                        <a:rPr lang="zh-CN" sz="1600" b="1" kern="100" dirty="0">
                          <a:effectLst/>
                        </a:rPr>
                        <a:t>～</a:t>
                      </a:r>
                      <a:r>
                        <a:rPr lang="en-US" sz="1600" b="1" kern="100" dirty="0">
                          <a:effectLst/>
                        </a:rPr>
                        <a:t>65535</a:t>
                      </a:r>
                      <a:endParaRPr lang="zh-CN" sz="1600" b="1" kern="100" dirty="0">
                        <a:effectLst/>
                      </a:endParaRPr>
                    </a:p>
                    <a:p>
                      <a:pPr algn="ctr">
                        <a:spcAft>
                          <a:spcPts val="0"/>
                        </a:spcAft>
                      </a:pPr>
                      <a:r>
                        <a:rPr lang="zh-CN" sz="1600" b="1" kern="100" dirty="0">
                          <a:effectLst/>
                        </a:rPr>
                        <a:t>之间的任意数</a:t>
                      </a:r>
                      <a:endParaRPr lang="zh-CN" sz="1600" b="1" kern="100" dirty="0">
                        <a:effectLst/>
                        <a:latin typeface="Times New Roman"/>
                        <a:ea typeface="宋体"/>
                        <a:cs typeface="Times New Roman"/>
                      </a:endParaRPr>
                    </a:p>
                  </a:txBody>
                  <a:tcPr marL="68580" marR="68580" marT="0" marB="0" anchor="ctr">
                    <a:solidFill>
                      <a:schemeClr val="accent5">
                        <a:lumMod val="40000"/>
                        <a:lumOff val="60000"/>
                      </a:schemeClr>
                    </a:solidFill>
                  </a:tcPr>
                </a:tc>
              </a:tr>
              <a:tr h="564063">
                <a:tc>
                  <a:txBody>
                    <a:bodyPr/>
                    <a:lstStyle/>
                    <a:p>
                      <a:pPr algn="ctr">
                        <a:spcAft>
                          <a:spcPts val="0"/>
                        </a:spcAft>
                      </a:pPr>
                      <a:r>
                        <a:rPr lang="zh-CN" sz="1600" b="1" kern="100">
                          <a:effectLst/>
                        </a:rPr>
                        <a:t>输入</a:t>
                      </a:r>
                      <a:r>
                        <a:rPr lang="en-US" sz="1600" b="1" kern="100">
                          <a:effectLst/>
                        </a:rPr>
                        <a:t>/</a:t>
                      </a:r>
                      <a:r>
                        <a:rPr lang="zh-CN" sz="1600" b="1" kern="100">
                          <a:effectLst/>
                        </a:rPr>
                        <a:t>捕获通道</a:t>
                      </a:r>
                      <a:endParaRPr lang="zh-CN" sz="1600" b="1" kern="100">
                        <a:effectLst/>
                        <a:latin typeface="Times New Roman"/>
                        <a:ea typeface="宋体"/>
                        <a:cs typeface="Times New Roman"/>
                      </a:endParaRPr>
                    </a:p>
                  </a:txBody>
                  <a:tcPr marL="68580" marR="68580" marT="0" marB="0" anchor="ctr">
                    <a:solidFill>
                      <a:schemeClr val="accent5">
                        <a:lumMod val="75000"/>
                      </a:schemeClr>
                    </a:solidFill>
                  </a:tcPr>
                </a:tc>
                <a:tc>
                  <a:txBody>
                    <a:bodyPr/>
                    <a:lstStyle/>
                    <a:p>
                      <a:pPr indent="171450" algn="ctr">
                        <a:spcAft>
                          <a:spcPts val="0"/>
                        </a:spcAft>
                      </a:pPr>
                      <a:r>
                        <a:rPr lang="zh-CN" sz="1600" b="1" kern="100">
                          <a:effectLst/>
                        </a:rPr>
                        <a:t>无</a:t>
                      </a:r>
                      <a:endParaRPr lang="zh-CN" sz="1600" b="1" kern="100">
                        <a:effectLst/>
                        <a:latin typeface="Times New Roman"/>
                        <a:ea typeface="宋体"/>
                        <a:cs typeface="Times New Roman"/>
                      </a:endParaRPr>
                    </a:p>
                  </a:txBody>
                  <a:tcPr marL="68580" marR="68580" marT="0" marB="0" anchor="ctr">
                    <a:solidFill>
                      <a:schemeClr val="accent5">
                        <a:lumMod val="40000"/>
                        <a:lumOff val="60000"/>
                      </a:schemeClr>
                    </a:solidFill>
                  </a:tcPr>
                </a:tc>
                <a:tc gridSpan="2">
                  <a:txBody>
                    <a:bodyPr/>
                    <a:lstStyle/>
                    <a:p>
                      <a:pPr algn="ctr">
                        <a:spcAft>
                          <a:spcPts val="0"/>
                        </a:spcAft>
                      </a:pPr>
                      <a:r>
                        <a:rPr lang="zh-CN" sz="1600" b="1" kern="100" dirty="0">
                          <a:effectLst/>
                        </a:rPr>
                        <a:t>四个独立通道：输入捕获、输出比较、</a:t>
                      </a:r>
                    </a:p>
                    <a:p>
                      <a:pPr algn="ctr">
                        <a:spcAft>
                          <a:spcPts val="0"/>
                        </a:spcAft>
                      </a:pPr>
                      <a:r>
                        <a:rPr lang="en-US" sz="1600" b="1" kern="100" dirty="0">
                          <a:effectLst/>
                        </a:rPr>
                        <a:t>PWM</a:t>
                      </a:r>
                      <a:r>
                        <a:rPr lang="zh-CN" sz="1600" b="1" kern="100" dirty="0">
                          <a:effectLst/>
                        </a:rPr>
                        <a:t>生成、单脉冲模式输出</a:t>
                      </a:r>
                      <a:endParaRPr lang="zh-CN" sz="1600" b="1" kern="100" dirty="0">
                        <a:effectLst/>
                        <a:latin typeface="Times New Roman"/>
                        <a:ea typeface="宋体"/>
                        <a:cs typeface="Times New Roman"/>
                      </a:endParaRPr>
                    </a:p>
                  </a:txBody>
                  <a:tcPr marL="68580" marR="68580" marT="0" marB="0" anchor="ctr">
                    <a:solidFill>
                      <a:schemeClr val="accent5">
                        <a:lumMod val="40000"/>
                        <a:lumOff val="60000"/>
                      </a:schemeClr>
                    </a:solidFill>
                  </a:tcPr>
                </a:tc>
                <a:tc hMerge="1">
                  <a:txBody>
                    <a:bodyPr/>
                    <a:lstStyle/>
                    <a:p>
                      <a:endParaRPr lang="zh-CN" altLang="en-US"/>
                    </a:p>
                  </a:txBody>
                  <a:tcPr/>
                </a:tc>
              </a:tr>
              <a:tr h="282031">
                <a:tc>
                  <a:txBody>
                    <a:bodyPr/>
                    <a:lstStyle/>
                    <a:p>
                      <a:pPr algn="ctr">
                        <a:spcAft>
                          <a:spcPts val="0"/>
                        </a:spcAft>
                      </a:pPr>
                      <a:r>
                        <a:rPr lang="zh-CN" sz="1600" b="1" kern="100">
                          <a:effectLst/>
                        </a:rPr>
                        <a:t>产生中断</a:t>
                      </a:r>
                      <a:r>
                        <a:rPr lang="en-US" sz="1600" b="1" kern="100">
                          <a:effectLst/>
                        </a:rPr>
                        <a:t>/DMA</a:t>
                      </a:r>
                      <a:endParaRPr lang="zh-CN" sz="1600" b="1" kern="100">
                        <a:effectLst/>
                        <a:latin typeface="Times New Roman"/>
                        <a:ea typeface="宋体"/>
                        <a:cs typeface="Times New Roman"/>
                      </a:endParaRPr>
                    </a:p>
                  </a:txBody>
                  <a:tcPr marL="68580" marR="68580" marT="0" marB="0" anchor="ctr">
                    <a:solidFill>
                      <a:schemeClr val="accent5">
                        <a:lumMod val="75000"/>
                      </a:schemeClr>
                    </a:solidFill>
                  </a:tcPr>
                </a:tc>
                <a:tc>
                  <a:txBody>
                    <a:bodyPr/>
                    <a:lstStyle/>
                    <a:p>
                      <a:pPr algn="ctr">
                        <a:spcAft>
                          <a:spcPts val="0"/>
                        </a:spcAft>
                      </a:pPr>
                      <a:r>
                        <a:rPr lang="zh-CN" sz="1600" b="1" kern="100">
                          <a:effectLst/>
                        </a:rPr>
                        <a:t>可以</a:t>
                      </a:r>
                      <a:endParaRPr lang="zh-CN" sz="1600" b="1" kern="100">
                        <a:effectLst/>
                        <a:latin typeface="Times New Roman"/>
                        <a:ea typeface="宋体"/>
                        <a:cs typeface="Times New Roman"/>
                      </a:endParaRPr>
                    </a:p>
                  </a:txBody>
                  <a:tcPr marL="68580" marR="68580" marT="0" marB="0" anchor="ctr">
                    <a:solidFill>
                      <a:schemeClr val="accent5">
                        <a:lumMod val="40000"/>
                        <a:lumOff val="60000"/>
                      </a:schemeClr>
                    </a:solidFill>
                  </a:tcPr>
                </a:tc>
                <a:tc>
                  <a:txBody>
                    <a:bodyPr/>
                    <a:lstStyle/>
                    <a:p>
                      <a:pPr algn="ctr">
                        <a:spcAft>
                          <a:spcPts val="0"/>
                        </a:spcAft>
                      </a:pPr>
                      <a:r>
                        <a:rPr lang="zh-CN" sz="1600" b="1" kern="100">
                          <a:effectLst/>
                        </a:rPr>
                        <a:t>可以</a:t>
                      </a:r>
                      <a:endParaRPr lang="zh-CN" sz="1600" b="1" kern="100">
                        <a:effectLst/>
                        <a:latin typeface="Times New Roman"/>
                        <a:ea typeface="宋体"/>
                        <a:cs typeface="Times New Roman"/>
                      </a:endParaRPr>
                    </a:p>
                  </a:txBody>
                  <a:tcPr marL="68580" marR="68580" marT="0" marB="0" anchor="ctr">
                    <a:solidFill>
                      <a:schemeClr val="accent5">
                        <a:lumMod val="40000"/>
                        <a:lumOff val="60000"/>
                      </a:schemeClr>
                    </a:solidFill>
                  </a:tcPr>
                </a:tc>
                <a:tc>
                  <a:txBody>
                    <a:bodyPr/>
                    <a:lstStyle/>
                    <a:p>
                      <a:pPr algn="ctr">
                        <a:spcAft>
                          <a:spcPts val="0"/>
                        </a:spcAft>
                      </a:pPr>
                      <a:r>
                        <a:rPr lang="zh-CN" sz="1600" b="1" kern="100" dirty="0">
                          <a:effectLst/>
                        </a:rPr>
                        <a:t>可以</a:t>
                      </a:r>
                      <a:endParaRPr lang="zh-CN" sz="1600" b="1" kern="100" dirty="0">
                        <a:effectLst/>
                        <a:latin typeface="Times New Roman"/>
                        <a:ea typeface="宋体"/>
                        <a:cs typeface="Times New Roman"/>
                      </a:endParaRPr>
                    </a:p>
                  </a:txBody>
                  <a:tcPr marL="68580" marR="68580" marT="0" marB="0" anchor="ctr">
                    <a:solidFill>
                      <a:schemeClr val="accent5">
                        <a:lumMod val="40000"/>
                        <a:lumOff val="60000"/>
                      </a:schemeClr>
                    </a:solidFill>
                  </a:tcPr>
                </a:tc>
              </a:tr>
              <a:tr h="282031">
                <a:tc>
                  <a:txBody>
                    <a:bodyPr/>
                    <a:lstStyle/>
                    <a:p>
                      <a:pPr algn="ctr">
                        <a:spcAft>
                          <a:spcPts val="0"/>
                        </a:spcAft>
                      </a:pPr>
                      <a:r>
                        <a:rPr lang="zh-CN" sz="1600" b="1" kern="100" dirty="0">
                          <a:effectLst/>
                        </a:rPr>
                        <a:t>刹车（电机控制）</a:t>
                      </a:r>
                      <a:endParaRPr lang="zh-CN" sz="1600" b="1" kern="100" dirty="0">
                        <a:effectLst/>
                        <a:latin typeface="Times New Roman"/>
                        <a:ea typeface="宋体"/>
                        <a:cs typeface="Times New Roman"/>
                      </a:endParaRPr>
                    </a:p>
                  </a:txBody>
                  <a:tcPr marL="68580" marR="68580" marT="0" marB="0" anchor="ctr">
                    <a:solidFill>
                      <a:schemeClr val="accent5">
                        <a:lumMod val="75000"/>
                      </a:schemeClr>
                    </a:solidFill>
                  </a:tcPr>
                </a:tc>
                <a:tc>
                  <a:txBody>
                    <a:bodyPr/>
                    <a:lstStyle/>
                    <a:p>
                      <a:pPr algn="ctr">
                        <a:spcAft>
                          <a:spcPts val="0"/>
                        </a:spcAft>
                      </a:pPr>
                      <a:r>
                        <a:rPr lang="zh-CN" sz="1600" b="1" kern="100" dirty="0">
                          <a:effectLst/>
                        </a:rPr>
                        <a:t>无</a:t>
                      </a:r>
                      <a:endParaRPr lang="zh-CN" sz="1600" b="1" kern="100" dirty="0">
                        <a:effectLst/>
                        <a:latin typeface="Times New Roman"/>
                        <a:ea typeface="宋体"/>
                        <a:cs typeface="Times New Roman"/>
                      </a:endParaRPr>
                    </a:p>
                  </a:txBody>
                  <a:tcPr marL="68580" marR="68580" marT="0" marB="0" anchor="ctr">
                    <a:solidFill>
                      <a:schemeClr val="accent5">
                        <a:lumMod val="40000"/>
                        <a:lumOff val="60000"/>
                      </a:schemeClr>
                    </a:solidFill>
                  </a:tcPr>
                </a:tc>
                <a:tc>
                  <a:txBody>
                    <a:bodyPr/>
                    <a:lstStyle/>
                    <a:p>
                      <a:pPr algn="ctr">
                        <a:spcAft>
                          <a:spcPts val="0"/>
                        </a:spcAft>
                      </a:pPr>
                      <a:r>
                        <a:rPr lang="zh-CN" sz="1600" b="1" kern="100" dirty="0">
                          <a:effectLst/>
                        </a:rPr>
                        <a:t>无</a:t>
                      </a:r>
                      <a:endParaRPr lang="zh-CN" sz="1600" b="1" kern="100" dirty="0">
                        <a:effectLst/>
                        <a:latin typeface="Times New Roman"/>
                        <a:ea typeface="宋体"/>
                        <a:cs typeface="Times New Roman"/>
                      </a:endParaRPr>
                    </a:p>
                  </a:txBody>
                  <a:tcPr marL="68580" marR="68580" marT="0" marB="0" anchor="ctr">
                    <a:solidFill>
                      <a:schemeClr val="accent5">
                        <a:lumMod val="40000"/>
                        <a:lumOff val="60000"/>
                      </a:schemeClr>
                    </a:solidFill>
                  </a:tcPr>
                </a:tc>
                <a:tc>
                  <a:txBody>
                    <a:bodyPr/>
                    <a:lstStyle/>
                    <a:p>
                      <a:pPr algn="ctr">
                        <a:spcAft>
                          <a:spcPts val="0"/>
                        </a:spcAft>
                      </a:pPr>
                      <a:r>
                        <a:rPr lang="zh-CN" sz="1600" b="1" kern="100" dirty="0">
                          <a:effectLst/>
                        </a:rPr>
                        <a:t>可以</a:t>
                      </a:r>
                      <a:endParaRPr lang="zh-CN" sz="1600" b="1" kern="100" dirty="0">
                        <a:effectLst/>
                        <a:latin typeface="Times New Roman"/>
                        <a:ea typeface="宋体"/>
                        <a:cs typeface="Times New Roman"/>
                      </a:endParaRPr>
                    </a:p>
                  </a:txBody>
                  <a:tcPr marL="68580" marR="68580" marT="0" marB="0" anchor="ctr">
                    <a:solidFill>
                      <a:schemeClr val="accent5">
                        <a:lumMod val="40000"/>
                        <a:lumOff val="60000"/>
                      </a:schemeClr>
                    </a:solidFill>
                  </a:tcPr>
                </a:tc>
              </a:tr>
            </a:tbl>
          </a:graphicData>
        </a:graphic>
      </p:graphicFrame>
    </p:spTree>
    <p:extLst>
      <p:ext uri="{BB962C8B-B14F-4D97-AF65-F5344CB8AC3E}">
        <p14:creationId xmlns:p14="http://schemas.microsoft.com/office/powerpoint/2010/main" val="2379792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67116"/>
            <a:ext cx="3403040"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96069"/>
            <a:ext cx="3353803"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9.1 STM32</a:t>
            </a:r>
            <a:r>
              <a:rPr lang="zh-CN" altLang="en-US" sz="2400" b="1" dirty="0">
                <a:solidFill>
                  <a:schemeClr val="bg1"/>
                </a:solidFill>
                <a:latin typeface="微软雅黑" pitchFamily="34" charset="-122"/>
                <a:ea typeface="微软雅黑" pitchFamily="34" charset="-122"/>
              </a:rPr>
              <a:t>定时器模块</a:t>
            </a:r>
            <a:endParaRPr lang="zh-CN" altLang="zh-CN" sz="2400" b="1" dirty="0">
              <a:solidFill>
                <a:schemeClr val="bg1"/>
              </a:solidFill>
              <a:latin typeface="微软雅黑" pitchFamily="34" charset="-122"/>
              <a:ea typeface="微软雅黑" pitchFamily="34" charset="-122"/>
            </a:endParaRPr>
          </a:p>
        </p:txBody>
      </p:sp>
      <p:sp>
        <p:nvSpPr>
          <p:cNvPr id="6" name="矩形 5"/>
          <p:cNvSpPr/>
          <p:nvPr/>
        </p:nvSpPr>
        <p:spPr>
          <a:xfrm>
            <a:off x="3851920" y="483518"/>
            <a:ext cx="3960440" cy="443583"/>
          </a:xfrm>
          <a:prstGeom prst="rect">
            <a:avLst/>
          </a:prstGeom>
        </p:spPr>
        <p:txBody>
          <a:bodyPr wrap="square">
            <a:spAutoFit/>
          </a:bodyPr>
          <a:lstStyle/>
          <a:p>
            <a:pPr lvl="0" algn="ctr">
              <a:lnSpc>
                <a:spcPct val="125000"/>
              </a:lnSpc>
            </a:pPr>
            <a:r>
              <a:rPr lang="zh-CN" altLang="en-US" sz="2000" b="1" dirty="0">
                <a:solidFill>
                  <a:srgbClr val="C00000"/>
                </a:solidFill>
              </a:rPr>
              <a:t>定时器的主要</a:t>
            </a:r>
            <a:r>
              <a:rPr lang="zh-CN" altLang="en-US" sz="2000" b="1" dirty="0" smtClean="0">
                <a:solidFill>
                  <a:srgbClr val="C00000"/>
                </a:solidFill>
              </a:rPr>
              <a:t>功能</a:t>
            </a:r>
            <a:endParaRPr lang="zh-CN" altLang="en-US" sz="2000" b="1" dirty="0">
              <a:solidFill>
                <a:srgbClr val="C00000"/>
              </a:solidFill>
            </a:endParaRPr>
          </a:p>
        </p:txBody>
      </p:sp>
      <p:graphicFrame>
        <p:nvGraphicFramePr>
          <p:cNvPr id="9" name="图示 8"/>
          <p:cNvGraphicFramePr/>
          <p:nvPr>
            <p:extLst>
              <p:ext uri="{D42A27DB-BD31-4B8C-83A1-F6EECF244321}">
                <p14:modId xmlns:p14="http://schemas.microsoft.com/office/powerpoint/2010/main" val="3126239720"/>
              </p:ext>
            </p:extLst>
          </p:nvPr>
        </p:nvGraphicFramePr>
        <p:xfrm>
          <a:off x="935596" y="1167594"/>
          <a:ext cx="7560840" cy="33843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7896883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67116"/>
            <a:ext cx="3403040"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96069"/>
            <a:ext cx="3353803"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9.1 STM32</a:t>
            </a:r>
            <a:r>
              <a:rPr lang="zh-CN" altLang="en-US" sz="2400" b="1" dirty="0">
                <a:solidFill>
                  <a:schemeClr val="bg1"/>
                </a:solidFill>
                <a:latin typeface="微软雅黑" pitchFamily="34" charset="-122"/>
                <a:ea typeface="微软雅黑" pitchFamily="34" charset="-122"/>
              </a:rPr>
              <a:t>定时器模块</a:t>
            </a:r>
            <a:endParaRPr lang="zh-CN" altLang="zh-CN" sz="2400" b="1" dirty="0">
              <a:solidFill>
                <a:schemeClr val="bg1"/>
              </a:solidFill>
              <a:latin typeface="微软雅黑" pitchFamily="34" charset="-122"/>
              <a:ea typeface="微软雅黑" pitchFamily="34" charset="-122"/>
            </a:endParaRPr>
          </a:p>
        </p:txBody>
      </p:sp>
      <p:sp>
        <p:nvSpPr>
          <p:cNvPr id="23" name="七角星 22"/>
          <p:cNvSpPr/>
          <p:nvPr/>
        </p:nvSpPr>
        <p:spPr>
          <a:xfrm>
            <a:off x="2339752" y="1419622"/>
            <a:ext cx="648072" cy="576064"/>
          </a:xfrm>
          <a:prstGeom prst="star7">
            <a:avLst/>
          </a:prstGeom>
          <a:solidFill>
            <a:schemeClr val="accent5">
              <a:lumMod val="20000"/>
              <a:lumOff val="80000"/>
            </a:schemeClr>
          </a:solidFill>
          <a:scene3d>
            <a:camera prst="orthographicFront"/>
            <a:lightRig rig="threePt" dir="t"/>
          </a:scene3d>
          <a:sp3d>
            <a:bevelT w="152400" h="50800" prst="softRound"/>
          </a:sp3d>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sz="2800" b="1" dirty="0" smtClean="0"/>
              <a:t>1</a:t>
            </a:r>
            <a:endParaRPr lang="zh-CN" altLang="en-US" sz="2800" b="1" dirty="0" smtClean="0"/>
          </a:p>
        </p:txBody>
      </p:sp>
      <p:sp>
        <p:nvSpPr>
          <p:cNvPr id="3" name="矩形 2"/>
          <p:cNvSpPr/>
          <p:nvPr/>
        </p:nvSpPr>
        <p:spPr>
          <a:xfrm>
            <a:off x="3497027" y="1476821"/>
            <a:ext cx="2430474" cy="461665"/>
          </a:xfrm>
          <a:prstGeom prst="rect">
            <a:avLst/>
          </a:prstGeom>
        </p:spPr>
        <p:txBody>
          <a:bodyPr wrap="none">
            <a:spAutoFit/>
          </a:bodyPr>
          <a:lstStyle/>
          <a:p>
            <a:r>
              <a:rPr lang="en-US" altLang="zh-CN" sz="2400" b="1" dirty="0"/>
              <a:t>9.1.1 </a:t>
            </a:r>
            <a:r>
              <a:rPr lang="zh-CN" altLang="en-US" sz="2400" b="1" dirty="0"/>
              <a:t>通用定时器</a:t>
            </a:r>
            <a:endParaRPr lang="zh-CN" altLang="zh-CN" sz="2400" b="1" dirty="0"/>
          </a:p>
        </p:txBody>
      </p:sp>
      <p:sp>
        <p:nvSpPr>
          <p:cNvPr id="24" name="七角星 23"/>
          <p:cNvSpPr/>
          <p:nvPr/>
        </p:nvSpPr>
        <p:spPr>
          <a:xfrm>
            <a:off x="2794154" y="2427734"/>
            <a:ext cx="648072" cy="576064"/>
          </a:xfrm>
          <a:prstGeom prst="star7">
            <a:avLst/>
          </a:prstGeom>
          <a:solidFill>
            <a:schemeClr val="accent5">
              <a:lumMod val="20000"/>
              <a:lumOff val="80000"/>
            </a:schemeClr>
          </a:solidFill>
          <a:scene3d>
            <a:camera prst="orthographicFront"/>
            <a:lightRig rig="threePt" dir="t"/>
          </a:scene3d>
          <a:sp3d>
            <a:bevelT w="152400" h="50800" prst="softRound"/>
          </a:sp3d>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sz="2800" b="1" dirty="0" smtClean="0"/>
              <a:t>2</a:t>
            </a:r>
            <a:endParaRPr lang="zh-CN" altLang="en-US" sz="2800" b="1" dirty="0" smtClean="0"/>
          </a:p>
        </p:txBody>
      </p:sp>
      <p:sp>
        <p:nvSpPr>
          <p:cNvPr id="28" name="矩形 27"/>
          <p:cNvSpPr/>
          <p:nvPr/>
        </p:nvSpPr>
        <p:spPr>
          <a:xfrm>
            <a:off x="3946282" y="2484933"/>
            <a:ext cx="2430474" cy="461665"/>
          </a:xfrm>
          <a:prstGeom prst="rect">
            <a:avLst/>
          </a:prstGeom>
        </p:spPr>
        <p:txBody>
          <a:bodyPr wrap="none">
            <a:spAutoFit/>
          </a:bodyPr>
          <a:lstStyle/>
          <a:p>
            <a:r>
              <a:rPr lang="en-US" altLang="zh-CN" sz="2400" b="1" dirty="0"/>
              <a:t>9.1.2 </a:t>
            </a:r>
            <a:r>
              <a:rPr lang="zh-CN" altLang="zh-CN" sz="2400" b="1" dirty="0"/>
              <a:t>基本定时器</a:t>
            </a:r>
          </a:p>
        </p:txBody>
      </p:sp>
      <p:sp>
        <p:nvSpPr>
          <p:cNvPr id="32" name="七角星 31"/>
          <p:cNvSpPr/>
          <p:nvPr/>
        </p:nvSpPr>
        <p:spPr>
          <a:xfrm>
            <a:off x="3403041" y="3435846"/>
            <a:ext cx="648072" cy="576064"/>
          </a:xfrm>
          <a:prstGeom prst="star7">
            <a:avLst/>
          </a:prstGeom>
          <a:solidFill>
            <a:schemeClr val="accent5">
              <a:lumMod val="20000"/>
              <a:lumOff val="80000"/>
            </a:schemeClr>
          </a:solidFill>
          <a:scene3d>
            <a:camera prst="orthographicFront"/>
            <a:lightRig rig="threePt" dir="t"/>
          </a:scene3d>
          <a:sp3d>
            <a:bevelT w="152400" h="50800" prst="softRound"/>
          </a:sp3d>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sz="2800" b="1" dirty="0" smtClean="0"/>
              <a:t>3</a:t>
            </a:r>
            <a:endParaRPr lang="zh-CN" altLang="en-US" sz="2800" b="1" dirty="0" smtClean="0"/>
          </a:p>
        </p:txBody>
      </p:sp>
      <p:sp>
        <p:nvSpPr>
          <p:cNvPr id="33" name="矩形 32"/>
          <p:cNvSpPr/>
          <p:nvPr/>
        </p:nvSpPr>
        <p:spPr>
          <a:xfrm>
            <a:off x="4565041" y="3493045"/>
            <a:ext cx="2430474" cy="461665"/>
          </a:xfrm>
          <a:prstGeom prst="rect">
            <a:avLst/>
          </a:prstGeom>
        </p:spPr>
        <p:txBody>
          <a:bodyPr wrap="none">
            <a:spAutoFit/>
          </a:bodyPr>
          <a:lstStyle/>
          <a:p>
            <a:r>
              <a:rPr lang="en-US" altLang="zh-CN" sz="2400" b="1" dirty="0"/>
              <a:t>9.1.3 </a:t>
            </a:r>
            <a:r>
              <a:rPr lang="zh-CN" altLang="zh-CN" sz="2400" b="1" dirty="0"/>
              <a:t>高级定时器</a:t>
            </a:r>
          </a:p>
        </p:txBody>
      </p:sp>
    </p:spTree>
    <p:extLst>
      <p:ext uri="{BB962C8B-B14F-4D97-AF65-F5344CB8AC3E}">
        <p14:creationId xmlns:p14="http://schemas.microsoft.com/office/powerpoint/2010/main" val="22214041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262778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2430474" cy="461665"/>
          </a:xfrm>
          <a:prstGeom prst="rect">
            <a:avLst/>
          </a:prstGeom>
        </p:spPr>
        <p:txBody>
          <a:bodyPr wrap="none">
            <a:spAutoFit/>
          </a:bodyPr>
          <a:lstStyle/>
          <a:p>
            <a:r>
              <a:rPr lang="en-US" altLang="zh-CN" sz="2400" b="1" dirty="0">
                <a:solidFill>
                  <a:schemeClr val="bg1"/>
                </a:solidFill>
              </a:rPr>
              <a:t>9.1.1 </a:t>
            </a:r>
            <a:r>
              <a:rPr lang="zh-CN" altLang="en-US" sz="2400" b="1" dirty="0">
                <a:solidFill>
                  <a:schemeClr val="bg1"/>
                </a:solidFill>
              </a:rPr>
              <a:t>通用定时器</a:t>
            </a:r>
          </a:p>
        </p:txBody>
      </p:sp>
      <p:sp>
        <p:nvSpPr>
          <p:cNvPr id="6" name="矩形 5"/>
          <p:cNvSpPr/>
          <p:nvPr/>
        </p:nvSpPr>
        <p:spPr>
          <a:xfrm>
            <a:off x="647564" y="1563638"/>
            <a:ext cx="3132348" cy="2516073"/>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smtClean="0">
                <a:solidFill>
                  <a:prstClr val="black"/>
                </a:solidFill>
              </a:rPr>
              <a:t>     </a:t>
            </a:r>
            <a:r>
              <a:rPr lang="en-US" altLang="zh-CN" b="1" dirty="0">
                <a:solidFill>
                  <a:prstClr val="black"/>
                </a:solidFill>
              </a:rPr>
              <a:t>TIM2</a:t>
            </a:r>
            <a:r>
              <a:rPr lang="zh-CN" altLang="en-US" b="1" dirty="0">
                <a:solidFill>
                  <a:prstClr val="black"/>
                </a:solidFill>
              </a:rPr>
              <a:t>、</a:t>
            </a:r>
            <a:r>
              <a:rPr lang="en-US" altLang="zh-CN" b="1" dirty="0">
                <a:solidFill>
                  <a:prstClr val="black"/>
                </a:solidFill>
              </a:rPr>
              <a:t>TIM3</a:t>
            </a:r>
            <a:r>
              <a:rPr lang="zh-CN" altLang="en-US" b="1" dirty="0">
                <a:solidFill>
                  <a:prstClr val="black"/>
                </a:solidFill>
              </a:rPr>
              <a:t>、</a:t>
            </a:r>
            <a:r>
              <a:rPr lang="en-US" altLang="zh-CN" b="1" dirty="0">
                <a:solidFill>
                  <a:prstClr val="black"/>
                </a:solidFill>
              </a:rPr>
              <a:t>TIM4</a:t>
            </a:r>
            <a:r>
              <a:rPr lang="zh-CN" altLang="en-US" b="1" dirty="0">
                <a:solidFill>
                  <a:prstClr val="black"/>
                </a:solidFill>
              </a:rPr>
              <a:t>、</a:t>
            </a:r>
            <a:r>
              <a:rPr lang="en-US" altLang="zh-CN" b="1" dirty="0">
                <a:solidFill>
                  <a:prstClr val="black"/>
                </a:solidFill>
              </a:rPr>
              <a:t>TIM5</a:t>
            </a:r>
            <a:r>
              <a:rPr lang="zh-CN" altLang="en-US" b="1" dirty="0">
                <a:solidFill>
                  <a:prstClr val="black"/>
                </a:solidFill>
              </a:rPr>
              <a:t>为</a:t>
            </a:r>
            <a:r>
              <a:rPr lang="en-US" altLang="zh-CN" b="1" dirty="0">
                <a:solidFill>
                  <a:prstClr val="black"/>
                </a:solidFill>
              </a:rPr>
              <a:t>STM32</a:t>
            </a:r>
            <a:r>
              <a:rPr lang="zh-CN" altLang="en-US" b="1" dirty="0">
                <a:solidFill>
                  <a:prstClr val="black"/>
                </a:solidFill>
              </a:rPr>
              <a:t>的</a:t>
            </a:r>
            <a:r>
              <a:rPr lang="en-US" altLang="zh-CN" b="1" dirty="0">
                <a:solidFill>
                  <a:prstClr val="black"/>
                </a:solidFill>
              </a:rPr>
              <a:t>4</a:t>
            </a:r>
            <a:r>
              <a:rPr lang="zh-CN" altLang="en-US" b="1" dirty="0">
                <a:solidFill>
                  <a:prstClr val="black"/>
                </a:solidFill>
              </a:rPr>
              <a:t>个独立的</a:t>
            </a:r>
            <a:r>
              <a:rPr lang="en-US" altLang="zh-CN" b="1" dirty="0">
                <a:solidFill>
                  <a:prstClr val="black"/>
                </a:solidFill>
              </a:rPr>
              <a:t>16</a:t>
            </a:r>
            <a:r>
              <a:rPr lang="zh-CN" altLang="en-US" b="1" dirty="0">
                <a:solidFill>
                  <a:prstClr val="black"/>
                </a:solidFill>
              </a:rPr>
              <a:t>位</a:t>
            </a:r>
            <a:r>
              <a:rPr lang="zh-CN" altLang="en-US" b="1" dirty="0">
                <a:solidFill>
                  <a:srgbClr val="C00000"/>
                </a:solidFill>
              </a:rPr>
              <a:t>通用定时器</a:t>
            </a:r>
            <a:r>
              <a:rPr lang="zh-CN" altLang="en-US" b="1" dirty="0">
                <a:solidFill>
                  <a:prstClr val="black"/>
                </a:solidFill>
              </a:rPr>
              <a:t>，具有定时、测量输入信号的脉冲长度（输入捕获）、输出所需波形（输出比较、产生</a:t>
            </a:r>
            <a:r>
              <a:rPr lang="en-US" altLang="zh-CN" b="1" dirty="0">
                <a:solidFill>
                  <a:prstClr val="black"/>
                </a:solidFill>
              </a:rPr>
              <a:t>PWM</a:t>
            </a:r>
            <a:r>
              <a:rPr lang="zh-CN" altLang="en-US" b="1" dirty="0">
                <a:solidFill>
                  <a:prstClr val="black"/>
                </a:solidFill>
              </a:rPr>
              <a:t>、单脉冲输出等）等</a:t>
            </a:r>
            <a:r>
              <a:rPr lang="zh-CN" altLang="en-US" b="1" dirty="0" smtClean="0">
                <a:solidFill>
                  <a:prstClr val="black"/>
                </a:solidFill>
              </a:rPr>
              <a:t>功能。</a:t>
            </a:r>
            <a:endParaRPr lang="zh-CN" altLang="en-US" b="1" dirty="0"/>
          </a:p>
        </p:txBody>
      </p:sp>
      <p:pic>
        <p:nvPicPr>
          <p:cNvPr id="18" name="图片 17" descr="E:\STM32 我的讲义\2018-2019第一学期《嵌入式系统》\嵌入式讲义\通用定时器结构图.png"/>
          <p:cNvPicPr/>
          <p:nvPr/>
        </p:nvPicPr>
        <p:blipFill>
          <a:blip r:embed="rId2">
            <a:extLst>
              <a:ext uri="{28A0092B-C50C-407E-A947-70E740481C1C}">
                <a14:useLocalDpi xmlns:a14="http://schemas.microsoft.com/office/drawing/2010/main" val="0"/>
              </a:ext>
            </a:extLst>
          </a:blip>
          <a:srcRect/>
          <a:stretch>
            <a:fillRect/>
          </a:stretch>
        </p:blipFill>
        <p:spPr>
          <a:xfrm>
            <a:off x="4211960" y="885336"/>
            <a:ext cx="4377690" cy="3518535"/>
          </a:xfrm>
          <a:prstGeom prst="rect">
            <a:avLst/>
          </a:prstGeom>
          <a:noFill/>
          <a:ln>
            <a:noFill/>
          </a:ln>
        </p:spPr>
      </p:pic>
      <p:sp>
        <p:nvSpPr>
          <p:cNvPr id="2" name="矩形 1"/>
          <p:cNvSpPr/>
          <p:nvPr/>
        </p:nvSpPr>
        <p:spPr>
          <a:xfrm>
            <a:off x="5038893" y="4432384"/>
            <a:ext cx="2723823" cy="369332"/>
          </a:xfrm>
          <a:prstGeom prst="rect">
            <a:avLst/>
          </a:prstGeom>
        </p:spPr>
        <p:txBody>
          <a:bodyPr wrap="none">
            <a:spAutoFit/>
          </a:bodyPr>
          <a:lstStyle/>
          <a:p>
            <a:r>
              <a:rPr lang="zh-CN" altLang="en-US" b="1" dirty="0"/>
              <a:t>通用定时器内部结构框图</a:t>
            </a:r>
          </a:p>
        </p:txBody>
      </p:sp>
    </p:spTree>
    <p:extLst>
      <p:ext uri="{BB962C8B-B14F-4D97-AF65-F5344CB8AC3E}">
        <p14:creationId xmlns:p14="http://schemas.microsoft.com/office/powerpoint/2010/main" val="274739731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262778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2430474" cy="461665"/>
          </a:xfrm>
          <a:prstGeom prst="rect">
            <a:avLst/>
          </a:prstGeom>
        </p:spPr>
        <p:txBody>
          <a:bodyPr wrap="none">
            <a:spAutoFit/>
          </a:bodyPr>
          <a:lstStyle/>
          <a:p>
            <a:r>
              <a:rPr lang="en-US" altLang="zh-CN" sz="2400" b="1" dirty="0">
                <a:solidFill>
                  <a:schemeClr val="bg1"/>
                </a:solidFill>
              </a:rPr>
              <a:t>9.1.1 </a:t>
            </a:r>
            <a:r>
              <a:rPr lang="zh-CN" altLang="en-US" sz="2400" b="1" dirty="0">
                <a:solidFill>
                  <a:schemeClr val="bg1"/>
                </a:solidFill>
              </a:rPr>
              <a:t>通用定时器</a:t>
            </a:r>
          </a:p>
        </p:txBody>
      </p:sp>
      <p:sp>
        <p:nvSpPr>
          <p:cNvPr id="6" name="矩形 5"/>
          <p:cNvSpPr/>
          <p:nvPr/>
        </p:nvSpPr>
        <p:spPr>
          <a:xfrm>
            <a:off x="5541089" y="1288469"/>
            <a:ext cx="3240360" cy="286232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smtClean="0">
                <a:solidFill>
                  <a:prstClr val="black"/>
                </a:solidFill>
              </a:rPr>
              <a:t>     </a:t>
            </a:r>
            <a:r>
              <a:rPr lang="en-US" altLang="zh-CN" b="1" dirty="0">
                <a:solidFill>
                  <a:prstClr val="black"/>
                </a:solidFill>
              </a:rPr>
              <a:t>STM32F103</a:t>
            </a:r>
            <a:r>
              <a:rPr lang="zh-CN" altLang="en-US" b="1" dirty="0">
                <a:solidFill>
                  <a:prstClr val="black"/>
                </a:solidFill>
              </a:rPr>
              <a:t>系列微控制器的定时器功能十分强大，内部结构也比较复杂，</a:t>
            </a:r>
            <a:r>
              <a:rPr lang="en-US" altLang="zh-CN" b="1" dirty="0">
                <a:solidFill>
                  <a:prstClr val="black"/>
                </a:solidFill>
              </a:rPr>
              <a:t>STM32</a:t>
            </a:r>
            <a:r>
              <a:rPr lang="zh-CN" altLang="en-US" b="1" dirty="0">
                <a:solidFill>
                  <a:prstClr val="black"/>
                </a:solidFill>
              </a:rPr>
              <a:t>通用定时器</a:t>
            </a:r>
            <a:r>
              <a:rPr lang="en-US" altLang="zh-CN" b="1" dirty="0" err="1">
                <a:solidFill>
                  <a:prstClr val="black"/>
                </a:solidFill>
              </a:rPr>
              <a:t>TIMx</a:t>
            </a:r>
            <a:r>
              <a:rPr lang="zh-CN" altLang="en-US" b="1" dirty="0">
                <a:solidFill>
                  <a:prstClr val="black"/>
                </a:solidFill>
              </a:rPr>
              <a:t>（</a:t>
            </a:r>
            <a:r>
              <a:rPr lang="en-US" altLang="zh-CN" b="1" dirty="0">
                <a:solidFill>
                  <a:prstClr val="black"/>
                </a:solidFill>
              </a:rPr>
              <a:t>x=2</a:t>
            </a:r>
            <a:r>
              <a:rPr lang="zh-CN" altLang="en-US" b="1" dirty="0">
                <a:solidFill>
                  <a:prstClr val="black"/>
                </a:solidFill>
              </a:rPr>
              <a:t>，</a:t>
            </a:r>
            <a:r>
              <a:rPr lang="en-US" altLang="zh-CN" b="1" dirty="0">
                <a:solidFill>
                  <a:prstClr val="black"/>
                </a:solidFill>
              </a:rPr>
              <a:t>3</a:t>
            </a:r>
            <a:r>
              <a:rPr lang="zh-CN" altLang="en-US" b="1" dirty="0">
                <a:solidFill>
                  <a:prstClr val="black"/>
                </a:solidFill>
              </a:rPr>
              <a:t>，</a:t>
            </a:r>
            <a:r>
              <a:rPr lang="en-US" altLang="zh-CN" b="1" dirty="0">
                <a:solidFill>
                  <a:prstClr val="black"/>
                </a:solidFill>
              </a:rPr>
              <a:t>4</a:t>
            </a:r>
            <a:r>
              <a:rPr lang="zh-CN" altLang="en-US" b="1" dirty="0">
                <a:solidFill>
                  <a:prstClr val="black"/>
                </a:solidFill>
              </a:rPr>
              <a:t>，</a:t>
            </a:r>
            <a:r>
              <a:rPr lang="en-US" altLang="zh-CN" b="1" dirty="0">
                <a:solidFill>
                  <a:prstClr val="black"/>
                </a:solidFill>
              </a:rPr>
              <a:t>5</a:t>
            </a:r>
            <a:r>
              <a:rPr lang="zh-CN" altLang="en-US" b="1" dirty="0">
                <a:solidFill>
                  <a:prstClr val="black"/>
                </a:solidFill>
              </a:rPr>
              <a:t>）</a:t>
            </a:r>
            <a:r>
              <a:rPr lang="zh-CN" altLang="en-US" b="1" dirty="0" smtClean="0">
                <a:solidFill>
                  <a:prstClr val="black"/>
                </a:solidFill>
              </a:rPr>
              <a:t>主要由时钟</a:t>
            </a:r>
            <a:r>
              <a:rPr lang="zh-CN" altLang="en-US" b="1" dirty="0">
                <a:solidFill>
                  <a:prstClr val="black"/>
                </a:solidFill>
              </a:rPr>
              <a:t>源、时钟单元、捕获和比较通道等构成，核心是可编程预分频驱动的</a:t>
            </a:r>
            <a:r>
              <a:rPr lang="en-US" altLang="zh-CN" b="1" dirty="0">
                <a:solidFill>
                  <a:srgbClr val="C00000"/>
                </a:solidFill>
              </a:rPr>
              <a:t>16</a:t>
            </a:r>
            <a:r>
              <a:rPr lang="zh-CN" altLang="en-US" b="1" dirty="0">
                <a:solidFill>
                  <a:srgbClr val="C00000"/>
                </a:solidFill>
              </a:rPr>
              <a:t>位自动装载</a:t>
            </a:r>
            <a:r>
              <a:rPr lang="zh-CN" altLang="en-US" b="1" dirty="0" smtClean="0">
                <a:solidFill>
                  <a:srgbClr val="C00000"/>
                </a:solidFill>
              </a:rPr>
              <a:t>计数器</a:t>
            </a:r>
            <a:r>
              <a:rPr lang="zh-CN" altLang="en-US" b="1" dirty="0" smtClean="0">
                <a:solidFill>
                  <a:prstClr val="black"/>
                </a:solidFill>
              </a:rPr>
              <a:t>。</a:t>
            </a:r>
            <a:endParaRPr lang="zh-CN" altLang="en-US" b="1" dirty="0"/>
          </a:p>
        </p:txBody>
      </p:sp>
      <p:sp>
        <p:nvSpPr>
          <p:cNvPr id="2" name="矩形 1"/>
          <p:cNvSpPr/>
          <p:nvPr/>
        </p:nvSpPr>
        <p:spPr>
          <a:xfrm>
            <a:off x="1475656" y="4479962"/>
            <a:ext cx="2509020" cy="369332"/>
          </a:xfrm>
          <a:prstGeom prst="rect">
            <a:avLst/>
          </a:prstGeom>
        </p:spPr>
        <p:txBody>
          <a:bodyPr wrap="none">
            <a:spAutoFit/>
          </a:bodyPr>
          <a:lstStyle/>
          <a:p>
            <a:r>
              <a:rPr lang="zh-CN" altLang="en-US" b="1" dirty="0"/>
              <a:t>通用定时器内部简化图</a:t>
            </a: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4282059589"/>
              </p:ext>
            </p:extLst>
          </p:nvPr>
        </p:nvGraphicFramePr>
        <p:xfrm>
          <a:off x="359532" y="1095586"/>
          <a:ext cx="5000625" cy="3276600"/>
        </p:xfrm>
        <a:graphic>
          <a:graphicData uri="http://schemas.openxmlformats.org/presentationml/2006/ole">
            <mc:AlternateContent xmlns:mc="http://schemas.openxmlformats.org/markup-compatibility/2006">
              <mc:Choice xmlns:v="urn:schemas-microsoft-com:vml" Requires="v">
                <p:oleObj spid="_x0000_s81024" name="Visio" r:id="rId3" imgW="4998768" imgH="3275071" progId="Visio.Drawing.11">
                  <p:embed/>
                </p:oleObj>
              </mc:Choice>
              <mc:Fallback>
                <p:oleObj name="Visio" r:id="rId3" imgW="4998768" imgH="3275071"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9532" y="1095586"/>
                        <a:ext cx="5000625" cy="327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06166598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262778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2430474" cy="461665"/>
          </a:xfrm>
          <a:prstGeom prst="rect">
            <a:avLst/>
          </a:prstGeom>
        </p:spPr>
        <p:txBody>
          <a:bodyPr wrap="none">
            <a:spAutoFit/>
          </a:bodyPr>
          <a:lstStyle/>
          <a:p>
            <a:r>
              <a:rPr lang="en-US" altLang="zh-CN" sz="2400" b="1" dirty="0">
                <a:solidFill>
                  <a:schemeClr val="bg1"/>
                </a:solidFill>
              </a:rPr>
              <a:t>9.1.1 </a:t>
            </a:r>
            <a:r>
              <a:rPr lang="zh-CN" altLang="en-US" sz="2400" b="1" dirty="0">
                <a:solidFill>
                  <a:schemeClr val="bg1"/>
                </a:solidFill>
              </a:rPr>
              <a:t>通用定时器</a:t>
            </a:r>
          </a:p>
        </p:txBody>
      </p:sp>
      <p:sp>
        <p:nvSpPr>
          <p:cNvPr id="6" name="矩形 5"/>
          <p:cNvSpPr/>
          <p:nvPr/>
        </p:nvSpPr>
        <p:spPr>
          <a:xfrm>
            <a:off x="485546" y="1896966"/>
            <a:ext cx="4284476" cy="2516073"/>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nSpc>
                <a:spcPct val="125000"/>
              </a:lnSpc>
            </a:pPr>
            <a:r>
              <a:rPr lang="zh-CN" altLang="en-US" b="1" dirty="0" smtClean="0"/>
              <a:t>    当定时器使用</a:t>
            </a:r>
            <a:r>
              <a:rPr lang="zh-CN" altLang="en-US" b="1" dirty="0"/>
              <a:t>内部时钟时，定时器的时钟源统称为</a:t>
            </a:r>
            <a:r>
              <a:rPr lang="en-US" altLang="zh-CN" b="1" dirty="0" err="1" smtClean="0"/>
              <a:t>TIMxCLK</a:t>
            </a:r>
            <a:r>
              <a:rPr lang="zh-CN" altLang="en-US" b="1" dirty="0" smtClean="0"/>
              <a:t>。</a:t>
            </a:r>
            <a:r>
              <a:rPr lang="zh-CN" altLang="zh-CN" b="1" dirty="0"/>
              <a:t>虽然在系统默认的配置中，</a:t>
            </a:r>
            <a:r>
              <a:rPr lang="en-US" altLang="zh-CN" b="1" dirty="0" err="1"/>
              <a:t>TIMxCLK</a:t>
            </a:r>
            <a:r>
              <a:rPr lang="zh-CN" altLang="zh-CN" b="1" dirty="0"/>
              <a:t>的时钟频率都是</a:t>
            </a:r>
            <a:r>
              <a:rPr lang="en-US" altLang="zh-CN" b="1" dirty="0"/>
              <a:t>72MHz</a:t>
            </a:r>
            <a:r>
              <a:rPr lang="zh-CN" altLang="zh-CN" b="1" dirty="0"/>
              <a:t>，但其</a:t>
            </a:r>
            <a:r>
              <a:rPr lang="zh-CN" altLang="zh-CN" b="1" dirty="0">
                <a:solidFill>
                  <a:srgbClr val="C00000"/>
                </a:solidFill>
              </a:rPr>
              <a:t>时钟来源</a:t>
            </a:r>
            <a:r>
              <a:rPr lang="zh-CN" altLang="zh-CN" b="1" dirty="0"/>
              <a:t>并不相同。</a:t>
            </a:r>
            <a:endParaRPr lang="zh-CN" altLang="en-US" b="1" dirty="0"/>
          </a:p>
          <a:p>
            <a:pPr marL="285750" indent="-285750">
              <a:lnSpc>
                <a:spcPct val="125000"/>
              </a:lnSpc>
              <a:buClr>
                <a:schemeClr val="accent3">
                  <a:lumMod val="75000"/>
                </a:schemeClr>
              </a:buClr>
              <a:buFont typeface="Wingdings" pitchFamily="2" charset="2"/>
              <a:buChar char="Ø"/>
            </a:pPr>
            <a:r>
              <a:rPr lang="zh-CN" altLang="en-US" b="1" dirty="0" smtClean="0">
                <a:solidFill>
                  <a:prstClr val="black"/>
                </a:solidFill>
              </a:rPr>
              <a:t>定时器</a:t>
            </a:r>
            <a:r>
              <a:rPr lang="en-US" altLang="zh-CN" b="1" dirty="0">
                <a:solidFill>
                  <a:prstClr val="black"/>
                </a:solidFill>
              </a:rPr>
              <a:t>TIM2~TIM7</a:t>
            </a:r>
            <a:r>
              <a:rPr lang="zh-CN" altLang="en-US" b="1" dirty="0">
                <a:solidFill>
                  <a:prstClr val="black"/>
                </a:solidFill>
              </a:rPr>
              <a:t>挂接在</a:t>
            </a:r>
            <a:r>
              <a:rPr lang="en-US" altLang="zh-CN" b="1" dirty="0">
                <a:solidFill>
                  <a:prstClr val="black"/>
                </a:solidFill>
              </a:rPr>
              <a:t>APB1</a:t>
            </a:r>
            <a:r>
              <a:rPr lang="zh-CN" altLang="en-US" b="1" dirty="0" smtClean="0">
                <a:solidFill>
                  <a:prstClr val="black"/>
                </a:solidFill>
              </a:rPr>
              <a:t>上</a:t>
            </a:r>
            <a:endParaRPr lang="en-US" altLang="zh-CN" b="1" dirty="0" smtClean="0">
              <a:solidFill>
                <a:prstClr val="black"/>
              </a:solidFill>
            </a:endParaRPr>
          </a:p>
          <a:p>
            <a:pPr marL="285750" indent="-285750">
              <a:lnSpc>
                <a:spcPct val="125000"/>
              </a:lnSpc>
              <a:buClr>
                <a:schemeClr val="accent3">
                  <a:lumMod val="75000"/>
                </a:schemeClr>
              </a:buClr>
              <a:buFont typeface="Wingdings" pitchFamily="2" charset="2"/>
              <a:buChar char="Ø"/>
            </a:pPr>
            <a:r>
              <a:rPr lang="zh-CN" altLang="en-US" b="1" dirty="0" smtClean="0">
                <a:solidFill>
                  <a:prstClr val="black"/>
                </a:solidFill>
              </a:rPr>
              <a:t>定时器</a:t>
            </a:r>
            <a:r>
              <a:rPr lang="en-US" altLang="zh-CN" b="1" dirty="0">
                <a:solidFill>
                  <a:prstClr val="black"/>
                </a:solidFill>
              </a:rPr>
              <a:t>TIM1</a:t>
            </a:r>
            <a:r>
              <a:rPr lang="zh-CN" altLang="en-US" b="1" dirty="0">
                <a:solidFill>
                  <a:prstClr val="black"/>
                </a:solidFill>
              </a:rPr>
              <a:t>和</a:t>
            </a:r>
            <a:r>
              <a:rPr lang="en-US" altLang="zh-CN" b="1" dirty="0">
                <a:solidFill>
                  <a:prstClr val="black"/>
                </a:solidFill>
              </a:rPr>
              <a:t>TIM8</a:t>
            </a:r>
            <a:r>
              <a:rPr lang="zh-CN" altLang="en-US" b="1" dirty="0">
                <a:solidFill>
                  <a:prstClr val="black"/>
                </a:solidFill>
              </a:rPr>
              <a:t>挂接在</a:t>
            </a:r>
            <a:r>
              <a:rPr lang="en-US" altLang="zh-CN" b="1" dirty="0">
                <a:solidFill>
                  <a:prstClr val="black"/>
                </a:solidFill>
              </a:rPr>
              <a:t>APB2</a:t>
            </a:r>
            <a:r>
              <a:rPr lang="zh-CN" altLang="en-US" b="1" dirty="0" smtClean="0">
                <a:solidFill>
                  <a:prstClr val="black"/>
                </a:solidFill>
              </a:rPr>
              <a:t>上</a:t>
            </a:r>
            <a:endParaRPr lang="en-US" altLang="zh-CN" b="1" dirty="0" smtClean="0">
              <a:solidFill>
                <a:prstClr val="black"/>
              </a:solidFill>
            </a:endParaRPr>
          </a:p>
          <a:p>
            <a:pPr>
              <a:lnSpc>
                <a:spcPct val="125000"/>
              </a:lnSpc>
              <a:buClr>
                <a:schemeClr val="accent3">
                  <a:lumMod val="75000"/>
                </a:schemeClr>
              </a:buClr>
            </a:pPr>
            <a:r>
              <a:rPr lang="zh-CN" altLang="en-US" b="1" dirty="0" smtClean="0">
                <a:solidFill>
                  <a:prstClr val="black"/>
                </a:solidFill>
              </a:rPr>
              <a:t>   </a:t>
            </a:r>
            <a:endParaRPr lang="zh-CN" altLang="en-US" b="1" dirty="0">
              <a:solidFill>
                <a:prstClr val="black"/>
              </a:solidFill>
            </a:endParaRPr>
          </a:p>
        </p:txBody>
      </p:sp>
      <p:sp>
        <p:nvSpPr>
          <p:cNvPr id="2" name="矩形 1"/>
          <p:cNvSpPr/>
          <p:nvPr/>
        </p:nvSpPr>
        <p:spPr>
          <a:xfrm>
            <a:off x="5652120" y="4515966"/>
            <a:ext cx="2723823" cy="369332"/>
          </a:xfrm>
          <a:prstGeom prst="rect">
            <a:avLst/>
          </a:prstGeom>
        </p:spPr>
        <p:txBody>
          <a:bodyPr wrap="none">
            <a:spAutoFit/>
          </a:bodyPr>
          <a:lstStyle/>
          <a:p>
            <a:r>
              <a:rPr lang="zh-CN" altLang="en-US" b="1" dirty="0"/>
              <a:t>通用定时器内部结构框图</a:t>
            </a:r>
          </a:p>
        </p:txBody>
      </p:sp>
      <p:pic>
        <p:nvPicPr>
          <p:cNvPr id="8" name="图片 7" descr="E:\STM32 我的讲义\2018-2019第一学期《嵌入式系统》\嵌入式讲义\定时器时钟源.png"/>
          <p:cNvPicPr/>
          <p:nvPr/>
        </p:nvPicPr>
        <p:blipFill>
          <a:blip r:embed="rId2">
            <a:extLst>
              <a:ext uri="{28A0092B-C50C-407E-A947-70E740481C1C}">
                <a14:useLocalDpi xmlns:a14="http://schemas.microsoft.com/office/drawing/2010/main" val="0"/>
              </a:ext>
            </a:extLst>
          </a:blip>
          <a:srcRect/>
          <a:stretch>
            <a:fillRect/>
          </a:stretch>
        </p:blipFill>
        <p:spPr>
          <a:xfrm>
            <a:off x="4968044" y="591531"/>
            <a:ext cx="3818347" cy="3822159"/>
          </a:xfrm>
          <a:prstGeom prst="rect">
            <a:avLst/>
          </a:prstGeom>
          <a:noFill/>
          <a:ln>
            <a:noFill/>
          </a:ln>
        </p:spPr>
      </p:pic>
      <p:sp>
        <p:nvSpPr>
          <p:cNvPr id="3" name="矩形 2"/>
          <p:cNvSpPr/>
          <p:nvPr/>
        </p:nvSpPr>
        <p:spPr>
          <a:xfrm>
            <a:off x="3239852" y="1527634"/>
            <a:ext cx="4572000" cy="369332"/>
          </a:xfrm>
          <a:prstGeom prst="rect">
            <a:avLst/>
          </a:prstGeom>
        </p:spPr>
        <p:txBody>
          <a:bodyPr>
            <a:spAutoFit/>
          </a:bodyPr>
          <a:lstStyle/>
          <a:p>
            <a:r>
              <a:rPr lang="zh-CN" altLang="en-US" dirty="0"/>
              <a:t>	</a:t>
            </a:r>
          </a:p>
        </p:txBody>
      </p:sp>
      <p:sp>
        <p:nvSpPr>
          <p:cNvPr id="9" name="矩形 8"/>
          <p:cNvSpPr/>
          <p:nvPr/>
        </p:nvSpPr>
        <p:spPr>
          <a:xfrm>
            <a:off x="899592" y="1203598"/>
            <a:ext cx="1103943" cy="369332"/>
          </a:xfrm>
          <a:prstGeom prst="rect">
            <a:avLst/>
          </a:prstGeom>
          <a:ln>
            <a:solidFill>
              <a:schemeClr val="accent3">
                <a:lumMod val="75000"/>
              </a:schemeClr>
            </a:solidFill>
          </a:ln>
        </p:spPr>
        <p:style>
          <a:lnRef idx="2">
            <a:schemeClr val="accent3"/>
          </a:lnRef>
          <a:fillRef idx="1">
            <a:schemeClr val="lt1"/>
          </a:fillRef>
          <a:effectRef idx="0">
            <a:schemeClr val="accent3"/>
          </a:effectRef>
          <a:fontRef idx="minor">
            <a:schemeClr val="dk1"/>
          </a:fontRef>
        </p:style>
        <p:txBody>
          <a:bodyPr wrap="square">
            <a:spAutoFit/>
          </a:bodyPr>
          <a:lstStyle/>
          <a:p>
            <a:pPr lvl="0" algn="ctr"/>
            <a:r>
              <a:rPr lang="zh-CN" altLang="en-US" b="1" dirty="0">
                <a:solidFill>
                  <a:prstClr val="black"/>
                </a:solidFill>
              </a:rPr>
              <a:t>时钟源</a:t>
            </a:r>
          </a:p>
        </p:txBody>
      </p:sp>
      <p:sp>
        <p:nvSpPr>
          <p:cNvPr id="7" name="七角星 6"/>
          <p:cNvSpPr/>
          <p:nvPr/>
        </p:nvSpPr>
        <p:spPr>
          <a:xfrm>
            <a:off x="395536" y="957375"/>
            <a:ext cx="648072" cy="576064"/>
          </a:xfrm>
          <a:prstGeom prst="star7">
            <a:avLst/>
          </a:prstGeom>
          <a:solidFill>
            <a:schemeClr val="accent3">
              <a:lumMod val="40000"/>
              <a:lumOff val="60000"/>
            </a:schemeClr>
          </a:solidFill>
          <a:ln>
            <a:solidFill>
              <a:schemeClr val="accent3">
                <a:lumMod val="75000"/>
              </a:schemeClr>
            </a:solidFill>
          </a:ln>
          <a:scene3d>
            <a:camera prst="orthographicFront"/>
            <a:lightRig rig="threePt" dir="t"/>
          </a:scene3d>
          <a:sp3d>
            <a:bevelT w="152400" h="50800" prst="softRound"/>
          </a:sp3d>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sz="2800" b="1" dirty="0" smtClean="0"/>
              <a:t>1</a:t>
            </a:r>
            <a:endParaRPr lang="zh-CN" altLang="en-US" sz="2800" b="1" dirty="0" smtClean="0"/>
          </a:p>
        </p:txBody>
      </p:sp>
    </p:spTree>
    <p:extLst>
      <p:ext uri="{BB962C8B-B14F-4D97-AF65-F5344CB8AC3E}">
        <p14:creationId xmlns:p14="http://schemas.microsoft.com/office/powerpoint/2010/main" val="225442189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262778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2430474" cy="461665"/>
          </a:xfrm>
          <a:prstGeom prst="rect">
            <a:avLst/>
          </a:prstGeom>
        </p:spPr>
        <p:txBody>
          <a:bodyPr wrap="none">
            <a:spAutoFit/>
          </a:bodyPr>
          <a:lstStyle/>
          <a:p>
            <a:r>
              <a:rPr lang="en-US" altLang="zh-CN" sz="2400" b="1" dirty="0">
                <a:solidFill>
                  <a:schemeClr val="bg1"/>
                </a:solidFill>
              </a:rPr>
              <a:t>9.1.1 </a:t>
            </a:r>
            <a:r>
              <a:rPr lang="zh-CN" altLang="en-US" sz="2400" b="1" dirty="0">
                <a:solidFill>
                  <a:schemeClr val="bg1"/>
                </a:solidFill>
              </a:rPr>
              <a:t>通用定时器</a:t>
            </a:r>
          </a:p>
        </p:txBody>
      </p:sp>
      <p:sp>
        <p:nvSpPr>
          <p:cNvPr id="6" name="矩形 5"/>
          <p:cNvSpPr/>
          <p:nvPr/>
        </p:nvSpPr>
        <p:spPr>
          <a:xfrm>
            <a:off x="485546" y="1599642"/>
            <a:ext cx="4284476" cy="3208571"/>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nSpc>
                <a:spcPct val="125000"/>
              </a:lnSpc>
            </a:pPr>
            <a:r>
              <a:rPr lang="zh-CN" altLang="en-US" b="1" dirty="0" smtClean="0">
                <a:solidFill>
                  <a:prstClr val="black"/>
                </a:solidFill>
              </a:rPr>
              <a:t>若外部晶振的频率为</a:t>
            </a:r>
            <a:r>
              <a:rPr lang="en-US" altLang="zh-CN" b="1" dirty="0" smtClean="0">
                <a:solidFill>
                  <a:prstClr val="black"/>
                </a:solidFill>
              </a:rPr>
              <a:t>8MHz</a:t>
            </a:r>
            <a:r>
              <a:rPr lang="zh-CN" altLang="en-US" b="1" dirty="0" smtClean="0">
                <a:solidFill>
                  <a:prstClr val="black"/>
                </a:solidFill>
              </a:rPr>
              <a:t>，则系统默认的时钟频率为</a:t>
            </a:r>
            <a:r>
              <a:rPr lang="en-US" altLang="zh-CN" b="1" dirty="0" smtClean="0">
                <a:solidFill>
                  <a:prstClr val="black"/>
                </a:solidFill>
              </a:rPr>
              <a:t>72MHz</a:t>
            </a:r>
          </a:p>
          <a:p>
            <a:pPr marL="285750" indent="-285750">
              <a:lnSpc>
                <a:spcPct val="125000"/>
              </a:lnSpc>
              <a:buClr>
                <a:schemeClr val="accent3">
                  <a:lumMod val="75000"/>
                </a:schemeClr>
              </a:buClr>
              <a:buFont typeface="Wingdings" pitchFamily="2" charset="2"/>
              <a:buChar char="Ø"/>
            </a:pPr>
            <a:r>
              <a:rPr lang="en-US" altLang="zh-CN" b="1" dirty="0" smtClean="0">
                <a:solidFill>
                  <a:prstClr val="black"/>
                </a:solidFill>
              </a:rPr>
              <a:t>APB1</a:t>
            </a:r>
            <a:r>
              <a:rPr lang="zh-CN" altLang="en-US" b="1" dirty="0" smtClean="0">
                <a:solidFill>
                  <a:prstClr val="black"/>
                </a:solidFill>
              </a:rPr>
              <a:t>预分频器的分频系数设置为</a:t>
            </a:r>
            <a:r>
              <a:rPr lang="en-US" altLang="zh-CN" b="1" dirty="0" smtClean="0">
                <a:solidFill>
                  <a:prstClr val="black"/>
                </a:solidFill>
              </a:rPr>
              <a:t>2</a:t>
            </a:r>
            <a:r>
              <a:rPr lang="zh-CN" altLang="en-US" b="1" dirty="0" smtClean="0">
                <a:solidFill>
                  <a:prstClr val="black"/>
                </a:solidFill>
              </a:rPr>
              <a:t>，则</a:t>
            </a:r>
            <a:r>
              <a:rPr lang="en-US" altLang="zh-CN" b="1" dirty="0" smtClean="0">
                <a:solidFill>
                  <a:prstClr val="black"/>
                </a:solidFill>
              </a:rPr>
              <a:t>PCLK1=36MHz</a:t>
            </a:r>
            <a:r>
              <a:rPr lang="zh-CN" altLang="en-US" b="1" dirty="0" smtClean="0">
                <a:solidFill>
                  <a:prstClr val="black"/>
                </a:solidFill>
              </a:rPr>
              <a:t>；</a:t>
            </a:r>
            <a:endParaRPr lang="en-US" altLang="zh-CN" b="1" dirty="0" smtClean="0">
              <a:solidFill>
                <a:prstClr val="black"/>
              </a:solidFill>
            </a:endParaRPr>
          </a:p>
          <a:p>
            <a:pPr marL="285750" indent="-285750">
              <a:lnSpc>
                <a:spcPct val="125000"/>
              </a:lnSpc>
              <a:buClr>
                <a:schemeClr val="accent3">
                  <a:lumMod val="75000"/>
                </a:schemeClr>
              </a:buClr>
              <a:buFont typeface="Wingdings" pitchFamily="2" charset="2"/>
              <a:buChar char="Ø"/>
            </a:pPr>
            <a:r>
              <a:rPr lang="en-US" altLang="zh-CN" b="1" dirty="0" smtClean="0">
                <a:solidFill>
                  <a:prstClr val="black"/>
                </a:solidFill>
              </a:rPr>
              <a:t>APB2</a:t>
            </a:r>
            <a:r>
              <a:rPr lang="zh-CN" altLang="en-US" b="1" dirty="0" smtClean="0">
                <a:solidFill>
                  <a:prstClr val="black"/>
                </a:solidFill>
              </a:rPr>
              <a:t>预分频系数设置为</a:t>
            </a:r>
            <a:r>
              <a:rPr lang="en-US" altLang="zh-CN" b="1" dirty="0" smtClean="0">
                <a:solidFill>
                  <a:prstClr val="black"/>
                </a:solidFill>
              </a:rPr>
              <a:t>1</a:t>
            </a:r>
            <a:r>
              <a:rPr lang="zh-CN" altLang="en-US" b="1" dirty="0" smtClean="0">
                <a:solidFill>
                  <a:prstClr val="black"/>
                </a:solidFill>
              </a:rPr>
              <a:t>，则</a:t>
            </a:r>
            <a:r>
              <a:rPr lang="en-US" altLang="zh-CN" b="1" dirty="0" smtClean="0">
                <a:solidFill>
                  <a:prstClr val="black"/>
                </a:solidFill>
              </a:rPr>
              <a:t>PCLK2=72MHz</a:t>
            </a:r>
            <a:r>
              <a:rPr lang="zh-CN" altLang="en-US" b="1" dirty="0" smtClean="0">
                <a:solidFill>
                  <a:prstClr val="black"/>
                </a:solidFill>
              </a:rPr>
              <a:t>，</a:t>
            </a:r>
            <a:r>
              <a:rPr lang="en-US" altLang="zh-CN" b="1" dirty="0" smtClean="0">
                <a:solidFill>
                  <a:prstClr val="black"/>
                </a:solidFill>
              </a:rPr>
              <a:t>TIM1</a:t>
            </a:r>
            <a:r>
              <a:rPr lang="zh-CN" altLang="en-US" b="1" dirty="0" smtClean="0">
                <a:solidFill>
                  <a:prstClr val="black"/>
                </a:solidFill>
              </a:rPr>
              <a:t>和</a:t>
            </a:r>
            <a:r>
              <a:rPr lang="en-US" altLang="zh-CN" b="1" dirty="0" smtClean="0">
                <a:solidFill>
                  <a:prstClr val="black"/>
                </a:solidFill>
              </a:rPr>
              <a:t>TIM8</a:t>
            </a:r>
            <a:r>
              <a:rPr lang="zh-CN" altLang="en-US" b="1" dirty="0" smtClean="0">
                <a:solidFill>
                  <a:prstClr val="black"/>
                </a:solidFill>
              </a:rPr>
              <a:t>的时钟频率</a:t>
            </a:r>
            <a:r>
              <a:rPr lang="en-US" altLang="zh-CN" b="1" dirty="0" err="1" smtClean="0">
                <a:solidFill>
                  <a:prstClr val="black"/>
                </a:solidFill>
              </a:rPr>
              <a:t>TIMxCLK</a:t>
            </a:r>
            <a:r>
              <a:rPr lang="en-US" altLang="zh-CN" b="1" dirty="0" smtClean="0">
                <a:solidFill>
                  <a:prstClr val="black"/>
                </a:solidFill>
              </a:rPr>
              <a:t>=72MHz</a:t>
            </a:r>
            <a:r>
              <a:rPr lang="zh-CN" altLang="en-US" b="1" dirty="0" smtClean="0">
                <a:solidFill>
                  <a:prstClr val="black"/>
                </a:solidFill>
              </a:rPr>
              <a:t>；</a:t>
            </a:r>
            <a:endParaRPr lang="en-US" altLang="zh-CN" b="1" dirty="0" smtClean="0">
              <a:solidFill>
                <a:prstClr val="black"/>
              </a:solidFill>
            </a:endParaRPr>
          </a:p>
          <a:p>
            <a:pPr marL="285750" indent="-285750">
              <a:lnSpc>
                <a:spcPct val="125000"/>
              </a:lnSpc>
              <a:buClr>
                <a:schemeClr val="accent3">
                  <a:lumMod val="75000"/>
                </a:schemeClr>
              </a:buClr>
              <a:buFont typeface="Wingdings" pitchFamily="2" charset="2"/>
              <a:buChar char="Ø"/>
            </a:pPr>
            <a:r>
              <a:rPr lang="en-US" altLang="zh-CN" b="1" dirty="0" smtClean="0">
                <a:solidFill>
                  <a:prstClr val="black"/>
                </a:solidFill>
              </a:rPr>
              <a:t>Cortex</a:t>
            </a:r>
            <a:r>
              <a:rPr lang="zh-CN" altLang="en-US" b="1" dirty="0" smtClean="0">
                <a:solidFill>
                  <a:prstClr val="black"/>
                </a:solidFill>
              </a:rPr>
              <a:t>系统时钟由</a:t>
            </a:r>
            <a:r>
              <a:rPr lang="en-US" altLang="zh-CN" b="1" dirty="0" smtClean="0">
                <a:solidFill>
                  <a:prstClr val="black"/>
                </a:solidFill>
              </a:rPr>
              <a:t>AHB</a:t>
            </a:r>
            <a:r>
              <a:rPr lang="zh-CN" altLang="en-US" b="1" dirty="0" smtClean="0">
                <a:solidFill>
                  <a:prstClr val="black"/>
                </a:solidFill>
              </a:rPr>
              <a:t>时钟（</a:t>
            </a:r>
            <a:r>
              <a:rPr lang="en-US" altLang="zh-CN" b="1" dirty="0" smtClean="0">
                <a:solidFill>
                  <a:prstClr val="black"/>
                </a:solidFill>
              </a:rPr>
              <a:t>HCLK</a:t>
            </a:r>
            <a:r>
              <a:rPr lang="zh-CN" altLang="en-US" b="1" dirty="0" smtClean="0">
                <a:solidFill>
                  <a:prstClr val="black"/>
                </a:solidFill>
              </a:rPr>
              <a:t>）</a:t>
            </a:r>
            <a:r>
              <a:rPr lang="en-US" altLang="zh-CN" b="1" dirty="0" smtClean="0">
                <a:solidFill>
                  <a:prstClr val="black"/>
                </a:solidFill>
              </a:rPr>
              <a:t>8</a:t>
            </a:r>
            <a:r>
              <a:rPr lang="zh-CN" altLang="en-US" b="1" dirty="0" smtClean="0">
                <a:solidFill>
                  <a:prstClr val="black"/>
                </a:solidFill>
              </a:rPr>
              <a:t>分频得到，即</a:t>
            </a:r>
            <a:r>
              <a:rPr lang="en-US" altLang="zh-CN" b="1" dirty="0" err="1" smtClean="0">
                <a:solidFill>
                  <a:prstClr val="black"/>
                </a:solidFill>
              </a:rPr>
              <a:t>SysTick</a:t>
            </a:r>
            <a:r>
              <a:rPr lang="zh-CN" altLang="en-US" b="1" dirty="0" smtClean="0">
                <a:solidFill>
                  <a:prstClr val="black"/>
                </a:solidFill>
              </a:rPr>
              <a:t>的频率为</a:t>
            </a:r>
            <a:r>
              <a:rPr lang="en-US" altLang="zh-CN" b="1" dirty="0" smtClean="0">
                <a:solidFill>
                  <a:prstClr val="black"/>
                </a:solidFill>
              </a:rPr>
              <a:t>9MHz</a:t>
            </a:r>
            <a:r>
              <a:rPr lang="zh-CN" altLang="en-US" b="1" dirty="0" smtClean="0">
                <a:solidFill>
                  <a:prstClr val="black"/>
                </a:solidFill>
              </a:rPr>
              <a:t>。</a:t>
            </a:r>
            <a:endParaRPr lang="zh-CN" altLang="en-US" b="1" dirty="0">
              <a:solidFill>
                <a:prstClr val="black"/>
              </a:solidFill>
            </a:endParaRPr>
          </a:p>
        </p:txBody>
      </p:sp>
      <p:sp>
        <p:nvSpPr>
          <p:cNvPr id="2" name="矩形 1"/>
          <p:cNvSpPr/>
          <p:nvPr/>
        </p:nvSpPr>
        <p:spPr>
          <a:xfrm>
            <a:off x="5652120" y="4515966"/>
            <a:ext cx="2723823" cy="369332"/>
          </a:xfrm>
          <a:prstGeom prst="rect">
            <a:avLst/>
          </a:prstGeom>
        </p:spPr>
        <p:txBody>
          <a:bodyPr wrap="none">
            <a:spAutoFit/>
          </a:bodyPr>
          <a:lstStyle/>
          <a:p>
            <a:r>
              <a:rPr lang="zh-CN" altLang="en-US" b="1" dirty="0"/>
              <a:t>通用定时器内部结构框图</a:t>
            </a:r>
          </a:p>
        </p:txBody>
      </p:sp>
      <p:pic>
        <p:nvPicPr>
          <p:cNvPr id="8" name="图片 7" descr="E:\STM32 我的讲义\2018-2019第一学期《嵌入式系统》\嵌入式讲义\定时器时钟源.png"/>
          <p:cNvPicPr/>
          <p:nvPr/>
        </p:nvPicPr>
        <p:blipFill>
          <a:blip r:embed="rId2">
            <a:extLst>
              <a:ext uri="{28A0092B-C50C-407E-A947-70E740481C1C}">
                <a14:useLocalDpi xmlns:a14="http://schemas.microsoft.com/office/drawing/2010/main" val="0"/>
              </a:ext>
            </a:extLst>
          </a:blip>
          <a:srcRect/>
          <a:stretch>
            <a:fillRect/>
          </a:stretch>
        </p:blipFill>
        <p:spPr>
          <a:xfrm>
            <a:off x="4968044" y="591531"/>
            <a:ext cx="3818347" cy="3822159"/>
          </a:xfrm>
          <a:prstGeom prst="rect">
            <a:avLst/>
          </a:prstGeom>
          <a:noFill/>
          <a:ln>
            <a:noFill/>
          </a:ln>
        </p:spPr>
      </p:pic>
      <p:sp>
        <p:nvSpPr>
          <p:cNvPr id="3" name="矩形 2"/>
          <p:cNvSpPr/>
          <p:nvPr/>
        </p:nvSpPr>
        <p:spPr>
          <a:xfrm>
            <a:off x="3239852" y="1527634"/>
            <a:ext cx="4572000" cy="369332"/>
          </a:xfrm>
          <a:prstGeom prst="rect">
            <a:avLst/>
          </a:prstGeom>
        </p:spPr>
        <p:txBody>
          <a:bodyPr>
            <a:spAutoFit/>
          </a:bodyPr>
          <a:lstStyle/>
          <a:p>
            <a:r>
              <a:rPr lang="zh-CN" altLang="en-US" dirty="0"/>
              <a:t>	</a:t>
            </a:r>
          </a:p>
        </p:txBody>
      </p:sp>
      <p:sp>
        <p:nvSpPr>
          <p:cNvPr id="9" name="矩形 8"/>
          <p:cNvSpPr/>
          <p:nvPr/>
        </p:nvSpPr>
        <p:spPr>
          <a:xfrm>
            <a:off x="899592" y="1122298"/>
            <a:ext cx="1116124" cy="369332"/>
          </a:xfrm>
          <a:prstGeom prst="rect">
            <a:avLst/>
          </a:prstGeom>
          <a:ln>
            <a:solidFill>
              <a:schemeClr val="accent3">
                <a:lumMod val="75000"/>
              </a:schemeClr>
            </a:solidFill>
          </a:ln>
        </p:spPr>
        <p:style>
          <a:lnRef idx="2">
            <a:schemeClr val="accent3"/>
          </a:lnRef>
          <a:fillRef idx="1">
            <a:schemeClr val="lt1"/>
          </a:fillRef>
          <a:effectRef idx="0">
            <a:schemeClr val="accent3"/>
          </a:effectRef>
          <a:fontRef idx="minor">
            <a:schemeClr val="dk1"/>
          </a:fontRef>
        </p:style>
        <p:txBody>
          <a:bodyPr wrap="square">
            <a:spAutoFit/>
          </a:bodyPr>
          <a:lstStyle/>
          <a:p>
            <a:pPr lvl="0" algn="ctr"/>
            <a:r>
              <a:rPr lang="zh-CN" altLang="en-US" b="1" dirty="0">
                <a:solidFill>
                  <a:prstClr val="black"/>
                </a:solidFill>
              </a:rPr>
              <a:t>时钟源</a:t>
            </a:r>
          </a:p>
        </p:txBody>
      </p:sp>
      <p:sp>
        <p:nvSpPr>
          <p:cNvPr id="7" name="七角星 6"/>
          <p:cNvSpPr/>
          <p:nvPr/>
        </p:nvSpPr>
        <p:spPr>
          <a:xfrm>
            <a:off x="395536" y="906274"/>
            <a:ext cx="648072" cy="576064"/>
          </a:xfrm>
          <a:prstGeom prst="star7">
            <a:avLst/>
          </a:prstGeom>
          <a:solidFill>
            <a:schemeClr val="accent3">
              <a:lumMod val="40000"/>
              <a:lumOff val="60000"/>
            </a:schemeClr>
          </a:solidFill>
          <a:ln>
            <a:solidFill>
              <a:schemeClr val="accent3">
                <a:lumMod val="75000"/>
              </a:schemeClr>
            </a:solidFill>
          </a:ln>
          <a:scene3d>
            <a:camera prst="orthographicFront"/>
            <a:lightRig rig="threePt" dir="t"/>
          </a:scene3d>
          <a:sp3d>
            <a:bevelT w="152400" h="50800" prst="softRound"/>
          </a:sp3d>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sz="2800" b="1" dirty="0" smtClean="0"/>
              <a:t>1</a:t>
            </a:r>
            <a:endParaRPr lang="zh-CN" altLang="en-US" sz="2800" b="1" dirty="0" smtClean="0"/>
          </a:p>
        </p:txBody>
      </p:sp>
    </p:spTree>
    <p:extLst>
      <p:ext uri="{BB962C8B-B14F-4D97-AF65-F5344CB8AC3E}">
        <p14:creationId xmlns:p14="http://schemas.microsoft.com/office/powerpoint/2010/main" val="317431947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262778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2430474" cy="461665"/>
          </a:xfrm>
          <a:prstGeom prst="rect">
            <a:avLst/>
          </a:prstGeom>
        </p:spPr>
        <p:txBody>
          <a:bodyPr wrap="none">
            <a:spAutoFit/>
          </a:bodyPr>
          <a:lstStyle/>
          <a:p>
            <a:r>
              <a:rPr lang="en-US" altLang="zh-CN" sz="2400" b="1" dirty="0">
                <a:solidFill>
                  <a:schemeClr val="bg1"/>
                </a:solidFill>
              </a:rPr>
              <a:t>9.1.1 </a:t>
            </a:r>
            <a:r>
              <a:rPr lang="zh-CN" altLang="en-US" sz="2400" b="1" dirty="0">
                <a:solidFill>
                  <a:schemeClr val="bg1"/>
                </a:solidFill>
              </a:rPr>
              <a:t>通用定时器</a:t>
            </a:r>
          </a:p>
        </p:txBody>
      </p:sp>
      <p:sp>
        <p:nvSpPr>
          <p:cNvPr id="6" name="矩形 5"/>
          <p:cNvSpPr/>
          <p:nvPr/>
        </p:nvSpPr>
        <p:spPr>
          <a:xfrm>
            <a:off x="665566" y="1900302"/>
            <a:ext cx="2574286" cy="1823576"/>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nSpc>
                <a:spcPct val="125000"/>
              </a:lnSpc>
            </a:pPr>
            <a:r>
              <a:rPr lang="zh-CN" altLang="en-US" b="1" dirty="0" smtClean="0">
                <a:solidFill>
                  <a:prstClr val="black"/>
                </a:solidFill>
              </a:rPr>
              <a:t>可以</a:t>
            </a:r>
            <a:r>
              <a:rPr lang="zh-CN" altLang="en-US" b="1" dirty="0">
                <a:solidFill>
                  <a:prstClr val="black"/>
                </a:solidFill>
              </a:rPr>
              <a:t>以</a:t>
            </a:r>
            <a:r>
              <a:rPr lang="en-US" altLang="zh-CN" b="1" dirty="0">
                <a:solidFill>
                  <a:prstClr val="black"/>
                </a:solidFill>
              </a:rPr>
              <a:t>1</a:t>
            </a:r>
            <a:r>
              <a:rPr lang="zh-CN" altLang="en-US" b="1" dirty="0">
                <a:solidFill>
                  <a:prstClr val="black"/>
                </a:solidFill>
              </a:rPr>
              <a:t>～</a:t>
            </a:r>
            <a:r>
              <a:rPr lang="en-US" altLang="zh-CN" b="1" dirty="0">
                <a:solidFill>
                  <a:prstClr val="black"/>
                </a:solidFill>
              </a:rPr>
              <a:t>65535</a:t>
            </a:r>
            <a:r>
              <a:rPr lang="zh-CN" altLang="en-US" b="1" dirty="0">
                <a:solidFill>
                  <a:prstClr val="black"/>
                </a:solidFill>
              </a:rPr>
              <a:t>之间的任意数值对时钟源</a:t>
            </a:r>
            <a:r>
              <a:rPr lang="en-US" altLang="zh-CN" b="1" dirty="0">
                <a:solidFill>
                  <a:prstClr val="black"/>
                </a:solidFill>
              </a:rPr>
              <a:t>CK_PSC</a:t>
            </a:r>
            <a:r>
              <a:rPr lang="zh-CN" altLang="en-US" b="1" dirty="0">
                <a:solidFill>
                  <a:prstClr val="black"/>
                </a:solidFill>
              </a:rPr>
              <a:t>的时钟频率进行分频</a:t>
            </a:r>
            <a:r>
              <a:rPr lang="zh-CN" altLang="en-US" b="1" dirty="0" smtClean="0">
                <a:solidFill>
                  <a:prstClr val="black"/>
                </a:solidFill>
              </a:rPr>
              <a:t>，输出</a:t>
            </a:r>
            <a:r>
              <a:rPr lang="en-US" altLang="zh-CN" b="1" dirty="0">
                <a:solidFill>
                  <a:prstClr val="black"/>
                </a:solidFill>
              </a:rPr>
              <a:t>CK_CNT</a:t>
            </a:r>
            <a:r>
              <a:rPr lang="zh-CN" altLang="en-US" b="1" dirty="0">
                <a:solidFill>
                  <a:prstClr val="black"/>
                </a:solidFill>
              </a:rPr>
              <a:t>脉冲供计数器</a:t>
            </a:r>
            <a:r>
              <a:rPr lang="en-US" altLang="zh-CN" b="1" dirty="0">
                <a:solidFill>
                  <a:prstClr val="black"/>
                </a:solidFill>
              </a:rPr>
              <a:t>CNT</a:t>
            </a:r>
            <a:r>
              <a:rPr lang="zh-CN" altLang="en-US" b="1" dirty="0">
                <a:solidFill>
                  <a:prstClr val="black"/>
                </a:solidFill>
              </a:rPr>
              <a:t>进行计数</a:t>
            </a:r>
            <a:r>
              <a:rPr lang="zh-CN" altLang="en-US" b="1" dirty="0" smtClean="0">
                <a:solidFill>
                  <a:prstClr val="black"/>
                </a:solidFill>
              </a:rPr>
              <a:t>。</a:t>
            </a:r>
            <a:endParaRPr lang="zh-CN" altLang="en-US" b="1" dirty="0">
              <a:solidFill>
                <a:prstClr val="black"/>
              </a:solidFill>
            </a:endParaRPr>
          </a:p>
        </p:txBody>
      </p:sp>
      <p:sp>
        <p:nvSpPr>
          <p:cNvPr id="9" name="矩形 8"/>
          <p:cNvSpPr/>
          <p:nvPr/>
        </p:nvSpPr>
        <p:spPr>
          <a:xfrm>
            <a:off x="1079612" y="1410330"/>
            <a:ext cx="1692188" cy="369332"/>
          </a:xfrm>
          <a:prstGeom prst="rect">
            <a:avLst/>
          </a:prstGeom>
          <a:ln>
            <a:solidFill>
              <a:schemeClr val="accent3">
                <a:lumMod val="75000"/>
              </a:schemeClr>
            </a:solidFill>
          </a:ln>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zh-CN" altLang="en-US" b="1" dirty="0">
                <a:solidFill>
                  <a:prstClr val="black"/>
                </a:solidFill>
              </a:rPr>
              <a:t>预分频器</a:t>
            </a:r>
            <a:r>
              <a:rPr lang="en-US" altLang="zh-CN" b="1" dirty="0" smtClean="0">
                <a:solidFill>
                  <a:prstClr val="black"/>
                </a:solidFill>
              </a:rPr>
              <a:t>PSC</a:t>
            </a:r>
            <a:endParaRPr lang="zh-CN" altLang="en-US" b="1" dirty="0">
              <a:solidFill>
                <a:prstClr val="black"/>
              </a:solidFill>
            </a:endParaRPr>
          </a:p>
        </p:txBody>
      </p:sp>
      <p:sp>
        <p:nvSpPr>
          <p:cNvPr id="7" name="七角星 6"/>
          <p:cNvSpPr/>
          <p:nvPr/>
        </p:nvSpPr>
        <p:spPr>
          <a:xfrm>
            <a:off x="584614" y="1134926"/>
            <a:ext cx="648072" cy="576064"/>
          </a:xfrm>
          <a:prstGeom prst="star7">
            <a:avLst/>
          </a:prstGeom>
          <a:solidFill>
            <a:schemeClr val="accent3">
              <a:lumMod val="40000"/>
              <a:lumOff val="60000"/>
            </a:schemeClr>
          </a:solidFill>
          <a:ln>
            <a:solidFill>
              <a:schemeClr val="accent3">
                <a:lumMod val="75000"/>
              </a:schemeClr>
            </a:solidFill>
          </a:ln>
          <a:scene3d>
            <a:camera prst="orthographicFront"/>
            <a:lightRig rig="threePt" dir="t"/>
          </a:scene3d>
          <a:sp3d>
            <a:bevelT w="152400" h="50800" prst="softRound"/>
          </a:sp3d>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sz="2800" b="1" dirty="0" smtClean="0"/>
              <a:t>2</a:t>
            </a:r>
            <a:endParaRPr lang="zh-CN" altLang="en-US" sz="2800" b="1" dirty="0" smtClean="0"/>
          </a:p>
        </p:txBody>
      </p:sp>
      <p:sp>
        <p:nvSpPr>
          <p:cNvPr id="10" name="矩形 9"/>
          <p:cNvSpPr/>
          <p:nvPr/>
        </p:nvSpPr>
        <p:spPr>
          <a:xfrm>
            <a:off x="3851920" y="1069159"/>
            <a:ext cx="4644516" cy="3554819"/>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marL="285750" indent="-285750">
              <a:lnSpc>
                <a:spcPct val="125000"/>
              </a:lnSpc>
              <a:buClr>
                <a:schemeClr val="accent3">
                  <a:lumMod val="75000"/>
                </a:schemeClr>
              </a:buClr>
              <a:buFont typeface="Wingdings" pitchFamily="2" charset="2"/>
              <a:buChar char="Ø"/>
            </a:pPr>
            <a:r>
              <a:rPr lang="en-US" altLang="zh-CN" b="1" dirty="0" err="1" smtClean="0">
                <a:solidFill>
                  <a:prstClr val="black"/>
                </a:solidFill>
              </a:rPr>
              <a:t>TIMxCNT</a:t>
            </a:r>
            <a:r>
              <a:rPr lang="zh-CN" altLang="en-US" b="1" dirty="0">
                <a:solidFill>
                  <a:prstClr val="black"/>
                </a:solidFill>
              </a:rPr>
              <a:t>是一个</a:t>
            </a:r>
            <a:r>
              <a:rPr lang="en-US" altLang="zh-CN" b="1" dirty="0">
                <a:solidFill>
                  <a:srgbClr val="C00000"/>
                </a:solidFill>
              </a:rPr>
              <a:t>16</a:t>
            </a:r>
            <a:r>
              <a:rPr lang="zh-CN" altLang="en-US" b="1" dirty="0">
                <a:solidFill>
                  <a:srgbClr val="C00000"/>
                </a:solidFill>
              </a:rPr>
              <a:t>位</a:t>
            </a:r>
            <a:r>
              <a:rPr lang="zh-CN" altLang="en-US" b="1" dirty="0">
                <a:solidFill>
                  <a:prstClr val="black"/>
                </a:solidFill>
              </a:rPr>
              <a:t>的寄存器，计数范围为</a:t>
            </a:r>
            <a:r>
              <a:rPr lang="en-US" altLang="zh-CN" b="1" dirty="0">
                <a:solidFill>
                  <a:prstClr val="black"/>
                </a:solidFill>
              </a:rPr>
              <a:t>1</a:t>
            </a:r>
            <a:r>
              <a:rPr lang="zh-CN" altLang="en-US" b="1" dirty="0">
                <a:solidFill>
                  <a:prstClr val="black"/>
                </a:solidFill>
              </a:rPr>
              <a:t>～</a:t>
            </a:r>
            <a:r>
              <a:rPr lang="en-US" altLang="zh-CN" b="1" dirty="0">
                <a:solidFill>
                  <a:prstClr val="black"/>
                </a:solidFill>
              </a:rPr>
              <a:t>65535</a:t>
            </a:r>
            <a:r>
              <a:rPr lang="zh-CN" altLang="en-US" b="1" dirty="0">
                <a:solidFill>
                  <a:prstClr val="black"/>
                </a:solidFill>
              </a:rPr>
              <a:t>，可以向上计数、向下计数或向下向上双向计数</a:t>
            </a:r>
            <a:r>
              <a:rPr lang="zh-CN" altLang="en-US" b="1" dirty="0" smtClean="0">
                <a:solidFill>
                  <a:prstClr val="black"/>
                </a:solidFill>
              </a:rPr>
              <a:t>。</a:t>
            </a:r>
            <a:endParaRPr lang="en-US" altLang="zh-CN" b="1" dirty="0" smtClean="0">
              <a:solidFill>
                <a:prstClr val="black"/>
              </a:solidFill>
            </a:endParaRPr>
          </a:p>
          <a:p>
            <a:pPr marL="285750" indent="-285750">
              <a:lnSpc>
                <a:spcPct val="125000"/>
              </a:lnSpc>
              <a:buClr>
                <a:schemeClr val="accent3">
                  <a:lumMod val="75000"/>
                </a:schemeClr>
              </a:buClr>
              <a:buFont typeface="Wingdings" pitchFamily="2" charset="2"/>
              <a:buChar char="Ø"/>
            </a:pPr>
            <a:r>
              <a:rPr lang="zh-CN" altLang="en-US" b="1" dirty="0" smtClean="0">
                <a:solidFill>
                  <a:prstClr val="black"/>
                </a:solidFill>
              </a:rPr>
              <a:t>要得</a:t>
            </a:r>
            <a:r>
              <a:rPr lang="zh-CN" altLang="en-US" b="1" dirty="0">
                <a:solidFill>
                  <a:prstClr val="black"/>
                </a:solidFill>
              </a:rPr>
              <a:t>到想要的计数值，需要对输入时钟频率进行</a:t>
            </a:r>
            <a:r>
              <a:rPr lang="zh-CN" altLang="en-US" b="1" dirty="0">
                <a:solidFill>
                  <a:srgbClr val="C00000"/>
                </a:solidFill>
              </a:rPr>
              <a:t>分频</a:t>
            </a:r>
            <a:r>
              <a:rPr lang="zh-CN" altLang="en-US" b="1" dirty="0">
                <a:solidFill>
                  <a:prstClr val="black"/>
                </a:solidFill>
              </a:rPr>
              <a:t>。</a:t>
            </a:r>
          </a:p>
          <a:p>
            <a:pPr marL="285750" indent="-285750">
              <a:lnSpc>
                <a:spcPct val="125000"/>
              </a:lnSpc>
              <a:buClr>
                <a:schemeClr val="accent3">
                  <a:lumMod val="75000"/>
                </a:schemeClr>
              </a:buClr>
              <a:buFont typeface="Wingdings" pitchFamily="2" charset="2"/>
              <a:buChar char="Ø"/>
            </a:pPr>
            <a:r>
              <a:rPr lang="zh-CN" altLang="en-US" b="1" dirty="0" smtClean="0">
                <a:solidFill>
                  <a:prstClr val="black"/>
                </a:solidFill>
              </a:rPr>
              <a:t>当</a:t>
            </a:r>
            <a:r>
              <a:rPr lang="zh-CN" altLang="en-US" b="1" dirty="0">
                <a:solidFill>
                  <a:prstClr val="black"/>
                </a:solidFill>
              </a:rPr>
              <a:t>计数值达到设定值时，便产生溢出事件</a:t>
            </a:r>
            <a:r>
              <a:rPr lang="zh-CN" altLang="en-US" b="1" dirty="0" smtClean="0">
                <a:solidFill>
                  <a:prstClr val="black"/>
                </a:solidFill>
              </a:rPr>
              <a:t>，溢出时</a:t>
            </a:r>
            <a:r>
              <a:rPr lang="zh-CN" altLang="en-US" b="1" dirty="0" smtClean="0">
                <a:solidFill>
                  <a:srgbClr val="C00000"/>
                </a:solidFill>
              </a:rPr>
              <a:t>产生</a:t>
            </a:r>
            <a:r>
              <a:rPr lang="zh-CN" altLang="en-US" b="1" dirty="0">
                <a:solidFill>
                  <a:srgbClr val="C00000"/>
                </a:solidFill>
              </a:rPr>
              <a:t>中断或</a:t>
            </a:r>
            <a:r>
              <a:rPr lang="en-US" altLang="zh-CN" b="1" dirty="0">
                <a:solidFill>
                  <a:srgbClr val="C00000"/>
                </a:solidFill>
              </a:rPr>
              <a:t>DMA</a:t>
            </a:r>
            <a:r>
              <a:rPr lang="zh-CN" altLang="en-US" b="1" dirty="0">
                <a:solidFill>
                  <a:srgbClr val="C00000"/>
                </a:solidFill>
              </a:rPr>
              <a:t>请求</a:t>
            </a:r>
            <a:r>
              <a:rPr lang="zh-CN" altLang="en-US" b="1" dirty="0">
                <a:solidFill>
                  <a:prstClr val="black"/>
                </a:solidFill>
              </a:rPr>
              <a:t>，</a:t>
            </a:r>
            <a:r>
              <a:rPr lang="zh-CN" altLang="en-US" b="1" dirty="0" smtClean="0">
                <a:solidFill>
                  <a:prstClr val="black"/>
                </a:solidFill>
              </a:rPr>
              <a:t>然后再由</a:t>
            </a:r>
            <a:r>
              <a:rPr lang="zh-CN" altLang="en-US" b="1" dirty="0">
                <a:solidFill>
                  <a:prstClr val="black"/>
                </a:solidFill>
              </a:rPr>
              <a:t>自动装载寄存器进行重新加载或更新。</a:t>
            </a:r>
          </a:p>
          <a:p>
            <a:pPr marL="285750" indent="-285750">
              <a:lnSpc>
                <a:spcPct val="125000"/>
              </a:lnSpc>
              <a:buClr>
                <a:schemeClr val="accent3">
                  <a:lumMod val="75000"/>
                </a:schemeClr>
              </a:buClr>
              <a:buFont typeface="Wingdings" pitchFamily="2" charset="2"/>
              <a:buChar char="Ø"/>
            </a:pPr>
            <a:r>
              <a:rPr lang="zh-CN" altLang="en-US" b="1" dirty="0" smtClean="0">
                <a:solidFill>
                  <a:prstClr val="black"/>
                </a:solidFill>
              </a:rPr>
              <a:t>计数器</a:t>
            </a:r>
            <a:r>
              <a:rPr lang="zh-CN" altLang="en-US" b="1" dirty="0">
                <a:solidFill>
                  <a:prstClr val="black"/>
                </a:solidFill>
              </a:rPr>
              <a:t>溢出</a:t>
            </a:r>
            <a:r>
              <a:rPr lang="zh-CN" altLang="en-US" b="1" dirty="0" smtClean="0">
                <a:solidFill>
                  <a:prstClr val="black"/>
                </a:solidFill>
              </a:rPr>
              <a:t>中断属于</a:t>
            </a:r>
            <a:r>
              <a:rPr lang="zh-CN" altLang="en-US" b="1" dirty="0">
                <a:solidFill>
                  <a:srgbClr val="C00000"/>
                </a:solidFill>
              </a:rPr>
              <a:t>软件中断</a:t>
            </a:r>
            <a:r>
              <a:rPr lang="zh-CN" altLang="en-US" b="1" dirty="0" smtClean="0">
                <a:solidFill>
                  <a:prstClr val="black"/>
                </a:solidFill>
              </a:rPr>
              <a:t>，执行</a:t>
            </a:r>
            <a:r>
              <a:rPr lang="zh-CN" altLang="en-US" b="1" dirty="0">
                <a:solidFill>
                  <a:prstClr val="black"/>
                </a:solidFill>
              </a:rPr>
              <a:t>相应的定时器中断服务程序。</a:t>
            </a:r>
          </a:p>
        </p:txBody>
      </p:sp>
      <p:sp>
        <p:nvSpPr>
          <p:cNvPr id="11" name="矩形 10"/>
          <p:cNvSpPr/>
          <p:nvPr/>
        </p:nvSpPr>
        <p:spPr>
          <a:xfrm>
            <a:off x="4103948" y="565103"/>
            <a:ext cx="1386154" cy="408445"/>
          </a:xfrm>
          <a:prstGeom prst="rect">
            <a:avLst/>
          </a:prstGeom>
          <a:ln>
            <a:solidFill>
              <a:schemeClr val="accent3">
                <a:lumMod val="75000"/>
              </a:schemeClr>
            </a:solidFill>
          </a:ln>
        </p:spPr>
        <p:style>
          <a:lnRef idx="2">
            <a:schemeClr val="accent3"/>
          </a:lnRef>
          <a:fillRef idx="1">
            <a:schemeClr val="lt1"/>
          </a:fillRef>
          <a:effectRef idx="0">
            <a:schemeClr val="accent3"/>
          </a:effectRef>
          <a:fontRef idx="minor">
            <a:schemeClr val="dk1"/>
          </a:fontRef>
        </p:style>
        <p:txBody>
          <a:bodyPr wrap="square">
            <a:spAutoFit/>
          </a:bodyPr>
          <a:lstStyle/>
          <a:p>
            <a:pPr algn="ctr">
              <a:lnSpc>
                <a:spcPct val="125000"/>
              </a:lnSpc>
            </a:pPr>
            <a:r>
              <a:rPr lang="zh-CN" altLang="en-US" b="1" dirty="0">
                <a:solidFill>
                  <a:prstClr val="black"/>
                </a:solidFill>
              </a:rPr>
              <a:t>计数器</a:t>
            </a:r>
            <a:r>
              <a:rPr lang="en-US" altLang="zh-CN" b="1" dirty="0">
                <a:solidFill>
                  <a:prstClr val="black"/>
                </a:solidFill>
              </a:rPr>
              <a:t>CNT</a:t>
            </a:r>
          </a:p>
        </p:txBody>
      </p:sp>
      <p:sp>
        <p:nvSpPr>
          <p:cNvPr id="12" name="七角星 11"/>
          <p:cNvSpPr/>
          <p:nvPr/>
        </p:nvSpPr>
        <p:spPr>
          <a:xfrm>
            <a:off x="3599892" y="349079"/>
            <a:ext cx="648072" cy="576064"/>
          </a:xfrm>
          <a:prstGeom prst="star7">
            <a:avLst/>
          </a:prstGeom>
          <a:solidFill>
            <a:schemeClr val="accent3">
              <a:lumMod val="40000"/>
              <a:lumOff val="60000"/>
            </a:schemeClr>
          </a:solidFill>
          <a:ln>
            <a:solidFill>
              <a:schemeClr val="accent3">
                <a:lumMod val="75000"/>
              </a:schemeClr>
            </a:solidFill>
          </a:ln>
          <a:scene3d>
            <a:camera prst="orthographicFront"/>
            <a:lightRig rig="threePt" dir="t"/>
          </a:scene3d>
          <a:sp3d>
            <a:bevelT w="152400" h="50800" prst="softRound"/>
          </a:sp3d>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sz="2800" b="1" dirty="0" smtClean="0"/>
              <a:t>3</a:t>
            </a:r>
            <a:endParaRPr lang="zh-CN" altLang="en-US" sz="2800" b="1" dirty="0" smtClean="0"/>
          </a:p>
        </p:txBody>
      </p:sp>
    </p:spTree>
    <p:extLst>
      <p:ext uri="{BB962C8B-B14F-4D97-AF65-F5344CB8AC3E}">
        <p14:creationId xmlns:p14="http://schemas.microsoft.com/office/powerpoint/2010/main" val="189980984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 y="339503"/>
            <a:ext cx="262778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5" name="矩形 4"/>
          <p:cNvSpPr/>
          <p:nvPr/>
        </p:nvSpPr>
        <p:spPr>
          <a:xfrm>
            <a:off x="125188" y="360766"/>
            <a:ext cx="2430474" cy="461665"/>
          </a:xfrm>
          <a:prstGeom prst="rect">
            <a:avLst/>
          </a:prstGeom>
        </p:spPr>
        <p:txBody>
          <a:bodyPr wrap="none">
            <a:spAutoFit/>
          </a:bodyPr>
          <a:lstStyle/>
          <a:p>
            <a:r>
              <a:rPr lang="en-US" altLang="zh-CN" sz="2400" b="1" dirty="0">
                <a:solidFill>
                  <a:schemeClr val="bg1"/>
                </a:solidFill>
              </a:rPr>
              <a:t>9.1.1 </a:t>
            </a:r>
            <a:r>
              <a:rPr lang="zh-CN" altLang="en-US" sz="2400" b="1" dirty="0">
                <a:solidFill>
                  <a:schemeClr val="bg1"/>
                </a:solidFill>
              </a:rPr>
              <a:t>通用定时器</a:t>
            </a:r>
          </a:p>
        </p:txBody>
      </p:sp>
      <p:sp>
        <p:nvSpPr>
          <p:cNvPr id="6" name="矩形 5"/>
          <p:cNvSpPr/>
          <p:nvPr/>
        </p:nvSpPr>
        <p:spPr>
          <a:xfrm>
            <a:off x="723032" y="1273278"/>
            <a:ext cx="7794866" cy="1477328"/>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nSpc>
                <a:spcPct val="125000"/>
              </a:lnSpc>
            </a:pPr>
            <a:r>
              <a:rPr lang="zh-CN" altLang="en-US" b="1" dirty="0" smtClean="0">
                <a:solidFill>
                  <a:prstClr val="black"/>
                </a:solidFill>
              </a:rPr>
              <a:t>定时器</a:t>
            </a:r>
            <a:r>
              <a:rPr lang="zh-CN" altLang="en-US" b="1" dirty="0">
                <a:solidFill>
                  <a:prstClr val="black"/>
                </a:solidFill>
              </a:rPr>
              <a:t>的定时时间主要取决于定时周期和预分频因子，</a:t>
            </a:r>
            <a:r>
              <a:rPr lang="zh-CN" altLang="en-US" b="1" dirty="0">
                <a:solidFill>
                  <a:srgbClr val="C00000"/>
                </a:solidFill>
              </a:rPr>
              <a:t>计算公式</a:t>
            </a:r>
            <a:r>
              <a:rPr lang="zh-CN" altLang="en-US" b="1" dirty="0">
                <a:solidFill>
                  <a:prstClr val="black"/>
                </a:solidFill>
              </a:rPr>
              <a:t>为：</a:t>
            </a:r>
          </a:p>
          <a:p>
            <a:pPr algn="ctr">
              <a:lnSpc>
                <a:spcPct val="125000"/>
              </a:lnSpc>
            </a:pPr>
            <a:r>
              <a:rPr lang="zh-CN" altLang="en-US" b="1" dirty="0">
                <a:solidFill>
                  <a:prstClr val="black"/>
                </a:solidFill>
              </a:rPr>
              <a:t>定时时间</a:t>
            </a:r>
            <a:r>
              <a:rPr lang="en-US" altLang="zh-CN" b="1" dirty="0">
                <a:solidFill>
                  <a:prstClr val="black"/>
                </a:solidFill>
              </a:rPr>
              <a:t>=</a:t>
            </a:r>
            <a:r>
              <a:rPr lang="zh-CN" altLang="en-US" b="1" dirty="0">
                <a:solidFill>
                  <a:prstClr val="black"/>
                </a:solidFill>
              </a:rPr>
              <a:t>（</a:t>
            </a:r>
            <a:r>
              <a:rPr lang="en-US" altLang="zh-CN" b="1" dirty="0">
                <a:solidFill>
                  <a:prstClr val="black"/>
                </a:solidFill>
              </a:rPr>
              <a:t>ARR+1</a:t>
            </a:r>
            <a:r>
              <a:rPr lang="zh-CN" altLang="en-US" b="1" dirty="0">
                <a:solidFill>
                  <a:prstClr val="black"/>
                </a:solidFill>
              </a:rPr>
              <a:t>）</a:t>
            </a:r>
            <a:r>
              <a:rPr lang="en-US" altLang="zh-CN" b="1" dirty="0">
                <a:solidFill>
                  <a:prstClr val="black"/>
                </a:solidFill>
              </a:rPr>
              <a:t>×</a:t>
            </a:r>
            <a:r>
              <a:rPr lang="zh-CN" altLang="en-US" b="1" dirty="0">
                <a:solidFill>
                  <a:prstClr val="black"/>
                </a:solidFill>
              </a:rPr>
              <a:t>（预分频值</a:t>
            </a:r>
            <a:r>
              <a:rPr lang="en-US" altLang="zh-CN" b="1" dirty="0">
                <a:solidFill>
                  <a:prstClr val="black"/>
                </a:solidFill>
              </a:rPr>
              <a:t>PSC+1</a:t>
            </a:r>
            <a:r>
              <a:rPr lang="zh-CN" altLang="en-US" b="1" dirty="0">
                <a:solidFill>
                  <a:prstClr val="black"/>
                </a:solidFill>
              </a:rPr>
              <a:t>）</a:t>
            </a:r>
            <a:r>
              <a:rPr lang="en-US" altLang="zh-CN" b="1" dirty="0">
                <a:solidFill>
                  <a:prstClr val="black"/>
                </a:solidFill>
              </a:rPr>
              <a:t>/</a:t>
            </a:r>
            <a:r>
              <a:rPr lang="zh-CN" altLang="en-US" b="1" dirty="0">
                <a:solidFill>
                  <a:prstClr val="black"/>
                </a:solidFill>
              </a:rPr>
              <a:t>输入时钟频率</a:t>
            </a:r>
          </a:p>
          <a:p>
            <a:pPr>
              <a:lnSpc>
                <a:spcPct val="125000"/>
              </a:lnSpc>
            </a:pPr>
            <a:r>
              <a:rPr lang="zh-CN" altLang="en-US" b="1" dirty="0">
                <a:solidFill>
                  <a:prstClr val="black"/>
                </a:solidFill>
              </a:rPr>
              <a:t>或              </a:t>
            </a:r>
            <a:r>
              <a:rPr lang="en-US" altLang="zh-CN" b="1" dirty="0">
                <a:solidFill>
                  <a:prstClr val="black"/>
                </a:solidFill>
              </a:rPr>
              <a:t>T=</a:t>
            </a:r>
            <a:r>
              <a:rPr lang="zh-CN" altLang="en-US" b="1" dirty="0">
                <a:solidFill>
                  <a:prstClr val="black"/>
                </a:solidFill>
              </a:rPr>
              <a:t>（</a:t>
            </a:r>
            <a:r>
              <a:rPr lang="en-US" altLang="zh-CN" b="1" dirty="0" err="1">
                <a:solidFill>
                  <a:prstClr val="black"/>
                </a:solidFill>
              </a:rPr>
              <a:t>TIM_Period</a:t>
            </a:r>
            <a:r>
              <a:rPr lang="en-US" altLang="zh-CN" b="1" dirty="0">
                <a:solidFill>
                  <a:prstClr val="black"/>
                </a:solidFill>
              </a:rPr>
              <a:t> +1</a:t>
            </a:r>
            <a:r>
              <a:rPr lang="zh-CN" altLang="en-US" b="1" dirty="0">
                <a:solidFill>
                  <a:prstClr val="black"/>
                </a:solidFill>
              </a:rPr>
              <a:t>）*（</a:t>
            </a:r>
            <a:r>
              <a:rPr lang="en-US" altLang="zh-CN" b="1" dirty="0" err="1">
                <a:solidFill>
                  <a:prstClr val="black"/>
                </a:solidFill>
              </a:rPr>
              <a:t>TIM_Prescaler</a:t>
            </a:r>
            <a:r>
              <a:rPr lang="en-US" altLang="zh-CN" b="1" dirty="0">
                <a:solidFill>
                  <a:prstClr val="black"/>
                </a:solidFill>
              </a:rPr>
              <a:t> +1</a:t>
            </a:r>
            <a:r>
              <a:rPr lang="zh-CN" altLang="en-US" b="1" dirty="0">
                <a:solidFill>
                  <a:prstClr val="black"/>
                </a:solidFill>
              </a:rPr>
              <a:t>）</a:t>
            </a:r>
            <a:r>
              <a:rPr lang="en-US" altLang="zh-CN" b="1" dirty="0">
                <a:solidFill>
                  <a:prstClr val="black"/>
                </a:solidFill>
              </a:rPr>
              <a:t>/</a:t>
            </a:r>
            <a:r>
              <a:rPr lang="en-US" altLang="zh-CN" b="1" dirty="0" err="1">
                <a:solidFill>
                  <a:prstClr val="black"/>
                </a:solidFill>
              </a:rPr>
              <a:t>TIMxCLK</a:t>
            </a:r>
            <a:endParaRPr lang="en-US" altLang="zh-CN" b="1" dirty="0">
              <a:solidFill>
                <a:prstClr val="black"/>
              </a:solidFill>
            </a:endParaRPr>
          </a:p>
          <a:p>
            <a:pPr>
              <a:lnSpc>
                <a:spcPct val="125000"/>
              </a:lnSpc>
            </a:pPr>
            <a:r>
              <a:rPr lang="zh-CN" altLang="en-US" b="1" dirty="0">
                <a:solidFill>
                  <a:prstClr val="black"/>
                </a:solidFill>
              </a:rPr>
              <a:t>这里</a:t>
            </a:r>
            <a:r>
              <a:rPr lang="en-US" altLang="zh-CN" b="1" dirty="0">
                <a:solidFill>
                  <a:prstClr val="black"/>
                </a:solidFill>
              </a:rPr>
              <a:t>ARR+1</a:t>
            </a:r>
            <a:r>
              <a:rPr lang="zh-CN" altLang="en-US" b="1" dirty="0">
                <a:solidFill>
                  <a:prstClr val="black"/>
                </a:solidFill>
              </a:rPr>
              <a:t>是因为计数器都是从</a:t>
            </a:r>
            <a:r>
              <a:rPr lang="en-US" altLang="zh-CN" b="1" dirty="0">
                <a:solidFill>
                  <a:prstClr val="black"/>
                </a:solidFill>
              </a:rPr>
              <a:t>0</a:t>
            </a:r>
            <a:r>
              <a:rPr lang="zh-CN" altLang="en-US" b="1" dirty="0">
                <a:solidFill>
                  <a:prstClr val="black"/>
                </a:solidFill>
              </a:rPr>
              <a:t>开始计数的</a:t>
            </a:r>
            <a:r>
              <a:rPr lang="zh-CN" altLang="en-US" b="1" dirty="0" smtClean="0">
                <a:solidFill>
                  <a:prstClr val="black"/>
                </a:solidFill>
              </a:rPr>
              <a:t>。</a:t>
            </a:r>
            <a:endParaRPr lang="zh-CN" altLang="en-US" b="1" dirty="0">
              <a:solidFill>
                <a:prstClr val="black"/>
              </a:solidFill>
            </a:endParaRPr>
          </a:p>
        </p:txBody>
      </p:sp>
      <p:sp>
        <p:nvSpPr>
          <p:cNvPr id="9" name="矩形 8"/>
          <p:cNvSpPr/>
          <p:nvPr/>
        </p:nvSpPr>
        <p:spPr>
          <a:xfrm>
            <a:off x="4620465" y="617079"/>
            <a:ext cx="2331202" cy="369332"/>
          </a:xfrm>
          <a:prstGeom prst="rect">
            <a:avLst/>
          </a:prstGeom>
          <a:ln>
            <a:solidFill>
              <a:schemeClr val="accent3">
                <a:lumMod val="75000"/>
              </a:schemeClr>
            </a:solidFill>
          </a:ln>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zh-CN" altLang="en-US" b="1" dirty="0">
                <a:solidFill>
                  <a:prstClr val="black"/>
                </a:solidFill>
              </a:rPr>
              <a:t>自动装载寄存器</a:t>
            </a:r>
            <a:r>
              <a:rPr lang="en-US" altLang="zh-CN" b="1" dirty="0">
                <a:solidFill>
                  <a:prstClr val="black"/>
                </a:solidFill>
              </a:rPr>
              <a:t>ARR</a:t>
            </a:r>
            <a:endParaRPr lang="zh-CN" altLang="en-US" b="1" dirty="0">
              <a:solidFill>
                <a:prstClr val="black"/>
              </a:solidFill>
            </a:endParaRPr>
          </a:p>
        </p:txBody>
      </p:sp>
      <p:sp>
        <p:nvSpPr>
          <p:cNvPr id="7" name="七角星 6"/>
          <p:cNvSpPr/>
          <p:nvPr/>
        </p:nvSpPr>
        <p:spPr>
          <a:xfrm>
            <a:off x="4096959" y="401055"/>
            <a:ext cx="648072" cy="576064"/>
          </a:xfrm>
          <a:prstGeom prst="star7">
            <a:avLst/>
          </a:prstGeom>
          <a:solidFill>
            <a:schemeClr val="accent3">
              <a:lumMod val="40000"/>
              <a:lumOff val="60000"/>
            </a:schemeClr>
          </a:solidFill>
          <a:ln>
            <a:solidFill>
              <a:schemeClr val="accent3">
                <a:lumMod val="75000"/>
              </a:schemeClr>
            </a:solidFill>
          </a:ln>
          <a:scene3d>
            <a:camera prst="orthographicFront"/>
            <a:lightRig rig="threePt" dir="t"/>
          </a:scene3d>
          <a:sp3d>
            <a:bevelT w="152400" h="50800" prst="softRound"/>
          </a:sp3d>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sz="2800" b="1" dirty="0" smtClean="0"/>
              <a:t>4</a:t>
            </a:r>
            <a:endParaRPr lang="zh-CN" altLang="en-US" sz="2800" b="1" dirty="0" smtClean="0"/>
          </a:p>
        </p:txBody>
      </p:sp>
      <p:sp>
        <p:nvSpPr>
          <p:cNvPr id="13" name="矩形 12"/>
          <p:cNvSpPr/>
          <p:nvPr/>
        </p:nvSpPr>
        <p:spPr>
          <a:xfrm>
            <a:off x="706399" y="3038638"/>
            <a:ext cx="7794866" cy="1477328"/>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nSpc>
                <a:spcPct val="125000"/>
              </a:lnSpc>
            </a:pPr>
            <a:r>
              <a:rPr lang="zh-CN" altLang="en-US" b="1" dirty="0" smtClean="0">
                <a:solidFill>
                  <a:srgbClr val="C00000"/>
                </a:solidFill>
              </a:rPr>
              <a:t>例如</a:t>
            </a:r>
            <a:r>
              <a:rPr lang="zh-CN" altLang="en-US" b="1" dirty="0">
                <a:solidFill>
                  <a:prstClr val="black"/>
                </a:solidFill>
              </a:rPr>
              <a:t>：使用通用定时器定时</a:t>
            </a:r>
            <a:r>
              <a:rPr lang="en-US" altLang="zh-CN" b="1" dirty="0">
                <a:solidFill>
                  <a:prstClr val="black"/>
                </a:solidFill>
              </a:rPr>
              <a:t>1s</a:t>
            </a:r>
            <a:r>
              <a:rPr lang="zh-CN" altLang="en-US" b="1" dirty="0" smtClean="0">
                <a:solidFill>
                  <a:prstClr val="black"/>
                </a:solidFill>
              </a:rPr>
              <a:t>。假设</a:t>
            </a:r>
            <a:r>
              <a:rPr lang="zh-CN" altLang="en-US" b="1" dirty="0">
                <a:solidFill>
                  <a:prstClr val="black"/>
                </a:solidFill>
              </a:rPr>
              <a:t>系统时钟为</a:t>
            </a:r>
            <a:r>
              <a:rPr lang="en-US" altLang="zh-CN" b="1" dirty="0">
                <a:solidFill>
                  <a:prstClr val="black"/>
                </a:solidFill>
              </a:rPr>
              <a:t>72MHz</a:t>
            </a:r>
            <a:r>
              <a:rPr lang="zh-CN" altLang="en-US" b="1" dirty="0">
                <a:solidFill>
                  <a:prstClr val="black"/>
                </a:solidFill>
              </a:rPr>
              <a:t>，通用定时器时钟</a:t>
            </a:r>
            <a:r>
              <a:rPr lang="en-US" altLang="zh-CN" b="1" dirty="0" err="1">
                <a:solidFill>
                  <a:prstClr val="black"/>
                </a:solidFill>
              </a:rPr>
              <a:t>TIMxCLK</a:t>
            </a:r>
            <a:r>
              <a:rPr lang="zh-CN" altLang="en-US" b="1" dirty="0">
                <a:solidFill>
                  <a:prstClr val="black"/>
                </a:solidFill>
              </a:rPr>
              <a:t>为</a:t>
            </a:r>
            <a:r>
              <a:rPr lang="en-US" altLang="zh-CN" b="1" dirty="0">
                <a:solidFill>
                  <a:prstClr val="black"/>
                </a:solidFill>
              </a:rPr>
              <a:t>72MHz</a:t>
            </a:r>
            <a:r>
              <a:rPr lang="zh-CN" altLang="en-US" b="1" dirty="0" smtClean="0">
                <a:solidFill>
                  <a:prstClr val="black"/>
                </a:solidFill>
              </a:rPr>
              <a:t>，设置</a:t>
            </a:r>
            <a:r>
              <a:rPr lang="zh-CN" altLang="en-US" b="1" dirty="0">
                <a:solidFill>
                  <a:prstClr val="black"/>
                </a:solidFill>
              </a:rPr>
              <a:t>如下：</a:t>
            </a:r>
          </a:p>
          <a:p>
            <a:pPr algn="ctr">
              <a:lnSpc>
                <a:spcPct val="125000"/>
              </a:lnSpc>
            </a:pPr>
            <a:r>
              <a:rPr lang="zh-CN" altLang="en-US" b="1" dirty="0">
                <a:solidFill>
                  <a:prstClr val="black"/>
                </a:solidFill>
              </a:rPr>
              <a:t>预分频系数</a:t>
            </a:r>
            <a:r>
              <a:rPr lang="en-US" altLang="zh-CN" b="1" dirty="0">
                <a:solidFill>
                  <a:prstClr val="black"/>
                </a:solidFill>
              </a:rPr>
              <a:t>PSC=6000-1</a:t>
            </a:r>
            <a:r>
              <a:rPr lang="zh-CN" altLang="en-US" b="1" dirty="0">
                <a:solidFill>
                  <a:prstClr val="black"/>
                </a:solidFill>
              </a:rPr>
              <a:t>；	</a:t>
            </a:r>
            <a:r>
              <a:rPr lang="en-US" altLang="zh-CN" b="1" dirty="0">
                <a:solidFill>
                  <a:prstClr val="black"/>
                </a:solidFill>
              </a:rPr>
              <a:t>ARR=2000-1</a:t>
            </a:r>
            <a:r>
              <a:rPr lang="zh-CN" altLang="en-US" b="1" dirty="0">
                <a:solidFill>
                  <a:prstClr val="black"/>
                </a:solidFill>
              </a:rPr>
              <a:t>；</a:t>
            </a:r>
          </a:p>
          <a:p>
            <a:pPr>
              <a:lnSpc>
                <a:spcPct val="125000"/>
              </a:lnSpc>
            </a:pPr>
            <a:r>
              <a:rPr lang="zh-CN" altLang="en-US" b="1" dirty="0">
                <a:solidFill>
                  <a:prstClr val="black"/>
                </a:solidFill>
              </a:rPr>
              <a:t>则，定时时间</a:t>
            </a:r>
            <a:r>
              <a:rPr lang="en-US" altLang="zh-CN" b="1" dirty="0">
                <a:solidFill>
                  <a:prstClr val="black"/>
                </a:solidFill>
              </a:rPr>
              <a:t>=2000×36000/72000000=1s</a:t>
            </a:r>
            <a:r>
              <a:rPr lang="zh-CN" altLang="en-US" b="1" dirty="0" smtClean="0">
                <a:solidFill>
                  <a:prstClr val="black"/>
                </a:solidFill>
              </a:rPr>
              <a:t>。</a:t>
            </a:r>
            <a:endParaRPr lang="zh-CN" altLang="en-US" b="1" dirty="0">
              <a:solidFill>
                <a:prstClr val="black"/>
              </a:solidFill>
            </a:endParaRPr>
          </a:p>
        </p:txBody>
      </p:sp>
    </p:spTree>
    <p:extLst>
      <p:ext uri="{BB962C8B-B14F-4D97-AF65-F5344CB8AC3E}">
        <p14:creationId xmlns:p14="http://schemas.microsoft.com/office/powerpoint/2010/main" val="109873040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266378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25188" y="360766"/>
            <a:ext cx="2430474" cy="461665"/>
          </a:xfrm>
          <a:prstGeom prst="rect">
            <a:avLst/>
          </a:prstGeom>
        </p:spPr>
        <p:txBody>
          <a:bodyPr wrap="none">
            <a:spAutoFit/>
          </a:bodyPr>
          <a:lstStyle/>
          <a:p>
            <a:r>
              <a:rPr lang="en-US" altLang="zh-CN" sz="2400" b="1" dirty="0">
                <a:solidFill>
                  <a:schemeClr val="bg1"/>
                </a:solidFill>
              </a:rPr>
              <a:t>9.1.2 </a:t>
            </a:r>
            <a:r>
              <a:rPr lang="zh-CN" altLang="en-US" sz="2400" b="1" dirty="0">
                <a:solidFill>
                  <a:schemeClr val="bg1"/>
                </a:solidFill>
              </a:rPr>
              <a:t>基本定时器</a:t>
            </a:r>
            <a:endParaRPr lang="zh-CN" altLang="zh-CN" sz="2400" b="1" dirty="0">
              <a:solidFill>
                <a:schemeClr val="bg1"/>
              </a:solidFill>
            </a:endParaRPr>
          </a:p>
        </p:txBody>
      </p:sp>
      <p:sp>
        <p:nvSpPr>
          <p:cNvPr id="29" name="矩形 28"/>
          <p:cNvSpPr/>
          <p:nvPr/>
        </p:nvSpPr>
        <p:spPr>
          <a:xfrm>
            <a:off x="5760132" y="1459260"/>
            <a:ext cx="2952328" cy="2601353"/>
          </a:xfrm>
          <a:prstGeom prst="rect">
            <a:avLst/>
          </a:prstGeom>
          <a:ln/>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25000"/>
              </a:lnSpc>
              <a:spcBef>
                <a:spcPts val="1200"/>
              </a:spcBef>
            </a:pPr>
            <a:r>
              <a:rPr lang="zh-CN" altLang="en-US" b="1" dirty="0" smtClean="0">
                <a:solidFill>
                  <a:schemeClr val="tx1"/>
                </a:solidFill>
              </a:rPr>
              <a:t>     </a:t>
            </a:r>
            <a:r>
              <a:rPr lang="en-US" altLang="zh-CN" b="1" dirty="0">
                <a:solidFill>
                  <a:schemeClr val="tx1"/>
                </a:solidFill>
              </a:rPr>
              <a:t>STM32</a:t>
            </a:r>
            <a:r>
              <a:rPr lang="zh-CN" altLang="en-US" b="1" dirty="0">
                <a:solidFill>
                  <a:schemeClr val="tx1"/>
                </a:solidFill>
              </a:rPr>
              <a:t>有</a:t>
            </a:r>
            <a:r>
              <a:rPr lang="en-US" altLang="zh-CN" b="1" dirty="0">
                <a:solidFill>
                  <a:schemeClr val="tx1"/>
                </a:solidFill>
              </a:rPr>
              <a:t>2</a:t>
            </a:r>
            <a:r>
              <a:rPr lang="zh-CN" altLang="en-US" b="1" dirty="0">
                <a:solidFill>
                  <a:schemeClr val="tx1"/>
                </a:solidFill>
              </a:rPr>
              <a:t>个基本定时器</a:t>
            </a:r>
            <a:r>
              <a:rPr lang="en-US" altLang="zh-CN" b="1" dirty="0">
                <a:solidFill>
                  <a:schemeClr val="tx1"/>
                </a:solidFill>
              </a:rPr>
              <a:t>TIM6</a:t>
            </a:r>
            <a:r>
              <a:rPr lang="zh-CN" altLang="en-US" b="1" dirty="0">
                <a:solidFill>
                  <a:schemeClr val="tx1"/>
                </a:solidFill>
              </a:rPr>
              <a:t>和</a:t>
            </a:r>
            <a:r>
              <a:rPr lang="en-US" altLang="zh-CN" b="1" dirty="0">
                <a:solidFill>
                  <a:schemeClr val="tx1"/>
                </a:solidFill>
              </a:rPr>
              <a:t>TIM7</a:t>
            </a:r>
            <a:r>
              <a:rPr lang="zh-CN" altLang="en-US" b="1" dirty="0">
                <a:solidFill>
                  <a:schemeClr val="tx1"/>
                </a:solidFill>
              </a:rPr>
              <a:t>，可</a:t>
            </a:r>
            <a:r>
              <a:rPr lang="zh-CN" altLang="en-US" b="1" dirty="0" smtClean="0">
                <a:solidFill>
                  <a:schemeClr val="tx1"/>
                </a:solidFill>
              </a:rPr>
              <a:t>用作：</a:t>
            </a:r>
            <a:endParaRPr lang="en-US" altLang="zh-CN" b="1" dirty="0" smtClean="0">
              <a:solidFill>
                <a:schemeClr val="tx1"/>
              </a:solidFill>
            </a:endParaRPr>
          </a:p>
          <a:p>
            <a:pPr marL="285750" indent="-285750">
              <a:lnSpc>
                <a:spcPct val="125000"/>
              </a:lnSpc>
              <a:spcBef>
                <a:spcPts val="1200"/>
              </a:spcBef>
              <a:buClr>
                <a:schemeClr val="accent2">
                  <a:lumMod val="75000"/>
                </a:schemeClr>
              </a:buClr>
              <a:buFont typeface="Wingdings" pitchFamily="2" charset="2"/>
              <a:buChar char="Ø"/>
            </a:pPr>
            <a:r>
              <a:rPr lang="zh-CN" altLang="en-US" b="1" dirty="0" smtClean="0">
                <a:solidFill>
                  <a:schemeClr val="tx1"/>
                </a:solidFill>
              </a:rPr>
              <a:t>通用</a:t>
            </a:r>
            <a:r>
              <a:rPr lang="zh-CN" altLang="en-US" b="1" dirty="0">
                <a:solidFill>
                  <a:schemeClr val="tx1"/>
                </a:solidFill>
              </a:rPr>
              <a:t>的</a:t>
            </a:r>
            <a:r>
              <a:rPr lang="en-US" altLang="zh-CN" b="1" dirty="0">
                <a:solidFill>
                  <a:schemeClr val="tx1"/>
                </a:solidFill>
              </a:rPr>
              <a:t>16</a:t>
            </a:r>
            <a:r>
              <a:rPr lang="zh-CN" altLang="en-US" b="1" dirty="0">
                <a:solidFill>
                  <a:schemeClr val="tx1"/>
                </a:solidFill>
              </a:rPr>
              <a:t>位</a:t>
            </a:r>
            <a:r>
              <a:rPr lang="zh-CN" altLang="en-US" b="1" dirty="0" smtClean="0">
                <a:solidFill>
                  <a:schemeClr val="tx1"/>
                </a:solidFill>
              </a:rPr>
              <a:t>计数器：</a:t>
            </a:r>
            <a:endParaRPr lang="en-US" altLang="zh-CN" b="1" dirty="0" smtClean="0">
              <a:solidFill>
                <a:schemeClr val="tx1"/>
              </a:solidFill>
            </a:endParaRPr>
          </a:p>
          <a:p>
            <a:pPr marL="285750" indent="-285750">
              <a:lnSpc>
                <a:spcPct val="125000"/>
              </a:lnSpc>
              <a:spcBef>
                <a:spcPts val="1200"/>
              </a:spcBef>
              <a:buClr>
                <a:schemeClr val="accent2">
                  <a:lumMod val="75000"/>
                </a:schemeClr>
              </a:buClr>
              <a:buFont typeface="Wingdings" pitchFamily="2" charset="2"/>
              <a:buChar char="Ø"/>
            </a:pPr>
            <a:r>
              <a:rPr lang="zh-CN" altLang="en-US" b="1" dirty="0" smtClean="0">
                <a:solidFill>
                  <a:schemeClr val="tx1"/>
                </a:solidFill>
              </a:rPr>
              <a:t>产生</a:t>
            </a:r>
            <a:r>
              <a:rPr lang="en-US" altLang="zh-CN" b="1" dirty="0">
                <a:solidFill>
                  <a:schemeClr val="tx1"/>
                </a:solidFill>
              </a:rPr>
              <a:t>DAC</a:t>
            </a:r>
            <a:r>
              <a:rPr lang="zh-CN" altLang="en-US" b="1" dirty="0">
                <a:solidFill>
                  <a:schemeClr val="tx1"/>
                </a:solidFill>
              </a:rPr>
              <a:t>触发</a:t>
            </a:r>
            <a:r>
              <a:rPr lang="zh-CN" altLang="en-US" b="1" dirty="0" smtClean="0">
                <a:solidFill>
                  <a:schemeClr val="tx1"/>
                </a:solidFill>
              </a:rPr>
              <a:t>信号</a:t>
            </a:r>
            <a:endParaRPr lang="en-US" altLang="zh-CN" b="1" dirty="0" smtClean="0">
              <a:solidFill>
                <a:schemeClr val="tx1"/>
              </a:solidFill>
            </a:endParaRPr>
          </a:p>
          <a:p>
            <a:pPr>
              <a:lnSpc>
                <a:spcPct val="125000"/>
              </a:lnSpc>
              <a:spcBef>
                <a:spcPts val="1200"/>
              </a:spcBef>
            </a:pPr>
            <a:r>
              <a:rPr lang="en-US" altLang="zh-CN" b="1" dirty="0">
                <a:solidFill>
                  <a:schemeClr val="tx1"/>
                </a:solidFill>
              </a:rPr>
              <a:t> </a:t>
            </a:r>
            <a:r>
              <a:rPr lang="en-US" altLang="zh-CN" b="1" dirty="0" smtClean="0">
                <a:solidFill>
                  <a:schemeClr val="tx1"/>
                </a:solidFill>
              </a:rPr>
              <a:t>     </a:t>
            </a:r>
            <a:r>
              <a:rPr lang="zh-CN" altLang="en-US" b="1" dirty="0" smtClean="0">
                <a:solidFill>
                  <a:schemeClr val="tx1"/>
                </a:solidFill>
              </a:rPr>
              <a:t>基本</a:t>
            </a:r>
            <a:r>
              <a:rPr lang="zh-CN" altLang="en-US" b="1" dirty="0">
                <a:solidFill>
                  <a:schemeClr val="tx1"/>
                </a:solidFill>
              </a:rPr>
              <a:t>定时器的计数模式只有向上计数模式。</a:t>
            </a:r>
          </a:p>
        </p:txBody>
      </p:sp>
      <p:pic>
        <p:nvPicPr>
          <p:cNvPr id="18" name="图片 17" descr="E:\STM32 我的讲义\2018-2019第一学期《嵌入式系统》\嵌入式讲义\基本定时器结构图.png"/>
          <p:cNvPicPr/>
          <p:nvPr/>
        </p:nvPicPr>
        <p:blipFill>
          <a:blip r:embed="rId2">
            <a:extLst>
              <a:ext uri="{28A0092B-C50C-407E-A947-70E740481C1C}">
                <a14:useLocalDpi xmlns:a14="http://schemas.microsoft.com/office/drawing/2010/main" val="0"/>
              </a:ext>
            </a:extLst>
          </a:blip>
          <a:srcRect/>
          <a:stretch>
            <a:fillRect/>
          </a:stretch>
        </p:blipFill>
        <p:spPr>
          <a:xfrm>
            <a:off x="291468" y="1239602"/>
            <a:ext cx="4968552" cy="3024336"/>
          </a:xfrm>
          <a:prstGeom prst="rect">
            <a:avLst/>
          </a:prstGeom>
          <a:noFill/>
          <a:ln>
            <a:noFill/>
          </a:ln>
        </p:spPr>
      </p:pic>
    </p:spTree>
    <p:extLst>
      <p:ext uri="{BB962C8B-B14F-4D97-AF65-F5344CB8AC3E}">
        <p14:creationId xmlns:p14="http://schemas.microsoft.com/office/powerpoint/2010/main" val="251390951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1583668" y="2463738"/>
            <a:ext cx="6372708" cy="20522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600" b="1" dirty="0" smtClean="0"/>
          </a:p>
        </p:txBody>
      </p:sp>
      <p:sp>
        <p:nvSpPr>
          <p:cNvPr id="12" name="矩形 11"/>
          <p:cNvSpPr/>
          <p:nvPr/>
        </p:nvSpPr>
        <p:spPr>
          <a:xfrm>
            <a:off x="2" y="339503"/>
            <a:ext cx="262778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2430474" cy="461665"/>
          </a:xfrm>
          <a:prstGeom prst="rect">
            <a:avLst/>
          </a:prstGeom>
        </p:spPr>
        <p:txBody>
          <a:bodyPr wrap="none">
            <a:spAutoFit/>
          </a:bodyPr>
          <a:lstStyle/>
          <a:p>
            <a:r>
              <a:rPr lang="en-US" altLang="zh-CN" sz="2400" b="1" dirty="0">
                <a:solidFill>
                  <a:schemeClr val="bg1"/>
                </a:solidFill>
              </a:rPr>
              <a:t>9.1.3 </a:t>
            </a:r>
            <a:r>
              <a:rPr lang="zh-CN" altLang="en-US" sz="2400" b="1" dirty="0">
                <a:solidFill>
                  <a:schemeClr val="bg1"/>
                </a:solidFill>
              </a:rPr>
              <a:t>高级定时器</a:t>
            </a:r>
            <a:endParaRPr lang="zh-CN" altLang="zh-CN" sz="2400" b="1" dirty="0">
              <a:solidFill>
                <a:schemeClr val="bg1"/>
              </a:solidFill>
            </a:endParaRPr>
          </a:p>
        </p:txBody>
      </p:sp>
      <p:sp>
        <p:nvSpPr>
          <p:cNvPr id="29" name="矩形 28"/>
          <p:cNvSpPr/>
          <p:nvPr/>
        </p:nvSpPr>
        <p:spPr>
          <a:xfrm>
            <a:off x="2863089" y="2679762"/>
            <a:ext cx="1924935" cy="369332"/>
          </a:xfrm>
          <a:prstGeom prst="rect">
            <a:avLst/>
          </a:prstGeom>
          <a:solidFill>
            <a:schemeClr val="accent6">
              <a:lumMod val="40000"/>
              <a:lumOff val="60000"/>
            </a:schemeClr>
          </a:solidFill>
        </p:spPr>
        <p:txBody>
          <a:bodyPr wrap="square">
            <a:spAutoFit/>
          </a:bodyPr>
          <a:lstStyle/>
          <a:p>
            <a:r>
              <a:rPr lang="zh-CN" altLang="en-US" b="1" dirty="0" smtClean="0"/>
              <a:t>通用</a:t>
            </a:r>
            <a:r>
              <a:rPr lang="zh-CN" altLang="en-US" b="1" dirty="0"/>
              <a:t>定时</a:t>
            </a:r>
            <a:r>
              <a:rPr lang="zh-CN" altLang="en-US" b="1" dirty="0" smtClean="0"/>
              <a:t>功能</a:t>
            </a:r>
            <a:endParaRPr lang="zh-CN" altLang="en-US" b="1"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矩形 4"/>
          <p:cNvSpPr/>
          <p:nvPr/>
        </p:nvSpPr>
        <p:spPr>
          <a:xfrm>
            <a:off x="1105063" y="1267796"/>
            <a:ext cx="2634078" cy="784830"/>
          </a:xfrm>
          <a:prstGeom prst="rect">
            <a:avLst/>
          </a:prstGeom>
          <a:solidFill>
            <a:schemeClr val="accent5">
              <a:lumMod val="40000"/>
              <a:lumOff val="60000"/>
            </a:schemeClr>
          </a:solidFill>
        </p:spPr>
        <p:txBody>
          <a:bodyPr wrap="square">
            <a:spAutoFit/>
          </a:bodyPr>
          <a:lstStyle/>
          <a:p>
            <a:pPr>
              <a:lnSpc>
                <a:spcPct val="125000"/>
              </a:lnSpc>
            </a:pPr>
            <a:r>
              <a:rPr lang="zh-CN" altLang="en-US" b="1" dirty="0" smtClean="0">
                <a:solidFill>
                  <a:prstClr val="black"/>
                </a:solidFill>
              </a:rPr>
              <a:t>    </a:t>
            </a:r>
            <a:r>
              <a:rPr lang="en-US" altLang="zh-CN" b="1" dirty="0">
                <a:solidFill>
                  <a:prstClr val="black"/>
                </a:solidFill>
              </a:rPr>
              <a:t>TIM1</a:t>
            </a:r>
            <a:r>
              <a:rPr lang="zh-CN" altLang="en-US" b="1" dirty="0">
                <a:solidFill>
                  <a:prstClr val="black"/>
                </a:solidFill>
              </a:rPr>
              <a:t>和</a:t>
            </a:r>
            <a:r>
              <a:rPr lang="en-US" altLang="zh-CN" b="1" dirty="0">
                <a:solidFill>
                  <a:prstClr val="black"/>
                </a:solidFill>
              </a:rPr>
              <a:t>TIM8</a:t>
            </a:r>
            <a:r>
              <a:rPr lang="zh-CN" altLang="en-US" b="1" dirty="0">
                <a:solidFill>
                  <a:prstClr val="black"/>
                </a:solidFill>
              </a:rPr>
              <a:t>是</a:t>
            </a:r>
            <a:r>
              <a:rPr lang="en-US" altLang="zh-CN" b="1" dirty="0">
                <a:solidFill>
                  <a:prstClr val="black"/>
                </a:solidFill>
              </a:rPr>
              <a:t>STM32</a:t>
            </a:r>
            <a:r>
              <a:rPr lang="zh-CN" altLang="en-US" b="1" dirty="0">
                <a:solidFill>
                  <a:prstClr val="black"/>
                </a:solidFill>
              </a:rPr>
              <a:t>的</a:t>
            </a:r>
            <a:r>
              <a:rPr lang="en-US" altLang="zh-CN" b="1" dirty="0">
                <a:solidFill>
                  <a:prstClr val="black"/>
                </a:solidFill>
              </a:rPr>
              <a:t>2</a:t>
            </a:r>
            <a:r>
              <a:rPr lang="zh-CN" altLang="en-US" b="1" dirty="0">
                <a:solidFill>
                  <a:prstClr val="black"/>
                </a:solidFill>
              </a:rPr>
              <a:t>个</a:t>
            </a:r>
            <a:r>
              <a:rPr lang="en-US" altLang="zh-CN" b="1" dirty="0">
                <a:solidFill>
                  <a:srgbClr val="C00000"/>
                </a:solidFill>
              </a:rPr>
              <a:t>16</a:t>
            </a:r>
            <a:r>
              <a:rPr lang="zh-CN" altLang="en-US" b="1" dirty="0" smtClean="0">
                <a:solidFill>
                  <a:srgbClr val="C00000"/>
                </a:solidFill>
              </a:rPr>
              <a:t>位</a:t>
            </a:r>
            <a:r>
              <a:rPr lang="zh-CN" altLang="en-US" b="1" dirty="0" smtClean="0">
                <a:solidFill>
                  <a:prstClr val="black"/>
                </a:solidFill>
              </a:rPr>
              <a:t>的高级定时器  </a:t>
            </a:r>
            <a:endParaRPr lang="zh-CN" altLang="en-US" dirty="0"/>
          </a:p>
        </p:txBody>
      </p:sp>
      <p:sp>
        <p:nvSpPr>
          <p:cNvPr id="7" name="矩形 6"/>
          <p:cNvSpPr/>
          <p:nvPr/>
        </p:nvSpPr>
        <p:spPr>
          <a:xfrm>
            <a:off x="1981116" y="2679762"/>
            <a:ext cx="881973" cy="369332"/>
          </a:xfrm>
          <a:prstGeom prst="rect">
            <a:avLst/>
          </a:prstGeom>
        </p:spPr>
        <p:txBody>
          <a:bodyPr wrap="none">
            <a:spAutoFit/>
          </a:bodyPr>
          <a:lstStyle/>
          <a:p>
            <a:r>
              <a:rPr lang="zh-CN" altLang="en-US" b="1" dirty="0">
                <a:solidFill>
                  <a:srgbClr val="C00000"/>
                </a:solidFill>
              </a:rPr>
              <a:t>作用：</a:t>
            </a:r>
            <a:endParaRPr lang="zh-CN" altLang="en-US" dirty="0">
              <a:solidFill>
                <a:srgbClr val="C00000"/>
              </a:solidFill>
            </a:endParaRPr>
          </a:p>
        </p:txBody>
      </p:sp>
      <p:sp>
        <p:nvSpPr>
          <p:cNvPr id="9" name="矩形 8"/>
          <p:cNvSpPr/>
          <p:nvPr/>
        </p:nvSpPr>
        <p:spPr>
          <a:xfrm>
            <a:off x="2863089" y="3264114"/>
            <a:ext cx="3994993" cy="1100942"/>
          </a:xfrm>
          <a:prstGeom prst="rect">
            <a:avLst/>
          </a:prstGeom>
          <a:solidFill>
            <a:schemeClr val="accent6">
              <a:lumMod val="40000"/>
              <a:lumOff val="60000"/>
            </a:schemeClr>
          </a:solidFill>
        </p:spPr>
        <p:txBody>
          <a:bodyPr wrap="square">
            <a:spAutoFit/>
          </a:bodyPr>
          <a:lstStyle/>
          <a:p>
            <a:pPr lvl="0">
              <a:lnSpc>
                <a:spcPct val="125000"/>
              </a:lnSpc>
            </a:pPr>
            <a:r>
              <a:rPr lang="en-US" altLang="zh-CN" b="1" dirty="0">
                <a:solidFill>
                  <a:prstClr val="black"/>
                </a:solidFill>
              </a:rPr>
              <a:t>TIM1</a:t>
            </a:r>
            <a:r>
              <a:rPr lang="zh-CN" altLang="en-US" b="1" dirty="0">
                <a:solidFill>
                  <a:prstClr val="black"/>
                </a:solidFill>
              </a:rPr>
              <a:t>还提供控制三相六步电机的接口，具有刹车功能、死区时间控制等功能，主要用于电机控制。</a:t>
            </a:r>
          </a:p>
        </p:txBody>
      </p:sp>
      <p:sp>
        <p:nvSpPr>
          <p:cNvPr id="11" name="矩形 10"/>
          <p:cNvSpPr/>
          <p:nvPr/>
        </p:nvSpPr>
        <p:spPr>
          <a:xfrm>
            <a:off x="4770022" y="1282864"/>
            <a:ext cx="3312368" cy="784830"/>
          </a:xfrm>
          <a:prstGeom prst="rect">
            <a:avLst/>
          </a:prstGeom>
          <a:solidFill>
            <a:schemeClr val="accent5">
              <a:lumMod val="40000"/>
              <a:lumOff val="60000"/>
            </a:schemeClr>
          </a:solidFill>
        </p:spPr>
        <p:txBody>
          <a:bodyPr wrap="square">
            <a:spAutoFit/>
          </a:bodyPr>
          <a:lstStyle/>
          <a:p>
            <a:pPr lvl="0">
              <a:lnSpc>
                <a:spcPct val="125000"/>
              </a:lnSpc>
            </a:pPr>
            <a:r>
              <a:rPr lang="zh-CN" altLang="en-US" b="1" dirty="0">
                <a:solidFill>
                  <a:prstClr val="black"/>
                </a:solidFill>
              </a:rPr>
              <a:t>高级定时器相比基本定时器、通用定时器，</a:t>
            </a:r>
            <a:r>
              <a:rPr lang="zh-CN" altLang="en-US" b="1" dirty="0">
                <a:solidFill>
                  <a:srgbClr val="C00000"/>
                </a:solidFill>
              </a:rPr>
              <a:t>功能更为强大</a:t>
            </a:r>
            <a:r>
              <a:rPr lang="zh-CN" altLang="en-US" b="1" dirty="0">
                <a:solidFill>
                  <a:prstClr val="black"/>
                </a:solidFill>
              </a:rPr>
              <a:t>。</a:t>
            </a:r>
          </a:p>
        </p:txBody>
      </p:sp>
    </p:spTree>
    <p:extLst>
      <p:ext uri="{BB962C8B-B14F-4D97-AF65-F5344CB8AC3E}">
        <p14:creationId xmlns:p14="http://schemas.microsoft.com/office/powerpoint/2010/main" val="184988599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339503"/>
            <a:ext cx="631798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6282489"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9.2 </a:t>
            </a:r>
            <a:r>
              <a:rPr lang="zh-CN" altLang="en-US" sz="2400" b="1" dirty="0">
                <a:solidFill>
                  <a:schemeClr val="bg1"/>
                </a:solidFill>
                <a:latin typeface="微软雅黑" pitchFamily="34" charset="-122"/>
                <a:ea typeface="微软雅黑" pitchFamily="34" charset="-122"/>
              </a:rPr>
              <a:t>定时器模块的标准外设库接口函数及应用</a:t>
            </a:r>
            <a:endParaRPr lang="zh-CN" altLang="zh-CN" sz="2400" b="1" dirty="0">
              <a:solidFill>
                <a:schemeClr val="bg1"/>
              </a:solidFill>
              <a:latin typeface="微软雅黑" pitchFamily="34" charset="-122"/>
              <a:ea typeface="微软雅黑" pitchFamily="34" charset="-122"/>
            </a:endParaRPr>
          </a:p>
        </p:txBody>
      </p:sp>
      <p:sp>
        <p:nvSpPr>
          <p:cNvPr id="10" name="圆角矩形 9"/>
          <p:cNvSpPr/>
          <p:nvPr/>
        </p:nvSpPr>
        <p:spPr>
          <a:xfrm>
            <a:off x="3666374" y="1634042"/>
            <a:ext cx="3857954" cy="463354"/>
          </a:xfrm>
          <a:prstGeom prst="roundRect">
            <a:avLst/>
          </a:prstGeom>
          <a:gradFill>
            <a:gsLst>
              <a:gs pos="52000">
                <a:schemeClr val="accent5">
                  <a:lumMod val="60000"/>
                  <a:lumOff val="40000"/>
                </a:schemeClr>
              </a:gs>
              <a:gs pos="100000">
                <a:schemeClr val="accent5">
                  <a:lumMod val="50000"/>
                </a:schemeClr>
              </a:gs>
              <a:gs pos="0">
                <a:schemeClr val="accent4">
                  <a:lumMod val="75000"/>
                </a:schemeClr>
              </a:gs>
            </a:gsLst>
            <a:lin ang="2700000" scaled="1"/>
          </a:gradFill>
          <a:ln w="12700" cap="flat" cmpd="sng" algn="ctr">
            <a:solidFill>
              <a:sysClr val="window" lastClr="FFFFFF"/>
            </a:solidFill>
            <a:prstDash val="solid"/>
          </a:ln>
          <a:effectLst>
            <a:outerShdw blurRad="419100" dist="190500" dir="2700000" sx="90000" sy="90000" algn="tl" rotWithShape="0">
              <a:sysClr val="windowText" lastClr="000000">
                <a:lumMod val="75000"/>
                <a:lumOff val="25000"/>
                <a:alpha val="40000"/>
              </a:sysClr>
            </a:outerShdw>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2800" kern="0">
              <a:solidFill>
                <a:sysClr val="window" lastClr="FFFFFF"/>
              </a:solidFill>
              <a:latin typeface="Franklin Gothic Book"/>
              <a:ea typeface="微软雅黑"/>
            </a:endParaRPr>
          </a:p>
        </p:txBody>
      </p:sp>
      <p:sp>
        <p:nvSpPr>
          <p:cNvPr id="11" name="TextBox 19"/>
          <p:cNvSpPr txBox="1"/>
          <p:nvPr/>
        </p:nvSpPr>
        <p:spPr>
          <a:xfrm>
            <a:off x="3789803" y="1681053"/>
            <a:ext cx="3554505"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zh-CN" altLang="en-US" b="1" spc="100" dirty="0">
                <a:solidFill>
                  <a:sysClr val="window" lastClr="FFFFFF"/>
                </a:solidFill>
                <a:ea typeface="微软雅黑"/>
              </a:rPr>
              <a:t>定时器标准外设库接口函数</a:t>
            </a:r>
            <a:endParaRPr kumimoji="0" lang="zh-CN" altLang="en-US" b="1" i="0" u="none" strike="noStrike" kern="1200" cap="none" spc="100" normalizeH="0" baseline="0" noProof="0" dirty="0">
              <a:ln>
                <a:noFill/>
              </a:ln>
              <a:solidFill>
                <a:sysClr val="window" lastClr="FFFFFF"/>
              </a:solidFill>
              <a:effectLst/>
              <a:uLnTx/>
              <a:uFillTx/>
              <a:ea typeface="微软雅黑"/>
            </a:endParaRPr>
          </a:p>
        </p:txBody>
      </p:sp>
      <p:sp>
        <p:nvSpPr>
          <p:cNvPr id="13" name="圆角矩形 12"/>
          <p:cNvSpPr/>
          <p:nvPr/>
        </p:nvSpPr>
        <p:spPr>
          <a:xfrm>
            <a:off x="2951821" y="1636278"/>
            <a:ext cx="755570" cy="463354"/>
          </a:xfrm>
          <a:prstGeom prst="roundRect">
            <a:avLst/>
          </a:prstGeom>
          <a:gradFill>
            <a:gsLst>
              <a:gs pos="52000">
                <a:schemeClr val="accent5">
                  <a:lumMod val="60000"/>
                  <a:lumOff val="40000"/>
                </a:schemeClr>
              </a:gs>
              <a:gs pos="100000">
                <a:schemeClr val="accent5">
                  <a:lumMod val="50000"/>
                </a:schemeClr>
              </a:gs>
              <a:gs pos="0">
                <a:schemeClr val="accent4">
                  <a:lumMod val="75000"/>
                </a:schemeClr>
              </a:gs>
            </a:gsLst>
            <a:lin ang="2700000" scaled="1"/>
          </a:gradFill>
          <a:ln w="12700" cap="flat" cmpd="sng" algn="ctr">
            <a:solidFill>
              <a:sysClr val="window" lastClr="FFFFFF"/>
            </a:solidFill>
            <a:prstDash val="solid"/>
          </a:ln>
          <a:effectLst>
            <a:outerShdw blurRad="419100" dist="190500" dir="2700000" sx="90000" sy="90000" algn="tl" rotWithShape="0">
              <a:sysClr val="windowText" lastClr="000000">
                <a:lumMod val="75000"/>
                <a:lumOff val="25000"/>
                <a:alpha val="40000"/>
              </a:sysClr>
            </a:outerShdw>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0" normalizeH="0" baseline="0" noProof="0">
              <a:ln>
                <a:noFill/>
              </a:ln>
              <a:solidFill>
                <a:sysClr val="window" lastClr="FFFFFF"/>
              </a:solidFill>
              <a:effectLst/>
              <a:uLnTx/>
              <a:uFillTx/>
              <a:latin typeface="Franklin Gothic Book"/>
              <a:ea typeface="微软雅黑"/>
              <a:cs typeface="+mn-cs"/>
            </a:endParaRPr>
          </a:p>
        </p:txBody>
      </p:sp>
      <p:sp>
        <p:nvSpPr>
          <p:cNvPr id="14" name="TextBox 76"/>
          <p:cNvSpPr txBox="1"/>
          <p:nvPr/>
        </p:nvSpPr>
        <p:spPr>
          <a:xfrm>
            <a:off x="2847008" y="1646241"/>
            <a:ext cx="90146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smtClean="0">
                <a:ln>
                  <a:noFill/>
                </a:ln>
                <a:solidFill>
                  <a:sysClr val="window" lastClr="FFFFFF"/>
                </a:solidFill>
                <a:effectLst/>
                <a:uLnTx/>
                <a:uFillTx/>
                <a:ea typeface="方正宋黑繁体" panose="03000509000000000000" pitchFamily="65" charset="-122"/>
                <a:cs typeface="Arial Unicode MS" panose="020B0604020202020204" pitchFamily="34" charset="-122"/>
              </a:rPr>
              <a:t> 9.2.1</a:t>
            </a:r>
            <a:endParaRPr kumimoji="0" lang="zh-CN" altLang="en-US" sz="2400" b="1" i="0" u="none" strike="noStrike" kern="1200" cap="none" spc="0" normalizeH="0" baseline="0" noProof="0" dirty="0">
              <a:ln>
                <a:noFill/>
              </a:ln>
              <a:solidFill>
                <a:sysClr val="window" lastClr="FFFFFF"/>
              </a:solidFill>
              <a:effectLst/>
              <a:uLnTx/>
              <a:uFillTx/>
              <a:ea typeface="方正宋黑繁体" panose="03000509000000000000" pitchFamily="65" charset="-122"/>
              <a:cs typeface="Arial Unicode MS" panose="020B0604020202020204" pitchFamily="34" charset="-122"/>
            </a:endParaRPr>
          </a:p>
        </p:txBody>
      </p:sp>
      <p:sp>
        <p:nvSpPr>
          <p:cNvPr id="33" name="圆角矩形 32"/>
          <p:cNvSpPr/>
          <p:nvPr/>
        </p:nvSpPr>
        <p:spPr>
          <a:xfrm>
            <a:off x="3047288" y="2478399"/>
            <a:ext cx="4189008" cy="463354"/>
          </a:xfrm>
          <a:prstGeom prst="roundRect">
            <a:avLst/>
          </a:prstGeom>
          <a:gradFill>
            <a:gsLst>
              <a:gs pos="52000">
                <a:schemeClr val="accent5">
                  <a:lumMod val="60000"/>
                  <a:lumOff val="40000"/>
                </a:schemeClr>
              </a:gs>
              <a:gs pos="100000">
                <a:schemeClr val="accent5">
                  <a:lumMod val="50000"/>
                </a:schemeClr>
              </a:gs>
              <a:gs pos="0">
                <a:schemeClr val="accent4">
                  <a:lumMod val="75000"/>
                </a:schemeClr>
              </a:gs>
            </a:gsLst>
            <a:lin ang="2700000" scaled="1"/>
          </a:gradFill>
          <a:ln w="12700" cap="flat" cmpd="sng" algn="ctr">
            <a:solidFill>
              <a:sysClr val="window" lastClr="FFFFFF"/>
            </a:solidFill>
            <a:prstDash val="solid"/>
          </a:ln>
          <a:effectLst>
            <a:outerShdw blurRad="419100" dist="190500" dir="2700000" sx="90000" sy="90000" algn="tl" rotWithShape="0">
              <a:sysClr val="windowText" lastClr="000000">
                <a:lumMod val="75000"/>
                <a:lumOff val="25000"/>
                <a:alpha val="40000"/>
              </a:sysClr>
            </a:outerShdw>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2800" kern="0">
              <a:solidFill>
                <a:sysClr val="window" lastClr="FFFFFF"/>
              </a:solidFill>
              <a:latin typeface="Franklin Gothic Book"/>
              <a:ea typeface="微软雅黑"/>
            </a:endParaRPr>
          </a:p>
        </p:txBody>
      </p:sp>
      <p:sp>
        <p:nvSpPr>
          <p:cNvPr id="34" name="TextBox 19"/>
          <p:cNvSpPr txBox="1"/>
          <p:nvPr/>
        </p:nvSpPr>
        <p:spPr>
          <a:xfrm>
            <a:off x="3170717" y="2525410"/>
            <a:ext cx="4065579"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zh-CN" altLang="en-US" b="1" spc="100" dirty="0">
                <a:solidFill>
                  <a:sysClr val="window" lastClr="FFFFFF"/>
                </a:solidFill>
                <a:ea typeface="微软雅黑"/>
              </a:rPr>
              <a:t>定时器标准外设库配置过程</a:t>
            </a:r>
            <a:endParaRPr kumimoji="0" lang="zh-CN" altLang="en-US" b="1" i="0" u="none" strike="noStrike" kern="1200" cap="none" spc="100" normalizeH="0" baseline="0" noProof="0" dirty="0">
              <a:ln>
                <a:noFill/>
              </a:ln>
              <a:solidFill>
                <a:sysClr val="window" lastClr="FFFFFF"/>
              </a:solidFill>
              <a:effectLst/>
              <a:uLnTx/>
              <a:uFillTx/>
              <a:ea typeface="微软雅黑"/>
            </a:endParaRPr>
          </a:p>
        </p:txBody>
      </p:sp>
      <p:sp>
        <p:nvSpPr>
          <p:cNvPr id="35" name="圆角矩形 34"/>
          <p:cNvSpPr/>
          <p:nvPr/>
        </p:nvSpPr>
        <p:spPr>
          <a:xfrm>
            <a:off x="2332735" y="2480635"/>
            <a:ext cx="755570" cy="463354"/>
          </a:xfrm>
          <a:prstGeom prst="roundRect">
            <a:avLst/>
          </a:prstGeom>
          <a:gradFill>
            <a:gsLst>
              <a:gs pos="52000">
                <a:schemeClr val="accent5">
                  <a:lumMod val="60000"/>
                  <a:lumOff val="40000"/>
                </a:schemeClr>
              </a:gs>
              <a:gs pos="100000">
                <a:schemeClr val="accent5">
                  <a:lumMod val="50000"/>
                </a:schemeClr>
              </a:gs>
              <a:gs pos="0">
                <a:schemeClr val="accent4">
                  <a:lumMod val="75000"/>
                </a:schemeClr>
              </a:gs>
            </a:gsLst>
            <a:lin ang="2700000" scaled="1"/>
          </a:gradFill>
          <a:ln w="12700" cap="flat" cmpd="sng" algn="ctr">
            <a:solidFill>
              <a:sysClr val="window" lastClr="FFFFFF"/>
            </a:solidFill>
            <a:prstDash val="solid"/>
          </a:ln>
          <a:effectLst>
            <a:outerShdw blurRad="419100" dist="190500" dir="2700000" sx="90000" sy="90000" algn="tl" rotWithShape="0">
              <a:sysClr val="windowText" lastClr="000000">
                <a:lumMod val="75000"/>
                <a:lumOff val="25000"/>
                <a:alpha val="40000"/>
              </a:sysClr>
            </a:outerShdw>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0" normalizeH="0" baseline="0" noProof="0">
              <a:ln>
                <a:noFill/>
              </a:ln>
              <a:solidFill>
                <a:sysClr val="window" lastClr="FFFFFF"/>
              </a:solidFill>
              <a:effectLst/>
              <a:uLnTx/>
              <a:uFillTx/>
              <a:latin typeface="Franklin Gothic Book"/>
              <a:ea typeface="微软雅黑"/>
              <a:cs typeface="+mn-cs"/>
            </a:endParaRPr>
          </a:p>
        </p:txBody>
      </p:sp>
      <p:sp>
        <p:nvSpPr>
          <p:cNvPr id="36" name="TextBox 76"/>
          <p:cNvSpPr txBox="1"/>
          <p:nvPr/>
        </p:nvSpPr>
        <p:spPr>
          <a:xfrm>
            <a:off x="2227922" y="2490598"/>
            <a:ext cx="90146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smtClean="0">
                <a:ln>
                  <a:noFill/>
                </a:ln>
                <a:solidFill>
                  <a:sysClr val="window" lastClr="FFFFFF"/>
                </a:solidFill>
                <a:effectLst/>
                <a:uLnTx/>
                <a:uFillTx/>
                <a:ea typeface="方正宋黑繁体" panose="03000509000000000000" pitchFamily="65" charset="-122"/>
                <a:cs typeface="Arial Unicode MS" panose="020B0604020202020204" pitchFamily="34" charset="-122"/>
              </a:rPr>
              <a:t> 9.2.2</a:t>
            </a:r>
            <a:endParaRPr kumimoji="0" lang="zh-CN" altLang="en-US" sz="2400" b="1" i="0" u="none" strike="noStrike" kern="1200" cap="none" spc="0" normalizeH="0" baseline="0" noProof="0" dirty="0">
              <a:ln>
                <a:noFill/>
              </a:ln>
              <a:solidFill>
                <a:sysClr val="window" lastClr="FFFFFF"/>
              </a:solidFill>
              <a:effectLst/>
              <a:uLnTx/>
              <a:uFillTx/>
              <a:ea typeface="方正宋黑繁体" panose="03000509000000000000" pitchFamily="65" charset="-122"/>
              <a:cs typeface="Arial Unicode MS" panose="020B0604020202020204" pitchFamily="34" charset="-122"/>
            </a:endParaRPr>
          </a:p>
        </p:txBody>
      </p:sp>
      <p:sp>
        <p:nvSpPr>
          <p:cNvPr id="37" name="圆角矩形 36"/>
          <p:cNvSpPr/>
          <p:nvPr/>
        </p:nvSpPr>
        <p:spPr>
          <a:xfrm>
            <a:off x="2403034" y="3402304"/>
            <a:ext cx="4473222" cy="463354"/>
          </a:xfrm>
          <a:prstGeom prst="roundRect">
            <a:avLst/>
          </a:prstGeom>
          <a:gradFill>
            <a:gsLst>
              <a:gs pos="52000">
                <a:schemeClr val="accent5">
                  <a:lumMod val="60000"/>
                  <a:lumOff val="40000"/>
                </a:schemeClr>
              </a:gs>
              <a:gs pos="100000">
                <a:schemeClr val="accent5">
                  <a:lumMod val="50000"/>
                </a:schemeClr>
              </a:gs>
              <a:gs pos="0">
                <a:schemeClr val="accent4">
                  <a:lumMod val="75000"/>
                </a:schemeClr>
              </a:gs>
            </a:gsLst>
            <a:lin ang="2700000" scaled="1"/>
          </a:gradFill>
          <a:ln w="12700" cap="flat" cmpd="sng" algn="ctr">
            <a:solidFill>
              <a:sysClr val="window" lastClr="FFFFFF"/>
            </a:solidFill>
            <a:prstDash val="solid"/>
          </a:ln>
          <a:effectLst>
            <a:outerShdw blurRad="419100" dist="190500" dir="2700000" sx="90000" sy="90000" algn="tl" rotWithShape="0">
              <a:sysClr val="windowText" lastClr="000000">
                <a:lumMod val="75000"/>
                <a:lumOff val="25000"/>
                <a:alpha val="40000"/>
              </a:sysClr>
            </a:outerShdw>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2800" kern="0">
              <a:solidFill>
                <a:sysClr val="window" lastClr="FFFFFF"/>
              </a:solidFill>
              <a:latin typeface="Franklin Gothic Book"/>
              <a:ea typeface="微软雅黑"/>
            </a:endParaRPr>
          </a:p>
        </p:txBody>
      </p:sp>
      <p:sp>
        <p:nvSpPr>
          <p:cNvPr id="38" name="TextBox 19"/>
          <p:cNvSpPr txBox="1"/>
          <p:nvPr/>
        </p:nvSpPr>
        <p:spPr>
          <a:xfrm>
            <a:off x="2526463" y="3449315"/>
            <a:ext cx="4997865"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zh-CN" altLang="en-US" b="1" spc="100" dirty="0">
                <a:solidFill>
                  <a:sysClr val="window" lastClr="FFFFFF"/>
                </a:solidFill>
                <a:ea typeface="微软雅黑"/>
              </a:rPr>
              <a:t>定时器标准外设库应用</a:t>
            </a:r>
            <a:r>
              <a:rPr lang="zh-CN" altLang="en-US" b="1" spc="100" dirty="0" smtClean="0">
                <a:solidFill>
                  <a:sysClr val="window" lastClr="FFFFFF"/>
                </a:solidFill>
                <a:ea typeface="微软雅黑"/>
              </a:rPr>
              <a:t>实例</a:t>
            </a:r>
            <a:endParaRPr kumimoji="0" lang="zh-CN" altLang="en-US" b="1" i="0" u="none" strike="noStrike" kern="1200" cap="none" spc="100" normalizeH="0" baseline="0" noProof="0" dirty="0">
              <a:ln>
                <a:noFill/>
              </a:ln>
              <a:solidFill>
                <a:sysClr val="window" lastClr="FFFFFF"/>
              </a:solidFill>
              <a:effectLst/>
              <a:uLnTx/>
              <a:uFillTx/>
              <a:ea typeface="微软雅黑"/>
            </a:endParaRPr>
          </a:p>
        </p:txBody>
      </p:sp>
      <p:sp>
        <p:nvSpPr>
          <p:cNvPr id="39" name="圆角矩形 38"/>
          <p:cNvSpPr/>
          <p:nvPr/>
        </p:nvSpPr>
        <p:spPr>
          <a:xfrm>
            <a:off x="1688481" y="3404540"/>
            <a:ext cx="755570" cy="463354"/>
          </a:xfrm>
          <a:prstGeom prst="roundRect">
            <a:avLst/>
          </a:prstGeom>
          <a:gradFill>
            <a:gsLst>
              <a:gs pos="52000">
                <a:schemeClr val="accent5">
                  <a:lumMod val="60000"/>
                  <a:lumOff val="40000"/>
                </a:schemeClr>
              </a:gs>
              <a:gs pos="100000">
                <a:schemeClr val="accent5">
                  <a:lumMod val="50000"/>
                </a:schemeClr>
              </a:gs>
              <a:gs pos="0">
                <a:schemeClr val="accent4">
                  <a:lumMod val="75000"/>
                </a:schemeClr>
              </a:gs>
            </a:gsLst>
            <a:lin ang="2700000" scaled="1"/>
          </a:gradFill>
          <a:ln w="12700" cap="flat" cmpd="sng" algn="ctr">
            <a:solidFill>
              <a:sysClr val="window" lastClr="FFFFFF"/>
            </a:solidFill>
            <a:prstDash val="solid"/>
          </a:ln>
          <a:effectLst>
            <a:outerShdw blurRad="419100" dist="190500" dir="2700000" sx="90000" sy="90000" algn="tl" rotWithShape="0">
              <a:sysClr val="windowText" lastClr="000000">
                <a:lumMod val="75000"/>
                <a:lumOff val="25000"/>
                <a:alpha val="40000"/>
              </a:sysClr>
            </a:outerShdw>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0" normalizeH="0" baseline="0" noProof="0">
              <a:ln>
                <a:noFill/>
              </a:ln>
              <a:solidFill>
                <a:sysClr val="window" lastClr="FFFFFF"/>
              </a:solidFill>
              <a:effectLst/>
              <a:uLnTx/>
              <a:uFillTx/>
              <a:latin typeface="Franklin Gothic Book"/>
              <a:ea typeface="微软雅黑"/>
              <a:cs typeface="+mn-cs"/>
            </a:endParaRPr>
          </a:p>
        </p:txBody>
      </p:sp>
      <p:sp>
        <p:nvSpPr>
          <p:cNvPr id="40" name="TextBox 76"/>
          <p:cNvSpPr txBox="1"/>
          <p:nvPr/>
        </p:nvSpPr>
        <p:spPr>
          <a:xfrm>
            <a:off x="1583668" y="3414503"/>
            <a:ext cx="90146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smtClean="0">
                <a:ln>
                  <a:noFill/>
                </a:ln>
                <a:solidFill>
                  <a:sysClr val="window" lastClr="FFFFFF"/>
                </a:solidFill>
                <a:effectLst/>
                <a:uLnTx/>
                <a:uFillTx/>
                <a:ea typeface="方正宋黑繁体" panose="03000509000000000000" pitchFamily="65" charset="-122"/>
                <a:cs typeface="Arial Unicode MS" panose="020B0604020202020204" pitchFamily="34" charset="-122"/>
              </a:rPr>
              <a:t> 9.3.3</a:t>
            </a:r>
            <a:endParaRPr kumimoji="0" lang="zh-CN" altLang="en-US" sz="2400" b="1" i="0" u="none" strike="noStrike" kern="1200" cap="none" spc="0" normalizeH="0" baseline="0" noProof="0" dirty="0">
              <a:ln>
                <a:noFill/>
              </a:ln>
              <a:solidFill>
                <a:sysClr val="window" lastClr="FFFFFF"/>
              </a:solidFill>
              <a:effectLst/>
              <a:uLnTx/>
              <a:uFillTx/>
              <a:ea typeface="方正宋黑繁体" panose="03000509000000000000" pitchFamily="65" charset="-122"/>
              <a:cs typeface="Arial Unicode MS" panose="020B0604020202020204" pitchFamily="34" charset="-122"/>
            </a:endParaRPr>
          </a:p>
        </p:txBody>
      </p:sp>
    </p:spTree>
    <p:extLst>
      <p:ext uri="{BB962C8B-B14F-4D97-AF65-F5344CB8AC3E}">
        <p14:creationId xmlns:p14="http://schemas.microsoft.com/office/powerpoint/2010/main" val="161823581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70008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596130" cy="461665"/>
          </a:xfrm>
          <a:prstGeom prst="rect">
            <a:avLst/>
          </a:prstGeom>
        </p:spPr>
        <p:txBody>
          <a:bodyPr wrap="none">
            <a:spAutoFit/>
          </a:bodyPr>
          <a:lstStyle/>
          <a:p>
            <a:r>
              <a:rPr lang="en-US" altLang="zh-CN" sz="2400" b="1" dirty="0">
                <a:solidFill>
                  <a:schemeClr val="bg1"/>
                </a:solidFill>
              </a:rPr>
              <a:t>9.2.1 </a:t>
            </a:r>
            <a:r>
              <a:rPr lang="zh-CN" altLang="en-US" sz="2400" b="1" dirty="0">
                <a:solidFill>
                  <a:schemeClr val="bg1"/>
                </a:solidFill>
              </a:rPr>
              <a:t>定时器标准外设库接口函数</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8" name="图片 17" descr="C:\Users\DELL\Desktop\Snipaste_2019-01-31_00-39-54.png"/>
          <p:cNvPicPr/>
          <p:nvPr/>
        </p:nvPicPr>
        <p:blipFill>
          <a:blip r:embed="rId2">
            <a:extLst>
              <a:ext uri="{28A0092B-C50C-407E-A947-70E740481C1C}">
                <a14:useLocalDpi xmlns:a14="http://schemas.microsoft.com/office/drawing/2010/main" val="0"/>
              </a:ext>
            </a:extLst>
          </a:blip>
          <a:srcRect/>
          <a:stretch>
            <a:fillRect/>
          </a:stretch>
        </p:blipFill>
        <p:spPr bwMode="auto">
          <a:xfrm>
            <a:off x="3921607" y="1009182"/>
            <a:ext cx="4689475" cy="3886200"/>
          </a:xfrm>
          <a:prstGeom prst="rect">
            <a:avLst/>
          </a:prstGeom>
          <a:noFill/>
          <a:ln>
            <a:noFill/>
          </a:ln>
        </p:spPr>
      </p:pic>
      <p:sp>
        <p:nvSpPr>
          <p:cNvPr id="5" name="矩形 4"/>
          <p:cNvSpPr/>
          <p:nvPr/>
        </p:nvSpPr>
        <p:spPr>
          <a:xfrm>
            <a:off x="503548" y="1203598"/>
            <a:ext cx="3240360" cy="3208571"/>
          </a:xfrm>
          <a:prstGeom prst="rect">
            <a:avLst/>
          </a:prstGeom>
        </p:spPr>
        <p:txBody>
          <a:bodyPr wrap="square">
            <a:spAutoFit/>
          </a:bodyPr>
          <a:lstStyle/>
          <a:p>
            <a:pPr>
              <a:lnSpc>
                <a:spcPct val="125000"/>
              </a:lnSpc>
            </a:pPr>
            <a:r>
              <a:rPr lang="en-US" altLang="zh-CN" b="1" dirty="0" smtClean="0"/>
              <a:t>    STM32F103</a:t>
            </a:r>
            <a:r>
              <a:rPr lang="zh-CN" altLang="en-US" b="1" dirty="0"/>
              <a:t>系列微控制器的定时器库函数存放在</a:t>
            </a:r>
            <a:r>
              <a:rPr lang="en-US" altLang="zh-CN" b="1" dirty="0"/>
              <a:t>STM32</a:t>
            </a:r>
            <a:r>
              <a:rPr lang="zh-CN" altLang="en-US" b="1" dirty="0"/>
              <a:t>标准外设库的</a:t>
            </a:r>
            <a:r>
              <a:rPr lang="en-US" altLang="zh-CN" b="1" dirty="0"/>
              <a:t>stm32f10x_tim.c</a:t>
            </a:r>
            <a:r>
              <a:rPr lang="zh-CN" altLang="en-US" b="1" dirty="0"/>
              <a:t>和</a:t>
            </a:r>
            <a:r>
              <a:rPr lang="en-US" altLang="zh-CN" b="1" dirty="0"/>
              <a:t>stm32f10x_tim.h</a:t>
            </a:r>
            <a:r>
              <a:rPr lang="zh-CN" altLang="en-US" b="1" dirty="0"/>
              <a:t>文件中，</a:t>
            </a:r>
            <a:r>
              <a:rPr lang="en-US" altLang="zh-CN" b="1" dirty="0"/>
              <a:t>stm32f10x_tim.h</a:t>
            </a:r>
            <a:r>
              <a:rPr lang="zh-CN" altLang="en-US" b="1" dirty="0"/>
              <a:t>头文件中声明了定时器有关的库函数以及相关的宏定义、结构体</a:t>
            </a:r>
            <a:r>
              <a:rPr lang="zh-CN" altLang="en-US" b="1" dirty="0" smtClean="0"/>
              <a:t>等。</a:t>
            </a:r>
            <a:endParaRPr lang="en-US" altLang="zh-CN" b="1" dirty="0" smtClean="0"/>
          </a:p>
          <a:p>
            <a:pPr>
              <a:lnSpc>
                <a:spcPct val="125000"/>
              </a:lnSpc>
            </a:pPr>
            <a:r>
              <a:rPr lang="en-US" altLang="zh-CN" b="1" dirty="0"/>
              <a:t> </a:t>
            </a:r>
            <a:r>
              <a:rPr lang="en-US" altLang="zh-CN" b="1" dirty="0" smtClean="0"/>
              <a:t>   </a:t>
            </a:r>
            <a:r>
              <a:rPr lang="zh-CN" altLang="en-US" b="1" dirty="0" smtClean="0"/>
              <a:t>由于</a:t>
            </a:r>
            <a:r>
              <a:rPr lang="en-US" altLang="zh-CN" b="1" dirty="0"/>
              <a:t>STM32</a:t>
            </a:r>
            <a:r>
              <a:rPr lang="zh-CN" altLang="en-US" b="1" dirty="0"/>
              <a:t>的定时器功能较为强大，其库函数也较多。</a:t>
            </a:r>
          </a:p>
        </p:txBody>
      </p:sp>
    </p:spTree>
    <p:extLst>
      <p:ext uri="{BB962C8B-B14F-4D97-AF65-F5344CB8AC3E}">
        <p14:creationId xmlns:p14="http://schemas.microsoft.com/office/powerpoint/2010/main" val="68941309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70008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596130" cy="461665"/>
          </a:xfrm>
          <a:prstGeom prst="rect">
            <a:avLst/>
          </a:prstGeom>
        </p:spPr>
        <p:txBody>
          <a:bodyPr wrap="none">
            <a:spAutoFit/>
          </a:bodyPr>
          <a:lstStyle/>
          <a:p>
            <a:r>
              <a:rPr lang="en-US" altLang="zh-CN" sz="2400" b="1" dirty="0">
                <a:solidFill>
                  <a:schemeClr val="bg1"/>
                </a:solidFill>
              </a:rPr>
              <a:t>9.2.1 </a:t>
            </a:r>
            <a:r>
              <a:rPr lang="zh-CN" altLang="en-US" sz="2400" b="1" dirty="0">
                <a:solidFill>
                  <a:schemeClr val="bg1"/>
                </a:solidFill>
              </a:rPr>
              <a:t>定时器标准外设库接口函数</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矩形 4"/>
          <p:cNvSpPr/>
          <p:nvPr/>
        </p:nvSpPr>
        <p:spPr>
          <a:xfrm>
            <a:off x="1133616" y="1959682"/>
            <a:ext cx="3438384" cy="2862322"/>
          </a:xfrm>
          <a:prstGeom prst="rect">
            <a:avLst/>
          </a:prstGeom>
        </p:spPr>
        <p:txBody>
          <a:bodyPr wrap="square">
            <a:spAutoFit/>
          </a:bodyPr>
          <a:lstStyle/>
          <a:p>
            <a:pPr>
              <a:lnSpc>
                <a:spcPct val="125000"/>
              </a:lnSpc>
            </a:pPr>
            <a:r>
              <a:rPr lang="en-US" altLang="zh-CN" b="1" dirty="0" err="1" smtClean="0"/>
              <a:t>typedef</a:t>
            </a:r>
            <a:r>
              <a:rPr lang="en-US" altLang="zh-CN" b="1" dirty="0" smtClean="0"/>
              <a:t> </a:t>
            </a:r>
            <a:r>
              <a:rPr lang="en-US" altLang="zh-CN" b="1" dirty="0" err="1"/>
              <a:t>struct</a:t>
            </a:r>
            <a:endParaRPr lang="en-US" altLang="zh-CN" b="1" dirty="0"/>
          </a:p>
          <a:p>
            <a:pPr>
              <a:lnSpc>
                <a:spcPct val="125000"/>
              </a:lnSpc>
            </a:pPr>
            <a:r>
              <a:rPr lang="en-US" altLang="zh-CN" b="1" dirty="0"/>
              <a:t>{</a:t>
            </a:r>
          </a:p>
          <a:p>
            <a:pPr>
              <a:lnSpc>
                <a:spcPct val="125000"/>
              </a:lnSpc>
            </a:pPr>
            <a:r>
              <a:rPr lang="en-US" altLang="zh-CN" b="1" dirty="0"/>
              <a:t>  uint16_t </a:t>
            </a:r>
            <a:r>
              <a:rPr lang="en-US" altLang="zh-CN" b="1" dirty="0" err="1"/>
              <a:t>TIM_Prescaler</a:t>
            </a:r>
            <a:r>
              <a:rPr lang="en-US" altLang="zh-CN" b="1" dirty="0"/>
              <a:t>;   </a:t>
            </a:r>
          </a:p>
          <a:p>
            <a:pPr>
              <a:lnSpc>
                <a:spcPct val="125000"/>
              </a:lnSpc>
            </a:pPr>
            <a:r>
              <a:rPr lang="en-US" altLang="zh-CN" b="1" dirty="0"/>
              <a:t>  uint16_t </a:t>
            </a:r>
            <a:r>
              <a:rPr lang="en-US" altLang="zh-CN" b="1" dirty="0" err="1"/>
              <a:t>TIM_CounterMode</a:t>
            </a:r>
            <a:r>
              <a:rPr lang="en-US" altLang="zh-CN" b="1" dirty="0"/>
              <a:t>;      </a:t>
            </a:r>
          </a:p>
          <a:p>
            <a:pPr>
              <a:lnSpc>
                <a:spcPct val="125000"/>
              </a:lnSpc>
            </a:pPr>
            <a:r>
              <a:rPr lang="en-US" altLang="zh-CN" b="1" dirty="0"/>
              <a:t>  uint16_t </a:t>
            </a:r>
            <a:r>
              <a:rPr lang="en-US" altLang="zh-CN" b="1" dirty="0" err="1"/>
              <a:t>TIM_Period</a:t>
            </a:r>
            <a:r>
              <a:rPr lang="en-US" altLang="zh-CN" b="1" dirty="0"/>
              <a:t>;          </a:t>
            </a:r>
          </a:p>
          <a:p>
            <a:pPr>
              <a:lnSpc>
                <a:spcPct val="125000"/>
              </a:lnSpc>
            </a:pPr>
            <a:r>
              <a:rPr lang="en-US" altLang="zh-CN" b="1" dirty="0"/>
              <a:t>  uint16_t </a:t>
            </a:r>
            <a:r>
              <a:rPr lang="en-US" altLang="zh-CN" b="1" dirty="0" err="1"/>
              <a:t>TIM_ClockDivision</a:t>
            </a:r>
            <a:r>
              <a:rPr lang="en-US" altLang="zh-CN" b="1" dirty="0"/>
              <a:t>;   </a:t>
            </a:r>
          </a:p>
          <a:p>
            <a:pPr>
              <a:lnSpc>
                <a:spcPct val="125000"/>
              </a:lnSpc>
            </a:pPr>
            <a:r>
              <a:rPr lang="en-US" altLang="zh-CN" b="1" dirty="0"/>
              <a:t>  uint8_t </a:t>
            </a:r>
            <a:r>
              <a:rPr lang="en-US" altLang="zh-CN" b="1" dirty="0" err="1"/>
              <a:t>TIM_RepetitionCounter</a:t>
            </a:r>
            <a:r>
              <a:rPr lang="en-US" altLang="zh-CN" b="1" dirty="0"/>
              <a:t>; </a:t>
            </a:r>
          </a:p>
          <a:p>
            <a:pPr>
              <a:lnSpc>
                <a:spcPct val="125000"/>
              </a:lnSpc>
            </a:pPr>
            <a:r>
              <a:rPr lang="en-US" altLang="zh-CN" b="1" dirty="0"/>
              <a:t>} </a:t>
            </a:r>
            <a:r>
              <a:rPr lang="en-US" altLang="zh-CN" b="1" dirty="0" err="1"/>
              <a:t>TIM_TimeBaseInitTypeDef</a:t>
            </a:r>
            <a:r>
              <a:rPr lang="en-US" altLang="zh-CN" b="1" dirty="0"/>
              <a:t>;  </a:t>
            </a:r>
          </a:p>
        </p:txBody>
      </p:sp>
      <p:sp>
        <p:nvSpPr>
          <p:cNvPr id="3" name="矩形 2"/>
          <p:cNvSpPr/>
          <p:nvPr/>
        </p:nvSpPr>
        <p:spPr>
          <a:xfrm>
            <a:off x="5400092" y="406932"/>
            <a:ext cx="2972568" cy="369332"/>
          </a:xfrm>
          <a:prstGeom prst="rect">
            <a:avLst/>
          </a:prstGeom>
        </p:spPr>
        <p:txBody>
          <a:bodyPr wrap="square">
            <a:spAutoFit/>
          </a:bodyPr>
          <a:lstStyle/>
          <a:p>
            <a:r>
              <a:rPr lang="en-US" altLang="zh-CN" b="1" dirty="0">
                <a:solidFill>
                  <a:srgbClr val="C00000"/>
                </a:solidFill>
              </a:rPr>
              <a:t> </a:t>
            </a:r>
            <a:r>
              <a:rPr lang="en-US" altLang="zh-CN" b="1" dirty="0" err="1">
                <a:solidFill>
                  <a:srgbClr val="C00000"/>
                </a:solidFill>
              </a:rPr>
              <a:t>TIM_TimeBaseInit</a:t>
            </a:r>
            <a:r>
              <a:rPr lang="en-US" altLang="zh-CN" b="1" dirty="0">
                <a:solidFill>
                  <a:srgbClr val="C00000"/>
                </a:solidFill>
              </a:rPr>
              <a:t>()</a:t>
            </a:r>
            <a:r>
              <a:rPr lang="zh-CN" altLang="en-US" b="1" dirty="0">
                <a:solidFill>
                  <a:srgbClr val="C00000"/>
                </a:solidFill>
              </a:rPr>
              <a:t>库函数</a:t>
            </a:r>
            <a:endParaRPr lang="zh-CN" altLang="en-US" dirty="0">
              <a:solidFill>
                <a:srgbClr val="C00000"/>
              </a:solidFill>
            </a:endParaRPr>
          </a:p>
        </p:txBody>
      </p:sp>
      <p:sp>
        <p:nvSpPr>
          <p:cNvPr id="7" name="矩形 6"/>
          <p:cNvSpPr/>
          <p:nvPr/>
        </p:nvSpPr>
        <p:spPr>
          <a:xfrm>
            <a:off x="389541" y="1052364"/>
            <a:ext cx="4938543" cy="369332"/>
          </a:xfrm>
          <a:prstGeom prst="rect">
            <a:avLst/>
          </a:prstGeom>
        </p:spPr>
        <p:txBody>
          <a:bodyPr wrap="square">
            <a:spAutoFit/>
          </a:bodyPr>
          <a:lstStyle/>
          <a:p>
            <a:r>
              <a:rPr lang="zh-CN" altLang="en-US" b="1" dirty="0">
                <a:solidFill>
                  <a:prstClr val="black"/>
                </a:solidFill>
              </a:rPr>
              <a:t>用于定时器</a:t>
            </a:r>
            <a:r>
              <a:rPr lang="en-US" altLang="zh-CN" b="1" dirty="0" err="1">
                <a:solidFill>
                  <a:prstClr val="black"/>
                </a:solidFill>
              </a:rPr>
              <a:t>TIMx</a:t>
            </a:r>
            <a:r>
              <a:rPr lang="zh-CN" altLang="en-US" b="1" dirty="0">
                <a:solidFill>
                  <a:prstClr val="black"/>
                </a:solidFill>
              </a:rPr>
              <a:t>的参数</a:t>
            </a:r>
            <a:r>
              <a:rPr lang="zh-CN" altLang="en-US" b="1" dirty="0" smtClean="0">
                <a:solidFill>
                  <a:prstClr val="black"/>
                </a:solidFill>
              </a:rPr>
              <a:t>初始化，函数原型：</a:t>
            </a:r>
            <a:endParaRPr lang="zh-CN" altLang="en-US" dirty="0"/>
          </a:p>
        </p:txBody>
      </p:sp>
      <p:sp>
        <p:nvSpPr>
          <p:cNvPr id="8" name="矩形 7"/>
          <p:cNvSpPr/>
          <p:nvPr/>
        </p:nvSpPr>
        <p:spPr>
          <a:xfrm>
            <a:off x="273741" y="1491630"/>
            <a:ext cx="8596515" cy="400110"/>
          </a:xfrm>
          <a:prstGeom prst="rect">
            <a:avLst/>
          </a:prstGeom>
        </p:spPr>
        <p:txBody>
          <a:bodyPr wrap="square">
            <a:spAutoFit/>
          </a:bodyPr>
          <a:lstStyle/>
          <a:p>
            <a:pPr lvl="0">
              <a:lnSpc>
                <a:spcPct val="125000"/>
              </a:lnSpc>
            </a:pPr>
            <a:r>
              <a:rPr lang="en-US" altLang="zh-CN" sz="1600" b="1" dirty="0">
                <a:solidFill>
                  <a:prstClr val="black"/>
                </a:solidFill>
              </a:rPr>
              <a:t>void </a:t>
            </a:r>
            <a:r>
              <a:rPr lang="en-US" altLang="zh-CN" sz="1600" b="1" dirty="0" err="1">
                <a:solidFill>
                  <a:prstClr val="black"/>
                </a:solidFill>
              </a:rPr>
              <a:t>TIM_TimeBaseInit</a:t>
            </a:r>
            <a:r>
              <a:rPr lang="en-US" altLang="zh-CN" sz="1600" b="1" dirty="0">
                <a:solidFill>
                  <a:prstClr val="black"/>
                </a:solidFill>
              </a:rPr>
              <a:t>(</a:t>
            </a:r>
            <a:r>
              <a:rPr lang="en-US" altLang="zh-CN" sz="1600" b="1" dirty="0" err="1">
                <a:solidFill>
                  <a:prstClr val="black"/>
                </a:solidFill>
              </a:rPr>
              <a:t>TIM_TypeDef</a:t>
            </a:r>
            <a:r>
              <a:rPr lang="en-US" altLang="zh-CN" sz="1600" b="1" dirty="0">
                <a:solidFill>
                  <a:prstClr val="black"/>
                </a:solidFill>
              </a:rPr>
              <a:t>* </a:t>
            </a:r>
            <a:r>
              <a:rPr lang="en-US" altLang="zh-CN" sz="1600" b="1" dirty="0" err="1">
                <a:solidFill>
                  <a:prstClr val="black"/>
                </a:solidFill>
              </a:rPr>
              <a:t>TIMx</a:t>
            </a:r>
            <a:r>
              <a:rPr lang="en-US" altLang="zh-CN" sz="1600" b="1" dirty="0">
                <a:solidFill>
                  <a:prstClr val="black"/>
                </a:solidFill>
              </a:rPr>
              <a:t>, </a:t>
            </a:r>
            <a:r>
              <a:rPr lang="en-US" altLang="zh-CN" sz="1600" b="1" dirty="0" err="1">
                <a:solidFill>
                  <a:prstClr val="black"/>
                </a:solidFill>
              </a:rPr>
              <a:t>TIM_TimeBaseInitTypeDef</a:t>
            </a:r>
            <a:r>
              <a:rPr lang="en-US" altLang="zh-CN" sz="1600" b="1" dirty="0">
                <a:solidFill>
                  <a:prstClr val="black"/>
                </a:solidFill>
              </a:rPr>
              <a:t>* </a:t>
            </a:r>
            <a:r>
              <a:rPr lang="en-US" altLang="zh-CN" sz="1600" b="1" dirty="0" err="1">
                <a:solidFill>
                  <a:prstClr val="black"/>
                </a:solidFill>
              </a:rPr>
              <a:t>TIM_TimeBaseInitStruct</a:t>
            </a:r>
            <a:r>
              <a:rPr lang="en-US" altLang="zh-CN" sz="1600" b="1" dirty="0">
                <a:solidFill>
                  <a:prstClr val="black"/>
                </a:solidFill>
              </a:rPr>
              <a:t>);</a:t>
            </a:r>
          </a:p>
        </p:txBody>
      </p:sp>
      <p:sp>
        <p:nvSpPr>
          <p:cNvPr id="9" name="矩形 8"/>
          <p:cNvSpPr/>
          <p:nvPr/>
        </p:nvSpPr>
        <p:spPr>
          <a:xfrm>
            <a:off x="3131840" y="1989152"/>
            <a:ext cx="3456384" cy="43858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a:lnSpc>
                <a:spcPct val="125000"/>
              </a:lnSpc>
            </a:pPr>
            <a:r>
              <a:rPr lang="zh-CN" altLang="en-US" b="1" dirty="0">
                <a:solidFill>
                  <a:prstClr val="black"/>
                </a:solidFill>
              </a:rPr>
              <a:t>定义在</a:t>
            </a:r>
            <a:r>
              <a:rPr lang="en-US" altLang="zh-CN" b="1" dirty="0">
                <a:solidFill>
                  <a:prstClr val="black"/>
                </a:solidFill>
              </a:rPr>
              <a:t>stm32f10x_tim.h</a:t>
            </a:r>
            <a:r>
              <a:rPr lang="zh-CN" altLang="en-US" b="1" dirty="0">
                <a:solidFill>
                  <a:prstClr val="black"/>
                </a:solidFill>
              </a:rPr>
              <a:t>头文件</a:t>
            </a:r>
            <a:r>
              <a:rPr lang="zh-CN" altLang="en-US" b="1" dirty="0" smtClean="0">
                <a:solidFill>
                  <a:prstClr val="black"/>
                </a:solidFill>
              </a:rPr>
              <a:t>中</a:t>
            </a:r>
            <a:endParaRPr lang="zh-CN" altLang="en-US" b="1" dirty="0">
              <a:solidFill>
                <a:prstClr val="black"/>
              </a:solidFill>
            </a:endParaRPr>
          </a:p>
        </p:txBody>
      </p:sp>
      <p:sp>
        <p:nvSpPr>
          <p:cNvPr id="10" name="右箭头 9"/>
          <p:cNvSpPr/>
          <p:nvPr/>
        </p:nvSpPr>
        <p:spPr>
          <a:xfrm rot="10800000">
            <a:off x="2678792" y="2100430"/>
            <a:ext cx="360040" cy="219291"/>
          </a:xfrm>
          <a:prstGeom prst="rightArrow">
            <a:avLst/>
          </a:prstGeom>
          <a:solidFill>
            <a:schemeClr val="accent5">
              <a:lumMod val="40000"/>
              <a:lumOff val="6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solidFill>
                <a:schemeClr val="accent5">
                  <a:lumMod val="40000"/>
                  <a:lumOff val="60000"/>
                </a:schemeClr>
              </a:solidFill>
            </a:endParaRPr>
          </a:p>
        </p:txBody>
      </p:sp>
      <p:sp>
        <p:nvSpPr>
          <p:cNvPr id="11" name="圆角矩形标注 10"/>
          <p:cNvSpPr/>
          <p:nvPr/>
        </p:nvSpPr>
        <p:spPr>
          <a:xfrm>
            <a:off x="4752020" y="2823778"/>
            <a:ext cx="2880320" cy="864096"/>
          </a:xfrm>
          <a:prstGeom prst="wedgeRoundRectCallout">
            <a:avLst>
              <a:gd name="adj1" fmla="val -88861"/>
              <a:gd name="adj2" fmla="val -41642"/>
              <a:gd name="adj3" fmla="val 16667"/>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sz="1600" b="1" dirty="0" err="1"/>
              <a:t>TIMx</a:t>
            </a:r>
            <a:r>
              <a:rPr lang="zh-CN" altLang="en-US" sz="1600" b="1" dirty="0"/>
              <a:t>预分频寄存器</a:t>
            </a:r>
            <a:r>
              <a:rPr lang="en-US" altLang="zh-CN" sz="1600" b="1" dirty="0" err="1"/>
              <a:t>TIMx_PSC</a:t>
            </a:r>
            <a:r>
              <a:rPr lang="zh-CN" altLang="en-US" sz="1600" b="1" dirty="0"/>
              <a:t>的值，数值上等于</a:t>
            </a:r>
            <a:r>
              <a:rPr lang="en-US" altLang="zh-CN" sz="1600" b="1" dirty="0" err="1"/>
              <a:t>TIMx</a:t>
            </a:r>
            <a:r>
              <a:rPr lang="zh-CN" altLang="en-US" sz="1600" b="1" dirty="0"/>
              <a:t>计数器</a:t>
            </a:r>
            <a:r>
              <a:rPr lang="en-US" altLang="zh-CN" sz="1600" b="1" dirty="0" err="1"/>
              <a:t>TIMxCNT</a:t>
            </a:r>
            <a:r>
              <a:rPr lang="zh-CN" altLang="en-US" sz="1600" b="1" dirty="0"/>
              <a:t>的预分频系数减</a:t>
            </a:r>
            <a:r>
              <a:rPr lang="en-US" altLang="zh-CN" sz="1600" b="1" dirty="0"/>
              <a:t>1</a:t>
            </a:r>
            <a:endParaRPr lang="zh-CN" altLang="en-US" sz="1600" b="1" dirty="0" smtClean="0"/>
          </a:p>
        </p:txBody>
      </p:sp>
      <p:sp>
        <p:nvSpPr>
          <p:cNvPr id="15" name="圆角矩形标注 14"/>
          <p:cNvSpPr/>
          <p:nvPr/>
        </p:nvSpPr>
        <p:spPr>
          <a:xfrm>
            <a:off x="5230332" y="4227934"/>
            <a:ext cx="1789940" cy="594070"/>
          </a:xfrm>
          <a:prstGeom prst="wedgeRoundRectCallout">
            <a:avLst>
              <a:gd name="adj1" fmla="val -90747"/>
              <a:gd name="adj2" fmla="val -40420"/>
              <a:gd name="adj3" fmla="val 16667"/>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zh-CN" altLang="en-US" sz="1600" b="1" dirty="0"/>
              <a:t>为</a:t>
            </a:r>
            <a:r>
              <a:rPr lang="en-US" altLang="zh-CN" sz="1600" b="1" dirty="0"/>
              <a:t>TIM1</a:t>
            </a:r>
            <a:r>
              <a:rPr lang="zh-CN" altLang="en-US" sz="1600" b="1" dirty="0"/>
              <a:t>和</a:t>
            </a:r>
            <a:r>
              <a:rPr lang="en-US" altLang="zh-CN" sz="1600" b="1" dirty="0"/>
              <a:t>TIM8</a:t>
            </a:r>
            <a:r>
              <a:rPr lang="zh-CN" altLang="en-US" sz="1600" b="1" dirty="0"/>
              <a:t>高级定时器所特有</a:t>
            </a:r>
            <a:endParaRPr lang="zh-CN" altLang="en-US" sz="1600" b="1" dirty="0" smtClean="0"/>
          </a:p>
        </p:txBody>
      </p:sp>
    </p:spTree>
    <p:extLst>
      <p:ext uri="{BB962C8B-B14F-4D97-AF65-F5344CB8AC3E}">
        <p14:creationId xmlns:p14="http://schemas.microsoft.com/office/powerpoint/2010/main" val="32679221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70008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596130" cy="461665"/>
          </a:xfrm>
          <a:prstGeom prst="rect">
            <a:avLst/>
          </a:prstGeom>
        </p:spPr>
        <p:txBody>
          <a:bodyPr wrap="none">
            <a:spAutoFit/>
          </a:bodyPr>
          <a:lstStyle/>
          <a:p>
            <a:r>
              <a:rPr lang="en-US" altLang="zh-CN" sz="2400" b="1" dirty="0">
                <a:solidFill>
                  <a:schemeClr val="bg1"/>
                </a:solidFill>
              </a:rPr>
              <a:t>9.2.1 </a:t>
            </a:r>
            <a:r>
              <a:rPr lang="zh-CN" altLang="en-US" sz="2400" b="1" dirty="0">
                <a:solidFill>
                  <a:schemeClr val="bg1"/>
                </a:solidFill>
              </a:rPr>
              <a:t>定时器标准外设库接口函数</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1511660" y="1023578"/>
            <a:ext cx="5402313" cy="369332"/>
          </a:xfrm>
          <a:prstGeom prst="rect">
            <a:avLst/>
          </a:prstGeom>
        </p:spPr>
        <p:txBody>
          <a:bodyPr wrap="none">
            <a:spAutoFit/>
          </a:bodyPr>
          <a:lstStyle/>
          <a:p>
            <a:r>
              <a:rPr lang="en-US" altLang="zh-CN" b="1" dirty="0" err="1" smtClean="0">
                <a:solidFill>
                  <a:prstClr val="black"/>
                </a:solidFill>
              </a:rPr>
              <a:t>TIM_CounterMode</a:t>
            </a:r>
            <a:r>
              <a:rPr lang="zh-CN" altLang="en-US" b="1" dirty="0" smtClean="0">
                <a:solidFill>
                  <a:prstClr val="black"/>
                </a:solidFill>
              </a:rPr>
              <a:t>：</a:t>
            </a:r>
            <a:r>
              <a:rPr lang="en-US" altLang="zh-CN" b="1" dirty="0" err="1"/>
              <a:t>TIMx</a:t>
            </a:r>
            <a:r>
              <a:rPr lang="zh-CN" altLang="zh-CN" b="1" dirty="0"/>
              <a:t>计数器</a:t>
            </a:r>
            <a:r>
              <a:rPr lang="en-US" altLang="zh-CN" b="1" dirty="0" err="1"/>
              <a:t>TIMxCNT</a:t>
            </a:r>
            <a:r>
              <a:rPr lang="zh-CN" altLang="zh-CN" b="1" dirty="0"/>
              <a:t>的计数模式</a:t>
            </a:r>
            <a:endParaRPr lang="zh-CN" altLang="en-US" b="1" dirty="0"/>
          </a:p>
        </p:txBody>
      </p:sp>
      <p:sp>
        <p:nvSpPr>
          <p:cNvPr id="10" name="矩形 9"/>
          <p:cNvSpPr/>
          <p:nvPr/>
        </p:nvSpPr>
        <p:spPr>
          <a:xfrm>
            <a:off x="804765" y="1517677"/>
            <a:ext cx="2664296" cy="443018"/>
          </a:xfrm>
          <a:prstGeom prst="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lnSpc>
                <a:spcPct val="125000"/>
              </a:lnSpc>
            </a:pPr>
            <a:r>
              <a:rPr lang="en-US" altLang="zh-CN" b="1" dirty="0" err="1" smtClean="0"/>
              <a:t>TIM_CounterMode_Up</a:t>
            </a:r>
            <a:endParaRPr lang="zh-CN" altLang="en-US" b="1" dirty="0" smtClean="0"/>
          </a:p>
        </p:txBody>
      </p:sp>
      <p:sp>
        <p:nvSpPr>
          <p:cNvPr id="14" name="矩形 13"/>
          <p:cNvSpPr/>
          <p:nvPr/>
        </p:nvSpPr>
        <p:spPr>
          <a:xfrm>
            <a:off x="3469061" y="1517677"/>
            <a:ext cx="4644516" cy="750500"/>
          </a:xfrm>
          <a:prstGeom prst="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zh-CN" altLang="en-US" b="1" dirty="0"/>
              <a:t>向上计数模式，从</a:t>
            </a:r>
            <a:r>
              <a:rPr lang="en-US" altLang="zh-CN" b="1" dirty="0"/>
              <a:t>0</a:t>
            </a:r>
            <a:r>
              <a:rPr lang="zh-CN" altLang="en-US" b="1" dirty="0"/>
              <a:t>递增，计到</a:t>
            </a:r>
            <a:r>
              <a:rPr lang="en-US" altLang="zh-CN" b="1" dirty="0" err="1"/>
              <a:t>TIMx_ARR</a:t>
            </a:r>
            <a:r>
              <a:rPr lang="zh-CN" altLang="en-US" b="1" dirty="0"/>
              <a:t>计数器的自动装载值，并产生计数溢出脉冲</a:t>
            </a:r>
            <a:endParaRPr lang="zh-CN" altLang="en-US" b="1" dirty="0" smtClean="0">
              <a:solidFill>
                <a:srgbClr val="C00000"/>
              </a:solidFill>
            </a:endParaRPr>
          </a:p>
        </p:txBody>
      </p:sp>
      <p:sp>
        <p:nvSpPr>
          <p:cNvPr id="15" name="矩形 14"/>
          <p:cNvSpPr/>
          <p:nvPr/>
        </p:nvSpPr>
        <p:spPr>
          <a:xfrm>
            <a:off x="804765" y="2376191"/>
            <a:ext cx="2664296" cy="432048"/>
          </a:xfrm>
          <a:prstGeom prst="rect">
            <a:avLst/>
          </a:prstGeom>
          <a:solidFill>
            <a:schemeClr val="accent1">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lnSpc>
                <a:spcPct val="125000"/>
              </a:lnSpc>
            </a:pPr>
            <a:r>
              <a:rPr lang="en-US" altLang="zh-CN" b="1" dirty="0" err="1"/>
              <a:t>TIM_CounterMode_Down</a:t>
            </a:r>
            <a:endParaRPr lang="zh-CN" altLang="en-US" b="1" dirty="0" smtClean="0"/>
          </a:p>
        </p:txBody>
      </p:sp>
      <p:sp>
        <p:nvSpPr>
          <p:cNvPr id="16" name="矩形 15"/>
          <p:cNvSpPr/>
          <p:nvPr/>
        </p:nvSpPr>
        <p:spPr>
          <a:xfrm>
            <a:off x="3469061" y="2374191"/>
            <a:ext cx="4644516" cy="773623"/>
          </a:xfrm>
          <a:prstGeom prst="rect">
            <a:avLst/>
          </a:prstGeom>
          <a:solidFill>
            <a:schemeClr val="accent1">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zh-CN" altLang="en-US" b="1" dirty="0"/>
              <a:t>向下计数模式，从</a:t>
            </a:r>
            <a:r>
              <a:rPr lang="en-US" altLang="zh-CN" b="1" dirty="0" err="1"/>
              <a:t>TIMx_ARR</a:t>
            </a:r>
            <a:r>
              <a:rPr lang="zh-CN" altLang="en-US" b="1" dirty="0"/>
              <a:t>计数器的自动装载值递减，计到</a:t>
            </a:r>
            <a:r>
              <a:rPr lang="en-US" altLang="zh-CN" b="1" dirty="0"/>
              <a:t>0</a:t>
            </a:r>
            <a:r>
              <a:rPr lang="zh-CN" altLang="en-US" b="1" dirty="0"/>
              <a:t>，并产生计数溢出脉冲</a:t>
            </a:r>
          </a:p>
        </p:txBody>
      </p:sp>
      <p:sp>
        <p:nvSpPr>
          <p:cNvPr id="17" name="矩形 16"/>
          <p:cNvSpPr/>
          <p:nvPr/>
        </p:nvSpPr>
        <p:spPr>
          <a:xfrm>
            <a:off x="791580" y="3300026"/>
            <a:ext cx="3650851" cy="432048"/>
          </a:xfrm>
          <a:prstGeom prst="rect">
            <a:avLst/>
          </a:prstGeom>
          <a:solidFill>
            <a:schemeClr val="accent6">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lnSpc>
                <a:spcPct val="125000"/>
              </a:lnSpc>
            </a:pPr>
            <a:r>
              <a:rPr lang="en-US" altLang="zh-CN" b="1" dirty="0"/>
              <a:t>TIM_CounterMode_CenterAligned1</a:t>
            </a:r>
            <a:endParaRPr lang="zh-CN" altLang="en-US" b="1" dirty="0" smtClean="0"/>
          </a:p>
        </p:txBody>
      </p:sp>
      <p:sp>
        <p:nvSpPr>
          <p:cNvPr id="18" name="矩形 17"/>
          <p:cNvSpPr/>
          <p:nvPr/>
        </p:nvSpPr>
        <p:spPr>
          <a:xfrm>
            <a:off x="4441131" y="3299743"/>
            <a:ext cx="3665190" cy="432048"/>
          </a:xfrm>
          <a:prstGeom prst="rect">
            <a:avLst/>
          </a:prstGeom>
          <a:solidFill>
            <a:schemeClr val="accent6">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zh-CN" altLang="en-US" b="1" dirty="0"/>
              <a:t>中央对齐模式</a:t>
            </a:r>
            <a:r>
              <a:rPr lang="en-US" altLang="zh-CN" b="1" dirty="0"/>
              <a:t>1</a:t>
            </a:r>
            <a:r>
              <a:rPr lang="zh-CN" altLang="en-US" b="1" dirty="0"/>
              <a:t>计数模式</a:t>
            </a:r>
            <a:endParaRPr lang="zh-CN" altLang="en-US" b="1" dirty="0" smtClean="0">
              <a:solidFill>
                <a:srgbClr val="C00000"/>
              </a:solidFill>
            </a:endParaRPr>
          </a:p>
        </p:txBody>
      </p:sp>
      <p:sp>
        <p:nvSpPr>
          <p:cNvPr id="19" name="矩形 18"/>
          <p:cNvSpPr/>
          <p:nvPr/>
        </p:nvSpPr>
        <p:spPr>
          <a:xfrm>
            <a:off x="792077" y="3731791"/>
            <a:ext cx="3649054" cy="432048"/>
          </a:xfrm>
          <a:prstGeom prst="rect">
            <a:avLst/>
          </a:prstGeom>
          <a:solidFill>
            <a:schemeClr val="accent3">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lnSpc>
                <a:spcPct val="125000"/>
              </a:lnSpc>
            </a:pPr>
            <a:r>
              <a:rPr lang="en-US" altLang="zh-CN" b="1" dirty="0"/>
              <a:t>TIM_CounterMode_CenterAligned2</a:t>
            </a:r>
            <a:endParaRPr lang="zh-CN" altLang="en-US" b="1" dirty="0" smtClean="0"/>
          </a:p>
        </p:txBody>
      </p:sp>
      <p:sp>
        <p:nvSpPr>
          <p:cNvPr id="20" name="矩形 19"/>
          <p:cNvSpPr/>
          <p:nvPr/>
        </p:nvSpPr>
        <p:spPr>
          <a:xfrm>
            <a:off x="4441132" y="3724817"/>
            <a:ext cx="3665188" cy="439874"/>
          </a:xfrm>
          <a:prstGeom prst="rect">
            <a:avLst/>
          </a:prstGeom>
          <a:solidFill>
            <a:schemeClr val="accent3">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zh-CN" altLang="en-US" b="1" dirty="0"/>
              <a:t>中央对齐模式</a:t>
            </a:r>
            <a:r>
              <a:rPr lang="en-US" altLang="zh-CN" b="1" dirty="0"/>
              <a:t>2</a:t>
            </a:r>
            <a:r>
              <a:rPr lang="zh-CN" altLang="en-US" b="1" dirty="0"/>
              <a:t>计数模式</a:t>
            </a:r>
            <a:endParaRPr lang="zh-CN" altLang="en-US" b="1" dirty="0" smtClean="0"/>
          </a:p>
        </p:txBody>
      </p:sp>
      <p:sp>
        <p:nvSpPr>
          <p:cNvPr id="24" name="矩形 23"/>
          <p:cNvSpPr/>
          <p:nvPr/>
        </p:nvSpPr>
        <p:spPr>
          <a:xfrm>
            <a:off x="792077" y="4155074"/>
            <a:ext cx="3656312" cy="432048"/>
          </a:xfrm>
          <a:prstGeom prst="rect">
            <a:avLst/>
          </a:prstGeom>
          <a:solidFill>
            <a:schemeClr val="accent2">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lnSpc>
                <a:spcPct val="125000"/>
              </a:lnSpc>
            </a:pPr>
            <a:r>
              <a:rPr lang="en-US" altLang="zh-CN" b="1" dirty="0" smtClean="0"/>
              <a:t>TIM_CounterMode_CenterAligned3</a:t>
            </a:r>
            <a:endParaRPr lang="zh-CN" altLang="en-US" b="1" dirty="0" smtClean="0"/>
          </a:p>
        </p:txBody>
      </p:sp>
      <p:sp>
        <p:nvSpPr>
          <p:cNvPr id="25" name="矩形 24"/>
          <p:cNvSpPr/>
          <p:nvPr/>
        </p:nvSpPr>
        <p:spPr>
          <a:xfrm>
            <a:off x="4441132" y="4148100"/>
            <a:ext cx="3665188" cy="439874"/>
          </a:xfrm>
          <a:prstGeom prst="rect">
            <a:avLst/>
          </a:prstGeom>
          <a:solidFill>
            <a:schemeClr val="accent2">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zh-CN" altLang="en-US" b="1" dirty="0"/>
              <a:t>中央对齐</a:t>
            </a:r>
            <a:r>
              <a:rPr lang="zh-CN" altLang="en-US" b="1" dirty="0" smtClean="0"/>
              <a:t>模式</a:t>
            </a:r>
            <a:r>
              <a:rPr lang="en-US" altLang="zh-CN" b="1" dirty="0" smtClean="0"/>
              <a:t>3</a:t>
            </a:r>
            <a:r>
              <a:rPr lang="zh-CN" altLang="en-US" b="1" dirty="0" smtClean="0"/>
              <a:t>计数</a:t>
            </a:r>
            <a:r>
              <a:rPr lang="zh-CN" altLang="en-US" b="1" dirty="0"/>
              <a:t>模式</a:t>
            </a:r>
            <a:endParaRPr lang="zh-CN" altLang="en-US" b="1" dirty="0" smtClean="0"/>
          </a:p>
        </p:txBody>
      </p:sp>
    </p:spTree>
    <p:extLst>
      <p:ext uri="{BB962C8B-B14F-4D97-AF65-F5344CB8AC3E}">
        <p14:creationId xmlns:p14="http://schemas.microsoft.com/office/powerpoint/2010/main" val="209822430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右箭头 36"/>
          <p:cNvSpPr/>
          <p:nvPr/>
        </p:nvSpPr>
        <p:spPr>
          <a:xfrm>
            <a:off x="539552" y="1743658"/>
            <a:ext cx="8136904" cy="684076"/>
          </a:xfrm>
          <a:prstGeom prst="rightArrow">
            <a:avLst/>
          </a:prstGeom>
          <a:solidFill>
            <a:schemeClr val="accent2">
              <a:lumMod val="20000"/>
              <a:lumOff val="80000"/>
            </a:schemeClr>
          </a:solidFill>
          <a:ln>
            <a:no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12" name="矩形 11"/>
          <p:cNvSpPr/>
          <p:nvPr/>
        </p:nvSpPr>
        <p:spPr>
          <a:xfrm>
            <a:off x="2" y="339503"/>
            <a:ext cx="470008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596130" cy="461665"/>
          </a:xfrm>
          <a:prstGeom prst="rect">
            <a:avLst/>
          </a:prstGeom>
        </p:spPr>
        <p:txBody>
          <a:bodyPr wrap="none">
            <a:spAutoFit/>
          </a:bodyPr>
          <a:lstStyle/>
          <a:p>
            <a:r>
              <a:rPr lang="en-US" altLang="zh-CN" sz="2400" b="1" dirty="0">
                <a:solidFill>
                  <a:schemeClr val="bg1"/>
                </a:solidFill>
              </a:rPr>
              <a:t>9.2.1 </a:t>
            </a:r>
            <a:r>
              <a:rPr lang="zh-CN" altLang="en-US" sz="2400" b="1" dirty="0">
                <a:solidFill>
                  <a:schemeClr val="bg1"/>
                </a:solidFill>
              </a:rPr>
              <a:t>定时器标准外设库接口函数</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1421650" y="2715766"/>
            <a:ext cx="6372708" cy="2169825"/>
          </a:xfrm>
          <a:prstGeom prst="rect">
            <a:avLst/>
          </a:prstGeom>
        </p:spPr>
        <p:txBody>
          <a:bodyPr wrap="square">
            <a:spAutoFit/>
          </a:bodyPr>
          <a:lstStyle/>
          <a:p>
            <a:pPr marL="285750" lvl="0" indent="-285750">
              <a:lnSpc>
                <a:spcPct val="125000"/>
              </a:lnSpc>
              <a:buBlip>
                <a:blip r:embed="rId2"/>
              </a:buBlip>
            </a:pPr>
            <a:r>
              <a:rPr lang="zh-CN" altLang="en-US" b="1" dirty="0">
                <a:solidFill>
                  <a:prstClr val="black"/>
                </a:solidFill>
              </a:rPr>
              <a:t>中央对齐模式</a:t>
            </a:r>
            <a:r>
              <a:rPr lang="en-US" altLang="zh-CN" b="1" dirty="0">
                <a:solidFill>
                  <a:prstClr val="black"/>
                </a:solidFill>
              </a:rPr>
              <a:t>1</a:t>
            </a:r>
            <a:r>
              <a:rPr lang="zh-CN" altLang="en-US" b="1" dirty="0">
                <a:solidFill>
                  <a:prstClr val="black"/>
                </a:solidFill>
              </a:rPr>
              <a:t>计数器交替地向上和向下计数，输出比较中断标志位，只在计数器</a:t>
            </a:r>
            <a:r>
              <a:rPr lang="zh-CN" altLang="en-US" b="1" dirty="0">
                <a:solidFill>
                  <a:srgbClr val="C00000"/>
                </a:solidFill>
              </a:rPr>
              <a:t>向下</a:t>
            </a:r>
            <a:r>
              <a:rPr lang="zh-CN" altLang="en-US" b="1" dirty="0">
                <a:solidFill>
                  <a:prstClr val="black"/>
                </a:solidFill>
              </a:rPr>
              <a:t>计数时被设置；</a:t>
            </a:r>
            <a:endParaRPr lang="en-US" altLang="zh-CN" b="1" dirty="0">
              <a:solidFill>
                <a:prstClr val="black"/>
              </a:solidFill>
            </a:endParaRPr>
          </a:p>
          <a:p>
            <a:pPr marL="285750" lvl="0" indent="-285750">
              <a:lnSpc>
                <a:spcPct val="125000"/>
              </a:lnSpc>
              <a:buBlip>
                <a:blip r:embed="rId2"/>
              </a:buBlip>
            </a:pPr>
            <a:r>
              <a:rPr lang="zh-CN" altLang="en-US" b="1" dirty="0">
                <a:solidFill>
                  <a:prstClr val="black"/>
                </a:solidFill>
              </a:rPr>
              <a:t>中央对齐模式</a:t>
            </a:r>
            <a:r>
              <a:rPr lang="en-US" altLang="zh-CN" b="1" dirty="0">
                <a:solidFill>
                  <a:prstClr val="black"/>
                </a:solidFill>
              </a:rPr>
              <a:t>2</a:t>
            </a:r>
            <a:r>
              <a:rPr lang="zh-CN" altLang="en-US" b="1" dirty="0">
                <a:solidFill>
                  <a:prstClr val="black"/>
                </a:solidFill>
              </a:rPr>
              <a:t>计数器交替地向上和向下计数，输出比较中断标志位，只在计数器</a:t>
            </a:r>
            <a:r>
              <a:rPr lang="zh-CN" altLang="en-US" b="1" dirty="0">
                <a:solidFill>
                  <a:srgbClr val="C00000"/>
                </a:solidFill>
              </a:rPr>
              <a:t>向上</a:t>
            </a:r>
            <a:r>
              <a:rPr lang="zh-CN" altLang="en-US" b="1" dirty="0">
                <a:solidFill>
                  <a:prstClr val="black"/>
                </a:solidFill>
              </a:rPr>
              <a:t>计数时被设置；</a:t>
            </a:r>
            <a:endParaRPr lang="en-US" altLang="zh-CN" b="1" dirty="0">
              <a:solidFill>
                <a:prstClr val="black"/>
              </a:solidFill>
            </a:endParaRPr>
          </a:p>
          <a:p>
            <a:pPr marL="285750" lvl="0" indent="-285750">
              <a:lnSpc>
                <a:spcPct val="125000"/>
              </a:lnSpc>
              <a:buBlip>
                <a:blip r:embed="rId2"/>
              </a:buBlip>
            </a:pPr>
            <a:r>
              <a:rPr lang="zh-CN" altLang="en-US" b="1" dirty="0">
                <a:solidFill>
                  <a:prstClr val="black"/>
                </a:solidFill>
              </a:rPr>
              <a:t>中央对齐模式</a:t>
            </a:r>
            <a:r>
              <a:rPr lang="en-US" altLang="zh-CN" b="1" dirty="0">
                <a:solidFill>
                  <a:prstClr val="black"/>
                </a:solidFill>
              </a:rPr>
              <a:t>3</a:t>
            </a:r>
            <a:r>
              <a:rPr lang="zh-CN" altLang="en-US" b="1" dirty="0">
                <a:solidFill>
                  <a:prstClr val="black"/>
                </a:solidFill>
              </a:rPr>
              <a:t>计数器交替地向上和向下计数，输出比较中断标志位，在计数器</a:t>
            </a:r>
            <a:r>
              <a:rPr lang="zh-CN" altLang="en-US" b="1" dirty="0">
                <a:solidFill>
                  <a:srgbClr val="C00000"/>
                </a:solidFill>
              </a:rPr>
              <a:t>向下和向上</a:t>
            </a:r>
            <a:r>
              <a:rPr lang="zh-CN" altLang="en-US" b="1" dirty="0">
                <a:solidFill>
                  <a:prstClr val="black"/>
                </a:solidFill>
              </a:rPr>
              <a:t>计数时均可被设置。</a:t>
            </a:r>
          </a:p>
        </p:txBody>
      </p:sp>
      <p:sp>
        <p:nvSpPr>
          <p:cNvPr id="8" name="矩形 7"/>
          <p:cNvSpPr/>
          <p:nvPr/>
        </p:nvSpPr>
        <p:spPr>
          <a:xfrm>
            <a:off x="539552" y="1059582"/>
            <a:ext cx="3234518" cy="369332"/>
          </a:xfrm>
          <a:prstGeom prst="rect">
            <a:avLst/>
          </a:prstGeom>
        </p:spPr>
        <p:txBody>
          <a:bodyPr wrap="square">
            <a:spAutoFit/>
          </a:bodyPr>
          <a:lstStyle/>
          <a:p>
            <a:pPr algn="ctr"/>
            <a:r>
              <a:rPr lang="en-US" altLang="zh-CN" b="1" dirty="0">
                <a:solidFill>
                  <a:prstClr val="black"/>
                </a:solidFill>
              </a:rPr>
              <a:t>3</a:t>
            </a:r>
            <a:r>
              <a:rPr lang="zh-CN" altLang="en-US" b="1" dirty="0">
                <a:solidFill>
                  <a:prstClr val="black"/>
                </a:solidFill>
              </a:rPr>
              <a:t>种中央对齐计数模式</a:t>
            </a:r>
            <a:endParaRPr lang="zh-CN" altLang="en-US" dirty="0"/>
          </a:p>
        </p:txBody>
      </p:sp>
      <p:sp>
        <p:nvSpPr>
          <p:cNvPr id="30" name="圆角矩形 29"/>
          <p:cNvSpPr/>
          <p:nvPr/>
        </p:nvSpPr>
        <p:spPr>
          <a:xfrm>
            <a:off x="943980" y="1586325"/>
            <a:ext cx="720080" cy="1022660"/>
          </a:xfrm>
          <a:prstGeom prst="roundRect">
            <a:avLst/>
          </a:prstGeom>
          <a:solidFill>
            <a:schemeClr val="accent5">
              <a:lumMod val="60000"/>
              <a:lumOff val="40000"/>
            </a:schemeClr>
          </a:solidFill>
          <a:ln>
            <a:noFill/>
          </a:ln>
        </p:spPr>
        <p:style>
          <a:lnRef idx="2">
            <a:schemeClr val="accent5"/>
          </a:lnRef>
          <a:fillRef idx="1">
            <a:schemeClr val="lt1"/>
          </a:fillRef>
          <a:effectRef idx="0">
            <a:schemeClr val="accent5"/>
          </a:effectRef>
          <a:fontRef idx="minor">
            <a:schemeClr val="dk1"/>
          </a:fontRef>
        </p:style>
        <p:txBody>
          <a:bodyPr rtlCol="0" anchor="ctr"/>
          <a:lstStyle/>
          <a:p>
            <a:pPr lvl="0"/>
            <a:r>
              <a:rPr lang="zh-CN" altLang="zh-CN" sz="1600" b="1" dirty="0"/>
              <a:t>从</a:t>
            </a:r>
            <a:r>
              <a:rPr lang="en-US" altLang="zh-CN" sz="1600" b="1" dirty="0"/>
              <a:t>0</a:t>
            </a:r>
            <a:r>
              <a:rPr lang="zh-CN" altLang="zh-CN" sz="1600" b="1" dirty="0"/>
              <a:t>递增</a:t>
            </a:r>
            <a:endParaRPr lang="zh-CN" altLang="zh-CN" sz="1600" dirty="0"/>
          </a:p>
        </p:txBody>
      </p:sp>
      <p:sp>
        <p:nvSpPr>
          <p:cNvPr id="31" name="圆角矩形 30"/>
          <p:cNvSpPr/>
          <p:nvPr/>
        </p:nvSpPr>
        <p:spPr>
          <a:xfrm>
            <a:off x="1887625" y="1586325"/>
            <a:ext cx="1656184" cy="1022660"/>
          </a:xfrm>
          <a:prstGeom prst="roundRect">
            <a:avLst/>
          </a:prstGeom>
          <a:solidFill>
            <a:schemeClr val="accent5">
              <a:lumMod val="60000"/>
              <a:lumOff val="40000"/>
            </a:schemeClr>
          </a:solidFill>
          <a:ln>
            <a:noFill/>
          </a:ln>
        </p:spPr>
        <p:style>
          <a:lnRef idx="2">
            <a:schemeClr val="accent5"/>
          </a:lnRef>
          <a:fillRef idx="1">
            <a:schemeClr val="lt1"/>
          </a:fillRef>
          <a:effectRef idx="0">
            <a:schemeClr val="accent5"/>
          </a:effectRef>
          <a:fontRef idx="minor">
            <a:schemeClr val="dk1"/>
          </a:fontRef>
        </p:style>
        <p:txBody>
          <a:bodyPr rtlCol="0" anchor="ctr"/>
          <a:lstStyle/>
          <a:p>
            <a:pPr lvl="0"/>
            <a:r>
              <a:rPr lang="zh-CN" altLang="zh-CN" sz="1600" b="1" dirty="0"/>
              <a:t>计到</a:t>
            </a:r>
            <a:r>
              <a:rPr lang="en-US" altLang="zh-CN" sz="1600" b="1" dirty="0" err="1"/>
              <a:t>TIMx_ARR</a:t>
            </a:r>
            <a:r>
              <a:rPr lang="zh-CN" altLang="zh-CN" sz="1600" b="1" dirty="0"/>
              <a:t>计数器的自动装载值</a:t>
            </a:r>
            <a:endParaRPr lang="zh-CN" altLang="zh-CN" sz="1600" dirty="0"/>
          </a:p>
        </p:txBody>
      </p:sp>
      <p:sp>
        <p:nvSpPr>
          <p:cNvPr id="32" name="圆角矩形 31"/>
          <p:cNvSpPr/>
          <p:nvPr/>
        </p:nvSpPr>
        <p:spPr>
          <a:xfrm>
            <a:off x="3767374" y="1586325"/>
            <a:ext cx="905942" cy="1022660"/>
          </a:xfrm>
          <a:prstGeom prst="roundRect">
            <a:avLst/>
          </a:prstGeom>
          <a:solidFill>
            <a:schemeClr val="accent5">
              <a:lumMod val="60000"/>
              <a:lumOff val="40000"/>
            </a:schemeClr>
          </a:solidFill>
          <a:ln>
            <a:noFill/>
          </a:ln>
        </p:spPr>
        <p:style>
          <a:lnRef idx="2">
            <a:schemeClr val="accent5"/>
          </a:lnRef>
          <a:fillRef idx="1">
            <a:schemeClr val="lt1"/>
          </a:fillRef>
          <a:effectRef idx="0">
            <a:schemeClr val="accent5"/>
          </a:effectRef>
          <a:fontRef idx="minor">
            <a:schemeClr val="dk1"/>
          </a:fontRef>
        </p:style>
        <p:txBody>
          <a:bodyPr rtlCol="0" anchor="ctr"/>
          <a:lstStyle/>
          <a:p>
            <a:pPr lvl="0" algn="ctr"/>
            <a:r>
              <a:rPr lang="zh-CN" altLang="en-US" sz="1600" b="1" dirty="0"/>
              <a:t>产生计数溢出脉冲</a:t>
            </a:r>
            <a:endParaRPr lang="zh-CN" altLang="en-US" sz="1600" dirty="0"/>
          </a:p>
        </p:txBody>
      </p:sp>
      <p:sp>
        <p:nvSpPr>
          <p:cNvPr id="33" name="圆角矩形 32"/>
          <p:cNvSpPr/>
          <p:nvPr/>
        </p:nvSpPr>
        <p:spPr>
          <a:xfrm>
            <a:off x="4896880" y="1586325"/>
            <a:ext cx="1980220" cy="1022660"/>
          </a:xfrm>
          <a:prstGeom prst="roundRect">
            <a:avLst/>
          </a:prstGeom>
          <a:solidFill>
            <a:schemeClr val="accent5">
              <a:lumMod val="60000"/>
              <a:lumOff val="40000"/>
            </a:schemeClr>
          </a:solidFill>
          <a:ln>
            <a:noFill/>
          </a:ln>
        </p:spPr>
        <p:style>
          <a:lnRef idx="2">
            <a:schemeClr val="accent5"/>
          </a:lnRef>
          <a:fillRef idx="1">
            <a:schemeClr val="lt1"/>
          </a:fillRef>
          <a:effectRef idx="0">
            <a:schemeClr val="accent5"/>
          </a:effectRef>
          <a:fontRef idx="minor">
            <a:schemeClr val="dk1"/>
          </a:fontRef>
        </p:style>
        <p:txBody>
          <a:bodyPr rtlCol="0" anchor="ctr"/>
          <a:lstStyle/>
          <a:p>
            <a:pPr lvl="0"/>
            <a:r>
              <a:rPr lang="zh-CN" altLang="zh-CN" sz="1600" b="1" dirty="0"/>
              <a:t>从</a:t>
            </a:r>
            <a:r>
              <a:rPr lang="en-US" altLang="zh-CN" sz="1600" b="1" dirty="0" err="1"/>
              <a:t>TIMx_ARR</a:t>
            </a:r>
            <a:r>
              <a:rPr lang="zh-CN" altLang="zh-CN" sz="1600" b="1" dirty="0"/>
              <a:t>计数器的自动装载值递减，计到</a:t>
            </a:r>
            <a:r>
              <a:rPr lang="en-US" altLang="zh-CN" sz="1600" b="1" dirty="0"/>
              <a:t>0</a:t>
            </a:r>
            <a:r>
              <a:rPr lang="zh-CN" altLang="zh-CN" sz="1600" b="1" dirty="0"/>
              <a:t>，并产生计数溢出脉冲</a:t>
            </a:r>
            <a:endParaRPr lang="zh-CN" altLang="zh-CN" sz="1600" dirty="0"/>
          </a:p>
        </p:txBody>
      </p:sp>
      <p:sp>
        <p:nvSpPr>
          <p:cNvPr id="36" name="圆角矩形 35"/>
          <p:cNvSpPr/>
          <p:nvPr/>
        </p:nvSpPr>
        <p:spPr>
          <a:xfrm>
            <a:off x="7100664" y="1586325"/>
            <a:ext cx="963724" cy="1022660"/>
          </a:xfrm>
          <a:prstGeom prst="roundRect">
            <a:avLst/>
          </a:prstGeom>
          <a:solidFill>
            <a:schemeClr val="accent5">
              <a:lumMod val="60000"/>
              <a:lumOff val="40000"/>
            </a:schemeClr>
          </a:solidFill>
          <a:ln>
            <a:noFill/>
          </a:ln>
        </p:spPr>
        <p:style>
          <a:lnRef idx="2">
            <a:schemeClr val="accent5"/>
          </a:lnRef>
          <a:fillRef idx="1">
            <a:schemeClr val="lt1"/>
          </a:fillRef>
          <a:effectRef idx="0">
            <a:schemeClr val="accent5"/>
          </a:effectRef>
          <a:fontRef idx="minor">
            <a:schemeClr val="dk1"/>
          </a:fontRef>
        </p:style>
        <p:txBody>
          <a:bodyPr rtlCol="0" anchor="ctr"/>
          <a:lstStyle/>
          <a:p>
            <a:pPr lvl="0"/>
            <a:r>
              <a:rPr lang="zh-CN" altLang="zh-CN" sz="1600" b="1" dirty="0"/>
              <a:t>又从</a:t>
            </a:r>
            <a:r>
              <a:rPr lang="en-US" altLang="zh-CN" sz="1600" b="1" dirty="0"/>
              <a:t>0</a:t>
            </a:r>
            <a:r>
              <a:rPr lang="zh-CN" altLang="zh-CN" sz="1600" b="1" dirty="0"/>
              <a:t>开始循环计数</a:t>
            </a:r>
            <a:endParaRPr lang="zh-CN" altLang="zh-CN" sz="1600" dirty="0"/>
          </a:p>
        </p:txBody>
      </p:sp>
    </p:spTree>
    <p:extLst>
      <p:ext uri="{BB962C8B-B14F-4D97-AF65-F5344CB8AC3E}">
        <p14:creationId xmlns:p14="http://schemas.microsoft.com/office/powerpoint/2010/main" val="236877910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70008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596130" cy="461665"/>
          </a:xfrm>
          <a:prstGeom prst="rect">
            <a:avLst/>
          </a:prstGeom>
        </p:spPr>
        <p:txBody>
          <a:bodyPr wrap="none">
            <a:spAutoFit/>
          </a:bodyPr>
          <a:lstStyle/>
          <a:p>
            <a:r>
              <a:rPr lang="en-US" altLang="zh-CN" sz="2400" b="1" dirty="0">
                <a:solidFill>
                  <a:schemeClr val="bg1"/>
                </a:solidFill>
              </a:rPr>
              <a:t>9.2.1 </a:t>
            </a:r>
            <a:r>
              <a:rPr lang="zh-CN" altLang="en-US" sz="2400" b="1" dirty="0">
                <a:solidFill>
                  <a:schemeClr val="bg1"/>
                </a:solidFill>
              </a:rPr>
              <a:t>定时器标准外设库接口函数</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矩形 4"/>
          <p:cNvSpPr/>
          <p:nvPr/>
        </p:nvSpPr>
        <p:spPr>
          <a:xfrm>
            <a:off x="5544108" y="1059582"/>
            <a:ext cx="3438384" cy="3554819"/>
          </a:xfrm>
          <a:prstGeom prst="rect">
            <a:avLst/>
          </a:prstGeom>
        </p:spPr>
        <p:txBody>
          <a:bodyPr wrap="square">
            <a:spAutoFit/>
          </a:bodyPr>
          <a:lstStyle/>
          <a:p>
            <a:pPr>
              <a:lnSpc>
                <a:spcPct val="125000"/>
              </a:lnSpc>
            </a:pPr>
            <a:r>
              <a:rPr lang="en-US" altLang="zh-CN" sz="2000" b="1" dirty="0" err="1" smtClean="0"/>
              <a:t>typedef</a:t>
            </a:r>
            <a:r>
              <a:rPr lang="en-US" altLang="zh-CN" sz="2000" b="1" dirty="0" smtClean="0"/>
              <a:t> </a:t>
            </a:r>
            <a:r>
              <a:rPr lang="en-US" altLang="zh-CN" sz="2000" b="1" dirty="0" err="1"/>
              <a:t>struct</a:t>
            </a:r>
            <a:endParaRPr lang="en-US" altLang="zh-CN" sz="2000" b="1" dirty="0"/>
          </a:p>
          <a:p>
            <a:pPr>
              <a:lnSpc>
                <a:spcPct val="125000"/>
              </a:lnSpc>
            </a:pPr>
            <a:r>
              <a:rPr lang="en-US" altLang="zh-CN" sz="2000" b="1" dirty="0"/>
              <a:t>{</a:t>
            </a:r>
          </a:p>
          <a:p>
            <a:pPr>
              <a:lnSpc>
                <a:spcPct val="125000"/>
              </a:lnSpc>
            </a:pPr>
            <a:r>
              <a:rPr lang="en-US" altLang="zh-CN" sz="2000" b="1" dirty="0"/>
              <a:t>  uint16_t </a:t>
            </a:r>
            <a:r>
              <a:rPr lang="en-US" altLang="zh-CN" sz="2000" b="1" dirty="0" err="1"/>
              <a:t>TIM_Prescaler</a:t>
            </a:r>
            <a:r>
              <a:rPr lang="en-US" altLang="zh-CN" sz="2000" b="1" dirty="0"/>
              <a:t>;   </a:t>
            </a:r>
          </a:p>
          <a:p>
            <a:pPr>
              <a:lnSpc>
                <a:spcPct val="125000"/>
              </a:lnSpc>
            </a:pPr>
            <a:r>
              <a:rPr lang="en-US" altLang="zh-CN" sz="2000" b="1" dirty="0"/>
              <a:t>  uint16_t </a:t>
            </a:r>
            <a:r>
              <a:rPr lang="en-US" altLang="zh-CN" sz="2000" b="1" dirty="0" err="1"/>
              <a:t>TIM_CounterMode</a:t>
            </a:r>
            <a:r>
              <a:rPr lang="en-US" altLang="zh-CN" sz="2000" b="1" dirty="0"/>
              <a:t>;      </a:t>
            </a:r>
          </a:p>
          <a:p>
            <a:pPr>
              <a:lnSpc>
                <a:spcPct val="125000"/>
              </a:lnSpc>
            </a:pPr>
            <a:r>
              <a:rPr lang="en-US" altLang="zh-CN" sz="2000" b="1" dirty="0"/>
              <a:t>  </a:t>
            </a:r>
            <a:r>
              <a:rPr lang="en-US" altLang="zh-CN" sz="2000" b="1" dirty="0">
                <a:solidFill>
                  <a:schemeClr val="accent5">
                    <a:lumMod val="75000"/>
                  </a:schemeClr>
                </a:solidFill>
              </a:rPr>
              <a:t>uint16_t </a:t>
            </a:r>
            <a:r>
              <a:rPr lang="en-US" altLang="zh-CN" sz="2000" b="1" dirty="0" err="1">
                <a:solidFill>
                  <a:schemeClr val="accent5">
                    <a:lumMod val="75000"/>
                  </a:schemeClr>
                </a:solidFill>
              </a:rPr>
              <a:t>TIM_Period</a:t>
            </a:r>
            <a:r>
              <a:rPr lang="en-US" altLang="zh-CN" sz="2000" b="1" dirty="0">
                <a:solidFill>
                  <a:schemeClr val="accent5">
                    <a:lumMod val="75000"/>
                  </a:schemeClr>
                </a:solidFill>
              </a:rPr>
              <a:t>;          </a:t>
            </a:r>
          </a:p>
          <a:p>
            <a:pPr>
              <a:lnSpc>
                <a:spcPct val="125000"/>
              </a:lnSpc>
            </a:pPr>
            <a:r>
              <a:rPr lang="en-US" altLang="zh-CN" sz="2000" b="1" dirty="0"/>
              <a:t>  uint16_t </a:t>
            </a:r>
            <a:r>
              <a:rPr lang="en-US" altLang="zh-CN" sz="2000" b="1" dirty="0" err="1"/>
              <a:t>TIM_ClockDivision</a:t>
            </a:r>
            <a:r>
              <a:rPr lang="en-US" altLang="zh-CN" sz="2000" b="1" dirty="0"/>
              <a:t>;   </a:t>
            </a:r>
          </a:p>
          <a:p>
            <a:pPr>
              <a:lnSpc>
                <a:spcPct val="125000"/>
              </a:lnSpc>
            </a:pPr>
            <a:r>
              <a:rPr lang="en-US" altLang="zh-CN" sz="2000" b="1" dirty="0"/>
              <a:t>  uint8_t </a:t>
            </a:r>
            <a:r>
              <a:rPr lang="en-US" altLang="zh-CN" sz="2000" b="1" dirty="0" err="1"/>
              <a:t>TIM_RepetitionCounter</a:t>
            </a:r>
            <a:r>
              <a:rPr lang="en-US" altLang="zh-CN" sz="2000" b="1" dirty="0"/>
              <a:t>; </a:t>
            </a:r>
          </a:p>
          <a:p>
            <a:pPr>
              <a:lnSpc>
                <a:spcPct val="125000"/>
              </a:lnSpc>
            </a:pPr>
            <a:r>
              <a:rPr lang="en-US" altLang="zh-CN" sz="2000" b="1" dirty="0"/>
              <a:t>} </a:t>
            </a:r>
            <a:r>
              <a:rPr lang="en-US" altLang="zh-CN" sz="2000" b="1" dirty="0" err="1"/>
              <a:t>TIM_TimeBaseInitTypeDef</a:t>
            </a:r>
            <a:r>
              <a:rPr lang="en-US" altLang="zh-CN" sz="2000" b="1" dirty="0"/>
              <a:t>;  </a:t>
            </a:r>
          </a:p>
        </p:txBody>
      </p:sp>
      <p:sp>
        <p:nvSpPr>
          <p:cNvPr id="11" name="圆角矩形标注 10"/>
          <p:cNvSpPr/>
          <p:nvPr/>
        </p:nvSpPr>
        <p:spPr>
          <a:xfrm>
            <a:off x="575555" y="951570"/>
            <a:ext cx="4715605" cy="3996444"/>
          </a:xfrm>
          <a:prstGeom prst="wedgeRoundRectCallout">
            <a:avLst>
              <a:gd name="adj1" fmla="val 58160"/>
              <a:gd name="adj2" fmla="val -2698"/>
              <a:gd name="adj3" fmla="val 16667"/>
            </a:avLst>
          </a:prstGeom>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zh-CN" altLang="en-US" sz="1600" b="1" dirty="0" smtClean="0"/>
              <a:t>     </a:t>
            </a:r>
            <a:r>
              <a:rPr lang="zh-CN" altLang="en-US" b="1" dirty="0" smtClean="0"/>
              <a:t>下</a:t>
            </a:r>
            <a:r>
              <a:rPr lang="zh-CN" altLang="en-US" b="1" dirty="0"/>
              <a:t>一个更新事件时装入自动重装载寄存器</a:t>
            </a:r>
            <a:r>
              <a:rPr lang="en-US" altLang="zh-CN" b="1" dirty="0" err="1"/>
              <a:t>TIMx_ARR</a:t>
            </a:r>
            <a:r>
              <a:rPr lang="zh-CN" altLang="en-US" b="1" dirty="0"/>
              <a:t>的周期值，数值上等于</a:t>
            </a:r>
            <a:r>
              <a:rPr lang="en-US" altLang="zh-CN" b="1" dirty="0" err="1"/>
              <a:t>TIMx</a:t>
            </a:r>
            <a:r>
              <a:rPr lang="zh-CN" altLang="en-US" b="1" dirty="0"/>
              <a:t>计数器</a:t>
            </a:r>
            <a:r>
              <a:rPr lang="en-US" altLang="zh-CN" b="1" dirty="0" err="1"/>
              <a:t>TIMxCNT</a:t>
            </a:r>
            <a:r>
              <a:rPr lang="zh-CN" altLang="en-US" b="1" dirty="0"/>
              <a:t>的计数周期减</a:t>
            </a:r>
            <a:r>
              <a:rPr lang="en-US" altLang="zh-CN" b="1" dirty="0"/>
              <a:t>1</a:t>
            </a:r>
            <a:r>
              <a:rPr lang="zh-CN" altLang="en-US" b="1" dirty="0" smtClean="0"/>
              <a:t>。</a:t>
            </a:r>
            <a:endParaRPr lang="en-US" altLang="zh-CN" b="1" dirty="0" smtClean="0"/>
          </a:p>
          <a:p>
            <a:pPr>
              <a:lnSpc>
                <a:spcPct val="125000"/>
              </a:lnSpc>
            </a:pPr>
            <a:r>
              <a:rPr lang="en-US" altLang="zh-CN" b="1" dirty="0"/>
              <a:t> </a:t>
            </a:r>
            <a:r>
              <a:rPr lang="en-US" altLang="zh-CN" b="1" dirty="0" smtClean="0"/>
              <a:t>    </a:t>
            </a:r>
            <a:r>
              <a:rPr lang="en-US" altLang="zh-CN" b="1" dirty="0" err="1" smtClean="0"/>
              <a:t>TIM_Period</a:t>
            </a:r>
            <a:r>
              <a:rPr lang="zh-CN" altLang="en-US" b="1" dirty="0"/>
              <a:t>是一个</a:t>
            </a:r>
            <a:r>
              <a:rPr lang="en-US" altLang="zh-CN" b="1" dirty="0"/>
              <a:t>16</a:t>
            </a:r>
            <a:r>
              <a:rPr lang="zh-CN" altLang="en-US" b="1" dirty="0"/>
              <a:t>位无符号整型数据，取值范围为</a:t>
            </a:r>
            <a:r>
              <a:rPr lang="en-US" altLang="zh-CN" b="1" dirty="0"/>
              <a:t>0~65535</a:t>
            </a:r>
            <a:r>
              <a:rPr lang="zh-CN" altLang="en-US" b="1" dirty="0"/>
              <a:t>。</a:t>
            </a:r>
          </a:p>
          <a:p>
            <a:pPr>
              <a:lnSpc>
                <a:spcPct val="125000"/>
              </a:lnSpc>
            </a:pPr>
            <a:r>
              <a:rPr lang="zh-CN" altLang="en-US" b="1" dirty="0" smtClean="0"/>
              <a:t>     定时器</a:t>
            </a:r>
            <a:r>
              <a:rPr lang="zh-CN" altLang="en-US" b="1" dirty="0"/>
              <a:t>定时时间主要取决于预分频因子</a:t>
            </a:r>
            <a:r>
              <a:rPr lang="en-US" altLang="zh-CN" b="1" dirty="0" err="1"/>
              <a:t>TIM_Prescaler</a:t>
            </a:r>
            <a:r>
              <a:rPr lang="zh-CN" altLang="en-US" b="1" dirty="0"/>
              <a:t>和定时周期</a:t>
            </a:r>
            <a:r>
              <a:rPr lang="en-US" altLang="zh-CN" b="1" dirty="0" err="1" smtClean="0"/>
              <a:t>TIM_Period</a:t>
            </a:r>
            <a:endParaRPr lang="zh-CN" altLang="en-US" b="1" dirty="0"/>
          </a:p>
          <a:p>
            <a:pPr algn="ctr">
              <a:lnSpc>
                <a:spcPct val="125000"/>
              </a:lnSpc>
            </a:pPr>
            <a:r>
              <a:rPr lang="en-US" altLang="zh-CN" b="1" dirty="0">
                <a:solidFill>
                  <a:schemeClr val="tx1"/>
                </a:solidFill>
              </a:rPr>
              <a:t>T=</a:t>
            </a:r>
            <a:r>
              <a:rPr lang="zh-CN" altLang="en-US" b="1" dirty="0">
                <a:solidFill>
                  <a:schemeClr val="tx1"/>
                </a:solidFill>
              </a:rPr>
              <a:t>（</a:t>
            </a:r>
            <a:r>
              <a:rPr lang="en-US" altLang="zh-CN" b="1" dirty="0">
                <a:solidFill>
                  <a:schemeClr val="tx1"/>
                </a:solidFill>
              </a:rPr>
              <a:t>TIM_Prescaler+1</a:t>
            </a:r>
            <a:r>
              <a:rPr lang="zh-CN" altLang="en-US" b="1" dirty="0">
                <a:solidFill>
                  <a:schemeClr val="tx1"/>
                </a:solidFill>
              </a:rPr>
              <a:t>）*（</a:t>
            </a:r>
            <a:r>
              <a:rPr lang="en-US" altLang="zh-CN" b="1" dirty="0">
                <a:solidFill>
                  <a:schemeClr val="tx1"/>
                </a:solidFill>
              </a:rPr>
              <a:t>TIM_Period+1</a:t>
            </a:r>
            <a:r>
              <a:rPr lang="zh-CN" altLang="en-US" b="1" dirty="0">
                <a:solidFill>
                  <a:schemeClr val="tx1"/>
                </a:solidFill>
              </a:rPr>
              <a:t>）</a:t>
            </a:r>
            <a:r>
              <a:rPr lang="en-US" altLang="zh-CN" b="1" dirty="0">
                <a:solidFill>
                  <a:schemeClr val="tx1"/>
                </a:solidFill>
              </a:rPr>
              <a:t>/</a:t>
            </a:r>
            <a:r>
              <a:rPr lang="en-US" altLang="zh-CN" b="1" dirty="0" err="1">
                <a:solidFill>
                  <a:schemeClr val="tx1"/>
                </a:solidFill>
              </a:rPr>
              <a:t>TIMxCLK</a:t>
            </a:r>
            <a:endParaRPr lang="en-US" altLang="zh-CN" b="1" dirty="0">
              <a:solidFill>
                <a:schemeClr val="tx1"/>
              </a:solidFill>
            </a:endParaRPr>
          </a:p>
          <a:p>
            <a:pPr>
              <a:lnSpc>
                <a:spcPct val="125000"/>
              </a:lnSpc>
            </a:pPr>
            <a:r>
              <a:rPr lang="en-US" altLang="zh-CN" b="1" dirty="0" smtClean="0"/>
              <a:t>    </a:t>
            </a:r>
            <a:r>
              <a:rPr lang="en-US" altLang="zh-CN" b="1" dirty="0" err="1" smtClean="0"/>
              <a:t>TIMxCLK</a:t>
            </a:r>
            <a:r>
              <a:rPr lang="zh-CN" altLang="en-US" b="1" dirty="0"/>
              <a:t>为定时器</a:t>
            </a:r>
            <a:r>
              <a:rPr lang="en-US" altLang="zh-CN" b="1" dirty="0" err="1"/>
              <a:t>TIMx</a:t>
            </a:r>
            <a:r>
              <a:rPr lang="zh-CN" altLang="en-US" b="1" dirty="0"/>
              <a:t>的时钟频率，</a:t>
            </a:r>
            <a:r>
              <a:rPr lang="en-US" altLang="zh-CN" b="1" dirty="0"/>
              <a:t>STM32F103</a:t>
            </a:r>
            <a:r>
              <a:rPr lang="zh-CN" altLang="en-US" b="1" dirty="0"/>
              <a:t>的</a:t>
            </a:r>
            <a:r>
              <a:rPr lang="en-US" altLang="zh-CN" b="1" dirty="0" err="1"/>
              <a:t>TIMxCLK</a:t>
            </a:r>
            <a:r>
              <a:rPr lang="zh-CN" altLang="en-US" b="1" dirty="0"/>
              <a:t>默认设置为</a:t>
            </a:r>
            <a:r>
              <a:rPr lang="en-US" altLang="zh-CN" b="1" dirty="0"/>
              <a:t>72MHz</a:t>
            </a:r>
            <a:r>
              <a:rPr lang="zh-CN" altLang="en-US" b="1" dirty="0"/>
              <a:t>。</a:t>
            </a:r>
          </a:p>
        </p:txBody>
      </p:sp>
    </p:spTree>
    <p:extLst>
      <p:ext uri="{BB962C8B-B14F-4D97-AF65-F5344CB8AC3E}">
        <p14:creationId xmlns:p14="http://schemas.microsoft.com/office/powerpoint/2010/main" val="278250062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70008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596130" cy="461665"/>
          </a:xfrm>
          <a:prstGeom prst="rect">
            <a:avLst/>
          </a:prstGeom>
        </p:spPr>
        <p:txBody>
          <a:bodyPr wrap="none">
            <a:spAutoFit/>
          </a:bodyPr>
          <a:lstStyle/>
          <a:p>
            <a:r>
              <a:rPr lang="en-US" altLang="zh-CN" sz="2400" b="1" dirty="0">
                <a:solidFill>
                  <a:schemeClr val="bg1"/>
                </a:solidFill>
              </a:rPr>
              <a:t>9.2.1 </a:t>
            </a:r>
            <a:r>
              <a:rPr lang="zh-CN" altLang="en-US" sz="2400" b="1" dirty="0">
                <a:solidFill>
                  <a:schemeClr val="bg1"/>
                </a:solidFill>
              </a:rPr>
              <a:t>定时器标准外设库接口函数</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矩形 4"/>
          <p:cNvSpPr/>
          <p:nvPr/>
        </p:nvSpPr>
        <p:spPr>
          <a:xfrm>
            <a:off x="5040052" y="1323881"/>
            <a:ext cx="3438384" cy="2836674"/>
          </a:xfrm>
          <a:prstGeom prst="rect">
            <a:avLst/>
          </a:prstGeom>
        </p:spPr>
        <p:txBody>
          <a:bodyPr wrap="square">
            <a:spAutoFit/>
          </a:bodyPr>
          <a:lstStyle/>
          <a:p>
            <a:pPr>
              <a:lnSpc>
                <a:spcPct val="125000"/>
              </a:lnSpc>
            </a:pPr>
            <a:r>
              <a:rPr lang="en-US" altLang="zh-CN" b="1" dirty="0" err="1" smtClean="0"/>
              <a:t>typedef</a:t>
            </a:r>
            <a:r>
              <a:rPr lang="en-US" altLang="zh-CN" b="1" dirty="0" smtClean="0"/>
              <a:t> </a:t>
            </a:r>
            <a:r>
              <a:rPr lang="en-US" altLang="zh-CN" b="1" dirty="0" err="1"/>
              <a:t>struct</a:t>
            </a:r>
            <a:endParaRPr lang="en-US" altLang="zh-CN" b="1" dirty="0"/>
          </a:p>
          <a:p>
            <a:pPr>
              <a:lnSpc>
                <a:spcPct val="125000"/>
              </a:lnSpc>
            </a:pPr>
            <a:r>
              <a:rPr lang="en-US" altLang="zh-CN" b="1" dirty="0"/>
              <a:t>{</a:t>
            </a:r>
          </a:p>
          <a:p>
            <a:pPr>
              <a:lnSpc>
                <a:spcPct val="125000"/>
              </a:lnSpc>
            </a:pPr>
            <a:r>
              <a:rPr lang="en-US" altLang="zh-CN" b="1" dirty="0"/>
              <a:t>  uint16_t </a:t>
            </a:r>
            <a:r>
              <a:rPr lang="en-US" altLang="zh-CN" b="1" dirty="0" err="1"/>
              <a:t>TIM_Prescaler</a:t>
            </a:r>
            <a:r>
              <a:rPr lang="en-US" altLang="zh-CN" b="1" dirty="0"/>
              <a:t>;   </a:t>
            </a:r>
          </a:p>
          <a:p>
            <a:pPr>
              <a:lnSpc>
                <a:spcPct val="125000"/>
              </a:lnSpc>
            </a:pPr>
            <a:r>
              <a:rPr lang="en-US" altLang="zh-CN" b="1" dirty="0"/>
              <a:t>  uint16_t </a:t>
            </a:r>
            <a:r>
              <a:rPr lang="en-US" altLang="zh-CN" b="1" dirty="0" err="1"/>
              <a:t>TIM_CounterMode</a:t>
            </a:r>
            <a:r>
              <a:rPr lang="en-US" altLang="zh-CN" b="1" dirty="0"/>
              <a:t>;      </a:t>
            </a:r>
          </a:p>
          <a:p>
            <a:pPr>
              <a:lnSpc>
                <a:spcPct val="125000"/>
              </a:lnSpc>
            </a:pPr>
            <a:r>
              <a:rPr lang="en-US" altLang="zh-CN" b="1" dirty="0"/>
              <a:t>  uint16_t </a:t>
            </a:r>
            <a:r>
              <a:rPr lang="en-US" altLang="zh-CN" b="1" dirty="0" err="1"/>
              <a:t>TIM_Period</a:t>
            </a:r>
            <a:r>
              <a:rPr lang="en-US" altLang="zh-CN" b="1" dirty="0"/>
              <a:t>;          </a:t>
            </a:r>
          </a:p>
          <a:p>
            <a:pPr>
              <a:lnSpc>
                <a:spcPct val="125000"/>
              </a:lnSpc>
            </a:pPr>
            <a:r>
              <a:rPr lang="en-US" altLang="zh-CN" b="1" dirty="0">
                <a:solidFill>
                  <a:schemeClr val="accent3">
                    <a:lumMod val="50000"/>
                  </a:schemeClr>
                </a:solidFill>
              </a:rPr>
              <a:t>  uint16_t </a:t>
            </a:r>
            <a:r>
              <a:rPr lang="en-US" altLang="zh-CN" b="1" dirty="0" err="1">
                <a:solidFill>
                  <a:schemeClr val="accent3">
                    <a:lumMod val="50000"/>
                  </a:schemeClr>
                </a:solidFill>
              </a:rPr>
              <a:t>TIM_ClockDivision</a:t>
            </a:r>
            <a:r>
              <a:rPr lang="en-US" altLang="zh-CN" b="1" dirty="0">
                <a:solidFill>
                  <a:schemeClr val="accent3">
                    <a:lumMod val="50000"/>
                  </a:schemeClr>
                </a:solidFill>
              </a:rPr>
              <a:t>;   </a:t>
            </a:r>
          </a:p>
          <a:p>
            <a:pPr>
              <a:lnSpc>
                <a:spcPct val="125000"/>
              </a:lnSpc>
            </a:pPr>
            <a:r>
              <a:rPr lang="en-US" altLang="zh-CN" b="1" dirty="0"/>
              <a:t>  uint8_t </a:t>
            </a:r>
            <a:r>
              <a:rPr lang="en-US" altLang="zh-CN" b="1" dirty="0" err="1"/>
              <a:t>TIM_RepetitionCounter</a:t>
            </a:r>
            <a:r>
              <a:rPr lang="en-US" altLang="zh-CN" b="1" dirty="0"/>
              <a:t>; </a:t>
            </a:r>
          </a:p>
          <a:p>
            <a:pPr>
              <a:lnSpc>
                <a:spcPct val="125000"/>
              </a:lnSpc>
            </a:pPr>
            <a:r>
              <a:rPr lang="en-US" altLang="zh-CN" b="1" dirty="0"/>
              <a:t>} </a:t>
            </a:r>
            <a:r>
              <a:rPr lang="en-US" altLang="zh-CN" b="1" dirty="0" err="1"/>
              <a:t>TIM_TimeBaseInitTypeDef</a:t>
            </a:r>
            <a:r>
              <a:rPr lang="en-US" altLang="zh-CN" b="1" dirty="0"/>
              <a:t>;  </a:t>
            </a:r>
          </a:p>
        </p:txBody>
      </p:sp>
      <p:sp>
        <p:nvSpPr>
          <p:cNvPr id="11" name="圆角矩形标注 10"/>
          <p:cNvSpPr/>
          <p:nvPr/>
        </p:nvSpPr>
        <p:spPr>
          <a:xfrm>
            <a:off x="611560" y="1419622"/>
            <a:ext cx="3888432" cy="3094686"/>
          </a:xfrm>
          <a:prstGeom prst="wedgeRoundRectCallout">
            <a:avLst>
              <a:gd name="adj1" fmla="val 66785"/>
              <a:gd name="adj2" fmla="val 10532"/>
              <a:gd name="adj3" fmla="val 16667"/>
            </a:avLst>
          </a:prstGeom>
          <a:ln>
            <a:solidFill>
              <a:schemeClr val="accent3">
                <a:lumMod val="50000"/>
              </a:schemeClr>
            </a:solidFill>
          </a:ln>
        </p:spPr>
        <p:style>
          <a:lnRef idx="2">
            <a:schemeClr val="accent5"/>
          </a:lnRef>
          <a:fillRef idx="1">
            <a:schemeClr val="lt1"/>
          </a:fillRef>
          <a:effectRef idx="0">
            <a:schemeClr val="accent5"/>
          </a:effectRef>
          <a:fontRef idx="minor">
            <a:schemeClr val="dk1"/>
          </a:fontRef>
        </p:style>
        <p:txBody>
          <a:bodyPr rtlCol="0" anchor="ctr"/>
          <a:lstStyle/>
          <a:p>
            <a:pPr>
              <a:lnSpc>
                <a:spcPct val="125000"/>
              </a:lnSpc>
            </a:pPr>
            <a:r>
              <a:rPr lang="zh-CN" altLang="en-US" b="1" dirty="0" smtClean="0"/>
              <a:t>     与</a:t>
            </a:r>
            <a:r>
              <a:rPr lang="en-US" altLang="zh-CN" b="1" dirty="0" err="1"/>
              <a:t>TIMx_CR</a:t>
            </a:r>
            <a:r>
              <a:rPr lang="zh-CN" altLang="en-US" b="1" dirty="0"/>
              <a:t>寄存器中</a:t>
            </a:r>
            <a:r>
              <a:rPr lang="en-US" altLang="zh-CN" b="1" dirty="0"/>
              <a:t>bit[9:8]</a:t>
            </a:r>
            <a:r>
              <a:rPr lang="zh-CN" altLang="en-US" b="1" dirty="0"/>
              <a:t>的</a:t>
            </a:r>
            <a:r>
              <a:rPr lang="en-US" altLang="zh-CN" b="1" dirty="0"/>
              <a:t>CKD[1:0]</a:t>
            </a:r>
            <a:r>
              <a:rPr lang="zh-CN" altLang="en-US" b="1" dirty="0"/>
              <a:t>对应，用于计数器工作模式时滤除高频干扰，有如下选择：</a:t>
            </a:r>
          </a:p>
          <a:p>
            <a:pPr marL="285750" indent="-285750">
              <a:lnSpc>
                <a:spcPct val="125000"/>
              </a:lnSpc>
              <a:buBlip>
                <a:blip r:embed="rId2"/>
              </a:buBlip>
            </a:pPr>
            <a:r>
              <a:rPr lang="zh-CN" altLang="en-US" b="1" dirty="0" smtClean="0"/>
              <a:t>“</a:t>
            </a:r>
            <a:r>
              <a:rPr lang="en-US" altLang="zh-CN" b="1" dirty="0" smtClean="0"/>
              <a:t>00”</a:t>
            </a:r>
            <a:r>
              <a:rPr lang="en-US" altLang="zh-CN" b="1" dirty="0"/>
              <a:t>——</a:t>
            </a:r>
            <a:r>
              <a:rPr lang="zh-CN" altLang="en-US" b="1" dirty="0"/>
              <a:t>采样频率基准</a:t>
            </a:r>
            <a:r>
              <a:rPr lang="en-US" altLang="zh-CN" b="1" dirty="0" err="1"/>
              <a:t>fDTS</a:t>
            </a:r>
            <a:r>
              <a:rPr lang="en-US" altLang="zh-CN" b="1" dirty="0"/>
              <a:t>=</a:t>
            </a:r>
            <a:r>
              <a:rPr lang="zh-CN" altLang="en-US" b="1" dirty="0"/>
              <a:t>定时器输入频率</a:t>
            </a:r>
            <a:r>
              <a:rPr lang="en-US" altLang="zh-CN" b="1" dirty="0" err="1"/>
              <a:t>fCK_INT</a:t>
            </a:r>
            <a:r>
              <a:rPr lang="zh-CN" altLang="en-US" b="1" dirty="0"/>
              <a:t>； </a:t>
            </a:r>
          </a:p>
          <a:p>
            <a:pPr marL="285750" indent="-285750">
              <a:lnSpc>
                <a:spcPct val="125000"/>
              </a:lnSpc>
              <a:buBlip>
                <a:blip r:embed="rId2"/>
              </a:buBlip>
            </a:pPr>
            <a:r>
              <a:rPr lang="zh-CN" altLang="en-US" b="1" dirty="0" smtClean="0"/>
              <a:t>“</a:t>
            </a:r>
            <a:r>
              <a:rPr lang="en-US" altLang="zh-CN" b="1" dirty="0" smtClean="0"/>
              <a:t>01”</a:t>
            </a:r>
            <a:r>
              <a:rPr lang="en-US" altLang="zh-CN" b="1" dirty="0"/>
              <a:t>——</a:t>
            </a:r>
            <a:r>
              <a:rPr lang="en-US" altLang="zh-CN" b="1" dirty="0" err="1"/>
              <a:t>fDTS</a:t>
            </a:r>
            <a:r>
              <a:rPr lang="en-US" altLang="zh-CN" b="1" dirty="0"/>
              <a:t>=</a:t>
            </a:r>
            <a:r>
              <a:rPr lang="en-US" altLang="zh-CN" b="1" dirty="0" err="1"/>
              <a:t>fCK_INT</a:t>
            </a:r>
            <a:r>
              <a:rPr lang="en-US" altLang="zh-CN" b="1" dirty="0"/>
              <a:t>/2</a:t>
            </a:r>
            <a:r>
              <a:rPr lang="zh-CN" altLang="en-US" b="1" dirty="0"/>
              <a:t>；</a:t>
            </a:r>
          </a:p>
          <a:p>
            <a:pPr marL="285750" indent="-285750">
              <a:lnSpc>
                <a:spcPct val="125000"/>
              </a:lnSpc>
              <a:buBlip>
                <a:blip r:embed="rId2"/>
              </a:buBlip>
            </a:pPr>
            <a:r>
              <a:rPr lang="zh-CN" altLang="en-US" b="1" dirty="0" smtClean="0"/>
              <a:t>“</a:t>
            </a:r>
            <a:r>
              <a:rPr lang="en-US" altLang="zh-CN" b="1" dirty="0" smtClean="0"/>
              <a:t>10”</a:t>
            </a:r>
            <a:r>
              <a:rPr lang="en-US" altLang="zh-CN" b="1" dirty="0"/>
              <a:t>——</a:t>
            </a:r>
            <a:r>
              <a:rPr lang="en-US" altLang="zh-CN" b="1" dirty="0" err="1"/>
              <a:t>fDTS</a:t>
            </a:r>
            <a:r>
              <a:rPr lang="en-US" altLang="zh-CN" b="1" dirty="0"/>
              <a:t>=</a:t>
            </a:r>
            <a:r>
              <a:rPr lang="en-US" altLang="zh-CN" b="1" dirty="0" err="1"/>
              <a:t>fCK_INT</a:t>
            </a:r>
            <a:r>
              <a:rPr lang="en-US" altLang="zh-CN" b="1" dirty="0"/>
              <a:t>/4</a:t>
            </a:r>
            <a:r>
              <a:rPr lang="zh-CN" altLang="en-US" b="1" dirty="0"/>
              <a:t>。</a:t>
            </a:r>
          </a:p>
        </p:txBody>
      </p:sp>
    </p:spTree>
    <p:extLst>
      <p:ext uri="{BB962C8B-B14F-4D97-AF65-F5344CB8AC3E}">
        <p14:creationId xmlns:p14="http://schemas.microsoft.com/office/powerpoint/2010/main" val="284559763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7880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596130" cy="461665"/>
          </a:xfrm>
          <a:prstGeom prst="rect">
            <a:avLst/>
          </a:prstGeom>
        </p:spPr>
        <p:txBody>
          <a:bodyPr wrap="none">
            <a:spAutoFit/>
          </a:bodyPr>
          <a:lstStyle/>
          <a:p>
            <a:r>
              <a:rPr lang="en-US" altLang="zh-CN" sz="2400" b="1" dirty="0">
                <a:solidFill>
                  <a:schemeClr val="bg1"/>
                </a:solidFill>
              </a:rPr>
              <a:t>9.2.2 </a:t>
            </a:r>
            <a:r>
              <a:rPr lang="zh-CN" altLang="en-US" sz="2400" b="1" dirty="0">
                <a:solidFill>
                  <a:schemeClr val="bg1"/>
                </a:solidFill>
              </a:rPr>
              <a:t>定时器标准外设库配置过程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图示 2"/>
          <p:cNvGraphicFramePr/>
          <p:nvPr>
            <p:extLst>
              <p:ext uri="{D42A27DB-BD31-4B8C-83A1-F6EECF244321}">
                <p14:modId xmlns:p14="http://schemas.microsoft.com/office/powerpoint/2010/main" val="2074221970"/>
              </p:ext>
            </p:extLst>
          </p:nvPr>
        </p:nvGraphicFramePr>
        <p:xfrm>
          <a:off x="-180529" y="1311610"/>
          <a:ext cx="9505055" cy="24563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矩形 1"/>
          <p:cNvSpPr/>
          <p:nvPr/>
        </p:nvSpPr>
        <p:spPr>
          <a:xfrm>
            <a:off x="1026062" y="3923938"/>
            <a:ext cx="7091875" cy="438582"/>
          </a:xfrm>
          <a:prstGeom prst="rect">
            <a:avLst/>
          </a:prstGeom>
          <a:ln w="28575">
            <a:solidFill>
              <a:schemeClr val="accent2">
                <a:lumMod val="40000"/>
                <a:lumOff val="60000"/>
              </a:schemeClr>
            </a:solidFill>
          </a:ln>
        </p:spPr>
        <p:txBody>
          <a:bodyPr wrap="square">
            <a:spAutoFit/>
          </a:bodyPr>
          <a:lstStyle/>
          <a:p>
            <a:pPr lvl="0">
              <a:lnSpc>
                <a:spcPct val="125000"/>
              </a:lnSpc>
            </a:pPr>
            <a:r>
              <a:rPr lang="en-US" altLang="zh-CN" b="1" dirty="0">
                <a:solidFill>
                  <a:prstClr val="black"/>
                </a:solidFill>
              </a:rPr>
              <a:t>RCC_APB1PeriphClockCmd(RCC_APB1Periph_TIM2,ENABLE);</a:t>
            </a:r>
          </a:p>
        </p:txBody>
      </p:sp>
      <p:sp>
        <p:nvSpPr>
          <p:cNvPr id="10" name="右箭头 9"/>
          <p:cNvSpPr/>
          <p:nvPr/>
        </p:nvSpPr>
        <p:spPr>
          <a:xfrm rot="5400000">
            <a:off x="1391675" y="3585788"/>
            <a:ext cx="368022" cy="344076"/>
          </a:xfrm>
          <a:prstGeom prst="rightArrow">
            <a:avLst/>
          </a:prstGeom>
          <a:solidFill>
            <a:schemeClr val="accent2">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solidFill>
                <a:schemeClr val="accent5">
                  <a:lumMod val="40000"/>
                  <a:lumOff val="60000"/>
                </a:schemeClr>
              </a:solidFill>
            </a:endParaRPr>
          </a:p>
        </p:txBody>
      </p:sp>
    </p:spTree>
    <p:extLst>
      <p:ext uri="{BB962C8B-B14F-4D97-AF65-F5344CB8AC3E}">
        <p14:creationId xmlns:p14="http://schemas.microsoft.com/office/powerpoint/2010/main" val="415634087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7880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596130" cy="461665"/>
          </a:xfrm>
          <a:prstGeom prst="rect">
            <a:avLst/>
          </a:prstGeom>
        </p:spPr>
        <p:txBody>
          <a:bodyPr wrap="none">
            <a:spAutoFit/>
          </a:bodyPr>
          <a:lstStyle/>
          <a:p>
            <a:r>
              <a:rPr lang="en-US" altLang="zh-CN" sz="2400" b="1" dirty="0">
                <a:solidFill>
                  <a:schemeClr val="bg1"/>
                </a:solidFill>
              </a:rPr>
              <a:t>9.2.2 </a:t>
            </a:r>
            <a:r>
              <a:rPr lang="zh-CN" altLang="en-US" sz="2400" b="1" dirty="0">
                <a:solidFill>
                  <a:schemeClr val="bg1"/>
                </a:solidFill>
              </a:rPr>
              <a:t>定时器标准外设库配置过程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矩形 4"/>
          <p:cNvSpPr/>
          <p:nvPr/>
        </p:nvSpPr>
        <p:spPr>
          <a:xfrm>
            <a:off x="1007604" y="3195701"/>
            <a:ext cx="7128792" cy="1815882"/>
          </a:xfrm>
          <a:prstGeom prst="rect">
            <a:avLst/>
          </a:prstGeom>
          <a:ln>
            <a:solidFill>
              <a:schemeClr val="accent2">
                <a:lumMod val="60000"/>
                <a:lumOff val="40000"/>
              </a:schemeClr>
            </a:solidFill>
          </a:ln>
        </p:spPr>
        <p:style>
          <a:lnRef idx="2">
            <a:schemeClr val="accent2"/>
          </a:lnRef>
          <a:fillRef idx="1">
            <a:schemeClr val="lt1"/>
          </a:fillRef>
          <a:effectRef idx="0">
            <a:schemeClr val="accent2"/>
          </a:effectRef>
          <a:fontRef idx="minor">
            <a:schemeClr val="dk1"/>
          </a:fontRef>
        </p:style>
        <p:txBody>
          <a:bodyPr wrap="square">
            <a:spAutoFit/>
          </a:bodyPr>
          <a:lstStyle/>
          <a:p>
            <a:r>
              <a:rPr lang="zh-CN" altLang="en-US" sz="1400" b="1" dirty="0" smtClean="0"/>
              <a:t>以</a:t>
            </a:r>
            <a:r>
              <a:rPr lang="zh-CN" altLang="en-US" sz="1400" b="1" dirty="0"/>
              <a:t>初始化通用定时器</a:t>
            </a:r>
            <a:r>
              <a:rPr lang="en-GB" altLang="zh-CN" sz="1400" b="1" dirty="0"/>
              <a:t>TIM2</a:t>
            </a:r>
            <a:r>
              <a:rPr lang="zh-CN" altLang="en-US" sz="1400" b="1" dirty="0"/>
              <a:t>为例，配置如下：</a:t>
            </a:r>
          </a:p>
          <a:p>
            <a:r>
              <a:rPr lang="en-GB" altLang="zh-CN" sz="1400" b="1" dirty="0" err="1"/>
              <a:t>TIM_TimeBaseInitTypeDef</a:t>
            </a:r>
            <a:r>
              <a:rPr lang="en-GB" altLang="zh-CN" sz="1400" b="1" dirty="0"/>
              <a:t> </a:t>
            </a:r>
            <a:r>
              <a:rPr lang="en-GB" altLang="zh-CN" sz="1400" b="1" dirty="0" err="1"/>
              <a:t>TIM_TimeBaseStructure</a:t>
            </a:r>
            <a:r>
              <a:rPr lang="en-GB" altLang="zh-CN" sz="1400" b="1" dirty="0"/>
              <a:t>; //</a:t>
            </a:r>
            <a:r>
              <a:rPr lang="zh-CN" altLang="en-US" sz="1400" b="1" dirty="0"/>
              <a:t>定义</a:t>
            </a:r>
            <a:r>
              <a:rPr lang="en-GB" altLang="zh-CN" sz="1400" b="1" dirty="0"/>
              <a:t>TIM</a:t>
            </a:r>
            <a:r>
              <a:rPr lang="zh-CN" altLang="en-US" sz="1400" b="1" dirty="0"/>
              <a:t>初始化类型结构体变量</a:t>
            </a:r>
          </a:p>
          <a:p>
            <a:r>
              <a:rPr lang="en-GB" altLang="zh-CN" sz="1400" b="1" dirty="0" err="1"/>
              <a:t>TIM_TimeBaseStructure.TIM_Period</a:t>
            </a:r>
            <a:r>
              <a:rPr lang="en-GB" altLang="zh-CN" sz="1400" b="1" dirty="0"/>
              <a:t> = (36000-1); //</a:t>
            </a:r>
            <a:r>
              <a:rPr lang="zh-CN" altLang="en-US" sz="1400" b="1" dirty="0"/>
              <a:t>设置自动重载计数周期值</a:t>
            </a:r>
          </a:p>
          <a:p>
            <a:r>
              <a:rPr lang="en-GB" altLang="zh-CN" sz="1400" b="1" dirty="0" err="1"/>
              <a:t>TIM_TimeBaseStructure.TIM_Prescaler</a:t>
            </a:r>
            <a:r>
              <a:rPr lang="en-GB" altLang="zh-CN" sz="1400" b="1" dirty="0"/>
              <a:t> = (2000-1); //</a:t>
            </a:r>
            <a:r>
              <a:rPr lang="zh-CN" altLang="en-US" sz="1400" b="1" dirty="0"/>
              <a:t>设置分频系数</a:t>
            </a:r>
          </a:p>
          <a:p>
            <a:r>
              <a:rPr lang="en-GB" altLang="zh-CN" sz="1400" b="1" dirty="0" err="1"/>
              <a:t>TIM_TimeBaseStructure.TIM_ClockDivision</a:t>
            </a:r>
            <a:r>
              <a:rPr lang="en-GB" altLang="zh-CN" sz="1400" b="1" dirty="0"/>
              <a:t> = TIM_CKD_DIV1; //</a:t>
            </a:r>
            <a:r>
              <a:rPr lang="zh-CN" altLang="en-US" sz="1400" b="1" dirty="0"/>
              <a:t>设置时钟分频因子</a:t>
            </a:r>
          </a:p>
          <a:p>
            <a:r>
              <a:rPr lang="en-GB" altLang="zh-CN" sz="1400" b="1" dirty="0" err="1"/>
              <a:t>TIM_TimeBaseStructure.TIM_CounterMode</a:t>
            </a:r>
            <a:r>
              <a:rPr lang="en-GB" altLang="zh-CN" sz="1400" b="1" dirty="0"/>
              <a:t> = </a:t>
            </a:r>
            <a:r>
              <a:rPr lang="en-GB" altLang="zh-CN" sz="1400" b="1" dirty="0" err="1"/>
              <a:t>TIM_CounterMode_Up</a:t>
            </a:r>
            <a:r>
              <a:rPr lang="en-GB" altLang="zh-CN" sz="1400" b="1" dirty="0"/>
              <a:t>; //</a:t>
            </a:r>
            <a:r>
              <a:rPr lang="zh-CN" altLang="en-US" sz="1400" b="1" dirty="0"/>
              <a:t>设置为向上计数方式</a:t>
            </a:r>
          </a:p>
          <a:p>
            <a:r>
              <a:rPr lang="en-GB" altLang="zh-CN" sz="1400" b="1" dirty="0" err="1"/>
              <a:t>TIM_TimeBaseInit</a:t>
            </a:r>
            <a:r>
              <a:rPr lang="en-GB" altLang="zh-CN" sz="1400" b="1" dirty="0"/>
              <a:t>(TIM2,&amp;TIM_TimeBaseStructure); //</a:t>
            </a:r>
            <a:r>
              <a:rPr lang="zh-CN" altLang="en-US" sz="1400" b="1" dirty="0"/>
              <a:t>初始化定时器</a:t>
            </a:r>
            <a:r>
              <a:rPr lang="en-GB" altLang="zh-CN" sz="1400" b="1" dirty="0"/>
              <a:t>TIM2</a:t>
            </a:r>
          </a:p>
          <a:p>
            <a:r>
              <a:rPr lang="en-GB" altLang="zh-CN" sz="1400" b="1" dirty="0" err="1"/>
              <a:t>TIM_Cmd</a:t>
            </a:r>
            <a:r>
              <a:rPr lang="en-GB" altLang="zh-CN" sz="1400" b="1" dirty="0"/>
              <a:t>(TIM2,ENABLE); //</a:t>
            </a:r>
            <a:r>
              <a:rPr lang="zh-CN" altLang="en-US" sz="1400" b="1" dirty="0"/>
              <a:t>使能</a:t>
            </a:r>
            <a:r>
              <a:rPr lang="en-GB" altLang="zh-CN" sz="1400" b="1" dirty="0"/>
              <a:t>TIM2</a:t>
            </a:r>
            <a:r>
              <a:rPr lang="zh-CN" altLang="en-US" sz="1400" b="1" dirty="0"/>
              <a:t>定时器</a:t>
            </a:r>
          </a:p>
        </p:txBody>
      </p:sp>
      <p:sp>
        <p:nvSpPr>
          <p:cNvPr id="11" name="立方体 10"/>
          <p:cNvSpPr/>
          <p:nvPr/>
        </p:nvSpPr>
        <p:spPr>
          <a:xfrm>
            <a:off x="539552" y="1044456"/>
            <a:ext cx="900100" cy="375166"/>
          </a:xfrm>
          <a:prstGeom prst="cube">
            <a:avLst>
              <a:gd name="adj" fmla="val 13802"/>
            </a:avLst>
          </a:prstGeom>
          <a:solidFill>
            <a:schemeClr val="accent5">
              <a:lumMod val="75000"/>
            </a:schemeClr>
          </a:solidFill>
          <a:ln w="28575">
            <a:solidFill>
              <a:schemeClr val="accent2">
                <a:lumMod val="60000"/>
                <a:lumOff val="40000"/>
              </a:schemeClr>
            </a:solidFill>
          </a:ln>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2000" b="1" dirty="0"/>
              <a:t>Setp2</a:t>
            </a:r>
            <a:endParaRPr lang="zh-CN" altLang="en-US" sz="2000" b="1" dirty="0" smtClean="0"/>
          </a:p>
        </p:txBody>
      </p:sp>
      <p:sp>
        <p:nvSpPr>
          <p:cNvPr id="14" name="矩形 13"/>
          <p:cNvSpPr/>
          <p:nvPr/>
        </p:nvSpPr>
        <p:spPr>
          <a:xfrm>
            <a:off x="1619672" y="1050290"/>
            <a:ext cx="6264696" cy="369332"/>
          </a:xfrm>
          <a:prstGeom prst="rect">
            <a:avLst/>
          </a:prstGeom>
          <a:solidFill>
            <a:schemeClr val="accent2">
              <a:lumMod val="20000"/>
              <a:lumOff val="80000"/>
            </a:schemeClr>
          </a:solidFill>
        </p:spPr>
        <p:txBody>
          <a:bodyPr wrap="square">
            <a:spAutoFit/>
          </a:bodyPr>
          <a:lstStyle/>
          <a:p>
            <a:r>
              <a:rPr lang="zh-CN" altLang="en-US" b="1" dirty="0">
                <a:solidFill>
                  <a:prstClr val="black"/>
                </a:solidFill>
              </a:rPr>
              <a:t>初始化定时器参数，设置自动重装值，分频系数，计数方式</a:t>
            </a:r>
            <a:endParaRPr lang="zh-CN" altLang="en-US" sz="2400" b="1" dirty="0"/>
          </a:p>
        </p:txBody>
      </p:sp>
      <p:sp>
        <p:nvSpPr>
          <p:cNvPr id="15" name="矩形 14"/>
          <p:cNvSpPr/>
          <p:nvPr/>
        </p:nvSpPr>
        <p:spPr>
          <a:xfrm>
            <a:off x="541524" y="1527634"/>
            <a:ext cx="5008984" cy="369332"/>
          </a:xfrm>
          <a:prstGeom prst="rect">
            <a:avLst/>
          </a:prstGeom>
        </p:spPr>
        <p:txBody>
          <a:bodyPr wrap="square">
            <a:spAutoFit/>
          </a:bodyPr>
          <a:lstStyle/>
          <a:p>
            <a:r>
              <a:rPr lang="zh-CN" altLang="en-US" b="1" dirty="0">
                <a:solidFill>
                  <a:prstClr val="black"/>
                </a:solidFill>
              </a:rPr>
              <a:t>定时器初始化使用</a:t>
            </a:r>
            <a:r>
              <a:rPr lang="en-GB" altLang="zh-CN" b="1" dirty="0" err="1">
                <a:solidFill>
                  <a:prstClr val="black"/>
                </a:solidFill>
              </a:rPr>
              <a:t>TIM_TimeBaseInit</a:t>
            </a:r>
            <a:r>
              <a:rPr lang="en-GB" altLang="zh-CN" b="1" dirty="0">
                <a:solidFill>
                  <a:prstClr val="black"/>
                </a:solidFill>
              </a:rPr>
              <a:t>()</a:t>
            </a:r>
            <a:r>
              <a:rPr lang="zh-CN" altLang="en-US" b="1" dirty="0">
                <a:solidFill>
                  <a:prstClr val="black"/>
                </a:solidFill>
              </a:rPr>
              <a:t>函数</a:t>
            </a:r>
            <a:endParaRPr lang="zh-CN" altLang="en-US" sz="2400" b="1" dirty="0"/>
          </a:p>
        </p:txBody>
      </p:sp>
      <p:sp>
        <p:nvSpPr>
          <p:cNvPr id="16" name="矩形 15"/>
          <p:cNvSpPr/>
          <p:nvPr/>
        </p:nvSpPr>
        <p:spPr>
          <a:xfrm>
            <a:off x="461210" y="1962294"/>
            <a:ext cx="8452666" cy="338554"/>
          </a:xfrm>
          <a:prstGeom prst="rect">
            <a:avLst/>
          </a:prstGeom>
        </p:spPr>
        <p:txBody>
          <a:bodyPr wrap="square">
            <a:spAutoFit/>
          </a:bodyPr>
          <a:lstStyle/>
          <a:p>
            <a:pPr lvl="0"/>
            <a:r>
              <a:rPr lang="en-GB" altLang="zh-CN" sz="1600" b="1" dirty="0">
                <a:solidFill>
                  <a:schemeClr val="accent5">
                    <a:lumMod val="75000"/>
                  </a:schemeClr>
                </a:solidFill>
              </a:rPr>
              <a:t>void </a:t>
            </a:r>
            <a:r>
              <a:rPr lang="en-GB" altLang="zh-CN" sz="1600" b="1" dirty="0" err="1">
                <a:solidFill>
                  <a:schemeClr val="accent5">
                    <a:lumMod val="75000"/>
                  </a:schemeClr>
                </a:solidFill>
              </a:rPr>
              <a:t>TIM_TimeBaseInit</a:t>
            </a:r>
            <a:r>
              <a:rPr lang="en-GB" altLang="zh-CN" sz="1600" b="1" dirty="0">
                <a:solidFill>
                  <a:schemeClr val="accent5">
                    <a:lumMod val="75000"/>
                  </a:schemeClr>
                </a:solidFill>
              </a:rPr>
              <a:t>(</a:t>
            </a:r>
            <a:r>
              <a:rPr lang="en-GB" altLang="zh-CN" sz="1600" b="1" dirty="0" err="1">
                <a:solidFill>
                  <a:schemeClr val="accent5">
                    <a:lumMod val="75000"/>
                  </a:schemeClr>
                </a:solidFill>
              </a:rPr>
              <a:t>TIM_TypeDef</a:t>
            </a:r>
            <a:r>
              <a:rPr lang="en-GB" altLang="zh-CN" sz="1600" b="1" dirty="0">
                <a:solidFill>
                  <a:schemeClr val="accent5">
                    <a:lumMod val="75000"/>
                  </a:schemeClr>
                </a:solidFill>
              </a:rPr>
              <a:t>*</a:t>
            </a:r>
            <a:r>
              <a:rPr lang="en-GB" altLang="zh-CN" sz="1600" b="1" dirty="0" err="1">
                <a:solidFill>
                  <a:schemeClr val="accent5">
                    <a:lumMod val="75000"/>
                  </a:schemeClr>
                </a:solidFill>
              </a:rPr>
              <a:t>TIMx</a:t>
            </a:r>
            <a:r>
              <a:rPr lang="en-GB" altLang="zh-CN" sz="1600" b="1" dirty="0" smtClean="0">
                <a:solidFill>
                  <a:schemeClr val="accent5">
                    <a:lumMod val="75000"/>
                  </a:schemeClr>
                </a:solidFill>
              </a:rPr>
              <a:t>, </a:t>
            </a:r>
            <a:r>
              <a:rPr lang="en-GB" altLang="zh-CN" sz="1600" b="1" dirty="0" err="1" smtClean="0">
                <a:solidFill>
                  <a:schemeClr val="accent5">
                    <a:lumMod val="75000"/>
                  </a:schemeClr>
                </a:solidFill>
              </a:rPr>
              <a:t>TIM_TimeBaseInitTypeDef</a:t>
            </a:r>
            <a:r>
              <a:rPr lang="en-GB" altLang="zh-CN" sz="1600" b="1" dirty="0">
                <a:solidFill>
                  <a:schemeClr val="accent5">
                    <a:lumMod val="75000"/>
                  </a:schemeClr>
                </a:solidFill>
              </a:rPr>
              <a:t>* </a:t>
            </a:r>
            <a:r>
              <a:rPr lang="en-GB" altLang="zh-CN" sz="1600" b="1" dirty="0" err="1">
                <a:solidFill>
                  <a:schemeClr val="accent5">
                    <a:lumMod val="75000"/>
                  </a:schemeClr>
                </a:solidFill>
              </a:rPr>
              <a:t>TIM_TimeBaseInitStruct</a:t>
            </a:r>
            <a:r>
              <a:rPr lang="en-GB" altLang="zh-CN" sz="1600" b="1" dirty="0">
                <a:solidFill>
                  <a:schemeClr val="accent5">
                    <a:lumMod val="75000"/>
                  </a:schemeClr>
                </a:solidFill>
              </a:rPr>
              <a:t>);</a:t>
            </a:r>
          </a:p>
        </p:txBody>
      </p:sp>
      <p:sp>
        <p:nvSpPr>
          <p:cNvPr id="17" name="矩形 16"/>
          <p:cNvSpPr/>
          <p:nvPr/>
        </p:nvSpPr>
        <p:spPr>
          <a:xfrm>
            <a:off x="1903016" y="2409732"/>
            <a:ext cx="2286000" cy="646331"/>
          </a:xfrm>
          <a:prstGeom prst="rect">
            <a:avLst/>
          </a:prstGeom>
          <a:solidFill>
            <a:schemeClr val="accent5">
              <a:lumMod val="20000"/>
              <a:lumOff val="80000"/>
            </a:schemeClr>
          </a:solidFill>
        </p:spPr>
        <p:txBody>
          <a:bodyPr>
            <a:spAutoFit/>
          </a:bodyPr>
          <a:lstStyle/>
          <a:p>
            <a:r>
              <a:rPr lang="zh-CN" altLang="en-US" b="1" dirty="0">
                <a:solidFill>
                  <a:prstClr val="black"/>
                </a:solidFill>
              </a:rPr>
              <a:t>第一个参数</a:t>
            </a:r>
            <a:r>
              <a:rPr lang="en-GB" altLang="zh-CN" b="1" dirty="0" err="1">
                <a:solidFill>
                  <a:prstClr val="black"/>
                </a:solidFill>
              </a:rPr>
              <a:t>TIMx</a:t>
            </a:r>
            <a:r>
              <a:rPr lang="zh-CN" altLang="en-US" b="1" dirty="0">
                <a:solidFill>
                  <a:prstClr val="black"/>
                </a:solidFill>
              </a:rPr>
              <a:t>是具体定时器，</a:t>
            </a:r>
            <a:r>
              <a:rPr lang="en-GB" altLang="zh-CN" b="1" dirty="0">
                <a:solidFill>
                  <a:prstClr val="black"/>
                </a:solidFill>
              </a:rPr>
              <a:t>x</a:t>
            </a:r>
            <a:r>
              <a:rPr lang="zh-CN" altLang="en-US" b="1" dirty="0">
                <a:solidFill>
                  <a:prstClr val="black"/>
                </a:solidFill>
              </a:rPr>
              <a:t>可为</a:t>
            </a:r>
            <a:r>
              <a:rPr lang="en-US" altLang="zh-CN" b="1" dirty="0">
                <a:solidFill>
                  <a:prstClr val="black"/>
                </a:solidFill>
              </a:rPr>
              <a:t>2~4</a:t>
            </a:r>
            <a:endParaRPr lang="zh-CN" altLang="en-US" sz="2400" b="1" dirty="0"/>
          </a:p>
        </p:txBody>
      </p:sp>
      <p:sp>
        <p:nvSpPr>
          <p:cNvPr id="18" name="矩形 17"/>
          <p:cNvSpPr/>
          <p:nvPr/>
        </p:nvSpPr>
        <p:spPr>
          <a:xfrm>
            <a:off x="5220072" y="2438425"/>
            <a:ext cx="3312534" cy="646331"/>
          </a:xfrm>
          <a:prstGeom prst="rect">
            <a:avLst/>
          </a:prstGeom>
          <a:solidFill>
            <a:schemeClr val="accent5">
              <a:lumMod val="20000"/>
              <a:lumOff val="80000"/>
            </a:schemeClr>
          </a:solidFill>
        </p:spPr>
        <p:txBody>
          <a:bodyPr wrap="square">
            <a:spAutoFit/>
          </a:bodyPr>
          <a:lstStyle/>
          <a:p>
            <a:pPr lvl="0"/>
            <a:r>
              <a:rPr lang="zh-CN" altLang="en-US" b="1" dirty="0">
                <a:solidFill>
                  <a:prstClr val="black"/>
                </a:solidFill>
              </a:rPr>
              <a:t>第二个参数为</a:t>
            </a:r>
            <a:r>
              <a:rPr lang="en-GB" altLang="zh-CN" b="1" dirty="0" err="1">
                <a:solidFill>
                  <a:prstClr val="black"/>
                </a:solidFill>
              </a:rPr>
              <a:t>TimeBaseInitStruct</a:t>
            </a:r>
            <a:r>
              <a:rPr lang="zh-CN" altLang="en-US" b="1" dirty="0">
                <a:solidFill>
                  <a:prstClr val="black"/>
                </a:solidFill>
              </a:rPr>
              <a:t>结构体指针。</a:t>
            </a:r>
          </a:p>
        </p:txBody>
      </p:sp>
      <p:sp>
        <p:nvSpPr>
          <p:cNvPr id="19" name="右箭头 18"/>
          <p:cNvSpPr/>
          <p:nvPr/>
        </p:nvSpPr>
        <p:spPr>
          <a:xfrm rot="16200000">
            <a:off x="3774566" y="2217056"/>
            <a:ext cx="154707" cy="288032"/>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20" name="右箭头 19"/>
          <p:cNvSpPr/>
          <p:nvPr/>
        </p:nvSpPr>
        <p:spPr>
          <a:xfrm rot="16200000">
            <a:off x="5340340" y="2217056"/>
            <a:ext cx="154707" cy="288032"/>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Tree>
    <p:extLst>
      <p:ext uri="{BB962C8B-B14F-4D97-AF65-F5344CB8AC3E}">
        <p14:creationId xmlns:p14="http://schemas.microsoft.com/office/powerpoint/2010/main" val="88709073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7880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596130" cy="461665"/>
          </a:xfrm>
          <a:prstGeom prst="rect">
            <a:avLst/>
          </a:prstGeom>
        </p:spPr>
        <p:txBody>
          <a:bodyPr wrap="none">
            <a:spAutoFit/>
          </a:bodyPr>
          <a:lstStyle/>
          <a:p>
            <a:r>
              <a:rPr lang="en-US" altLang="zh-CN" sz="2400" b="1" dirty="0">
                <a:solidFill>
                  <a:schemeClr val="bg1"/>
                </a:solidFill>
              </a:rPr>
              <a:t>9.2.2 </a:t>
            </a:r>
            <a:r>
              <a:rPr lang="zh-CN" altLang="en-US" sz="2400" b="1" dirty="0">
                <a:solidFill>
                  <a:schemeClr val="bg1"/>
                </a:solidFill>
              </a:rPr>
              <a:t>定时器标准外设库配置过程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立方体 10"/>
          <p:cNvSpPr/>
          <p:nvPr/>
        </p:nvSpPr>
        <p:spPr>
          <a:xfrm>
            <a:off x="539552" y="1080460"/>
            <a:ext cx="900100" cy="375166"/>
          </a:xfrm>
          <a:prstGeom prst="cube">
            <a:avLst>
              <a:gd name="adj" fmla="val 13802"/>
            </a:avLst>
          </a:prstGeom>
          <a:solidFill>
            <a:schemeClr val="accent5">
              <a:lumMod val="75000"/>
            </a:schemeClr>
          </a:solidFill>
          <a:ln w="28575">
            <a:solidFill>
              <a:schemeClr val="accent2">
                <a:lumMod val="60000"/>
                <a:lumOff val="40000"/>
              </a:schemeClr>
            </a:solidFill>
          </a:ln>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2000" b="1" dirty="0" smtClean="0"/>
              <a:t>Setp3</a:t>
            </a:r>
            <a:endParaRPr lang="zh-CN" altLang="en-US" sz="2000" b="1" dirty="0" smtClean="0"/>
          </a:p>
        </p:txBody>
      </p:sp>
      <p:sp>
        <p:nvSpPr>
          <p:cNvPr id="14" name="矩形 13"/>
          <p:cNvSpPr/>
          <p:nvPr/>
        </p:nvSpPr>
        <p:spPr>
          <a:xfrm>
            <a:off x="1619672" y="1086294"/>
            <a:ext cx="2628292" cy="369332"/>
          </a:xfrm>
          <a:prstGeom prst="rect">
            <a:avLst/>
          </a:prstGeom>
          <a:solidFill>
            <a:schemeClr val="accent2">
              <a:lumMod val="20000"/>
              <a:lumOff val="80000"/>
            </a:schemeClr>
          </a:solidFill>
        </p:spPr>
        <p:txBody>
          <a:bodyPr wrap="square">
            <a:spAutoFit/>
          </a:bodyPr>
          <a:lstStyle/>
          <a:p>
            <a:r>
              <a:rPr lang="zh-CN" altLang="en-US" b="1" dirty="0">
                <a:solidFill>
                  <a:prstClr val="black"/>
                </a:solidFill>
              </a:rPr>
              <a:t>设置</a:t>
            </a:r>
            <a:r>
              <a:rPr lang="en-US" altLang="zh-CN" b="1" dirty="0">
                <a:solidFill>
                  <a:prstClr val="black"/>
                </a:solidFill>
              </a:rPr>
              <a:t>TIM2</a:t>
            </a:r>
            <a:r>
              <a:rPr lang="zh-CN" altLang="en-US" b="1" dirty="0">
                <a:solidFill>
                  <a:prstClr val="black"/>
                </a:solidFill>
              </a:rPr>
              <a:t>允许更新中断</a:t>
            </a:r>
            <a:endParaRPr lang="zh-CN" altLang="en-US" sz="2400" b="1" dirty="0"/>
          </a:p>
        </p:txBody>
      </p:sp>
      <p:sp>
        <p:nvSpPr>
          <p:cNvPr id="15" name="矩形 14"/>
          <p:cNvSpPr/>
          <p:nvPr/>
        </p:nvSpPr>
        <p:spPr>
          <a:xfrm>
            <a:off x="4572000" y="915566"/>
            <a:ext cx="4392488" cy="784830"/>
          </a:xfrm>
          <a:prstGeom prst="rect">
            <a:avLst/>
          </a:prstGeom>
        </p:spPr>
        <p:txBody>
          <a:bodyPr wrap="square">
            <a:spAutoFit/>
          </a:bodyPr>
          <a:lstStyle/>
          <a:p>
            <a:pPr>
              <a:lnSpc>
                <a:spcPct val="125000"/>
              </a:lnSpc>
            </a:pPr>
            <a:r>
              <a:rPr lang="zh-CN" altLang="en-US" b="1" dirty="0" smtClean="0">
                <a:solidFill>
                  <a:prstClr val="black"/>
                </a:solidFill>
              </a:rPr>
              <a:t>     为了</a:t>
            </a:r>
            <a:r>
              <a:rPr lang="zh-CN" altLang="en-US" b="1" dirty="0">
                <a:solidFill>
                  <a:prstClr val="black"/>
                </a:solidFill>
              </a:rPr>
              <a:t>避免在初始化定时器时进入中断，需要在初始化过程中清除中断</a:t>
            </a:r>
            <a:r>
              <a:rPr lang="zh-CN" altLang="en-US" b="1" dirty="0" smtClean="0">
                <a:solidFill>
                  <a:prstClr val="black"/>
                </a:solidFill>
              </a:rPr>
              <a:t>标志。</a:t>
            </a:r>
            <a:endParaRPr lang="zh-CN" altLang="en-US" sz="2400" b="1" dirty="0"/>
          </a:p>
        </p:txBody>
      </p:sp>
      <p:sp>
        <p:nvSpPr>
          <p:cNvPr id="16" name="矩形 15"/>
          <p:cNvSpPr/>
          <p:nvPr/>
        </p:nvSpPr>
        <p:spPr>
          <a:xfrm>
            <a:off x="821250" y="2620094"/>
            <a:ext cx="7351150" cy="338554"/>
          </a:xfrm>
          <a:prstGeom prst="rect">
            <a:avLst/>
          </a:prstGeom>
        </p:spPr>
        <p:txBody>
          <a:bodyPr wrap="square">
            <a:spAutoFit/>
          </a:bodyPr>
          <a:lstStyle/>
          <a:p>
            <a:pPr lvl="0"/>
            <a:r>
              <a:rPr lang="en-US" altLang="zh-CN" sz="1600" b="1" dirty="0">
                <a:solidFill>
                  <a:schemeClr val="accent5">
                    <a:lumMod val="75000"/>
                  </a:schemeClr>
                </a:solidFill>
              </a:rPr>
              <a:t>void </a:t>
            </a:r>
            <a:r>
              <a:rPr lang="en-US" altLang="zh-CN" sz="1600" b="1" dirty="0" err="1">
                <a:solidFill>
                  <a:schemeClr val="accent5">
                    <a:lumMod val="75000"/>
                  </a:schemeClr>
                </a:solidFill>
              </a:rPr>
              <a:t>TIM_ITConfig</a:t>
            </a:r>
            <a:r>
              <a:rPr lang="en-US" altLang="zh-CN" sz="1600" b="1" dirty="0">
                <a:solidFill>
                  <a:schemeClr val="accent5">
                    <a:lumMod val="75000"/>
                  </a:schemeClr>
                </a:solidFill>
              </a:rPr>
              <a:t>(</a:t>
            </a:r>
            <a:r>
              <a:rPr lang="en-US" altLang="zh-CN" sz="1600" b="1" dirty="0" err="1">
                <a:solidFill>
                  <a:schemeClr val="accent5">
                    <a:lumMod val="75000"/>
                  </a:schemeClr>
                </a:solidFill>
              </a:rPr>
              <a:t>TIM_TypeDef</a:t>
            </a:r>
            <a:r>
              <a:rPr lang="en-US" altLang="zh-CN" sz="1600" b="1" dirty="0">
                <a:solidFill>
                  <a:schemeClr val="accent5">
                    <a:lumMod val="75000"/>
                  </a:schemeClr>
                </a:solidFill>
              </a:rPr>
              <a:t>* </a:t>
            </a:r>
            <a:r>
              <a:rPr lang="en-US" altLang="zh-CN" sz="1600" b="1" dirty="0" err="1">
                <a:solidFill>
                  <a:schemeClr val="accent5">
                    <a:lumMod val="75000"/>
                  </a:schemeClr>
                </a:solidFill>
              </a:rPr>
              <a:t>TIMx</a:t>
            </a:r>
            <a:r>
              <a:rPr lang="en-US" altLang="zh-CN" sz="1600" b="1" dirty="0">
                <a:solidFill>
                  <a:schemeClr val="accent5">
                    <a:lumMod val="75000"/>
                  </a:schemeClr>
                </a:solidFill>
              </a:rPr>
              <a:t>, </a:t>
            </a:r>
            <a:r>
              <a:rPr lang="en-US" altLang="zh-CN" sz="1600" b="1" dirty="0" smtClean="0">
                <a:solidFill>
                  <a:schemeClr val="accent5">
                    <a:lumMod val="75000"/>
                  </a:schemeClr>
                </a:solidFill>
              </a:rPr>
              <a:t>uint16_t </a:t>
            </a:r>
            <a:r>
              <a:rPr lang="en-US" altLang="zh-CN" sz="1600" b="1" dirty="0">
                <a:solidFill>
                  <a:schemeClr val="accent5">
                    <a:lumMod val="75000"/>
                  </a:schemeClr>
                </a:solidFill>
              </a:rPr>
              <a:t>TIM_IT, </a:t>
            </a:r>
            <a:r>
              <a:rPr lang="en-US" altLang="zh-CN" sz="1600" b="1" dirty="0" err="1">
                <a:solidFill>
                  <a:schemeClr val="accent5">
                    <a:lumMod val="75000"/>
                  </a:schemeClr>
                </a:solidFill>
              </a:rPr>
              <a:t>FunctionalState</a:t>
            </a:r>
            <a:r>
              <a:rPr lang="en-US" altLang="zh-CN" sz="1600" b="1" dirty="0">
                <a:solidFill>
                  <a:schemeClr val="accent5">
                    <a:lumMod val="75000"/>
                  </a:schemeClr>
                </a:solidFill>
              </a:rPr>
              <a:t> </a:t>
            </a:r>
            <a:r>
              <a:rPr lang="en-US" altLang="zh-CN" sz="1600" b="1" dirty="0" err="1">
                <a:solidFill>
                  <a:schemeClr val="accent5">
                    <a:lumMod val="75000"/>
                  </a:schemeClr>
                </a:solidFill>
              </a:rPr>
              <a:t>NewState</a:t>
            </a:r>
            <a:r>
              <a:rPr lang="en-US" altLang="zh-CN" sz="1600" b="1" dirty="0">
                <a:solidFill>
                  <a:schemeClr val="accent5">
                    <a:lumMod val="75000"/>
                  </a:schemeClr>
                </a:solidFill>
              </a:rPr>
              <a:t>)</a:t>
            </a:r>
            <a:r>
              <a:rPr lang="zh-CN" altLang="en-US" sz="1600" b="1" dirty="0">
                <a:solidFill>
                  <a:schemeClr val="accent5">
                    <a:lumMod val="75000"/>
                  </a:schemeClr>
                </a:solidFill>
              </a:rPr>
              <a:t>；</a:t>
            </a:r>
            <a:endParaRPr lang="en-GB" altLang="zh-CN" sz="1600" b="1" dirty="0">
              <a:solidFill>
                <a:schemeClr val="accent5">
                  <a:lumMod val="75000"/>
                </a:schemeClr>
              </a:solidFill>
            </a:endParaRPr>
          </a:p>
        </p:txBody>
      </p:sp>
      <p:sp>
        <p:nvSpPr>
          <p:cNvPr id="17" name="矩形 16"/>
          <p:cNvSpPr/>
          <p:nvPr/>
        </p:nvSpPr>
        <p:spPr>
          <a:xfrm>
            <a:off x="1511660" y="3327834"/>
            <a:ext cx="2286000" cy="646331"/>
          </a:xfrm>
          <a:prstGeom prst="rect">
            <a:avLst/>
          </a:prstGeom>
          <a:solidFill>
            <a:schemeClr val="accent5">
              <a:lumMod val="20000"/>
              <a:lumOff val="80000"/>
            </a:schemeClr>
          </a:solidFill>
        </p:spPr>
        <p:txBody>
          <a:bodyPr>
            <a:spAutoFit/>
          </a:bodyPr>
          <a:lstStyle/>
          <a:p>
            <a:r>
              <a:rPr lang="zh-CN" altLang="en-US" b="1" dirty="0">
                <a:solidFill>
                  <a:prstClr val="black"/>
                </a:solidFill>
              </a:rPr>
              <a:t>第一个参数</a:t>
            </a:r>
            <a:r>
              <a:rPr lang="en-GB" altLang="zh-CN" b="1" dirty="0" err="1">
                <a:solidFill>
                  <a:prstClr val="black"/>
                </a:solidFill>
              </a:rPr>
              <a:t>TIMx</a:t>
            </a:r>
            <a:r>
              <a:rPr lang="zh-CN" altLang="en-US" b="1" dirty="0">
                <a:solidFill>
                  <a:prstClr val="black"/>
                </a:solidFill>
              </a:rPr>
              <a:t>是具体定时器，</a:t>
            </a:r>
            <a:r>
              <a:rPr lang="en-GB" altLang="zh-CN" b="1" dirty="0">
                <a:solidFill>
                  <a:prstClr val="black"/>
                </a:solidFill>
              </a:rPr>
              <a:t>x</a:t>
            </a:r>
            <a:r>
              <a:rPr lang="zh-CN" altLang="en-US" b="1" dirty="0">
                <a:solidFill>
                  <a:prstClr val="black"/>
                </a:solidFill>
              </a:rPr>
              <a:t>可为</a:t>
            </a:r>
            <a:r>
              <a:rPr lang="en-US" altLang="zh-CN" b="1" dirty="0">
                <a:solidFill>
                  <a:prstClr val="black"/>
                </a:solidFill>
              </a:rPr>
              <a:t>2~4</a:t>
            </a:r>
            <a:endParaRPr lang="zh-CN" altLang="en-US" sz="2400" b="1" dirty="0"/>
          </a:p>
        </p:txBody>
      </p:sp>
      <p:sp>
        <p:nvSpPr>
          <p:cNvPr id="18" name="矩形 17"/>
          <p:cNvSpPr/>
          <p:nvPr/>
        </p:nvSpPr>
        <p:spPr>
          <a:xfrm>
            <a:off x="4031940" y="3260495"/>
            <a:ext cx="1782453" cy="1200329"/>
          </a:xfrm>
          <a:prstGeom prst="rect">
            <a:avLst/>
          </a:prstGeom>
          <a:solidFill>
            <a:schemeClr val="accent5">
              <a:lumMod val="20000"/>
              <a:lumOff val="80000"/>
            </a:schemeClr>
          </a:solidFill>
        </p:spPr>
        <p:txBody>
          <a:bodyPr wrap="square">
            <a:spAutoFit/>
          </a:bodyPr>
          <a:lstStyle/>
          <a:p>
            <a:pPr lvl="0" algn="ctr"/>
            <a:r>
              <a:rPr lang="zh-CN" altLang="en-US" b="1" dirty="0">
                <a:solidFill>
                  <a:prstClr val="black"/>
                </a:solidFill>
              </a:rPr>
              <a:t>第二个参数用来指明所使能定时器的中断类型。</a:t>
            </a:r>
          </a:p>
        </p:txBody>
      </p:sp>
      <p:sp>
        <p:nvSpPr>
          <p:cNvPr id="20" name="右箭头 19"/>
          <p:cNvSpPr/>
          <p:nvPr/>
        </p:nvSpPr>
        <p:spPr>
          <a:xfrm rot="16200000">
            <a:off x="4926695" y="2940146"/>
            <a:ext cx="154707" cy="288032"/>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2" name="矩形 1"/>
          <p:cNvSpPr/>
          <p:nvPr/>
        </p:nvSpPr>
        <p:spPr>
          <a:xfrm>
            <a:off x="912796" y="1779662"/>
            <a:ext cx="7182798" cy="646331"/>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US" altLang="zh-CN" b="1" dirty="0" smtClean="0"/>
              <a:t>     </a:t>
            </a:r>
            <a:r>
              <a:rPr lang="zh-CN" altLang="zh-CN" b="1" dirty="0" smtClean="0"/>
              <a:t>中断</a:t>
            </a:r>
            <a:r>
              <a:rPr lang="zh-CN" altLang="zh-CN" b="1" dirty="0"/>
              <a:t>在使用前必须先使能再使用，如使能定时器</a:t>
            </a:r>
            <a:r>
              <a:rPr lang="en-US" altLang="zh-CN" b="1" dirty="0"/>
              <a:t>TIM2</a:t>
            </a:r>
            <a:r>
              <a:rPr lang="zh-CN" altLang="zh-CN" b="1" dirty="0"/>
              <a:t>的更新模式中断，则调用库函数</a:t>
            </a:r>
            <a:r>
              <a:rPr lang="en-US" altLang="zh-CN" b="1" dirty="0" err="1"/>
              <a:t>TIM_ITConfig</a:t>
            </a:r>
            <a:r>
              <a:rPr lang="en-US" altLang="zh-CN" b="1" dirty="0"/>
              <a:t>()</a:t>
            </a:r>
            <a:r>
              <a:rPr lang="zh-CN" altLang="zh-CN" b="1" dirty="0"/>
              <a:t>，函数原型为：</a:t>
            </a:r>
          </a:p>
        </p:txBody>
      </p:sp>
      <p:sp>
        <p:nvSpPr>
          <p:cNvPr id="21" name="右箭头 20"/>
          <p:cNvSpPr/>
          <p:nvPr/>
        </p:nvSpPr>
        <p:spPr>
          <a:xfrm rot="16200000">
            <a:off x="7050931" y="2940146"/>
            <a:ext cx="154707" cy="288032"/>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22" name="右箭头 21"/>
          <p:cNvSpPr/>
          <p:nvPr/>
        </p:nvSpPr>
        <p:spPr>
          <a:xfrm rot="16200000">
            <a:off x="3378523" y="2937714"/>
            <a:ext cx="154707" cy="288032"/>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3" name="矩形 2"/>
          <p:cNvSpPr/>
          <p:nvPr/>
        </p:nvSpPr>
        <p:spPr>
          <a:xfrm>
            <a:off x="6048164" y="3260495"/>
            <a:ext cx="2152232" cy="1477328"/>
          </a:xfrm>
          <a:prstGeom prst="rect">
            <a:avLst/>
          </a:prstGeom>
          <a:solidFill>
            <a:schemeClr val="accent5">
              <a:lumMod val="20000"/>
              <a:lumOff val="80000"/>
            </a:schemeClr>
          </a:solidFill>
        </p:spPr>
        <p:txBody>
          <a:bodyPr wrap="square">
            <a:spAutoFit/>
          </a:bodyPr>
          <a:lstStyle/>
          <a:p>
            <a:r>
              <a:rPr lang="zh-CN" altLang="en-US" b="1" dirty="0"/>
              <a:t>第三个参数为</a:t>
            </a:r>
            <a:r>
              <a:rPr lang="en-US" altLang="zh-CN" b="1" dirty="0" err="1"/>
              <a:t>TIMx</a:t>
            </a:r>
            <a:r>
              <a:rPr lang="zh-CN" altLang="en-US" b="1" dirty="0"/>
              <a:t>中断的状态，该参数可取值为</a:t>
            </a:r>
            <a:r>
              <a:rPr lang="en-US" altLang="zh-CN" b="1" dirty="0"/>
              <a:t>ENABLE</a:t>
            </a:r>
            <a:r>
              <a:rPr lang="zh-CN" altLang="en-US" b="1" dirty="0"/>
              <a:t>（使能）或者</a:t>
            </a:r>
            <a:r>
              <a:rPr lang="en-US" altLang="zh-CN" b="1" dirty="0"/>
              <a:t>DISABLE</a:t>
            </a:r>
            <a:r>
              <a:rPr lang="zh-CN" altLang="en-US" b="1" dirty="0"/>
              <a:t>（失能）</a:t>
            </a:r>
          </a:p>
        </p:txBody>
      </p:sp>
    </p:spTree>
    <p:extLst>
      <p:ext uri="{BB962C8B-B14F-4D97-AF65-F5344CB8AC3E}">
        <p14:creationId xmlns:p14="http://schemas.microsoft.com/office/powerpoint/2010/main" val="36251330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7880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596130" cy="461665"/>
          </a:xfrm>
          <a:prstGeom prst="rect">
            <a:avLst/>
          </a:prstGeom>
        </p:spPr>
        <p:txBody>
          <a:bodyPr wrap="none">
            <a:spAutoFit/>
          </a:bodyPr>
          <a:lstStyle/>
          <a:p>
            <a:r>
              <a:rPr lang="en-US" altLang="zh-CN" sz="2400" b="1" dirty="0">
                <a:solidFill>
                  <a:schemeClr val="bg1"/>
                </a:solidFill>
              </a:rPr>
              <a:t>9.2.2 </a:t>
            </a:r>
            <a:r>
              <a:rPr lang="zh-CN" altLang="en-US" sz="2400" b="1" dirty="0">
                <a:solidFill>
                  <a:schemeClr val="bg1"/>
                </a:solidFill>
              </a:rPr>
              <a:t>定时器标准外设库配置过程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立方体 10"/>
          <p:cNvSpPr/>
          <p:nvPr/>
        </p:nvSpPr>
        <p:spPr>
          <a:xfrm>
            <a:off x="611560" y="1080460"/>
            <a:ext cx="900100" cy="375166"/>
          </a:xfrm>
          <a:prstGeom prst="cube">
            <a:avLst>
              <a:gd name="adj" fmla="val 13802"/>
            </a:avLst>
          </a:prstGeom>
          <a:solidFill>
            <a:schemeClr val="accent5">
              <a:lumMod val="75000"/>
            </a:schemeClr>
          </a:solidFill>
          <a:ln w="28575">
            <a:solidFill>
              <a:schemeClr val="accent2">
                <a:lumMod val="60000"/>
                <a:lumOff val="40000"/>
              </a:schemeClr>
            </a:solidFill>
          </a:ln>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2000" b="1" dirty="0" smtClean="0"/>
              <a:t>Setp4</a:t>
            </a:r>
            <a:endParaRPr lang="zh-CN" altLang="en-US" sz="2000" b="1" dirty="0" smtClean="0"/>
          </a:p>
        </p:txBody>
      </p:sp>
      <p:sp>
        <p:nvSpPr>
          <p:cNvPr id="14" name="矩形 13"/>
          <p:cNvSpPr/>
          <p:nvPr/>
        </p:nvSpPr>
        <p:spPr>
          <a:xfrm>
            <a:off x="1691680" y="1086294"/>
            <a:ext cx="2340260" cy="369332"/>
          </a:xfrm>
          <a:prstGeom prst="rect">
            <a:avLst/>
          </a:prstGeom>
          <a:solidFill>
            <a:schemeClr val="accent2">
              <a:lumMod val="20000"/>
              <a:lumOff val="80000"/>
            </a:schemeClr>
          </a:solidFill>
        </p:spPr>
        <p:txBody>
          <a:bodyPr wrap="square">
            <a:spAutoFit/>
          </a:bodyPr>
          <a:lstStyle/>
          <a:p>
            <a:r>
              <a:rPr lang="en-US" altLang="zh-CN" b="1" dirty="0">
                <a:solidFill>
                  <a:prstClr val="black"/>
                </a:solidFill>
              </a:rPr>
              <a:t>TIM2</a:t>
            </a:r>
            <a:r>
              <a:rPr lang="zh-CN" altLang="en-US" b="1" dirty="0">
                <a:solidFill>
                  <a:prstClr val="black"/>
                </a:solidFill>
              </a:rPr>
              <a:t>中断优先级设置</a:t>
            </a:r>
            <a:endParaRPr lang="zh-CN" altLang="en-US" sz="2400" b="1" dirty="0"/>
          </a:p>
        </p:txBody>
      </p:sp>
      <p:sp>
        <p:nvSpPr>
          <p:cNvPr id="2" name="矩形 1"/>
          <p:cNvSpPr/>
          <p:nvPr/>
        </p:nvSpPr>
        <p:spPr>
          <a:xfrm>
            <a:off x="1459725" y="1779662"/>
            <a:ext cx="6480720" cy="2490425"/>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nSpc>
                <a:spcPct val="125000"/>
              </a:lnSpc>
            </a:pPr>
            <a:r>
              <a:rPr lang="en-GB" altLang="zh-CN" b="1" dirty="0" err="1" smtClean="0"/>
              <a:t>NVIC_InitTypeDef</a:t>
            </a:r>
            <a:r>
              <a:rPr lang="en-GB" altLang="zh-CN" b="1" dirty="0" smtClean="0"/>
              <a:t> </a:t>
            </a:r>
            <a:r>
              <a:rPr lang="en-GB" altLang="zh-CN" b="1" dirty="0" err="1"/>
              <a:t>NVIC_InitStructure</a:t>
            </a:r>
            <a:r>
              <a:rPr lang="en-GB" altLang="zh-CN" b="1" dirty="0"/>
              <a:t>;</a:t>
            </a:r>
          </a:p>
          <a:p>
            <a:pPr>
              <a:lnSpc>
                <a:spcPct val="125000"/>
              </a:lnSpc>
            </a:pPr>
            <a:r>
              <a:rPr lang="en-GB" altLang="zh-CN" b="1" dirty="0" err="1"/>
              <a:t>NVIC_PriorityGroupConfig</a:t>
            </a:r>
            <a:r>
              <a:rPr lang="en-GB" altLang="zh-CN" b="1" dirty="0"/>
              <a:t>(NVIC_PriorityGroup_2);</a:t>
            </a:r>
          </a:p>
          <a:p>
            <a:pPr>
              <a:lnSpc>
                <a:spcPct val="125000"/>
              </a:lnSpc>
            </a:pPr>
            <a:r>
              <a:rPr lang="en-GB" altLang="zh-CN" b="1" dirty="0" err="1"/>
              <a:t>NVIC_InitStructure.NVIC_IRQChannel</a:t>
            </a:r>
            <a:r>
              <a:rPr lang="en-GB" altLang="zh-CN" b="1" dirty="0"/>
              <a:t> = TIM2_IRQn;</a:t>
            </a:r>
          </a:p>
          <a:p>
            <a:pPr>
              <a:lnSpc>
                <a:spcPct val="125000"/>
              </a:lnSpc>
            </a:pPr>
            <a:r>
              <a:rPr lang="en-GB" altLang="zh-CN" b="1" dirty="0" err="1"/>
              <a:t>NVIC_InitStructure.NVIC_IRQChannelPreemptionPriority</a:t>
            </a:r>
            <a:r>
              <a:rPr lang="en-GB" altLang="zh-CN" b="1" dirty="0"/>
              <a:t> = 0;</a:t>
            </a:r>
          </a:p>
          <a:p>
            <a:pPr>
              <a:lnSpc>
                <a:spcPct val="125000"/>
              </a:lnSpc>
            </a:pPr>
            <a:r>
              <a:rPr lang="en-GB" altLang="zh-CN" b="1" dirty="0" err="1"/>
              <a:t>NVIC_InitStructure.NVIC_IRQChannelSubPriority</a:t>
            </a:r>
            <a:r>
              <a:rPr lang="en-GB" altLang="zh-CN" b="1" dirty="0"/>
              <a:t> = 1;</a:t>
            </a:r>
          </a:p>
          <a:p>
            <a:pPr>
              <a:lnSpc>
                <a:spcPct val="125000"/>
              </a:lnSpc>
            </a:pPr>
            <a:r>
              <a:rPr lang="en-GB" altLang="zh-CN" b="1" dirty="0" err="1"/>
              <a:t>NVIC_InitStructure.NVIC_IRQChannelCmd</a:t>
            </a:r>
            <a:r>
              <a:rPr lang="en-GB" altLang="zh-CN" b="1" dirty="0"/>
              <a:t> = ENABLE;</a:t>
            </a:r>
          </a:p>
          <a:p>
            <a:pPr>
              <a:lnSpc>
                <a:spcPct val="125000"/>
              </a:lnSpc>
            </a:pPr>
            <a:r>
              <a:rPr lang="en-GB" altLang="zh-CN" b="1" dirty="0" err="1"/>
              <a:t>NVIC_Init</a:t>
            </a:r>
            <a:r>
              <a:rPr lang="en-GB" altLang="zh-CN" b="1" dirty="0"/>
              <a:t>(&amp;</a:t>
            </a:r>
            <a:r>
              <a:rPr lang="en-GB" altLang="zh-CN" b="1" dirty="0" err="1"/>
              <a:t>NVIC_InitStructure</a:t>
            </a:r>
            <a:r>
              <a:rPr lang="en-GB" altLang="zh-CN" b="1" dirty="0"/>
              <a:t>);</a:t>
            </a:r>
          </a:p>
        </p:txBody>
      </p:sp>
      <p:grpSp>
        <p:nvGrpSpPr>
          <p:cNvPr id="19" name="Group 61"/>
          <p:cNvGrpSpPr/>
          <p:nvPr/>
        </p:nvGrpSpPr>
        <p:grpSpPr>
          <a:xfrm>
            <a:off x="7184087" y="102363"/>
            <a:ext cx="1473231" cy="1579617"/>
            <a:chOff x="4958468" y="3328177"/>
            <a:chExt cx="2986020" cy="2997870"/>
          </a:xfrm>
          <a:solidFill>
            <a:schemeClr val="accent3">
              <a:lumMod val="20000"/>
              <a:lumOff val="80000"/>
            </a:schemeClr>
          </a:solidFill>
        </p:grpSpPr>
        <p:sp>
          <p:nvSpPr>
            <p:cNvPr id="23" name="Freeform 491"/>
            <p:cNvSpPr>
              <a:spLocks noEditPoints="1"/>
            </p:cNvSpPr>
            <p:nvPr/>
          </p:nvSpPr>
          <p:spPr bwMode="auto">
            <a:xfrm>
              <a:off x="4958468" y="3328177"/>
              <a:ext cx="2986020" cy="2997870"/>
            </a:xfrm>
            <a:custGeom>
              <a:avLst/>
              <a:gdLst>
                <a:gd name="T0" fmla="*/ 1407 w 1705"/>
                <a:gd name="T1" fmla="*/ 204 h 1712"/>
                <a:gd name="T2" fmla="*/ 1345 w 1705"/>
                <a:gd name="T3" fmla="*/ 201 h 1712"/>
                <a:gd name="T4" fmla="*/ 1229 w 1705"/>
                <a:gd name="T5" fmla="*/ 290 h 1712"/>
                <a:gd name="T6" fmla="*/ 1107 w 1705"/>
                <a:gd name="T7" fmla="*/ 310 h 1712"/>
                <a:gd name="T8" fmla="*/ 1012 w 1705"/>
                <a:gd name="T9" fmla="*/ 230 h 1712"/>
                <a:gd name="T10" fmla="*/ 986 w 1705"/>
                <a:gd name="T11" fmla="*/ 40 h 1712"/>
                <a:gd name="T12" fmla="*/ 946 w 1705"/>
                <a:gd name="T13" fmla="*/ 0 h 1712"/>
                <a:gd name="T14" fmla="*/ 777 w 1705"/>
                <a:gd name="T15" fmla="*/ 0 h 1712"/>
                <a:gd name="T16" fmla="*/ 728 w 1705"/>
                <a:gd name="T17" fmla="*/ 54 h 1712"/>
                <a:gd name="T18" fmla="*/ 702 w 1705"/>
                <a:gd name="T19" fmla="*/ 227 h 1712"/>
                <a:gd name="T20" fmla="*/ 628 w 1705"/>
                <a:gd name="T21" fmla="*/ 299 h 1712"/>
                <a:gd name="T22" fmla="*/ 537 w 1705"/>
                <a:gd name="T23" fmla="*/ 313 h 1712"/>
                <a:gd name="T24" fmla="*/ 365 w 1705"/>
                <a:gd name="T25" fmla="*/ 184 h 1712"/>
                <a:gd name="T26" fmla="*/ 312 w 1705"/>
                <a:gd name="T27" fmla="*/ 187 h 1712"/>
                <a:gd name="T28" fmla="*/ 193 w 1705"/>
                <a:gd name="T29" fmla="*/ 307 h 1712"/>
                <a:gd name="T30" fmla="*/ 193 w 1705"/>
                <a:gd name="T31" fmla="*/ 367 h 1712"/>
                <a:gd name="T32" fmla="*/ 314 w 1705"/>
                <a:gd name="T33" fmla="*/ 525 h 1712"/>
                <a:gd name="T34" fmla="*/ 304 w 1705"/>
                <a:gd name="T35" fmla="*/ 607 h 1712"/>
                <a:gd name="T36" fmla="*/ 241 w 1705"/>
                <a:gd name="T37" fmla="*/ 696 h 1712"/>
                <a:gd name="T38" fmla="*/ 46 w 1705"/>
                <a:gd name="T39" fmla="*/ 720 h 1712"/>
                <a:gd name="T40" fmla="*/ 4 w 1705"/>
                <a:gd name="T41" fmla="*/ 755 h 1712"/>
                <a:gd name="T42" fmla="*/ 0 w 1705"/>
                <a:gd name="T43" fmla="*/ 936 h 1712"/>
                <a:gd name="T44" fmla="*/ 51 w 1705"/>
                <a:gd name="T45" fmla="*/ 986 h 1712"/>
                <a:gd name="T46" fmla="*/ 217 w 1705"/>
                <a:gd name="T47" fmla="*/ 1012 h 1712"/>
                <a:gd name="T48" fmla="*/ 298 w 1705"/>
                <a:gd name="T49" fmla="*/ 1089 h 1712"/>
                <a:gd name="T50" fmla="*/ 300 w 1705"/>
                <a:gd name="T51" fmla="*/ 1189 h 1712"/>
                <a:gd name="T52" fmla="*/ 190 w 1705"/>
                <a:gd name="T53" fmla="*/ 1322 h 1712"/>
                <a:gd name="T54" fmla="*/ 194 w 1705"/>
                <a:gd name="T55" fmla="*/ 1407 h 1712"/>
                <a:gd name="T56" fmla="*/ 297 w 1705"/>
                <a:gd name="T57" fmla="*/ 1514 h 1712"/>
                <a:gd name="T58" fmla="*/ 372 w 1705"/>
                <a:gd name="T59" fmla="*/ 1515 h 1712"/>
                <a:gd name="T60" fmla="*/ 505 w 1705"/>
                <a:gd name="T61" fmla="*/ 1417 h 1712"/>
                <a:gd name="T62" fmla="*/ 623 w 1705"/>
                <a:gd name="T63" fmla="*/ 1421 h 1712"/>
                <a:gd name="T64" fmla="*/ 693 w 1705"/>
                <a:gd name="T65" fmla="*/ 1490 h 1712"/>
                <a:gd name="T66" fmla="*/ 716 w 1705"/>
                <a:gd name="T67" fmla="*/ 1655 h 1712"/>
                <a:gd name="T68" fmla="*/ 771 w 1705"/>
                <a:gd name="T69" fmla="*/ 1712 h 1712"/>
                <a:gd name="T70" fmla="*/ 922 w 1705"/>
                <a:gd name="T71" fmla="*/ 1712 h 1712"/>
                <a:gd name="T72" fmla="*/ 980 w 1705"/>
                <a:gd name="T73" fmla="*/ 1663 h 1712"/>
                <a:gd name="T74" fmla="*/ 1007 w 1705"/>
                <a:gd name="T75" fmla="*/ 1486 h 1712"/>
                <a:gd name="T76" fmla="*/ 1103 w 1705"/>
                <a:gd name="T77" fmla="*/ 1408 h 1712"/>
                <a:gd name="T78" fmla="*/ 1194 w 1705"/>
                <a:gd name="T79" fmla="*/ 1422 h 1712"/>
                <a:gd name="T80" fmla="*/ 1324 w 1705"/>
                <a:gd name="T81" fmla="*/ 1523 h 1712"/>
                <a:gd name="T82" fmla="*/ 1393 w 1705"/>
                <a:gd name="T83" fmla="*/ 1521 h 1712"/>
                <a:gd name="T84" fmla="*/ 1505 w 1705"/>
                <a:gd name="T85" fmla="*/ 1410 h 1712"/>
                <a:gd name="T86" fmla="*/ 1516 w 1705"/>
                <a:gd name="T87" fmla="*/ 1341 h 1712"/>
                <a:gd name="T88" fmla="*/ 1406 w 1705"/>
                <a:gd name="T89" fmla="*/ 1195 h 1712"/>
                <a:gd name="T90" fmla="*/ 1414 w 1705"/>
                <a:gd name="T91" fmla="*/ 1085 h 1712"/>
                <a:gd name="T92" fmla="*/ 1501 w 1705"/>
                <a:gd name="T93" fmla="*/ 1012 h 1712"/>
                <a:gd name="T94" fmla="*/ 1649 w 1705"/>
                <a:gd name="T95" fmla="*/ 995 h 1712"/>
                <a:gd name="T96" fmla="*/ 1701 w 1705"/>
                <a:gd name="T97" fmla="*/ 954 h 1712"/>
                <a:gd name="T98" fmla="*/ 1705 w 1705"/>
                <a:gd name="T99" fmla="*/ 778 h 1712"/>
                <a:gd name="T100" fmla="*/ 1662 w 1705"/>
                <a:gd name="T101" fmla="*/ 732 h 1712"/>
                <a:gd name="T102" fmla="*/ 1455 w 1705"/>
                <a:gd name="T103" fmla="*/ 692 h 1712"/>
                <a:gd name="T104" fmla="*/ 1404 w 1705"/>
                <a:gd name="T105" fmla="*/ 608 h 1712"/>
                <a:gd name="T106" fmla="*/ 1412 w 1705"/>
                <a:gd name="T107" fmla="*/ 517 h 1712"/>
                <a:gd name="T108" fmla="*/ 1504 w 1705"/>
                <a:gd name="T109" fmla="*/ 396 h 1712"/>
                <a:gd name="T110" fmla="*/ 1521 w 1705"/>
                <a:gd name="T111" fmla="*/ 332 h 1712"/>
                <a:gd name="T112" fmla="*/ 1407 w 1705"/>
                <a:gd name="T113" fmla="*/ 204 h 1712"/>
                <a:gd name="T114" fmla="*/ 996 w 1705"/>
                <a:gd name="T115" fmla="*/ 1003 h 1712"/>
                <a:gd name="T116" fmla="*/ 703 w 1705"/>
                <a:gd name="T117" fmla="*/ 1002 h 1712"/>
                <a:gd name="T118" fmla="*/ 705 w 1705"/>
                <a:gd name="T119" fmla="*/ 710 h 1712"/>
                <a:gd name="T120" fmla="*/ 997 w 1705"/>
                <a:gd name="T121" fmla="*/ 711 h 1712"/>
                <a:gd name="T122" fmla="*/ 996 w 1705"/>
                <a:gd name="T123" fmla="*/ 1003 h 1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5" h="1712">
                  <a:moveTo>
                    <a:pt x="1407" y="204"/>
                  </a:moveTo>
                  <a:cubicBezTo>
                    <a:pt x="1376" y="174"/>
                    <a:pt x="1345" y="201"/>
                    <a:pt x="1345" y="201"/>
                  </a:cubicBezTo>
                  <a:cubicBezTo>
                    <a:pt x="1345" y="201"/>
                    <a:pt x="1289" y="241"/>
                    <a:pt x="1229" y="290"/>
                  </a:cubicBezTo>
                  <a:cubicBezTo>
                    <a:pt x="1169" y="338"/>
                    <a:pt x="1107" y="310"/>
                    <a:pt x="1107" y="310"/>
                  </a:cubicBezTo>
                  <a:cubicBezTo>
                    <a:pt x="1015" y="289"/>
                    <a:pt x="1012" y="230"/>
                    <a:pt x="1012" y="230"/>
                  </a:cubicBezTo>
                  <a:cubicBezTo>
                    <a:pt x="986" y="40"/>
                    <a:pt x="986" y="40"/>
                    <a:pt x="986" y="40"/>
                  </a:cubicBezTo>
                  <a:cubicBezTo>
                    <a:pt x="980" y="1"/>
                    <a:pt x="946" y="0"/>
                    <a:pt x="946" y="0"/>
                  </a:cubicBezTo>
                  <a:cubicBezTo>
                    <a:pt x="777" y="0"/>
                    <a:pt x="777" y="0"/>
                    <a:pt x="777" y="0"/>
                  </a:cubicBezTo>
                  <a:cubicBezTo>
                    <a:pt x="730" y="2"/>
                    <a:pt x="728" y="54"/>
                    <a:pt x="728" y="54"/>
                  </a:cubicBezTo>
                  <a:cubicBezTo>
                    <a:pt x="702" y="227"/>
                    <a:pt x="702" y="227"/>
                    <a:pt x="702" y="227"/>
                  </a:cubicBezTo>
                  <a:cubicBezTo>
                    <a:pt x="696" y="258"/>
                    <a:pt x="628" y="299"/>
                    <a:pt x="628" y="299"/>
                  </a:cubicBezTo>
                  <a:cubicBezTo>
                    <a:pt x="589" y="322"/>
                    <a:pt x="537" y="313"/>
                    <a:pt x="537" y="313"/>
                  </a:cubicBezTo>
                  <a:cubicBezTo>
                    <a:pt x="365" y="184"/>
                    <a:pt x="365" y="184"/>
                    <a:pt x="365" y="184"/>
                  </a:cubicBezTo>
                  <a:cubicBezTo>
                    <a:pt x="342" y="166"/>
                    <a:pt x="312" y="187"/>
                    <a:pt x="312" y="187"/>
                  </a:cubicBezTo>
                  <a:cubicBezTo>
                    <a:pt x="193" y="307"/>
                    <a:pt x="193" y="307"/>
                    <a:pt x="193" y="307"/>
                  </a:cubicBezTo>
                  <a:cubicBezTo>
                    <a:pt x="165" y="336"/>
                    <a:pt x="193" y="367"/>
                    <a:pt x="193" y="367"/>
                  </a:cubicBezTo>
                  <a:cubicBezTo>
                    <a:pt x="199" y="374"/>
                    <a:pt x="314" y="525"/>
                    <a:pt x="314" y="525"/>
                  </a:cubicBezTo>
                  <a:cubicBezTo>
                    <a:pt x="322" y="545"/>
                    <a:pt x="304" y="607"/>
                    <a:pt x="304" y="607"/>
                  </a:cubicBezTo>
                  <a:cubicBezTo>
                    <a:pt x="292" y="669"/>
                    <a:pt x="241" y="696"/>
                    <a:pt x="241" y="696"/>
                  </a:cubicBezTo>
                  <a:cubicBezTo>
                    <a:pt x="46" y="720"/>
                    <a:pt x="46" y="720"/>
                    <a:pt x="46" y="720"/>
                  </a:cubicBezTo>
                  <a:cubicBezTo>
                    <a:pt x="16" y="720"/>
                    <a:pt x="4" y="755"/>
                    <a:pt x="4" y="755"/>
                  </a:cubicBezTo>
                  <a:cubicBezTo>
                    <a:pt x="0" y="936"/>
                    <a:pt x="0" y="936"/>
                    <a:pt x="0" y="936"/>
                  </a:cubicBezTo>
                  <a:cubicBezTo>
                    <a:pt x="2" y="977"/>
                    <a:pt x="51" y="986"/>
                    <a:pt x="51" y="986"/>
                  </a:cubicBezTo>
                  <a:cubicBezTo>
                    <a:pt x="217" y="1012"/>
                    <a:pt x="217" y="1012"/>
                    <a:pt x="217" y="1012"/>
                  </a:cubicBezTo>
                  <a:cubicBezTo>
                    <a:pt x="268" y="1014"/>
                    <a:pt x="298" y="1089"/>
                    <a:pt x="298" y="1089"/>
                  </a:cubicBezTo>
                  <a:cubicBezTo>
                    <a:pt x="321" y="1136"/>
                    <a:pt x="300" y="1189"/>
                    <a:pt x="300" y="1189"/>
                  </a:cubicBezTo>
                  <a:cubicBezTo>
                    <a:pt x="190" y="1322"/>
                    <a:pt x="190" y="1322"/>
                    <a:pt x="190" y="1322"/>
                  </a:cubicBezTo>
                  <a:cubicBezTo>
                    <a:pt x="152" y="1368"/>
                    <a:pt x="194" y="1407"/>
                    <a:pt x="194" y="1407"/>
                  </a:cubicBezTo>
                  <a:cubicBezTo>
                    <a:pt x="297" y="1514"/>
                    <a:pt x="297" y="1514"/>
                    <a:pt x="297" y="1514"/>
                  </a:cubicBezTo>
                  <a:cubicBezTo>
                    <a:pt x="335" y="1550"/>
                    <a:pt x="372" y="1515"/>
                    <a:pt x="372" y="1515"/>
                  </a:cubicBezTo>
                  <a:cubicBezTo>
                    <a:pt x="505" y="1417"/>
                    <a:pt x="505" y="1417"/>
                    <a:pt x="505" y="1417"/>
                  </a:cubicBezTo>
                  <a:cubicBezTo>
                    <a:pt x="551" y="1380"/>
                    <a:pt x="623" y="1421"/>
                    <a:pt x="623" y="1421"/>
                  </a:cubicBezTo>
                  <a:cubicBezTo>
                    <a:pt x="691" y="1446"/>
                    <a:pt x="693" y="1490"/>
                    <a:pt x="693" y="1490"/>
                  </a:cubicBezTo>
                  <a:cubicBezTo>
                    <a:pt x="716" y="1655"/>
                    <a:pt x="716" y="1655"/>
                    <a:pt x="716" y="1655"/>
                  </a:cubicBezTo>
                  <a:cubicBezTo>
                    <a:pt x="718" y="1709"/>
                    <a:pt x="771" y="1712"/>
                    <a:pt x="771" y="1712"/>
                  </a:cubicBezTo>
                  <a:cubicBezTo>
                    <a:pt x="922" y="1712"/>
                    <a:pt x="922" y="1712"/>
                    <a:pt x="922" y="1712"/>
                  </a:cubicBezTo>
                  <a:cubicBezTo>
                    <a:pt x="981" y="1703"/>
                    <a:pt x="980" y="1663"/>
                    <a:pt x="980" y="1663"/>
                  </a:cubicBezTo>
                  <a:cubicBezTo>
                    <a:pt x="1007" y="1486"/>
                    <a:pt x="1007" y="1486"/>
                    <a:pt x="1007" y="1486"/>
                  </a:cubicBezTo>
                  <a:cubicBezTo>
                    <a:pt x="1016" y="1422"/>
                    <a:pt x="1103" y="1408"/>
                    <a:pt x="1103" y="1408"/>
                  </a:cubicBezTo>
                  <a:cubicBezTo>
                    <a:pt x="1163" y="1387"/>
                    <a:pt x="1194" y="1422"/>
                    <a:pt x="1194" y="1422"/>
                  </a:cubicBezTo>
                  <a:cubicBezTo>
                    <a:pt x="1324" y="1523"/>
                    <a:pt x="1324" y="1523"/>
                    <a:pt x="1324" y="1523"/>
                  </a:cubicBezTo>
                  <a:cubicBezTo>
                    <a:pt x="1353" y="1549"/>
                    <a:pt x="1393" y="1521"/>
                    <a:pt x="1393" y="1521"/>
                  </a:cubicBezTo>
                  <a:cubicBezTo>
                    <a:pt x="1505" y="1410"/>
                    <a:pt x="1505" y="1410"/>
                    <a:pt x="1505" y="1410"/>
                  </a:cubicBezTo>
                  <a:cubicBezTo>
                    <a:pt x="1546" y="1372"/>
                    <a:pt x="1516" y="1341"/>
                    <a:pt x="1516" y="1341"/>
                  </a:cubicBezTo>
                  <a:cubicBezTo>
                    <a:pt x="1406" y="1195"/>
                    <a:pt x="1406" y="1195"/>
                    <a:pt x="1406" y="1195"/>
                  </a:cubicBezTo>
                  <a:cubicBezTo>
                    <a:pt x="1378" y="1154"/>
                    <a:pt x="1414" y="1085"/>
                    <a:pt x="1414" y="1085"/>
                  </a:cubicBezTo>
                  <a:cubicBezTo>
                    <a:pt x="1439" y="1013"/>
                    <a:pt x="1501" y="1012"/>
                    <a:pt x="1501" y="1012"/>
                  </a:cubicBezTo>
                  <a:cubicBezTo>
                    <a:pt x="1649" y="995"/>
                    <a:pt x="1649" y="995"/>
                    <a:pt x="1649" y="995"/>
                  </a:cubicBezTo>
                  <a:cubicBezTo>
                    <a:pt x="1688" y="998"/>
                    <a:pt x="1701" y="954"/>
                    <a:pt x="1701" y="954"/>
                  </a:cubicBezTo>
                  <a:cubicBezTo>
                    <a:pt x="1705" y="778"/>
                    <a:pt x="1705" y="778"/>
                    <a:pt x="1705" y="778"/>
                  </a:cubicBezTo>
                  <a:cubicBezTo>
                    <a:pt x="1700" y="733"/>
                    <a:pt x="1662" y="732"/>
                    <a:pt x="1662" y="732"/>
                  </a:cubicBezTo>
                  <a:cubicBezTo>
                    <a:pt x="1455" y="692"/>
                    <a:pt x="1455" y="692"/>
                    <a:pt x="1455" y="692"/>
                  </a:cubicBezTo>
                  <a:cubicBezTo>
                    <a:pt x="1420" y="683"/>
                    <a:pt x="1404" y="608"/>
                    <a:pt x="1404" y="608"/>
                  </a:cubicBezTo>
                  <a:cubicBezTo>
                    <a:pt x="1384" y="551"/>
                    <a:pt x="1412" y="517"/>
                    <a:pt x="1412" y="517"/>
                  </a:cubicBezTo>
                  <a:cubicBezTo>
                    <a:pt x="1504" y="396"/>
                    <a:pt x="1504" y="396"/>
                    <a:pt x="1504" y="396"/>
                  </a:cubicBezTo>
                  <a:cubicBezTo>
                    <a:pt x="1544" y="354"/>
                    <a:pt x="1521" y="332"/>
                    <a:pt x="1521" y="332"/>
                  </a:cubicBezTo>
                  <a:cubicBezTo>
                    <a:pt x="1521" y="332"/>
                    <a:pt x="1438" y="234"/>
                    <a:pt x="1407" y="204"/>
                  </a:cubicBezTo>
                  <a:close/>
                  <a:moveTo>
                    <a:pt x="996" y="1003"/>
                  </a:moveTo>
                  <a:cubicBezTo>
                    <a:pt x="915" y="1084"/>
                    <a:pt x="784" y="1083"/>
                    <a:pt x="703" y="1002"/>
                  </a:cubicBezTo>
                  <a:cubicBezTo>
                    <a:pt x="623" y="921"/>
                    <a:pt x="624" y="790"/>
                    <a:pt x="705" y="710"/>
                  </a:cubicBezTo>
                  <a:cubicBezTo>
                    <a:pt x="786" y="629"/>
                    <a:pt x="917" y="630"/>
                    <a:pt x="997" y="711"/>
                  </a:cubicBezTo>
                  <a:cubicBezTo>
                    <a:pt x="1077" y="792"/>
                    <a:pt x="1077" y="923"/>
                    <a:pt x="996" y="1003"/>
                  </a:cubicBezTo>
                  <a:close/>
                </a:path>
              </a:pathLst>
            </a:custGeom>
            <a:grpFill/>
            <a:ln>
              <a:noFill/>
            </a:ln>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495"/>
            <p:cNvSpPr>
              <a:spLocks/>
            </p:cNvSpPr>
            <p:nvPr/>
          </p:nvSpPr>
          <p:spPr bwMode="auto">
            <a:xfrm>
              <a:off x="5791621" y="5558806"/>
              <a:ext cx="124417" cy="14071"/>
            </a:xfrm>
            <a:custGeom>
              <a:avLst/>
              <a:gdLst>
                <a:gd name="T0" fmla="*/ 68 w 71"/>
                <a:gd name="T1" fmla="*/ 0 h 8"/>
                <a:gd name="T2" fmla="*/ 2 w 71"/>
                <a:gd name="T3" fmla="*/ 0 h 8"/>
                <a:gd name="T4" fmla="*/ 0 w 71"/>
                <a:gd name="T5" fmla="*/ 4 h 8"/>
                <a:gd name="T6" fmla="*/ 4 w 71"/>
                <a:gd name="T7" fmla="*/ 7 h 8"/>
                <a:gd name="T8" fmla="*/ 8 w 71"/>
                <a:gd name="T9" fmla="*/ 7 h 8"/>
                <a:gd name="T10" fmla="*/ 8 w 71"/>
                <a:gd name="T11" fmla="*/ 7 h 8"/>
                <a:gd name="T12" fmla="*/ 62 w 71"/>
                <a:gd name="T13" fmla="*/ 7 h 8"/>
                <a:gd name="T14" fmla="*/ 68 w 71"/>
                <a:gd name="T15" fmla="*/ 7 h 8"/>
                <a:gd name="T16" fmla="*/ 71 w 71"/>
                <a:gd name="T17" fmla="*/ 4 h 8"/>
                <a:gd name="T18" fmla="*/ 68 w 71"/>
                <a:gd name="T19"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 h="8">
                  <a:moveTo>
                    <a:pt x="68" y="0"/>
                  </a:moveTo>
                  <a:cubicBezTo>
                    <a:pt x="2" y="0"/>
                    <a:pt x="2" y="0"/>
                    <a:pt x="2" y="0"/>
                  </a:cubicBezTo>
                  <a:cubicBezTo>
                    <a:pt x="2" y="0"/>
                    <a:pt x="0" y="0"/>
                    <a:pt x="0" y="4"/>
                  </a:cubicBezTo>
                  <a:cubicBezTo>
                    <a:pt x="0" y="8"/>
                    <a:pt x="4" y="7"/>
                    <a:pt x="4" y="7"/>
                  </a:cubicBezTo>
                  <a:cubicBezTo>
                    <a:pt x="8" y="7"/>
                    <a:pt x="8" y="7"/>
                    <a:pt x="8" y="7"/>
                  </a:cubicBezTo>
                  <a:cubicBezTo>
                    <a:pt x="8" y="7"/>
                    <a:pt x="8" y="7"/>
                    <a:pt x="8" y="7"/>
                  </a:cubicBezTo>
                  <a:cubicBezTo>
                    <a:pt x="62" y="7"/>
                    <a:pt x="62" y="7"/>
                    <a:pt x="62" y="7"/>
                  </a:cubicBezTo>
                  <a:cubicBezTo>
                    <a:pt x="68" y="7"/>
                    <a:pt x="68" y="7"/>
                    <a:pt x="68" y="7"/>
                  </a:cubicBezTo>
                  <a:cubicBezTo>
                    <a:pt x="68" y="7"/>
                    <a:pt x="71" y="6"/>
                    <a:pt x="71" y="4"/>
                  </a:cubicBezTo>
                  <a:cubicBezTo>
                    <a:pt x="71" y="1"/>
                    <a:pt x="68" y="0"/>
                    <a:pt x="6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496"/>
            <p:cNvSpPr>
              <a:spLocks/>
            </p:cNvSpPr>
            <p:nvPr/>
          </p:nvSpPr>
          <p:spPr bwMode="auto">
            <a:xfrm>
              <a:off x="5784956" y="5539550"/>
              <a:ext cx="136267" cy="14071"/>
            </a:xfrm>
            <a:custGeom>
              <a:avLst/>
              <a:gdLst>
                <a:gd name="T0" fmla="*/ 75 w 78"/>
                <a:gd name="T1" fmla="*/ 0 h 8"/>
                <a:gd name="T2" fmla="*/ 3 w 78"/>
                <a:gd name="T3" fmla="*/ 0 h 8"/>
                <a:gd name="T4" fmla="*/ 0 w 78"/>
                <a:gd name="T5" fmla="*/ 4 h 8"/>
                <a:gd name="T6" fmla="*/ 6 w 78"/>
                <a:gd name="T7" fmla="*/ 7 h 8"/>
                <a:gd name="T8" fmla="*/ 72 w 78"/>
                <a:gd name="T9" fmla="*/ 7 h 8"/>
                <a:gd name="T10" fmla="*/ 75 w 78"/>
                <a:gd name="T11" fmla="*/ 7 h 8"/>
                <a:gd name="T12" fmla="*/ 78 w 78"/>
                <a:gd name="T13" fmla="*/ 3 h 8"/>
                <a:gd name="T14" fmla="*/ 75 w 7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8">
                  <a:moveTo>
                    <a:pt x="75" y="0"/>
                  </a:moveTo>
                  <a:cubicBezTo>
                    <a:pt x="3" y="0"/>
                    <a:pt x="3" y="0"/>
                    <a:pt x="3" y="0"/>
                  </a:cubicBezTo>
                  <a:cubicBezTo>
                    <a:pt x="3" y="0"/>
                    <a:pt x="0" y="0"/>
                    <a:pt x="0" y="4"/>
                  </a:cubicBezTo>
                  <a:cubicBezTo>
                    <a:pt x="0" y="8"/>
                    <a:pt x="6" y="7"/>
                    <a:pt x="6" y="7"/>
                  </a:cubicBezTo>
                  <a:cubicBezTo>
                    <a:pt x="72" y="7"/>
                    <a:pt x="72" y="7"/>
                    <a:pt x="72" y="7"/>
                  </a:cubicBezTo>
                  <a:cubicBezTo>
                    <a:pt x="75" y="7"/>
                    <a:pt x="75" y="7"/>
                    <a:pt x="75" y="7"/>
                  </a:cubicBezTo>
                  <a:cubicBezTo>
                    <a:pt x="75" y="7"/>
                    <a:pt x="78" y="7"/>
                    <a:pt x="78" y="3"/>
                  </a:cubicBezTo>
                  <a:cubicBezTo>
                    <a:pt x="78" y="0"/>
                    <a:pt x="75" y="0"/>
                    <a:pt x="7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Freeform 497"/>
            <p:cNvSpPr>
              <a:spLocks/>
            </p:cNvSpPr>
            <p:nvPr/>
          </p:nvSpPr>
          <p:spPr bwMode="auto">
            <a:xfrm>
              <a:off x="5784956" y="5501040"/>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Freeform 498"/>
            <p:cNvSpPr>
              <a:spLocks/>
            </p:cNvSpPr>
            <p:nvPr/>
          </p:nvSpPr>
          <p:spPr bwMode="auto">
            <a:xfrm>
              <a:off x="5784956" y="5520295"/>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Freeform 499"/>
            <p:cNvSpPr>
              <a:spLocks noEditPoints="1"/>
            </p:cNvSpPr>
            <p:nvPr/>
          </p:nvSpPr>
          <p:spPr bwMode="auto">
            <a:xfrm>
              <a:off x="5690161" y="5090018"/>
              <a:ext cx="324374" cy="402135"/>
            </a:xfrm>
            <a:custGeom>
              <a:avLst/>
              <a:gdLst>
                <a:gd name="T0" fmla="*/ 94 w 185"/>
                <a:gd name="T1" fmla="*/ 0 h 230"/>
                <a:gd name="T2" fmla="*/ 87 w 185"/>
                <a:gd name="T3" fmla="*/ 0 h 230"/>
                <a:gd name="T4" fmla="*/ 8 w 185"/>
                <a:gd name="T5" fmla="*/ 51 h 230"/>
                <a:gd name="T6" fmla="*/ 0 w 185"/>
                <a:gd name="T7" fmla="*/ 92 h 230"/>
                <a:gd name="T8" fmla="*/ 9 w 185"/>
                <a:gd name="T9" fmla="*/ 133 h 230"/>
                <a:gd name="T10" fmla="*/ 25 w 185"/>
                <a:gd name="T11" fmla="*/ 163 h 230"/>
                <a:gd name="T12" fmla="*/ 40 w 185"/>
                <a:gd name="T13" fmla="*/ 193 h 230"/>
                <a:gd name="T14" fmla="*/ 43 w 185"/>
                <a:gd name="T15" fmla="*/ 213 h 230"/>
                <a:gd name="T16" fmla="*/ 55 w 185"/>
                <a:gd name="T17" fmla="*/ 230 h 230"/>
                <a:gd name="T18" fmla="*/ 134 w 185"/>
                <a:gd name="T19" fmla="*/ 229 h 230"/>
                <a:gd name="T20" fmla="*/ 145 w 185"/>
                <a:gd name="T21" fmla="*/ 193 h 230"/>
                <a:gd name="T22" fmla="*/ 160 w 185"/>
                <a:gd name="T23" fmla="*/ 163 h 230"/>
                <a:gd name="T24" fmla="*/ 185 w 185"/>
                <a:gd name="T25" fmla="*/ 92 h 230"/>
                <a:gd name="T26" fmla="*/ 185 w 185"/>
                <a:gd name="T27" fmla="*/ 89 h 230"/>
                <a:gd name="T28" fmla="*/ 176 w 185"/>
                <a:gd name="T29" fmla="*/ 92 h 230"/>
                <a:gd name="T30" fmla="*/ 152 w 185"/>
                <a:gd name="T31" fmla="*/ 158 h 230"/>
                <a:gd name="T32" fmla="*/ 148 w 185"/>
                <a:gd name="T33" fmla="*/ 164 h 230"/>
                <a:gd name="T34" fmla="*/ 148 w 185"/>
                <a:gd name="T35" fmla="*/ 141 h 230"/>
                <a:gd name="T36" fmla="*/ 141 w 185"/>
                <a:gd name="T37" fmla="*/ 122 h 230"/>
                <a:gd name="T38" fmla="*/ 107 w 185"/>
                <a:gd name="T39" fmla="*/ 101 h 230"/>
                <a:gd name="T40" fmla="*/ 101 w 185"/>
                <a:gd name="T41" fmla="*/ 137 h 230"/>
                <a:gd name="T42" fmla="*/ 97 w 185"/>
                <a:gd name="T43" fmla="*/ 117 h 230"/>
                <a:gd name="T44" fmla="*/ 89 w 185"/>
                <a:gd name="T45" fmla="*/ 126 h 230"/>
                <a:gd name="T46" fmla="*/ 85 w 185"/>
                <a:gd name="T47" fmla="*/ 141 h 230"/>
                <a:gd name="T48" fmla="*/ 80 w 185"/>
                <a:gd name="T49" fmla="*/ 101 h 230"/>
                <a:gd name="T50" fmla="*/ 93 w 185"/>
                <a:gd name="T51" fmla="*/ 113 h 230"/>
                <a:gd name="T52" fmla="*/ 107 w 185"/>
                <a:gd name="T53" fmla="*/ 101 h 230"/>
                <a:gd name="T54" fmla="*/ 110 w 185"/>
                <a:gd name="T55" fmla="*/ 85 h 230"/>
                <a:gd name="T56" fmla="*/ 90 w 185"/>
                <a:gd name="T57" fmla="*/ 44 h 230"/>
                <a:gd name="T58" fmla="*/ 77 w 185"/>
                <a:gd name="T59" fmla="*/ 83 h 230"/>
                <a:gd name="T60" fmla="*/ 80 w 185"/>
                <a:gd name="T61" fmla="*/ 99 h 230"/>
                <a:gd name="T62" fmla="*/ 47 w 185"/>
                <a:gd name="T63" fmla="*/ 119 h 230"/>
                <a:gd name="T64" fmla="*/ 38 w 185"/>
                <a:gd name="T65" fmla="*/ 141 h 230"/>
                <a:gd name="T66" fmla="*/ 36 w 185"/>
                <a:gd name="T67" fmla="*/ 159 h 230"/>
                <a:gd name="T68" fmla="*/ 33 w 185"/>
                <a:gd name="T69" fmla="*/ 159 h 230"/>
                <a:gd name="T70" fmla="*/ 17 w 185"/>
                <a:gd name="T71" fmla="*/ 129 h 230"/>
                <a:gd name="T72" fmla="*/ 9 w 185"/>
                <a:gd name="T73" fmla="*/ 87 h 230"/>
                <a:gd name="T74" fmla="*/ 33 w 185"/>
                <a:gd name="T75" fmla="*/ 33 h 230"/>
                <a:gd name="T76" fmla="*/ 93 w 185"/>
                <a:gd name="T77" fmla="*/ 9 h 230"/>
                <a:gd name="T78" fmla="*/ 176 w 185"/>
                <a:gd name="T79" fmla="*/ 9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5" h="230">
                  <a:moveTo>
                    <a:pt x="158" y="26"/>
                  </a:moveTo>
                  <a:cubicBezTo>
                    <a:pt x="142" y="10"/>
                    <a:pt x="120" y="1"/>
                    <a:pt x="94" y="0"/>
                  </a:cubicBezTo>
                  <a:cubicBezTo>
                    <a:pt x="94" y="0"/>
                    <a:pt x="94" y="0"/>
                    <a:pt x="93" y="0"/>
                  </a:cubicBezTo>
                  <a:cubicBezTo>
                    <a:pt x="87" y="0"/>
                    <a:pt x="87" y="0"/>
                    <a:pt x="87" y="0"/>
                  </a:cubicBezTo>
                  <a:cubicBezTo>
                    <a:pt x="63" y="0"/>
                    <a:pt x="44" y="9"/>
                    <a:pt x="27" y="26"/>
                  </a:cubicBezTo>
                  <a:cubicBezTo>
                    <a:pt x="20" y="33"/>
                    <a:pt x="13" y="40"/>
                    <a:pt x="8" y="51"/>
                  </a:cubicBezTo>
                  <a:cubicBezTo>
                    <a:pt x="3" y="62"/>
                    <a:pt x="0" y="74"/>
                    <a:pt x="0" y="87"/>
                  </a:cubicBezTo>
                  <a:cubicBezTo>
                    <a:pt x="0" y="92"/>
                    <a:pt x="0" y="92"/>
                    <a:pt x="0" y="92"/>
                  </a:cubicBezTo>
                  <a:cubicBezTo>
                    <a:pt x="0" y="93"/>
                    <a:pt x="0" y="93"/>
                    <a:pt x="0" y="93"/>
                  </a:cubicBezTo>
                  <a:cubicBezTo>
                    <a:pt x="1" y="109"/>
                    <a:pt x="4" y="122"/>
                    <a:pt x="9" y="133"/>
                  </a:cubicBezTo>
                  <a:cubicBezTo>
                    <a:pt x="13" y="142"/>
                    <a:pt x="18" y="151"/>
                    <a:pt x="23" y="160"/>
                  </a:cubicBezTo>
                  <a:cubicBezTo>
                    <a:pt x="25" y="163"/>
                    <a:pt x="25" y="163"/>
                    <a:pt x="25" y="163"/>
                  </a:cubicBezTo>
                  <a:cubicBezTo>
                    <a:pt x="26" y="165"/>
                    <a:pt x="27" y="167"/>
                    <a:pt x="28" y="169"/>
                  </a:cubicBezTo>
                  <a:cubicBezTo>
                    <a:pt x="33" y="177"/>
                    <a:pt x="37" y="184"/>
                    <a:pt x="40" y="193"/>
                  </a:cubicBezTo>
                  <a:cubicBezTo>
                    <a:pt x="41" y="197"/>
                    <a:pt x="41" y="201"/>
                    <a:pt x="42" y="205"/>
                  </a:cubicBezTo>
                  <a:cubicBezTo>
                    <a:pt x="42" y="208"/>
                    <a:pt x="42" y="210"/>
                    <a:pt x="43" y="213"/>
                  </a:cubicBezTo>
                  <a:cubicBezTo>
                    <a:pt x="44" y="220"/>
                    <a:pt x="49" y="225"/>
                    <a:pt x="52" y="229"/>
                  </a:cubicBezTo>
                  <a:cubicBezTo>
                    <a:pt x="53" y="230"/>
                    <a:pt x="54" y="230"/>
                    <a:pt x="55" y="230"/>
                  </a:cubicBezTo>
                  <a:cubicBezTo>
                    <a:pt x="130" y="230"/>
                    <a:pt x="130" y="230"/>
                    <a:pt x="130" y="230"/>
                  </a:cubicBezTo>
                  <a:cubicBezTo>
                    <a:pt x="132" y="230"/>
                    <a:pt x="133" y="230"/>
                    <a:pt x="134" y="229"/>
                  </a:cubicBezTo>
                  <a:cubicBezTo>
                    <a:pt x="140" y="223"/>
                    <a:pt x="141" y="214"/>
                    <a:pt x="142" y="205"/>
                  </a:cubicBezTo>
                  <a:cubicBezTo>
                    <a:pt x="143" y="201"/>
                    <a:pt x="144" y="197"/>
                    <a:pt x="145" y="193"/>
                  </a:cubicBezTo>
                  <a:cubicBezTo>
                    <a:pt x="148" y="185"/>
                    <a:pt x="152" y="176"/>
                    <a:pt x="156" y="168"/>
                  </a:cubicBezTo>
                  <a:cubicBezTo>
                    <a:pt x="158" y="166"/>
                    <a:pt x="159" y="164"/>
                    <a:pt x="160" y="163"/>
                  </a:cubicBezTo>
                  <a:cubicBezTo>
                    <a:pt x="161" y="160"/>
                    <a:pt x="162" y="157"/>
                    <a:pt x="164" y="155"/>
                  </a:cubicBezTo>
                  <a:cubicBezTo>
                    <a:pt x="173" y="137"/>
                    <a:pt x="184" y="119"/>
                    <a:pt x="185" y="92"/>
                  </a:cubicBezTo>
                  <a:cubicBezTo>
                    <a:pt x="185" y="92"/>
                    <a:pt x="185" y="92"/>
                    <a:pt x="185" y="92"/>
                  </a:cubicBezTo>
                  <a:cubicBezTo>
                    <a:pt x="185" y="89"/>
                    <a:pt x="185" y="89"/>
                    <a:pt x="185" y="89"/>
                  </a:cubicBezTo>
                  <a:cubicBezTo>
                    <a:pt x="184" y="64"/>
                    <a:pt x="175" y="43"/>
                    <a:pt x="158" y="26"/>
                  </a:cubicBezTo>
                  <a:close/>
                  <a:moveTo>
                    <a:pt x="176" y="92"/>
                  </a:moveTo>
                  <a:cubicBezTo>
                    <a:pt x="174" y="116"/>
                    <a:pt x="165" y="133"/>
                    <a:pt x="156" y="150"/>
                  </a:cubicBezTo>
                  <a:cubicBezTo>
                    <a:pt x="154" y="153"/>
                    <a:pt x="153" y="156"/>
                    <a:pt x="152" y="158"/>
                  </a:cubicBezTo>
                  <a:cubicBezTo>
                    <a:pt x="151" y="160"/>
                    <a:pt x="149" y="162"/>
                    <a:pt x="148" y="164"/>
                  </a:cubicBezTo>
                  <a:cubicBezTo>
                    <a:pt x="148" y="164"/>
                    <a:pt x="148" y="164"/>
                    <a:pt x="148" y="164"/>
                  </a:cubicBezTo>
                  <a:cubicBezTo>
                    <a:pt x="148" y="161"/>
                    <a:pt x="148" y="159"/>
                    <a:pt x="149" y="154"/>
                  </a:cubicBezTo>
                  <a:cubicBezTo>
                    <a:pt x="150" y="148"/>
                    <a:pt x="148" y="144"/>
                    <a:pt x="148" y="141"/>
                  </a:cubicBezTo>
                  <a:cubicBezTo>
                    <a:pt x="147" y="137"/>
                    <a:pt x="145" y="129"/>
                    <a:pt x="145" y="129"/>
                  </a:cubicBezTo>
                  <a:cubicBezTo>
                    <a:pt x="145" y="120"/>
                    <a:pt x="141" y="122"/>
                    <a:pt x="141" y="122"/>
                  </a:cubicBezTo>
                  <a:cubicBezTo>
                    <a:pt x="139" y="118"/>
                    <a:pt x="117" y="110"/>
                    <a:pt x="117" y="110"/>
                  </a:cubicBezTo>
                  <a:cubicBezTo>
                    <a:pt x="107" y="101"/>
                    <a:pt x="107" y="101"/>
                    <a:pt x="107" y="101"/>
                  </a:cubicBezTo>
                  <a:cubicBezTo>
                    <a:pt x="109" y="103"/>
                    <a:pt x="109" y="103"/>
                    <a:pt x="109" y="103"/>
                  </a:cubicBezTo>
                  <a:cubicBezTo>
                    <a:pt x="109" y="111"/>
                    <a:pt x="101" y="137"/>
                    <a:pt x="101" y="137"/>
                  </a:cubicBezTo>
                  <a:cubicBezTo>
                    <a:pt x="102" y="134"/>
                    <a:pt x="96" y="124"/>
                    <a:pt x="96" y="124"/>
                  </a:cubicBezTo>
                  <a:cubicBezTo>
                    <a:pt x="95" y="123"/>
                    <a:pt x="97" y="117"/>
                    <a:pt x="97" y="117"/>
                  </a:cubicBezTo>
                  <a:cubicBezTo>
                    <a:pt x="90" y="109"/>
                    <a:pt x="86" y="118"/>
                    <a:pt x="86" y="118"/>
                  </a:cubicBezTo>
                  <a:cubicBezTo>
                    <a:pt x="85" y="120"/>
                    <a:pt x="89" y="126"/>
                    <a:pt x="89" y="126"/>
                  </a:cubicBezTo>
                  <a:cubicBezTo>
                    <a:pt x="88" y="127"/>
                    <a:pt x="88" y="133"/>
                    <a:pt x="88" y="133"/>
                  </a:cubicBezTo>
                  <a:cubicBezTo>
                    <a:pt x="87" y="135"/>
                    <a:pt x="85" y="141"/>
                    <a:pt x="85" y="141"/>
                  </a:cubicBezTo>
                  <a:cubicBezTo>
                    <a:pt x="80" y="128"/>
                    <a:pt x="78" y="103"/>
                    <a:pt x="78" y="103"/>
                  </a:cubicBezTo>
                  <a:cubicBezTo>
                    <a:pt x="77" y="102"/>
                    <a:pt x="80" y="101"/>
                    <a:pt x="80" y="101"/>
                  </a:cubicBezTo>
                  <a:cubicBezTo>
                    <a:pt x="82" y="104"/>
                    <a:pt x="82" y="104"/>
                    <a:pt x="82" y="104"/>
                  </a:cubicBezTo>
                  <a:cubicBezTo>
                    <a:pt x="84" y="108"/>
                    <a:pt x="93" y="113"/>
                    <a:pt x="93" y="113"/>
                  </a:cubicBezTo>
                  <a:cubicBezTo>
                    <a:pt x="102" y="107"/>
                    <a:pt x="102" y="107"/>
                    <a:pt x="102" y="107"/>
                  </a:cubicBezTo>
                  <a:cubicBezTo>
                    <a:pt x="108" y="104"/>
                    <a:pt x="107" y="101"/>
                    <a:pt x="107" y="101"/>
                  </a:cubicBezTo>
                  <a:cubicBezTo>
                    <a:pt x="106" y="100"/>
                    <a:pt x="106" y="94"/>
                    <a:pt x="106" y="94"/>
                  </a:cubicBezTo>
                  <a:cubicBezTo>
                    <a:pt x="107" y="93"/>
                    <a:pt x="110" y="85"/>
                    <a:pt x="110" y="85"/>
                  </a:cubicBezTo>
                  <a:cubicBezTo>
                    <a:pt x="114" y="80"/>
                    <a:pt x="113" y="71"/>
                    <a:pt x="113" y="71"/>
                  </a:cubicBezTo>
                  <a:cubicBezTo>
                    <a:pt x="119" y="41"/>
                    <a:pt x="90" y="44"/>
                    <a:pt x="90" y="44"/>
                  </a:cubicBezTo>
                  <a:cubicBezTo>
                    <a:pt x="69" y="46"/>
                    <a:pt x="75" y="72"/>
                    <a:pt x="75" y="72"/>
                  </a:cubicBezTo>
                  <a:cubicBezTo>
                    <a:pt x="72" y="73"/>
                    <a:pt x="77" y="83"/>
                    <a:pt x="77" y="83"/>
                  </a:cubicBezTo>
                  <a:cubicBezTo>
                    <a:pt x="76" y="84"/>
                    <a:pt x="79" y="91"/>
                    <a:pt x="79" y="91"/>
                  </a:cubicBezTo>
                  <a:cubicBezTo>
                    <a:pt x="80" y="99"/>
                    <a:pt x="80" y="99"/>
                    <a:pt x="80" y="99"/>
                  </a:cubicBezTo>
                  <a:cubicBezTo>
                    <a:pt x="78" y="100"/>
                    <a:pt x="71" y="109"/>
                    <a:pt x="71" y="109"/>
                  </a:cubicBezTo>
                  <a:cubicBezTo>
                    <a:pt x="59" y="109"/>
                    <a:pt x="47" y="119"/>
                    <a:pt x="47" y="119"/>
                  </a:cubicBezTo>
                  <a:cubicBezTo>
                    <a:pt x="40" y="118"/>
                    <a:pt x="41" y="123"/>
                    <a:pt x="41" y="129"/>
                  </a:cubicBezTo>
                  <a:cubicBezTo>
                    <a:pt x="41" y="134"/>
                    <a:pt x="41" y="133"/>
                    <a:pt x="38" y="141"/>
                  </a:cubicBezTo>
                  <a:cubicBezTo>
                    <a:pt x="35" y="148"/>
                    <a:pt x="39" y="144"/>
                    <a:pt x="37" y="148"/>
                  </a:cubicBezTo>
                  <a:cubicBezTo>
                    <a:pt x="36" y="151"/>
                    <a:pt x="36" y="154"/>
                    <a:pt x="36" y="159"/>
                  </a:cubicBezTo>
                  <a:cubicBezTo>
                    <a:pt x="36" y="160"/>
                    <a:pt x="36" y="162"/>
                    <a:pt x="36" y="163"/>
                  </a:cubicBezTo>
                  <a:cubicBezTo>
                    <a:pt x="35" y="162"/>
                    <a:pt x="34" y="160"/>
                    <a:pt x="33" y="159"/>
                  </a:cubicBezTo>
                  <a:cubicBezTo>
                    <a:pt x="31" y="155"/>
                    <a:pt x="31" y="155"/>
                    <a:pt x="31" y="155"/>
                  </a:cubicBezTo>
                  <a:cubicBezTo>
                    <a:pt x="26" y="147"/>
                    <a:pt x="21" y="138"/>
                    <a:pt x="17" y="129"/>
                  </a:cubicBezTo>
                  <a:cubicBezTo>
                    <a:pt x="12" y="119"/>
                    <a:pt x="10" y="108"/>
                    <a:pt x="9" y="92"/>
                  </a:cubicBezTo>
                  <a:cubicBezTo>
                    <a:pt x="9" y="87"/>
                    <a:pt x="9" y="87"/>
                    <a:pt x="9" y="87"/>
                  </a:cubicBezTo>
                  <a:cubicBezTo>
                    <a:pt x="10" y="75"/>
                    <a:pt x="12" y="65"/>
                    <a:pt x="17" y="55"/>
                  </a:cubicBezTo>
                  <a:cubicBezTo>
                    <a:pt x="21" y="46"/>
                    <a:pt x="27" y="39"/>
                    <a:pt x="33" y="33"/>
                  </a:cubicBezTo>
                  <a:cubicBezTo>
                    <a:pt x="48" y="17"/>
                    <a:pt x="66" y="10"/>
                    <a:pt x="87" y="9"/>
                  </a:cubicBezTo>
                  <a:cubicBezTo>
                    <a:pt x="93" y="9"/>
                    <a:pt x="93" y="9"/>
                    <a:pt x="93" y="9"/>
                  </a:cubicBezTo>
                  <a:cubicBezTo>
                    <a:pt x="117" y="10"/>
                    <a:pt x="137" y="18"/>
                    <a:pt x="151" y="32"/>
                  </a:cubicBezTo>
                  <a:cubicBezTo>
                    <a:pt x="167" y="48"/>
                    <a:pt x="175" y="67"/>
                    <a:pt x="176" y="90"/>
                  </a:cubicBezTo>
                  <a:lnTo>
                    <a:pt x="176" y="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Freeform 500"/>
            <p:cNvSpPr>
              <a:spLocks/>
            </p:cNvSpPr>
            <p:nvPr/>
          </p:nvSpPr>
          <p:spPr bwMode="auto">
            <a:xfrm>
              <a:off x="6883236" y="5084093"/>
              <a:ext cx="430277" cy="369550"/>
            </a:xfrm>
            <a:custGeom>
              <a:avLst/>
              <a:gdLst>
                <a:gd name="T0" fmla="*/ 164 w 246"/>
                <a:gd name="T1" fmla="*/ 0 h 211"/>
                <a:gd name="T2" fmla="*/ 81 w 246"/>
                <a:gd name="T3" fmla="*/ 0 h 211"/>
                <a:gd name="T4" fmla="*/ 0 w 246"/>
                <a:gd name="T5" fmla="*/ 68 h 211"/>
                <a:gd name="T6" fmla="*/ 25 w 246"/>
                <a:gd name="T7" fmla="*/ 68 h 211"/>
                <a:gd name="T8" fmla="*/ 84 w 246"/>
                <a:gd name="T9" fmla="*/ 23 h 211"/>
                <a:gd name="T10" fmla="*/ 161 w 246"/>
                <a:gd name="T11" fmla="*/ 23 h 211"/>
                <a:gd name="T12" fmla="*/ 222 w 246"/>
                <a:gd name="T13" fmla="*/ 85 h 211"/>
                <a:gd name="T14" fmla="*/ 161 w 246"/>
                <a:gd name="T15" fmla="*/ 146 h 211"/>
                <a:gd name="T16" fmla="*/ 123 w 246"/>
                <a:gd name="T17" fmla="*/ 146 h 211"/>
                <a:gd name="T18" fmla="*/ 123 w 246"/>
                <a:gd name="T19" fmla="*/ 155 h 211"/>
                <a:gd name="T20" fmla="*/ 123 w 246"/>
                <a:gd name="T21" fmla="*/ 160 h 211"/>
                <a:gd name="T22" fmla="*/ 123 w 246"/>
                <a:gd name="T23" fmla="*/ 168 h 211"/>
                <a:gd name="T24" fmla="*/ 139 w 246"/>
                <a:gd name="T25" fmla="*/ 168 h 211"/>
                <a:gd name="T26" fmla="*/ 189 w 246"/>
                <a:gd name="T27" fmla="*/ 211 h 211"/>
                <a:gd name="T28" fmla="*/ 186 w 246"/>
                <a:gd name="T29" fmla="*/ 165 h 211"/>
                <a:gd name="T30" fmla="*/ 246 w 246"/>
                <a:gd name="T31" fmla="*/ 86 h 211"/>
                <a:gd name="T32" fmla="*/ 246 w 246"/>
                <a:gd name="T33" fmla="*/ 82 h 211"/>
                <a:gd name="T34" fmla="*/ 164 w 246"/>
                <a:gd name="T35"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6" h="211">
                  <a:moveTo>
                    <a:pt x="164" y="0"/>
                  </a:moveTo>
                  <a:cubicBezTo>
                    <a:pt x="81" y="0"/>
                    <a:pt x="81" y="0"/>
                    <a:pt x="81" y="0"/>
                  </a:cubicBezTo>
                  <a:cubicBezTo>
                    <a:pt x="41" y="0"/>
                    <a:pt x="7" y="29"/>
                    <a:pt x="0" y="68"/>
                  </a:cubicBezTo>
                  <a:cubicBezTo>
                    <a:pt x="25" y="68"/>
                    <a:pt x="25" y="68"/>
                    <a:pt x="25" y="68"/>
                  </a:cubicBezTo>
                  <a:cubicBezTo>
                    <a:pt x="33" y="42"/>
                    <a:pt x="56" y="23"/>
                    <a:pt x="84" y="23"/>
                  </a:cubicBezTo>
                  <a:cubicBezTo>
                    <a:pt x="161" y="23"/>
                    <a:pt x="161" y="23"/>
                    <a:pt x="161" y="23"/>
                  </a:cubicBezTo>
                  <a:cubicBezTo>
                    <a:pt x="195" y="23"/>
                    <a:pt x="222" y="51"/>
                    <a:pt x="222" y="85"/>
                  </a:cubicBezTo>
                  <a:cubicBezTo>
                    <a:pt x="222" y="119"/>
                    <a:pt x="195" y="146"/>
                    <a:pt x="161" y="146"/>
                  </a:cubicBezTo>
                  <a:cubicBezTo>
                    <a:pt x="123" y="146"/>
                    <a:pt x="123" y="146"/>
                    <a:pt x="123" y="146"/>
                  </a:cubicBezTo>
                  <a:cubicBezTo>
                    <a:pt x="123" y="149"/>
                    <a:pt x="123" y="152"/>
                    <a:pt x="123" y="155"/>
                  </a:cubicBezTo>
                  <a:cubicBezTo>
                    <a:pt x="123" y="160"/>
                    <a:pt x="123" y="160"/>
                    <a:pt x="123" y="160"/>
                  </a:cubicBezTo>
                  <a:cubicBezTo>
                    <a:pt x="123" y="162"/>
                    <a:pt x="123" y="165"/>
                    <a:pt x="123" y="168"/>
                  </a:cubicBezTo>
                  <a:cubicBezTo>
                    <a:pt x="139" y="168"/>
                    <a:pt x="139" y="168"/>
                    <a:pt x="139" y="168"/>
                  </a:cubicBezTo>
                  <a:cubicBezTo>
                    <a:pt x="189" y="211"/>
                    <a:pt x="189" y="211"/>
                    <a:pt x="189" y="211"/>
                  </a:cubicBezTo>
                  <a:cubicBezTo>
                    <a:pt x="186" y="165"/>
                    <a:pt x="186" y="165"/>
                    <a:pt x="186" y="165"/>
                  </a:cubicBezTo>
                  <a:cubicBezTo>
                    <a:pt x="220" y="156"/>
                    <a:pt x="246" y="124"/>
                    <a:pt x="246" y="86"/>
                  </a:cubicBezTo>
                  <a:cubicBezTo>
                    <a:pt x="246" y="82"/>
                    <a:pt x="246" y="82"/>
                    <a:pt x="246" y="82"/>
                  </a:cubicBezTo>
                  <a:cubicBezTo>
                    <a:pt x="246" y="37"/>
                    <a:pt x="210" y="0"/>
                    <a:pt x="16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Freeform 501"/>
            <p:cNvSpPr>
              <a:spLocks/>
            </p:cNvSpPr>
            <p:nvPr/>
          </p:nvSpPr>
          <p:spPr bwMode="auto">
            <a:xfrm>
              <a:off x="6866944" y="5366255"/>
              <a:ext cx="17774" cy="39991"/>
            </a:xfrm>
            <a:custGeom>
              <a:avLst/>
              <a:gdLst>
                <a:gd name="T0" fmla="*/ 0 w 10"/>
                <a:gd name="T1" fmla="*/ 0 h 23"/>
                <a:gd name="T2" fmla="*/ 0 w 10"/>
                <a:gd name="T3" fmla="*/ 23 h 23"/>
                <a:gd name="T4" fmla="*/ 8 w 10"/>
                <a:gd name="T5" fmla="*/ 19 h 23"/>
                <a:gd name="T6" fmla="*/ 10 w 10"/>
                <a:gd name="T7" fmla="*/ 11 h 23"/>
                <a:gd name="T8" fmla="*/ 8 w 10"/>
                <a:gd name="T9" fmla="*/ 4 h 23"/>
                <a:gd name="T10" fmla="*/ 0 w 10"/>
                <a:gd name="T11" fmla="*/ 0 h 23"/>
              </a:gdLst>
              <a:ahLst/>
              <a:cxnLst>
                <a:cxn ang="0">
                  <a:pos x="T0" y="T1"/>
                </a:cxn>
                <a:cxn ang="0">
                  <a:pos x="T2" y="T3"/>
                </a:cxn>
                <a:cxn ang="0">
                  <a:pos x="T4" y="T5"/>
                </a:cxn>
                <a:cxn ang="0">
                  <a:pos x="T6" y="T7"/>
                </a:cxn>
                <a:cxn ang="0">
                  <a:pos x="T8" y="T9"/>
                </a:cxn>
                <a:cxn ang="0">
                  <a:pos x="T10" y="T11"/>
                </a:cxn>
              </a:cxnLst>
              <a:rect l="0" t="0" r="r" b="b"/>
              <a:pathLst>
                <a:path w="10" h="23">
                  <a:moveTo>
                    <a:pt x="0" y="0"/>
                  </a:moveTo>
                  <a:cubicBezTo>
                    <a:pt x="0" y="23"/>
                    <a:pt x="0" y="23"/>
                    <a:pt x="0" y="23"/>
                  </a:cubicBezTo>
                  <a:cubicBezTo>
                    <a:pt x="3" y="22"/>
                    <a:pt x="6" y="21"/>
                    <a:pt x="8" y="19"/>
                  </a:cubicBezTo>
                  <a:cubicBezTo>
                    <a:pt x="9" y="17"/>
                    <a:pt x="10" y="14"/>
                    <a:pt x="10" y="11"/>
                  </a:cubicBezTo>
                  <a:cubicBezTo>
                    <a:pt x="10" y="8"/>
                    <a:pt x="10" y="6"/>
                    <a:pt x="8" y="4"/>
                  </a:cubicBezTo>
                  <a:cubicBezTo>
                    <a:pt x="7" y="3"/>
                    <a:pt x="4"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Freeform 502"/>
            <p:cNvSpPr>
              <a:spLocks noEditPoints="1"/>
            </p:cNvSpPr>
            <p:nvPr/>
          </p:nvSpPr>
          <p:spPr bwMode="auto">
            <a:xfrm>
              <a:off x="6775852" y="5277385"/>
              <a:ext cx="174036" cy="173296"/>
            </a:xfrm>
            <a:custGeom>
              <a:avLst/>
              <a:gdLst>
                <a:gd name="T0" fmla="*/ 50 w 99"/>
                <a:gd name="T1" fmla="*/ 0 h 99"/>
                <a:gd name="T2" fmla="*/ 0 w 99"/>
                <a:gd name="T3" fmla="*/ 49 h 99"/>
                <a:gd name="T4" fmla="*/ 50 w 99"/>
                <a:gd name="T5" fmla="*/ 99 h 99"/>
                <a:gd name="T6" fmla="*/ 99 w 99"/>
                <a:gd name="T7" fmla="*/ 49 h 99"/>
                <a:gd name="T8" fmla="*/ 50 w 99"/>
                <a:gd name="T9" fmla="*/ 0 h 99"/>
                <a:gd name="T10" fmla="*/ 65 w 99"/>
                <a:gd name="T11" fmla="*/ 74 h 99"/>
                <a:gd name="T12" fmla="*/ 52 w 99"/>
                <a:gd name="T13" fmla="*/ 80 h 99"/>
                <a:gd name="T14" fmla="*/ 52 w 99"/>
                <a:gd name="T15" fmla="*/ 87 h 99"/>
                <a:gd name="T16" fmla="*/ 48 w 99"/>
                <a:gd name="T17" fmla="*/ 87 h 99"/>
                <a:gd name="T18" fmla="*/ 48 w 99"/>
                <a:gd name="T19" fmla="*/ 80 h 99"/>
                <a:gd name="T20" fmla="*/ 39 w 99"/>
                <a:gd name="T21" fmla="*/ 77 h 99"/>
                <a:gd name="T22" fmla="*/ 33 w 99"/>
                <a:gd name="T23" fmla="*/ 72 h 99"/>
                <a:gd name="T24" fmla="*/ 30 w 99"/>
                <a:gd name="T25" fmla="*/ 62 h 99"/>
                <a:gd name="T26" fmla="*/ 38 w 99"/>
                <a:gd name="T27" fmla="*/ 60 h 99"/>
                <a:gd name="T28" fmla="*/ 41 w 99"/>
                <a:gd name="T29" fmla="*/ 69 h 99"/>
                <a:gd name="T30" fmla="*/ 48 w 99"/>
                <a:gd name="T31" fmla="*/ 74 h 99"/>
                <a:gd name="T32" fmla="*/ 48 w 99"/>
                <a:gd name="T33" fmla="*/ 50 h 99"/>
                <a:gd name="T34" fmla="*/ 39 w 99"/>
                <a:gd name="T35" fmla="*/ 47 h 99"/>
                <a:gd name="T36" fmla="*/ 33 w 99"/>
                <a:gd name="T37" fmla="*/ 41 h 99"/>
                <a:gd name="T38" fmla="*/ 31 w 99"/>
                <a:gd name="T39" fmla="*/ 33 h 99"/>
                <a:gd name="T40" fmla="*/ 37 w 99"/>
                <a:gd name="T41" fmla="*/ 20 h 99"/>
                <a:gd name="T42" fmla="*/ 48 w 99"/>
                <a:gd name="T43" fmla="*/ 16 h 99"/>
                <a:gd name="T44" fmla="*/ 48 w 99"/>
                <a:gd name="T45" fmla="*/ 13 h 99"/>
                <a:gd name="T46" fmla="*/ 52 w 99"/>
                <a:gd name="T47" fmla="*/ 13 h 99"/>
                <a:gd name="T48" fmla="*/ 52 w 99"/>
                <a:gd name="T49" fmla="*/ 16 h 99"/>
                <a:gd name="T50" fmla="*/ 63 w 99"/>
                <a:gd name="T51" fmla="*/ 20 h 99"/>
                <a:gd name="T52" fmla="*/ 68 w 99"/>
                <a:gd name="T53" fmla="*/ 31 h 99"/>
                <a:gd name="T54" fmla="*/ 61 w 99"/>
                <a:gd name="T55" fmla="*/ 32 h 99"/>
                <a:gd name="T56" fmla="*/ 58 w 99"/>
                <a:gd name="T57" fmla="*/ 26 h 99"/>
                <a:gd name="T58" fmla="*/ 52 w 99"/>
                <a:gd name="T59" fmla="*/ 23 h 99"/>
                <a:gd name="T60" fmla="*/ 52 w 99"/>
                <a:gd name="T61" fmla="*/ 44 h 99"/>
                <a:gd name="T62" fmla="*/ 60 w 99"/>
                <a:gd name="T63" fmla="*/ 46 h 99"/>
                <a:gd name="T64" fmla="*/ 65 w 99"/>
                <a:gd name="T65" fmla="*/ 50 h 99"/>
                <a:gd name="T66" fmla="*/ 69 w 99"/>
                <a:gd name="T67" fmla="*/ 55 h 99"/>
                <a:gd name="T68" fmla="*/ 70 w 99"/>
                <a:gd name="T69" fmla="*/ 61 h 99"/>
                <a:gd name="T70" fmla="*/ 65 w 99"/>
                <a:gd name="T71" fmla="*/ 74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9" h="99">
                  <a:moveTo>
                    <a:pt x="50" y="0"/>
                  </a:moveTo>
                  <a:cubicBezTo>
                    <a:pt x="22" y="0"/>
                    <a:pt x="0" y="22"/>
                    <a:pt x="0" y="49"/>
                  </a:cubicBezTo>
                  <a:cubicBezTo>
                    <a:pt x="0" y="77"/>
                    <a:pt x="22" y="99"/>
                    <a:pt x="50" y="99"/>
                  </a:cubicBezTo>
                  <a:cubicBezTo>
                    <a:pt x="77" y="99"/>
                    <a:pt x="99" y="77"/>
                    <a:pt x="99" y="49"/>
                  </a:cubicBezTo>
                  <a:cubicBezTo>
                    <a:pt x="99" y="22"/>
                    <a:pt x="77" y="0"/>
                    <a:pt x="50" y="0"/>
                  </a:cubicBezTo>
                  <a:close/>
                  <a:moveTo>
                    <a:pt x="65" y="74"/>
                  </a:moveTo>
                  <a:cubicBezTo>
                    <a:pt x="62" y="78"/>
                    <a:pt x="58" y="79"/>
                    <a:pt x="52" y="80"/>
                  </a:cubicBezTo>
                  <a:cubicBezTo>
                    <a:pt x="52" y="87"/>
                    <a:pt x="52" y="87"/>
                    <a:pt x="52" y="87"/>
                  </a:cubicBezTo>
                  <a:cubicBezTo>
                    <a:pt x="48" y="87"/>
                    <a:pt x="48" y="87"/>
                    <a:pt x="48" y="87"/>
                  </a:cubicBezTo>
                  <a:cubicBezTo>
                    <a:pt x="48" y="80"/>
                    <a:pt x="48" y="80"/>
                    <a:pt x="48" y="80"/>
                  </a:cubicBezTo>
                  <a:cubicBezTo>
                    <a:pt x="44" y="79"/>
                    <a:pt x="41" y="79"/>
                    <a:pt x="39" y="77"/>
                  </a:cubicBezTo>
                  <a:cubicBezTo>
                    <a:pt x="37" y="76"/>
                    <a:pt x="35" y="74"/>
                    <a:pt x="33" y="72"/>
                  </a:cubicBezTo>
                  <a:cubicBezTo>
                    <a:pt x="31" y="69"/>
                    <a:pt x="30" y="66"/>
                    <a:pt x="30" y="62"/>
                  </a:cubicBezTo>
                  <a:cubicBezTo>
                    <a:pt x="38" y="60"/>
                    <a:pt x="38" y="60"/>
                    <a:pt x="38" y="60"/>
                  </a:cubicBezTo>
                  <a:cubicBezTo>
                    <a:pt x="38" y="64"/>
                    <a:pt x="39" y="67"/>
                    <a:pt x="41" y="69"/>
                  </a:cubicBezTo>
                  <a:cubicBezTo>
                    <a:pt x="43" y="72"/>
                    <a:pt x="45" y="73"/>
                    <a:pt x="48" y="74"/>
                  </a:cubicBezTo>
                  <a:cubicBezTo>
                    <a:pt x="48" y="50"/>
                    <a:pt x="48" y="50"/>
                    <a:pt x="48" y="50"/>
                  </a:cubicBezTo>
                  <a:cubicBezTo>
                    <a:pt x="45" y="49"/>
                    <a:pt x="42" y="48"/>
                    <a:pt x="39" y="47"/>
                  </a:cubicBezTo>
                  <a:cubicBezTo>
                    <a:pt x="36" y="45"/>
                    <a:pt x="35" y="43"/>
                    <a:pt x="33" y="41"/>
                  </a:cubicBezTo>
                  <a:cubicBezTo>
                    <a:pt x="32" y="39"/>
                    <a:pt x="31" y="36"/>
                    <a:pt x="31" y="33"/>
                  </a:cubicBezTo>
                  <a:cubicBezTo>
                    <a:pt x="31" y="28"/>
                    <a:pt x="33" y="24"/>
                    <a:pt x="37" y="20"/>
                  </a:cubicBezTo>
                  <a:cubicBezTo>
                    <a:pt x="39" y="18"/>
                    <a:pt x="43" y="17"/>
                    <a:pt x="48" y="16"/>
                  </a:cubicBezTo>
                  <a:cubicBezTo>
                    <a:pt x="48" y="13"/>
                    <a:pt x="48" y="13"/>
                    <a:pt x="48" y="13"/>
                  </a:cubicBezTo>
                  <a:cubicBezTo>
                    <a:pt x="52" y="13"/>
                    <a:pt x="52" y="13"/>
                    <a:pt x="52" y="13"/>
                  </a:cubicBezTo>
                  <a:cubicBezTo>
                    <a:pt x="52" y="16"/>
                    <a:pt x="52" y="16"/>
                    <a:pt x="52" y="16"/>
                  </a:cubicBezTo>
                  <a:cubicBezTo>
                    <a:pt x="57" y="17"/>
                    <a:pt x="60" y="18"/>
                    <a:pt x="63" y="20"/>
                  </a:cubicBezTo>
                  <a:cubicBezTo>
                    <a:pt x="66" y="23"/>
                    <a:pt x="68" y="26"/>
                    <a:pt x="68" y="31"/>
                  </a:cubicBezTo>
                  <a:cubicBezTo>
                    <a:pt x="61" y="32"/>
                    <a:pt x="61" y="32"/>
                    <a:pt x="61" y="32"/>
                  </a:cubicBezTo>
                  <a:cubicBezTo>
                    <a:pt x="60" y="29"/>
                    <a:pt x="59" y="27"/>
                    <a:pt x="58" y="26"/>
                  </a:cubicBezTo>
                  <a:cubicBezTo>
                    <a:pt x="57" y="24"/>
                    <a:pt x="55" y="23"/>
                    <a:pt x="52" y="23"/>
                  </a:cubicBezTo>
                  <a:cubicBezTo>
                    <a:pt x="52" y="44"/>
                    <a:pt x="52" y="44"/>
                    <a:pt x="52" y="44"/>
                  </a:cubicBezTo>
                  <a:cubicBezTo>
                    <a:pt x="56" y="45"/>
                    <a:pt x="59" y="46"/>
                    <a:pt x="60" y="46"/>
                  </a:cubicBezTo>
                  <a:cubicBezTo>
                    <a:pt x="62" y="47"/>
                    <a:pt x="64" y="48"/>
                    <a:pt x="65" y="50"/>
                  </a:cubicBezTo>
                  <a:cubicBezTo>
                    <a:pt x="67" y="51"/>
                    <a:pt x="68" y="53"/>
                    <a:pt x="69" y="55"/>
                  </a:cubicBezTo>
                  <a:cubicBezTo>
                    <a:pt x="70" y="57"/>
                    <a:pt x="70" y="59"/>
                    <a:pt x="70" y="61"/>
                  </a:cubicBezTo>
                  <a:cubicBezTo>
                    <a:pt x="70" y="67"/>
                    <a:pt x="68" y="71"/>
                    <a:pt x="65"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2" name="Freeform 503"/>
            <p:cNvSpPr>
              <a:spLocks/>
            </p:cNvSpPr>
            <p:nvPr/>
          </p:nvSpPr>
          <p:spPr bwMode="auto">
            <a:xfrm>
              <a:off x="6844726" y="5315895"/>
              <a:ext cx="15552" cy="36288"/>
            </a:xfrm>
            <a:custGeom>
              <a:avLst/>
              <a:gdLst>
                <a:gd name="T0" fmla="*/ 0 w 9"/>
                <a:gd name="T1" fmla="*/ 11 h 21"/>
                <a:gd name="T2" fmla="*/ 2 w 9"/>
                <a:gd name="T3" fmla="*/ 17 h 21"/>
                <a:gd name="T4" fmla="*/ 9 w 9"/>
                <a:gd name="T5" fmla="*/ 21 h 21"/>
                <a:gd name="T6" fmla="*/ 9 w 9"/>
                <a:gd name="T7" fmla="*/ 0 h 21"/>
                <a:gd name="T8" fmla="*/ 2 w 9"/>
                <a:gd name="T9" fmla="*/ 4 h 21"/>
                <a:gd name="T10" fmla="*/ 0 w 9"/>
                <a:gd name="T11" fmla="*/ 11 h 21"/>
              </a:gdLst>
              <a:ahLst/>
              <a:cxnLst>
                <a:cxn ang="0">
                  <a:pos x="T0" y="T1"/>
                </a:cxn>
                <a:cxn ang="0">
                  <a:pos x="T2" y="T3"/>
                </a:cxn>
                <a:cxn ang="0">
                  <a:pos x="T4" y="T5"/>
                </a:cxn>
                <a:cxn ang="0">
                  <a:pos x="T6" y="T7"/>
                </a:cxn>
                <a:cxn ang="0">
                  <a:pos x="T8" y="T9"/>
                </a:cxn>
                <a:cxn ang="0">
                  <a:pos x="T10" y="T11"/>
                </a:cxn>
              </a:cxnLst>
              <a:rect l="0" t="0" r="r" b="b"/>
              <a:pathLst>
                <a:path w="9" h="21">
                  <a:moveTo>
                    <a:pt x="0" y="11"/>
                  </a:moveTo>
                  <a:cubicBezTo>
                    <a:pt x="0" y="13"/>
                    <a:pt x="0" y="15"/>
                    <a:pt x="2" y="17"/>
                  </a:cubicBezTo>
                  <a:cubicBezTo>
                    <a:pt x="3" y="19"/>
                    <a:pt x="6" y="20"/>
                    <a:pt x="9" y="21"/>
                  </a:cubicBezTo>
                  <a:cubicBezTo>
                    <a:pt x="9" y="0"/>
                    <a:pt x="9" y="0"/>
                    <a:pt x="9" y="0"/>
                  </a:cubicBezTo>
                  <a:cubicBezTo>
                    <a:pt x="6" y="1"/>
                    <a:pt x="4" y="2"/>
                    <a:pt x="2" y="4"/>
                  </a:cubicBezTo>
                  <a:cubicBezTo>
                    <a:pt x="1" y="6"/>
                    <a:pt x="0" y="8"/>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3" name="Freeform 504"/>
            <p:cNvSpPr>
              <a:spLocks noEditPoints="1"/>
            </p:cNvSpPr>
            <p:nvPr/>
          </p:nvSpPr>
          <p:spPr bwMode="auto">
            <a:xfrm>
              <a:off x="6649954" y="5215917"/>
              <a:ext cx="432499" cy="369550"/>
            </a:xfrm>
            <a:custGeom>
              <a:avLst/>
              <a:gdLst>
                <a:gd name="T0" fmla="*/ 165 w 247"/>
                <a:gd name="T1" fmla="*/ 0 h 211"/>
                <a:gd name="T2" fmla="*/ 82 w 247"/>
                <a:gd name="T3" fmla="*/ 0 h 211"/>
                <a:gd name="T4" fmla="*/ 0 w 247"/>
                <a:gd name="T5" fmla="*/ 82 h 211"/>
                <a:gd name="T6" fmla="*/ 0 w 247"/>
                <a:gd name="T7" fmla="*/ 86 h 211"/>
                <a:gd name="T8" fmla="*/ 61 w 247"/>
                <a:gd name="T9" fmla="*/ 165 h 211"/>
                <a:gd name="T10" fmla="*/ 58 w 247"/>
                <a:gd name="T11" fmla="*/ 211 h 211"/>
                <a:gd name="T12" fmla="*/ 107 w 247"/>
                <a:gd name="T13" fmla="*/ 168 h 211"/>
                <a:gd name="T14" fmla="*/ 165 w 247"/>
                <a:gd name="T15" fmla="*/ 168 h 211"/>
                <a:gd name="T16" fmla="*/ 247 w 247"/>
                <a:gd name="T17" fmla="*/ 86 h 211"/>
                <a:gd name="T18" fmla="*/ 247 w 247"/>
                <a:gd name="T19" fmla="*/ 82 h 211"/>
                <a:gd name="T20" fmla="*/ 165 w 247"/>
                <a:gd name="T21" fmla="*/ 0 h 211"/>
                <a:gd name="T22" fmla="*/ 122 w 247"/>
                <a:gd name="T23" fmla="*/ 147 h 211"/>
                <a:gd name="T24" fmla="*/ 59 w 247"/>
                <a:gd name="T25" fmla="*/ 84 h 211"/>
                <a:gd name="T26" fmla="*/ 122 w 247"/>
                <a:gd name="T27" fmla="*/ 22 h 211"/>
                <a:gd name="T28" fmla="*/ 184 w 247"/>
                <a:gd name="T29" fmla="*/ 84 h 211"/>
                <a:gd name="T30" fmla="*/ 122 w 247"/>
                <a:gd name="T31" fmla="*/ 14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7" h="211">
                  <a:moveTo>
                    <a:pt x="165" y="0"/>
                  </a:moveTo>
                  <a:cubicBezTo>
                    <a:pt x="82" y="0"/>
                    <a:pt x="82" y="0"/>
                    <a:pt x="82" y="0"/>
                  </a:cubicBezTo>
                  <a:cubicBezTo>
                    <a:pt x="37" y="0"/>
                    <a:pt x="0" y="37"/>
                    <a:pt x="0" y="82"/>
                  </a:cubicBezTo>
                  <a:cubicBezTo>
                    <a:pt x="0" y="86"/>
                    <a:pt x="0" y="86"/>
                    <a:pt x="0" y="86"/>
                  </a:cubicBezTo>
                  <a:cubicBezTo>
                    <a:pt x="0" y="124"/>
                    <a:pt x="26" y="156"/>
                    <a:pt x="61" y="165"/>
                  </a:cubicBezTo>
                  <a:cubicBezTo>
                    <a:pt x="58" y="211"/>
                    <a:pt x="58" y="211"/>
                    <a:pt x="58" y="211"/>
                  </a:cubicBezTo>
                  <a:cubicBezTo>
                    <a:pt x="107" y="168"/>
                    <a:pt x="107" y="168"/>
                    <a:pt x="107" y="168"/>
                  </a:cubicBezTo>
                  <a:cubicBezTo>
                    <a:pt x="165" y="168"/>
                    <a:pt x="165" y="168"/>
                    <a:pt x="165" y="168"/>
                  </a:cubicBezTo>
                  <a:cubicBezTo>
                    <a:pt x="211" y="168"/>
                    <a:pt x="247" y="131"/>
                    <a:pt x="247" y="86"/>
                  </a:cubicBezTo>
                  <a:cubicBezTo>
                    <a:pt x="247" y="82"/>
                    <a:pt x="247" y="82"/>
                    <a:pt x="247" y="82"/>
                  </a:cubicBezTo>
                  <a:cubicBezTo>
                    <a:pt x="247" y="37"/>
                    <a:pt x="211" y="0"/>
                    <a:pt x="165" y="0"/>
                  </a:cubicBezTo>
                  <a:close/>
                  <a:moveTo>
                    <a:pt x="122" y="147"/>
                  </a:moveTo>
                  <a:cubicBezTo>
                    <a:pt x="87" y="147"/>
                    <a:pt x="59" y="119"/>
                    <a:pt x="59" y="84"/>
                  </a:cubicBezTo>
                  <a:cubicBezTo>
                    <a:pt x="59" y="50"/>
                    <a:pt x="87" y="22"/>
                    <a:pt x="122" y="22"/>
                  </a:cubicBezTo>
                  <a:cubicBezTo>
                    <a:pt x="156" y="22"/>
                    <a:pt x="184" y="50"/>
                    <a:pt x="184" y="84"/>
                  </a:cubicBezTo>
                  <a:cubicBezTo>
                    <a:pt x="184" y="119"/>
                    <a:pt x="156" y="147"/>
                    <a:pt x="122" y="1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4" name="Freeform 528"/>
            <p:cNvSpPr>
              <a:spLocks/>
            </p:cNvSpPr>
            <p:nvPr/>
          </p:nvSpPr>
          <p:spPr bwMode="auto">
            <a:xfrm>
              <a:off x="6725493" y="4091716"/>
              <a:ext cx="94794" cy="94794"/>
            </a:xfrm>
            <a:custGeom>
              <a:avLst/>
              <a:gdLst>
                <a:gd name="T0" fmla="*/ 28 w 54"/>
                <a:gd name="T1" fmla="*/ 53 h 54"/>
                <a:gd name="T2" fmla="*/ 54 w 54"/>
                <a:gd name="T3" fmla="*/ 26 h 54"/>
                <a:gd name="T4" fmla="*/ 26 w 54"/>
                <a:gd name="T5" fmla="*/ 1 h 54"/>
                <a:gd name="T6" fmla="*/ 1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2" y="1"/>
                    <a:pt x="0" y="14"/>
                    <a:pt x="1"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5" name="Freeform 529"/>
            <p:cNvSpPr>
              <a:spLocks/>
            </p:cNvSpPr>
            <p:nvPr/>
          </p:nvSpPr>
          <p:spPr bwMode="auto">
            <a:xfrm>
              <a:off x="6679577" y="4191694"/>
              <a:ext cx="187367" cy="134786"/>
            </a:xfrm>
            <a:custGeom>
              <a:avLst/>
              <a:gdLst>
                <a:gd name="T0" fmla="*/ 82 w 107"/>
                <a:gd name="T1" fmla="*/ 0 h 77"/>
                <a:gd name="T2" fmla="*/ 55 w 107"/>
                <a:gd name="T3" fmla="*/ 31 h 77"/>
                <a:gd name="T4" fmla="*/ 25 w 107"/>
                <a:gd name="T5" fmla="*/ 1 h 77"/>
                <a:gd name="T6" fmla="*/ 1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5" y="31"/>
                    <a:pt x="55" y="31"/>
                    <a:pt x="55" y="31"/>
                  </a:cubicBezTo>
                  <a:cubicBezTo>
                    <a:pt x="25" y="1"/>
                    <a:pt x="25" y="1"/>
                    <a:pt x="25" y="1"/>
                  </a:cubicBezTo>
                  <a:cubicBezTo>
                    <a:pt x="8" y="8"/>
                    <a:pt x="0" y="18"/>
                    <a:pt x="1" y="34"/>
                  </a:cubicBezTo>
                  <a:cubicBezTo>
                    <a:pt x="2" y="77"/>
                    <a:pt x="2" y="77"/>
                    <a:pt x="2" y="77"/>
                  </a:cubicBezTo>
                  <a:cubicBezTo>
                    <a:pt x="107" y="77"/>
                    <a:pt x="107" y="77"/>
                    <a:pt x="107" y="77"/>
                  </a:cubicBezTo>
                  <a:cubicBezTo>
                    <a:pt x="105" y="31"/>
                    <a:pt x="105" y="31"/>
                    <a:pt x="105" y="31"/>
                  </a:cubicBezTo>
                  <a:cubicBezTo>
                    <a:pt x="105" y="15"/>
                    <a:pt x="99"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6" name="Freeform 530"/>
            <p:cNvSpPr>
              <a:spLocks/>
            </p:cNvSpPr>
            <p:nvPr/>
          </p:nvSpPr>
          <p:spPr bwMode="auto">
            <a:xfrm>
              <a:off x="6895086" y="4095418"/>
              <a:ext cx="139970" cy="136267"/>
            </a:xfrm>
            <a:custGeom>
              <a:avLst/>
              <a:gdLst>
                <a:gd name="T0" fmla="*/ 41 w 80"/>
                <a:gd name="T1" fmla="*/ 78 h 78"/>
                <a:gd name="T2" fmla="*/ 79 w 80"/>
                <a:gd name="T3" fmla="*/ 38 h 78"/>
                <a:gd name="T4" fmla="*/ 38 w 80"/>
                <a:gd name="T5" fmla="*/ 0 h 78"/>
                <a:gd name="T6" fmla="*/ 0 w 80"/>
                <a:gd name="T7" fmla="*/ 40 h 78"/>
                <a:gd name="T8" fmla="*/ 41 w 80"/>
                <a:gd name="T9" fmla="*/ 78 h 78"/>
              </a:gdLst>
              <a:ahLst/>
              <a:cxnLst>
                <a:cxn ang="0">
                  <a:pos x="T0" y="T1"/>
                </a:cxn>
                <a:cxn ang="0">
                  <a:pos x="T2" y="T3"/>
                </a:cxn>
                <a:cxn ang="0">
                  <a:pos x="T4" y="T5"/>
                </a:cxn>
                <a:cxn ang="0">
                  <a:pos x="T6" y="T7"/>
                </a:cxn>
                <a:cxn ang="0">
                  <a:pos x="T8" y="T9"/>
                </a:cxn>
              </a:cxnLst>
              <a:rect l="0" t="0" r="r" b="b"/>
              <a:pathLst>
                <a:path w="80" h="78">
                  <a:moveTo>
                    <a:pt x="41" y="78"/>
                  </a:moveTo>
                  <a:cubicBezTo>
                    <a:pt x="63" y="77"/>
                    <a:pt x="80" y="59"/>
                    <a:pt x="79" y="38"/>
                  </a:cubicBezTo>
                  <a:cubicBezTo>
                    <a:pt x="78" y="16"/>
                    <a:pt x="60" y="0"/>
                    <a:pt x="38" y="0"/>
                  </a:cubicBezTo>
                  <a:cubicBezTo>
                    <a:pt x="17" y="1"/>
                    <a:pt x="0" y="19"/>
                    <a:pt x="0" y="40"/>
                  </a:cubicBezTo>
                  <a:cubicBezTo>
                    <a:pt x="1" y="62"/>
                    <a:pt x="19" y="78"/>
                    <a:pt x="41"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7" name="Freeform 531"/>
            <p:cNvSpPr>
              <a:spLocks/>
            </p:cNvSpPr>
            <p:nvPr/>
          </p:nvSpPr>
          <p:spPr bwMode="auto">
            <a:xfrm>
              <a:off x="6826952" y="4238351"/>
              <a:ext cx="276977" cy="203660"/>
            </a:xfrm>
            <a:custGeom>
              <a:avLst/>
              <a:gdLst>
                <a:gd name="T0" fmla="*/ 121 w 158"/>
                <a:gd name="T1" fmla="*/ 1 h 116"/>
                <a:gd name="T2" fmla="*/ 156 w 158"/>
                <a:gd name="T3" fmla="*/ 47 h 116"/>
                <a:gd name="T4" fmla="*/ 158 w 158"/>
                <a:gd name="T5" fmla="*/ 116 h 116"/>
                <a:gd name="T6" fmla="*/ 3 w 158"/>
                <a:gd name="T7" fmla="*/ 116 h 116"/>
                <a:gd name="T8" fmla="*/ 1 w 158"/>
                <a:gd name="T9" fmla="*/ 52 h 116"/>
                <a:gd name="T10" fmla="*/ 38 w 158"/>
                <a:gd name="T11" fmla="*/ 3 h 116"/>
                <a:gd name="T12" fmla="*/ 57 w 158"/>
                <a:gd name="T13" fmla="*/ 0 h 116"/>
                <a:gd name="T14" fmla="*/ 77 w 158"/>
                <a:gd name="T15" fmla="*/ 22 h 116"/>
                <a:gd name="T16" fmla="*/ 67 w 158"/>
                <a:gd name="T17" fmla="*/ 114 h 116"/>
                <a:gd name="T18" fmla="*/ 101 w 158"/>
                <a:gd name="T19" fmla="*/ 115 h 116"/>
                <a:gd name="T20" fmla="*/ 85 w 158"/>
                <a:gd name="T21" fmla="*/ 22 h 116"/>
                <a:gd name="T22" fmla="*/ 103 w 158"/>
                <a:gd name="T23" fmla="*/ 1 h 116"/>
                <a:gd name="T24" fmla="*/ 121 w 158"/>
                <a:gd name="T25" fmla="*/ 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16">
                  <a:moveTo>
                    <a:pt x="121" y="1"/>
                  </a:moveTo>
                  <a:cubicBezTo>
                    <a:pt x="146" y="11"/>
                    <a:pt x="155" y="24"/>
                    <a:pt x="156" y="47"/>
                  </a:cubicBezTo>
                  <a:cubicBezTo>
                    <a:pt x="158" y="116"/>
                    <a:pt x="158" y="116"/>
                    <a:pt x="158" y="116"/>
                  </a:cubicBezTo>
                  <a:cubicBezTo>
                    <a:pt x="3" y="116"/>
                    <a:pt x="3" y="116"/>
                    <a:pt x="3" y="116"/>
                  </a:cubicBezTo>
                  <a:cubicBezTo>
                    <a:pt x="1" y="52"/>
                    <a:pt x="1" y="52"/>
                    <a:pt x="1" y="52"/>
                  </a:cubicBezTo>
                  <a:cubicBezTo>
                    <a:pt x="0" y="28"/>
                    <a:pt x="11" y="13"/>
                    <a:pt x="38" y="3"/>
                  </a:cubicBezTo>
                  <a:cubicBezTo>
                    <a:pt x="57" y="0"/>
                    <a:pt x="57" y="0"/>
                    <a:pt x="57" y="0"/>
                  </a:cubicBezTo>
                  <a:cubicBezTo>
                    <a:pt x="57" y="0"/>
                    <a:pt x="78" y="20"/>
                    <a:pt x="77" y="22"/>
                  </a:cubicBezTo>
                  <a:cubicBezTo>
                    <a:pt x="76" y="24"/>
                    <a:pt x="67" y="114"/>
                    <a:pt x="67" y="114"/>
                  </a:cubicBezTo>
                  <a:cubicBezTo>
                    <a:pt x="101" y="115"/>
                    <a:pt x="101" y="115"/>
                    <a:pt x="101" y="115"/>
                  </a:cubicBezTo>
                  <a:cubicBezTo>
                    <a:pt x="85" y="22"/>
                    <a:pt x="85" y="22"/>
                    <a:pt x="85" y="22"/>
                  </a:cubicBezTo>
                  <a:cubicBezTo>
                    <a:pt x="103" y="1"/>
                    <a:pt x="103" y="1"/>
                    <a:pt x="103" y="1"/>
                  </a:cubicBezTo>
                  <a:lnTo>
                    <a:pt x="12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8" name="Freeform 532"/>
            <p:cNvSpPr>
              <a:spLocks/>
            </p:cNvSpPr>
            <p:nvPr/>
          </p:nvSpPr>
          <p:spPr bwMode="auto">
            <a:xfrm>
              <a:off x="7115779" y="4091716"/>
              <a:ext cx="94794" cy="94794"/>
            </a:xfrm>
            <a:custGeom>
              <a:avLst/>
              <a:gdLst>
                <a:gd name="T0" fmla="*/ 28 w 54"/>
                <a:gd name="T1" fmla="*/ 53 h 54"/>
                <a:gd name="T2" fmla="*/ 54 w 54"/>
                <a:gd name="T3" fmla="*/ 26 h 54"/>
                <a:gd name="T4" fmla="*/ 26 w 54"/>
                <a:gd name="T5" fmla="*/ 1 h 54"/>
                <a:gd name="T6" fmla="*/ 0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1" y="1"/>
                    <a:pt x="0" y="14"/>
                    <a:pt x="0"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9" name="Freeform 533"/>
            <p:cNvSpPr>
              <a:spLocks/>
            </p:cNvSpPr>
            <p:nvPr/>
          </p:nvSpPr>
          <p:spPr bwMode="auto">
            <a:xfrm>
              <a:off x="7070603" y="4191694"/>
              <a:ext cx="187367" cy="134786"/>
            </a:xfrm>
            <a:custGeom>
              <a:avLst/>
              <a:gdLst>
                <a:gd name="T0" fmla="*/ 82 w 107"/>
                <a:gd name="T1" fmla="*/ 0 h 77"/>
                <a:gd name="T2" fmla="*/ 54 w 107"/>
                <a:gd name="T3" fmla="*/ 31 h 77"/>
                <a:gd name="T4" fmla="*/ 25 w 107"/>
                <a:gd name="T5" fmla="*/ 1 h 77"/>
                <a:gd name="T6" fmla="*/ 0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4" y="31"/>
                    <a:pt x="54" y="31"/>
                    <a:pt x="54" y="31"/>
                  </a:cubicBezTo>
                  <a:cubicBezTo>
                    <a:pt x="25" y="1"/>
                    <a:pt x="25" y="1"/>
                    <a:pt x="25" y="1"/>
                  </a:cubicBezTo>
                  <a:cubicBezTo>
                    <a:pt x="7" y="8"/>
                    <a:pt x="0" y="18"/>
                    <a:pt x="0" y="34"/>
                  </a:cubicBezTo>
                  <a:cubicBezTo>
                    <a:pt x="2" y="77"/>
                    <a:pt x="2" y="77"/>
                    <a:pt x="2" y="77"/>
                  </a:cubicBezTo>
                  <a:cubicBezTo>
                    <a:pt x="107" y="77"/>
                    <a:pt x="107" y="77"/>
                    <a:pt x="107" y="77"/>
                  </a:cubicBezTo>
                  <a:cubicBezTo>
                    <a:pt x="105" y="31"/>
                    <a:pt x="105" y="31"/>
                    <a:pt x="105" y="31"/>
                  </a:cubicBezTo>
                  <a:cubicBezTo>
                    <a:pt x="104" y="15"/>
                    <a:pt x="98"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0" name="Freeform 539"/>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1" name="Freeform 540"/>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grpSp>
    </p:spTree>
    <p:extLst>
      <p:ext uri="{BB962C8B-B14F-4D97-AF65-F5344CB8AC3E}">
        <p14:creationId xmlns:p14="http://schemas.microsoft.com/office/powerpoint/2010/main" val="1512931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7880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596130" cy="461665"/>
          </a:xfrm>
          <a:prstGeom prst="rect">
            <a:avLst/>
          </a:prstGeom>
        </p:spPr>
        <p:txBody>
          <a:bodyPr wrap="none">
            <a:spAutoFit/>
          </a:bodyPr>
          <a:lstStyle/>
          <a:p>
            <a:r>
              <a:rPr lang="en-US" altLang="zh-CN" sz="2400" b="1" dirty="0">
                <a:solidFill>
                  <a:schemeClr val="bg1"/>
                </a:solidFill>
              </a:rPr>
              <a:t>9.2.2 </a:t>
            </a:r>
            <a:r>
              <a:rPr lang="zh-CN" altLang="en-US" sz="2400" b="1" dirty="0">
                <a:solidFill>
                  <a:schemeClr val="bg1"/>
                </a:solidFill>
              </a:rPr>
              <a:t>定时器标准外设库配置过程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立方体 10"/>
          <p:cNvSpPr/>
          <p:nvPr/>
        </p:nvSpPr>
        <p:spPr>
          <a:xfrm>
            <a:off x="539552" y="1080460"/>
            <a:ext cx="900100" cy="375166"/>
          </a:xfrm>
          <a:prstGeom prst="cube">
            <a:avLst>
              <a:gd name="adj" fmla="val 13802"/>
            </a:avLst>
          </a:prstGeom>
          <a:solidFill>
            <a:schemeClr val="accent5">
              <a:lumMod val="75000"/>
            </a:schemeClr>
          </a:solidFill>
          <a:ln w="28575">
            <a:solidFill>
              <a:schemeClr val="accent2">
                <a:lumMod val="60000"/>
                <a:lumOff val="40000"/>
              </a:schemeClr>
            </a:solidFill>
          </a:ln>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2000" b="1" dirty="0" smtClean="0"/>
              <a:t>Setp5</a:t>
            </a:r>
            <a:endParaRPr lang="zh-CN" altLang="en-US" sz="2000" b="1" dirty="0" smtClean="0"/>
          </a:p>
        </p:txBody>
      </p:sp>
      <p:sp>
        <p:nvSpPr>
          <p:cNvPr id="14" name="矩形 13"/>
          <p:cNvSpPr/>
          <p:nvPr/>
        </p:nvSpPr>
        <p:spPr>
          <a:xfrm>
            <a:off x="1619672" y="1086294"/>
            <a:ext cx="1224136" cy="369332"/>
          </a:xfrm>
          <a:prstGeom prst="rect">
            <a:avLst/>
          </a:prstGeom>
          <a:solidFill>
            <a:schemeClr val="accent2">
              <a:lumMod val="20000"/>
              <a:lumOff val="80000"/>
            </a:schemeClr>
          </a:solidFill>
        </p:spPr>
        <p:txBody>
          <a:bodyPr wrap="square">
            <a:spAutoFit/>
          </a:bodyPr>
          <a:lstStyle/>
          <a:p>
            <a:r>
              <a:rPr lang="zh-CN" altLang="en-US" b="1" dirty="0">
                <a:solidFill>
                  <a:prstClr val="black"/>
                </a:solidFill>
              </a:rPr>
              <a:t>使能</a:t>
            </a:r>
            <a:r>
              <a:rPr lang="en-GB" altLang="zh-CN" b="1" dirty="0">
                <a:solidFill>
                  <a:prstClr val="black"/>
                </a:solidFill>
              </a:rPr>
              <a:t>TIM2</a:t>
            </a:r>
            <a:endParaRPr lang="zh-CN" altLang="en-US" sz="2400" b="1" dirty="0"/>
          </a:p>
        </p:txBody>
      </p:sp>
      <p:sp>
        <p:nvSpPr>
          <p:cNvPr id="16" name="矩形 15"/>
          <p:cNvSpPr/>
          <p:nvPr/>
        </p:nvSpPr>
        <p:spPr>
          <a:xfrm>
            <a:off x="1871700" y="2285459"/>
            <a:ext cx="5615554" cy="338554"/>
          </a:xfrm>
          <a:prstGeom prst="rect">
            <a:avLst/>
          </a:prstGeom>
        </p:spPr>
        <p:txBody>
          <a:bodyPr wrap="square">
            <a:spAutoFit/>
          </a:bodyPr>
          <a:lstStyle/>
          <a:p>
            <a:pPr lvl="0"/>
            <a:r>
              <a:rPr lang="en-US" altLang="zh-CN" sz="1600" b="1" dirty="0">
                <a:solidFill>
                  <a:schemeClr val="accent5">
                    <a:lumMod val="75000"/>
                  </a:schemeClr>
                </a:solidFill>
              </a:rPr>
              <a:t>void </a:t>
            </a:r>
            <a:r>
              <a:rPr lang="en-US" altLang="zh-CN" sz="1600" b="1" dirty="0" err="1">
                <a:solidFill>
                  <a:schemeClr val="accent5">
                    <a:lumMod val="75000"/>
                  </a:schemeClr>
                </a:solidFill>
              </a:rPr>
              <a:t>TIM_Cmd</a:t>
            </a:r>
            <a:r>
              <a:rPr lang="en-US" altLang="zh-CN" sz="1600" b="1" dirty="0">
                <a:solidFill>
                  <a:schemeClr val="accent5">
                    <a:lumMod val="75000"/>
                  </a:schemeClr>
                </a:solidFill>
              </a:rPr>
              <a:t>(</a:t>
            </a:r>
            <a:r>
              <a:rPr lang="en-US" altLang="zh-CN" sz="1600" b="1" dirty="0" err="1">
                <a:solidFill>
                  <a:schemeClr val="accent5">
                    <a:lumMod val="75000"/>
                  </a:schemeClr>
                </a:solidFill>
              </a:rPr>
              <a:t>TIM_TypeDef</a:t>
            </a:r>
            <a:r>
              <a:rPr lang="en-US" altLang="zh-CN" sz="1600" b="1" dirty="0">
                <a:solidFill>
                  <a:schemeClr val="accent5">
                    <a:lumMod val="75000"/>
                  </a:schemeClr>
                </a:solidFill>
              </a:rPr>
              <a:t>* </a:t>
            </a:r>
            <a:r>
              <a:rPr lang="en-US" altLang="zh-CN" sz="1600" b="1" dirty="0" err="1">
                <a:solidFill>
                  <a:schemeClr val="accent5">
                    <a:lumMod val="75000"/>
                  </a:schemeClr>
                </a:solidFill>
              </a:rPr>
              <a:t>TIMx</a:t>
            </a:r>
            <a:r>
              <a:rPr lang="en-US" altLang="zh-CN" sz="1600" b="1" dirty="0">
                <a:solidFill>
                  <a:schemeClr val="accent5">
                    <a:lumMod val="75000"/>
                  </a:schemeClr>
                </a:solidFill>
              </a:rPr>
              <a:t>, </a:t>
            </a:r>
            <a:r>
              <a:rPr lang="en-US" altLang="zh-CN" sz="1600" b="1" dirty="0" err="1">
                <a:solidFill>
                  <a:schemeClr val="accent5">
                    <a:lumMod val="75000"/>
                  </a:schemeClr>
                </a:solidFill>
              </a:rPr>
              <a:t>FunctionalState</a:t>
            </a:r>
            <a:r>
              <a:rPr lang="en-US" altLang="zh-CN" sz="1600" b="1" dirty="0">
                <a:solidFill>
                  <a:schemeClr val="accent5">
                    <a:lumMod val="75000"/>
                  </a:schemeClr>
                </a:solidFill>
              </a:rPr>
              <a:t> </a:t>
            </a:r>
            <a:r>
              <a:rPr lang="en-US" altLang="zh-CN" sz="1600" b="1" dirty="0" err="1">
                <a:solidFill>
                  <a:schemeClr val="accent5">
                    <a:lumMod val="75000"/>
                  </a:schemeClr>
                </a:solidFill>
              </a:rPr>
              <a:t>NewState</a:t>
            </a:r>
            <a:r>
              <a:rPr lang="en-US" altLang="zh-CN" sz="1600" b="1" dirty="0">
                <a:solidFill>
                  <a:schemeClr val="accent5">
                    <a:lumMod val="75000"/>
                  </a:schemeClr>
                </a:solidFill>
              </a:rPr>
              <a:t>) ;</a:t>
            </a:r>
            <a:endParaRPr lang="en-GB" altLang="zh-CN" sz="1600" b="1" dirty="0">
              <a:solidFill>
                <a:schemeClr val="accent5">
                  <a:lumMod val="75000"/>
                </a:schemeClr>
              </a:solidFill>
            </a:endParaRPr>
          </a:p>
        </p:txBody>
      </p:sp>
      <p:sp>
        <p:nvSpPr>
          <p:cNvPr id="17" name="矩形 16"/>
          <p:cNvSpPr/>
          <p:nvPr/>
        </p:nvSpPr>
        <p:spPr>
          <a:xfrm>
            <a:off x="1961964" y="2934694"/>
            <a:ext cx="2286000" cy="646331"/>
          </a:xfrm>
          <a:prstGeom prst="rect">
            <a:avLst/>
          </a:prstGeom>
          <a:solidFill>
            <a:schemeClr val="accent5">
              <a:lumMod val="20000"/>
              <a:lumOff val="80000"/>
            </a:schemeClr>
          </a:solidFill>
        </p:spPr>
        <p:txBody>
          <a:bodyPr>
            <a:spAutoFit/>
          </a:bodyPr>
          <a:lstStyle/>
          <a:p>
            <a:r>
              <a:rPr lang="zh-CN" altLang="en-US" b="1" dirty="0">
                <a:solidFill>
                  <a:prstClr val="black"/>
                </a:solidFill>
              </a:rPr>
              <a:t>第一个参数</a:t>
            </a:r>
            <a:r>
              <a:rPr lang="en-GB" altLang="zh-CN" b="1" dirty="0" err="1">
                <a:solidFill>
                  <a:prstClr val="black"/>
                </a:solidFill>
              </a:rPr>
              <a:t>TIMx</a:t>
            </a:r>
            <a:r>
              <a:rPr lang="zh-CN" altLang="en-US" b="1" dirty="0">
                <a:solidFill>
                  <a:prstClr val="black"/>
                </a:solidFill>
              </a:rPr>
              <a:t>是具体定时器，</a:t>
            </a:r>
            <a:r>
              <a:rPr lang="en-GB" altLang="zh-CN" b="1" dirty="0">
                <a:solidFill>
                  <a:prstClr val="black"/>
                </a:solidFill>
              </a:rPr>
              <a:t>x</a:t>
            </a:r>
            <a:r>
              <a:rPr lang="zh-CN" altLang="en-US" b="1" dirty="0">
                <a:solidFill>
                  <a:prstClr val="black"/>
                </a:solidFill>
              </a:rPr>
              <a:t>可为</a:t>
            </a:r>
            <a:r>
              <a:rPr lang="en-US" altLang="zh-CN" b="1" dirty="0">
                <a:solidFill>
                  <a:prstClr val="black"/>
                </a:solidFill>
              </a:rPr>
              <a:t>2~4</a:t>
            </a:r>
            <a:endParaRPr lang="zh-CN" altLang="en-US" sz="2400" b="1" dirty="0"/>
          </a:p>
        </p:txBody>
      </p:sp>
      <p:sp>
        <p:nvSpPr>
          <p:cNvPr id="18" name="矩形 17"/>
          <p:cNvSpPr/>
          <p:nvPr/>
        </p:nvSpPr>
        <p:spPr>
          <a:xfrm>
            <a:off x="4680012" y="2937622"/>
            <a:ext cx="3204356" cy="923330"/>
          </a:xfrm>
          <a:prstGeom prst="rect">
            <a:avLst/>
          </a:prstGeom>
          <a:solidFill>
            <a:schemeClr val="accent5">
              <a:lumMod val="20000"/>
              <a:lumOff val="80000"/>
            </a:schemeClr>
          </a:solidFill>
        </p:spPr>
        <p:txBody>
          <a:bodyPr wrap="square">
            <a:spAutoFit/>
          </a:bodyPr>
          <a:lstStyle/>
          <a:p>
            <a:pPr lvl="0" algn="ctr"/>
            <a:r>
              <a:rPr lang="zh-CN" altLang="en-US" b="1" dirty="0">
                <a:solidFill>
                  <a:prstClr val="black"/>
                </a:solidFill>
              </a:rPr>
              <a:t>第二个参数为</a:t>
            </a:r>
            <a:r>
              <a:rPr lang="en-US" altLang="zh-CN" b="1" dirty="0" err="1">
                <a:solidFill>
                  <a:prstClr val="black"/>
                </a:solidFill>
              </a:rPr>
              <a:t>TIMx</a:t>
            </a:r>
            <a:r>
              <a:rPr lang="zh-CN" altLang="en-US" b="1" dirty="0">
                <a:solidFill>
                  <a:prstClr val="black"/>
                </a:solidFill>
              </a:rPr>
              <a:t>的状态，该参数可取值为</a:t>
            </a:r>
            <a:r>
              <a:rPr lang="en-US" altLang="zh-CN" b="1" dirty="0">
                <a:solidFill>
                  <a:prstClr val="black"/>
                </a:solidFill>
              </a:rPr>
              <a:t>ENABLE</a:t>
            </a:r>
            <a:r>
              <a:rPr lang="zh-CN" altLang="en-US" b="1" dirty="0">
                <a:solidFill>
                  <a:prstClr val="black"/>
                </a:solidFill>
              </a:rPr>
              <a:t>（使能）或者</a:t>
            </a:r>
            <a:r>
              <a:rPr lang="en-US" altLang="zh-CN" b="1" dirty="0">
                <a:solidFill>
                  <a:prstClr val="black"/>
                </a:solidFill>
              </a:rPr>
              <a:t>DISABLE</a:t>
            </a:r>
            <a:r>
              <a:rPr lang="zh-CN" altLang="en-US" b="1" dirty="0">
                <a:solidFill>
                  <a:prstClr val="black"/>
                </a:solidFill>
              </a:rPr>
              <a:t>（失能）</a:t>
            </a:r>
          </a:p>
        </p:txBody>
      </p:sp>
      <p:sp>
        <p:nvSpPr>
          <p:cNvPr id="20" name="右箭头 19"/>
          <p:cNvSpPr/>
          <p:nvPr/>
        </p:nvSpPr>
        <p:spPr>
          <a:xfrm rot="16200000">
            <a:off x="6222838" y="2617273"/>
            <a:ext cx="154707" cy="288032"/>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2" name="矩形 1"/>
          <p:cNvSpPr/>
          <p:nvPr/>
        </p:nvSpPr>
        <p:spPr>
          <a:xfrm>
            <a:off x="1272836" y="1709395"/>
            <a:ext cx="5711432" cy="36933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zh-CN" altLang="en-US" b="1" dirty="0"/>
              <a:t>使用</a:t>
            </a:r>
            <a:r>
              <a:rPr lang="en-US" altLang="zh-CN" b="1" dirty="0" err="1"/>
              <a:t>TIM_Cmd</a:t>
            </a:r>
            <a:r>
              <a:rPr lang="en-US" altLang="zh-CN" b="1" dirty="0"/>
              <a:t>()</a:t>
            </a:r>
            <a:r>
              <a:rPr lang="zh-CN" altLang="en-US" b="1" dirty="0"/>
              <a:t>函数使能相应的定时器，其函数</a:t>
            </a:r>
            <a:r>
              <a:rPr lang="zh-CN" altLang="en-US" b="1" dirty="0" smtClean="0"/>
              <a:t>原型为：</a:t>
            </a:r>
            <a:endParaRPr lang="zh-CN" altLang="zh-CN" b="1" dirty="0"/>
          </a:p>
        </p:txBody>
      </p:sp>
      <p:sp>
        <p:nvSpPr>
          <p:cNvPr id="22" name="右箭头 21"/>
          <p:cNvSpPr/>
          <p:nvPr/>
        </p:nvSpPr>
        <p:spPr>
          <a:xfrm rot="16200000">
            <a:off x="3738563" y="2614841"/>
            <a:ext cx="154707" cy="288032"/>
          </a:xfrm>
          <a:prstGeom prst="rightArrow">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8" name="矩形 7"/>
          <p:cNvSpPr/>
          <p:nvPr/>
        </p:nvSpPr>
        <p:spPr>
          <a:xfrm>
            <a:off x="1385900" y="4013651"/>
            <a:ext cx="6750496" cy="646331"/>
          </a:xfrm>
          <a:prstGeom prst="rect">
            <a:avLst/>
          </a:prstGeom>
        </p:spPr>
        <p:txBody>
          <a:bodyPr wrap="square">
            <a:spAutoFit/>
          </a:bodyPr>
          <a:lstStyle/>
          <a:p>
            <a:r>
              <a:rPr lang="zh-CN" altLang="en-US" b="1" dirty="0">
                <a:solidFill>
                  <a:srgbClr val="C00000"/>
                </a:solidFill>
              </a:rPr>
              <a:t>例如，</a:t>
            </a:r>
            <a:r>
              <a:rPr lang="zh-CN" altLang="en-US" b="1" dirty="0"/>
              <a:t>使能定时器</a:t>
            </a:r>
            <a:r>
              <a:rPr lang="en-GB" altLang="zh-CN" b="1" dirty="0"/>
              <a:t>TIM2</a:t>
            </a:r>
            <a:r>
              <a:rPr lang="zh-CN" altLang="en-US" b="1" dirty="0"/>
              <a:t>的更新中断，配置如下：</a:t>
            </a:r>
          </a:p>
          <a:p>
            <a:r>
              <a:rPr lang="en-GB" altLang="zh-CN" b="1" dirty="0" smtClean="0">
                <a:solidFill>
                  <a:schemeClr val="accent5">
                    <a:lumMod val="75000"/>
                  </a:schemeClr>
                </a:solidFill>
              </a:rPr>
              <a:t>               </a:t>
            </a:r>
            <a:r>
              <a:rPr lang="en-GB" altLang="zh-CN" b="1" dirty="0" err="1" smtClean="0">
                <a:solidFill>
                  <a:schemeClr val="accent5">
                    <a:lumMod val="75000"/>
                  </a:schemeClr>
                </a:solidFill>
              </a:rPr>
              <a:t>TIM_ITConfig</a:t>
            </a:r>
            <a:r>
              <a:rPr lang="en-GB" altLang="zh-CN" b="1" dirty="0" smtClean="0">
                <a:solidFill>
                  <a:schemeClr val="accent5">
                    <a:lumMod val="75000"/>
                  </a:schemeClr>
                </a:solidFill>
              </a:rPr>
              <a:t>(TIM2,TIM_IT_Update,ENABLE</a:t>
            </a:r>
            <a:r>
              <a:rPr lang="en-GB" altLang="zh-CN" b="1" dirty="0">
                <a:solidFill>
                  <a:schemeClr val="accent5">
                    <a:lumMod val="75000"/>
                  </a:schemeClr>
                </a:solidFill>
              </a:rPr>
              <a:t>); </a:t>
            </a:r>
          </a:p>
        </p:txBody>
      </p:sp>
    </p:spTree>
    <p:extLst>
      <p:ext uri="{BB962C8B-B14F-4D97-AF65-F5344CB8AC3E}">
        <p14:creationId xmlns:p14="http://schemas.microsoft.com/office/powerpoint/2010/main" val="415304334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7880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596130" cy="461665"/>
          </a:xfrm>
          <a:prstGeom prst="rect">
            <a:avLst/>
          </a:prstGeom>
        </p:spPr>
        <p:txBody>
          <a:bodyPr wrap="none">
            <a:spAutoFit/>
          </a:bodyPr>
          <a:lstStyle/>
          <a:p>
            <a:r>
              <a:rPr lang="en-US" altLang="zh-CN" sz="2400" b="1" dirty="0">
                <a:solidFill>
                  <a:schemeClr val="bg1"/>
                </a:solidFill>
              </a:rPr>
              <a:t>9.2.2 </a:t>
            </a:r>
            <a:r>
              <a:rPr lang="zh-CN" altLang="en-US" sz="2400" b="1" dirty="0">
                <a:solidFill>
                  <a:schemeClr val="bg1"/>
                </a:solidFill>
              </a:rPr>
              <a:t>定时器标准外设库配置过程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立方体 10"/>
          <p:cNvSpPr/>
          <p:nvPr/>
        </p:nvSpPr>
        <p:spPr>
          <a:xfrm>
            <a:off x="611560" y="1080460"/>
            <a:ext cx="900100" cy="375166"/>
          </a:xfrm>
          <a:prstGeom prst="cube">
            <a:avLst>
              <a:gd name="adj" fmla="val 13802"/>
            </a:avLst>
          </a:prstGeom>
          <a:solidFill>
            <a:schemeClr val="accent5">
              <a:lumMod val="75000"/>
            </a:schemeClr>
          </a:solidFill>
          <a:ln w="28575">
            <a:solidFill>
              <a:schemeClr val="accent2">
                <a:lumMod val="60000"/>
                <a:lumOff val="40000"/>
              </a:schemeClr>
            </a:solidFill>
          </a:ln>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2000" b="1" dirty="0" smtClean="0"/>
              <a:t>Setp6</a:t>
            </a:r>
            <a:endParaRPr lang="zh-CN" altLang="en-US" sz="2000" b="1" dirty="0" smtClean="0"/>
          </a:p>
        </p:txBody>
      </p:sp>
      <p:sp>
        <p:nvSpPr>
          <p:cNvPr id="14" name="矩形 13"/>
          <p:cNvSpPr/>
          <p:nvPr/>
        </p:nvSpPr>
        <p:spPr>
          <a:xfrm>
            <a:off x="1691680" y="1086294"/>
            <a:ext cx="2232248" cy="369332"/>
          </a:xfrm>
          <a:prstGeom prst="rect">
            <a:avLst/>
          </a:prstGeom>
          <a:solidFill>
            <a:schemeClr val="accent2">
              <a:lumMod val="20000"/>
              <a:lumOff val="80000"/>
            </a:schemeClr>
          </a:solidFill>
        </p:spPr>
        <p:txBody>
          <a:bodyPr wrap="square">
            <a:spAutoFit/>
          </a:bodyPr>
          <a:lstStyle/>
          <a:p>
            <a:pPr algn="ctr"/>
            <a:r>
              <a:rPr lang="zh-CN" altLang="en-US" b="1" dirty="0">
                <a:solidFill>
                  <a:prstClr val="black"/>
                </a:solidFill>
              </a:rPr>
              <a:t>编写中断服务函数</a:t>
            </a:r>
            <a:endParaRPr lang="zh-CN" altLang="en-US" sz="2400" b="1" dirty="0"/>
          </a:p>
        </p:txBody>
      </p:sp>
      <p:sp>
        <p:nvSpPr>
          <p:cNvPr id="2" name="矩形 1"/>
          <p:cNvSpPr/>
          <p:nvPr/>
        </p:nvSpPr>
        <p:spPr>
          <a:xfrm>
            <a:off x="441766" y="2470996"/>
            <a:ext cx="3353556" cy="784830"/>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nSpc>
                <a:spcPct val="125000"/>
              </a:lnSpc>
            </a:pPr>
            <a:r>
              <a:rPr lang="en-GB" altLang="zh-CN" b="1" dirty="0" err="1" smtClean="0">
                <a:solidFill>
                  <a:schemeClr val="accent5">
                    <a:lumMod val="75000"/>
                  </a:schemeClr>
                </a:solidFill>
              </a:rPr>
              <a:t>ITStatus</a:t>
            </a:r>
            <a:r>
              <a:rPr lang="en-GB" altLang="zh-CN" b="1" dirty="0" smtClean="0">
                <a:solidFill>
                  <a:schemeClr val="accent5">
                    <a:lumMod val="75000"/>
                  </a:schemeClr>
                </a:solidFill>
              </a:rPr>
              <a:t> </a:t>
            </a:r>
            <a:r>
              <a:rPr lang="en-GB" altLang="zh-CN" b="1" dirty="0" err="1" smtClean="0">
                <a:solidFill>
                  <a:schemeClr val="accent5">
                    <a:lumMod val="75000"/>
                  </a:schemeClr>
                </a:solidFill>
              </a:rPr>
              <a:t>TIM_GetITStatus</a:t>
            </a:r>
            <a:r>
              <a:rPr lang="en-GB" altLang="zh-CN" b="1" dirty="0" smtClean="0">
                <a:solidFill>
                  <a:schemeClr val="accent5">
                    <a:lumMod val="75000"/>
                  </a:schemeClr>
                </a:solidFill>
              </a:rPr>
              <a:t> (</a:t>
            </a:r>
            <a:r>
              <a:rPr lang="en-GB" altLang="zh-CN" b="1" dirty="0" err="1">
                <a:solidFill>
                  <a:schemeClr val="accent5">
                    <a:lumMod val="75000"/>
                  </a:schemeClr>
                </a:solidFill>
              </a:rPr>
              <a:t>TIM_TypeDef</a:t>
            </a:r>
            <a:r>
              <a:rPr lang="en-GB" altLang="zh-CN" b="1" dirty="0">
                <a:solidFill>
                  <a:schemeClr val="accent5">
                    <a:lumMod val="75000"/>
                  </a:schemeClr>
                </a:solidFill>
              </a:rPr>
              <a:t>* </a:t>
            </a:r>
            <a:r>
              <a:rPr lang="en-GB" altLang="zh-CN" b="1" dirty="0" err="1">
                <a:solidFill>
                  <a:schemeClr val="accent5">
                    <a:lumMod val="75000"/>
                  </a:schemeClr>
                </a:solidFill>
              </a:rPr>
              <a:t>TIMx</a:t>
            </a:r>
            <a:r>
              <a:rPr lang="en-GB" altLang="zh-CN" b="1" dirty="0">
                <a:solidFill>
                  <a:schemeClr val="accent5">
                    <a:lumMod val="75000"/>
                  </a:schemeClr>
                </a:solidFill>
              </a:rPr>
              <a:t>, uint16_t) </a:t>
            </a:r>
            <a:r>
              <a:rPr lang="en-GB" altLang="zh-CN" b="1" dirty="0" smtClean="0">
                <a:solidFill>
                  <a:schemeClr val="accent5">
                    <a:lumMod val="75000"/>
                  </a:schemeClr>
                </a:solidFill>
              </a:rPr>
              <a:t>;</a:t>
            </a:r>
            <a:endParaRPr lang="en-GB" altLang="zh-CN" b="1" dirty="0">
              <a:solidFill>
                <a:schemeClr val="accent5">
                  <a:lumMod val="75000"/>
                </a:schemeClr>
              </a:solidFill>
            </a:endParaRPr>
          </a:p>
        </p:txBody>
      </p:sp>
      <p:grpSp>
        <p:nvGrpSpPr>
          <p:cNvPr id="19" name="Group 61"/>
          <p:cNvGrpSpPr/>
          <p:nvPr/>
        </p:nvGrpSpPr>
        <p:grpSpPr>
          <a:xfrm>
            <a:off x="7184087" y="102363"/>
            <a:ext cx="1473231" cy="1579617"/>
            <a:chOff x="4958468" y="3328177"/>
            <a:chExt cx="2986020" cy="2997870"/>
          </a:xfrm>
          <a:solidFill>
            <a:schemeClr val="accent3">
              <a:lumMod val="20000"/>
              <a:lumOff val="80000"/>
            </a:schemeClr>
          </a:solidFill>
        </p:grpSpPr>
        <p:sp>
          <p:nvSpPr>
            <p:cNvPr id="23" name="Freeform 491"/>
            <p:cNvSpPr>
              <a:spLocks noEditPoints="1"/>
            </p:cNvSpPr>
            <p:nvPr/>
          </p:nvSpPr>
          <p:spPr bwMode="auto">
            <a:xfrm>
              <a:off x="4958468" y="3328177"/>
              <a:ext cx="2986020" cy="2997870"/>
            </a:xfrm>
            <a:custGeom>
              <a:avLst/>
              <a:gdLst>
                <a:gd name="T0" fmla="*/ 1407 w 1705"/>
                <a:gd name="T1" fmla="*/ 204 h 1712"/>
                <a:gd name="T2" fmla="*/ 1345 w 1705"/>
                <a:gd name="T3" fmla="*/ 201 h 1712"/>
                <a:gd name="T4" fmla="*/ 1229 w 1705"/>
                <a:gd name="T5" fmla="*/ 290 h 1712"/>
                <a:gd name="T6" fmla="*/ 1107 w 1705"/>
                <a:gd name="T7" fmla="*/ 310 h 1712"/>
                <a:gd name="T8" fmla="*/ 1012 w 1705"/>
                <a:gd name="T9" fmla="*/ 230 h 1712"/>
                <a:gd name="T10" fmla="*/ 986 w 1705"/>
                <a:gd name="T11" fmla="*/ 40 h 1712"/>
                <a:gd name="T12" fmla="*/ 946 w 1705"/>
                <a:gd name="T13" fmla="*/ 0 h 1712"/>
                <a:gd name="T14" fmla="*/ 777 w 1705"/>
                <a:gd name="T15" fmla="*/ 0 h 1712"/>
                <a:gd name="T16" fmla="*/ 728 w 1705"/>
                <a:gd name="T17" fmla="*/ 54 h 1712"/>
                <a:gd name="T18" fmla="*/ 702 w 1705"/>
                <a:gd name="T19" fmla="*/ 227 h 1712"/>
                <a:gd name="T20" fmla="*/ 628 w 1705"/>
                <a:gd name="T21" fmla="*/ 299 h 1712"/>
                <a:gd name="T22" fmla="*/ 537 w 1705"/>
                <a:gd name="T23" fmla="*/ 313 h 1712"/>
                <a:gd name="T24" fmla="*/ 365 w 1705"/>
                <a:gd name="T25" fmla="*/ 184 h 1712"/>
                <a:gd name="T26" fmla="*/ 312 w 1705"/>
                <a:gd name="T27" fmla="*/ 187 h 1712"/>
                <a:gd name="T28" fmla="*/ 193 w 1705"/>
                <a:gd name="T29" fmla="*/ 307 h 1712"/>
                <a:gd name="T30" fmla="*/ 193 w 1705"/>
                <a:gd name="T31" fmla="*/ 367 h 1712"/>
                <a:gd name="T32" fmla="*/ 314 w 1705"/>
                <a:gd name="T33" fmla="*/ 525 h 1712"/>
                <a:gd name="T34" fmla="*/ 304 w 1705"/>
                <a:gd name="T35" fmla="*/ 607 h 1712"/>
                <a:gd name="T36" fmla="*/ 241 w 1705"/>
                <a:gd name="T37" fmla="*/ 696 h 1712"/>
                <a:gd name="T38" fmla="*/ 46 w 1705"/>
                <a:gd name="T39" fmla="*/ 720 h 1712"/>
                <a:gd name="T40" fmla="*/ 4 w 1705"/>
                <a:gd name="T41" fmla="*/ 755 h 1712"/>
                <a:gd name="T42" fmla="*/ 0 w 1705"/>
                <a:gd name="T43" fmla="*/ 936 h 1712"/>
                <a:gd name="T44" fmla="*/ 51 w 1705"/>
                <a:gd name="T45" fmla="*/ 986 h 1712"/>
                <a:gd name="T46" fmla="*/ 217 w 1705"/>
                <a:gd name="T47" fmla="*/ 1012 h 1712"/>
                <a:gd name="T48" fmla="*/ 298 w 1705"/>
                <a:gd name="T49" fmla="*/ 1089 h 1712"/>
                <a:gd name="T50" fmla="*/ 300 w 1705"/>
                <a:gd name="T51" fmla="*/ 1189 h 1712"/>
                <a:gd name="T52" fmla="*/ 190 w 1705"/>
                <a:gd name="T53" fmla="*/ 1322 h 1712"/>
                <a:gd name="T54" fmla="*/ 194 w 1705"/>
                <a:gd name="T55" fmla="*/ 1407 h 1712"/>
                <a:gd name="T56" fmla="*/ 297 w 1705"/>
                <a:gd name="T57" fmla="*/ 1514 h 1712"/>
                <a:gd name="T58" fmla="*/ 372 w 1705"/>
                <a:gd name="T59" fmla="*/ 1515 h 1712"/>
                <a:gd name="T60" fmla="*/ 505 w 1705"/>
                <a:gd name="T61" fmla="*/ 1417 h 1712"/>
                <a:gd name="T62" fmla="*/ 623 w 1705"/>
                <a:gd name="T63" fmla="*/ 1421 h 1712"/>
                <a:gd name="T64" fmla="*/ 693 w 1705"/>
                <a:gd name="T65" fmla="*/ 1490 h 1712"/>
                <a:gd name="T66" fmla="*/ 716 w 1705"/>
                <a:gd name="T67" fmla="*/ 1655 h 1712"/>
                <a:gd name="T68" fmla="*/ 771 w 1705"/>
                <a:gd name="T69" fmla="*/ 1712 h 1712"/>
                <a:gd name="T70" fmla="*/ 922 w 1705"/>
                <a:gd name="T71" fmla="*/ 1712 h 1712"/>
                <a:gd name="T72" fmla="*/ 980 w 1705"/>
                <a:gd name="T73" fmla="*/ 1663 h 1712"/>
                <a:gd name="T74" fmla="*/ 1007 w 1705"/>
                <a:gd name="T75" fmla="*/ 1486 h 1712"/>
                <a:gd name="T76" fmla="*/ 1103 w 1705"/>
                <a:gd name="T77" fmla="*/ 1408 h 1712"/>
                <a:gd name="T78" fmla="*/ 1194 w 1705"/>
                <a:gd name="T79" fmla="*/ 1422 h 1712"/>
                <a:gd name="T80" fmla="*/ 1324 w 1705"/>
                <a:gd name="T81" fmla="*/ 1523 h 1712"/>
                <a:gd name="T82" fmla="*/ 1393 w 1705"/>
                <a:gd name="T83" fmla="*/ 1521 h 1712"/>
                <a:gd name="T84" fmla="*/ 1505 w 1705"/>
                <a:gd name="T85" fmla="*/ 1410 h 1712"/>
                <a:gd name="T86" fmla="*/ 1516 w 1705"/>
                <a:gd name="T87" fmla="*/ 1341 h 1712"/>
                <a:gd name="T88" fmla="*/ 1406 w 1705"/>
                <a:gd name="T89" fmla="*/ 1195 h 1712"/>
                <a:gd name="T90" fmla="*/ 1414 w 1705"/>
                <a:gd name="T91" fmla="*/ 1085 h 1712"/>
                <a:gd name="T92" fmla="*/ 1501 w 1705"/>
                <a:gd name="T93" fmla="*/ 1012 h 1712"/>
                <a:gd name="T94" fmla="*/ 1649 w 1705"/>
                <a:gd name="T95" fmla="*/ 995 h 1712"/>
                <a:gd name="T96" fmla="*/ 1701 w 1705"/>
                <a:gd name="T97" fmla="*/ 954 h 1712"/>
                <a:gd name="T98" fmla="*/ 1705 w 1705"/>
                <a:gd name="T99" fmla="*/ 778 h 1712"/>
                <a:gd name="T100" fmla="*/ 1662 w 1705"/>
                <a:gd name="T101" fmla="*/ 732 h 1712"/>
                <a:gd name="T102" fmla="*/ 1455 w 1705"/>
                <a:gd name="T103" fmla="*/ 692 h 1712"/>
                <a:gd name="T104" fmla="*/ 1404 w 1705"/>
                <a:gd name="T105" fmla="*/ 608 h 1712"/>
                <a:gd name="T106" fmla="*/ 1412 w 1705"/>
                <a:gd name="T107" fmla="*/ 517 h 1712"/>
                <a:gd name="T108" fmla="*/ 1504 w 1705"/>
                <a:gd name="T109" fmla="*/ 396 h 1712"/>
                <a:gd name="T110" fmla="*/ 1521 w 1705"/>
                <a:gd name="T111" fmla="*/ 332 h 1712"/>
                <a:gd name="T112" fmla="*/ 1407 w 1705"/>
                <a:gd name="T113" fmla="*/ 204 h 1712"/>
                <a:gd name="T114" fmla="*/ 996 w 1705"/>
                <a:gd name="T115" fmla="*/ 1003 h 1712"/>
                <a:gd name="T116" fmla="*/ 703 w 1705"/>
                <a:gd name="T117" fmla="*/ 1002 h 1712"/>
                <a:gd name="T118" fmla="*/ 705 w 1705"/>
                <a:gd name="T119" fmla="*/ 710 h 1712"/>
                <a:gd name="T120" fmla="*/ 997 w 1705"/>
                <a:gd name="T121" fmla="*/ 711 h 1712"/>
                <a:gd name="T122" fmla="*/ 996 w 1705"/>
                <a:gd name="T123" fmla="*/ 1003 h 1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5" h="1712">
                  <a:moveTo>
                    <a:pt x="1407" y="204"/>
                  </a:moveTo>
                  <a:cubicBezTo>
                    <a:pt x="1376" y="174"/>
                    <a:pt x="1345" y="201"/>
                    <a:pt x="1345" y="201"/>
                  </a:cubicBezTo>
                  <a:cubicBezTo>
                    <a:pt x="1345" y="201"/>
                    <a:pt x="1289" y="241"/>
                    <a:pt x="1229" y="290"/>
                  </a:cubicBezTo>
                  <a:cubicBezTo>
                    <a:pt x="1169" y="338"/>
                    <a:pt x="1107" y="310"/>
                    <a:pt x="1107" y="310"/>
                  </a:cubicBezTo>
                  <a:cubicBezTo>
                    <a:pt x="1015" y="289"/>
                    <a:pt x="1012" y="230"/>
                    <a:pt x="1012" y="230"/>
                  </a:cubicBezTo>
                  <a:cubicBezTo>
                    <a:pt x="986" y="40"/>
                    <a:pt x="986" y="40"/>
                    <a:pt x="986" y="40"/>
                  </a:cubicBezTo>
                  <a:cubicBezTo>
                    <a:pt x="980" y="1"/>
                    <a:pt x="946" y="0"/>
                    <a:pt x="946" y="0"/>
                  </a:cubicBezTo>
                  <a:cubicBezTo>
                    <a:pt x="777" y="0"/>
                    <a:pt x="777" y="0"/>
                    <a:pt x="777" y="0"/>
                  </a:cubicBezTo>
                  <a:cubicBezTo>
                    <a:pt x="730" y="2"/>
                    <a:pt x="728" y="54"/>
                    <a:pt x="728" y="54"/>
                  </a:cubicBezTo>
                  <a:cubicBezTo>
                    <a:pt x="702" y="227"/>
                    <a:pt x="702" y="227"/>
                    <a:pt x="702" y="227"/>
                  </a:cubicBezTo>
                  <a:cubicBezTo>
                    <a:pt x="696" y="258"/>
                    <a:pt x="628" y="299"/>
                    <a:pt x="628" y="299"/>
                  </a:cubicBezTo>
                  <a:cubicBezTo>
                    <a:pt x="589" y="322"/>
                    <a:pt x="537" y="313"/>
                    <a:pt x="537" y="313"/>
                  </a:cubicBezTo>
                  <a:cubicBezTo>
                    <a:pt x="365" y="184"/>
                    <a:pt x="365" y="184"/>
                    <a:pt x="365" y="184"/>
                  </a:cubicBezTo>
                  <a:cubicBezTo>
                    <a:pt x="342" y="166"/>
                    <a:pt x="312" y="187"/>
                    <a:pt x="312" y="187"/>
                  </a:cubicBezTo>
                  <a:cubicBezTo>
                    <a:pt x="193" y="307"/>
                    <a:pt x="193" y="307"/>
                    <a:pt x="193" y="307"/>
                  </a:cubicBezTo>
                  <a:cubicBezTo>
                    <a:pt x="165" y="336"/>
                    <a:pt x="193" y="367"/>
                    <a:pt x="193" y="367"/>
                  </a:cubicBezTo>
                  <a:cubicBezTo>
                    <a:pt x="199" y="374"/>
                    <a:pt x="314" y="525"/>
                    <a:pt x="314" y="525"/>
                  </a:cubicBezTo>
                  <a:cubicBezTo>
                    <a:pt x="322" y="545"/>
                    <a:pt x="304" y="607"/>
                    <a:pt x="304" y="607"/>
                  </a:cubicBezTo>
                  <a:cubicBezTo>
                    <a:pt x="292" y="669"/>
                    <a:pt x="241" y="696"/>
                    <a:pt x="241" y="696"/>
                  </a:cubicBezTo>
                  <a:cubicBezTo>
                    <a:pt x="46" y="720"/>
                    <a:pt x="46" y="720"/>
                    <a:pt x="46" y="720"/>
                  </a:cubicBezTo>
                  <a:cubicBezTo>
                    <a:pt x="16" y="720"/>
                    <a:pt x="4" y="755"/>
                    <a:pt x="4" y="755"/>
                  </a:cubicBezTo>
                  <a:cubicBezTo>
                    <a:pt x="0" y="936"/>
                    <a:pt x="0" y="936"/>
                    <a:pt x="0" y="936"/>
                  </a:cubicBezTo>
                  <a:cubicBezTo>
                    <a:pt x="2" y="977"/>
                    <a:pt x="51" y="986"/>
                    <a:pt x="51" y="986"/>
                  </a:cubicBezTo>
                  <a:cubicBezTo>
                    <a:pt x="217" y="1012"/>
                    <a:pt x="217" y="1012"/>
                    <a:pt x="217" y="1012"/>
                  </a:cubicBezTo>
                  <a:cubicBezTo>
                    <a:pt x="268" y="1014"/>
                    <a:pt x="298" y="1089"/>
                    <a:pt x="298" y="1089"/>
                  </a:cubicBezTo>
                  <a:cubicBezTo>
                    <a:pt x="321" y="1136"/>
                    <a:pt x="300" y="1189"/>
                    <a:pt x="300" y="1189"/>
                  </a:cubicBezTo>
                  <a:cubicBezTo>
                    <a:pt x="190" y="1322"/>
                    <a:pt x="190" y="1322"/>
                    <a:pt x="190" y="1322"/>
                  </a:cubicBezTo>
                  <a:cubicBezTo>
                    <a:pt x="152" y="1368"/>
                    <a:pt x="194" y="1407"/>
                    <a:pt x="194" y="1407"/>
                  </a:cubicBezTo>
                  <a:cubicBezTo>
                    <a:pt x="297" y="1514"/>
                    <a:pt x="297" y="1514"/>
                    <a:pt x="297" y="1514"/>
                  </a:cubicBezTo>
                  <a:cubicBezTo>
                    <a:pt x="335" y="1550"/>
                    <a:pt x="372" y="1515"/>
                    <a:pt x="372" y="1515"/>
                  </a:cubicBezTo>
                  <a:cubicBezTo>
                    <a:pt x="505" y="1417"/>
                    <a:pt x="505" y="1417"/>
                    <a:pt x="505" y="1417"/>
                  </a:cubicBezTo>
                  <a:cubicBezTo>
                    <a:pt x="551" y="1380"/>
                    <a:pt x="623" y="1421"/>
                    <a:pt x="623" y="1421"/>
                  </a:cubicBezTo>
                  <a:cubicBezTo>
                    <a:pt x="691" y="1446"/>
                    <a:pt x="693" y="1490"/>
                    <a:pt x="693" y="1490"/>
                  </a:cubicBezTo>
                  <a:cubicBezTo>
                    <a:pt x="716" y="1655"/>
                    <a:pt x="716" y="1655"/>
                    <a:pt x="716" y="1655"/>
                  </a:cubicBezTo>
                  <a:cubicBezTo>
                    <a:pt x="718" y="1709"/>
                    <a:pt x="771" y="1712"/>
                    <a:pt x="771" y="1712"/>
                  </a:cubicBezTo>
                  <a:cubicBezTo>
                    <a:pt x="922" y="1712"/>
                    <a:pt x="922" y="1712"/>
                    <a:pt x="922" y="1712"/>
                  </a:cubicBezTo>
                  <a:cubicBezTo>
                    <a:pt x="981" y="1703"/>
                    <a:pt x="980" y="1663"/>
                    <a:pt x="980" y="1663"/>
                  </a:cubicBezTo>
                  <a:cubicBezTo>
                    <a:pt x="1007" y="1486"/>
                    <a:pt x="1007" y="1486"/>
                    <a:pt x="1007" y="1486"/>
                  </a:cubicBezTo>
                  <a:cubicBezTo>
                    <a:pt x="1016" y="1422"/>
                    <a:pt x="1103" y="1408"/>
                    <a:pt x="1103" y="1408"/>
                  </a:cubicBezTo>
                  <a:cubicBezTo>
                    <a:pt x="1163" y="1387"/>
                    <a:pt x="1194" y="1422"/>
                    <a:pt x="1194" y="1422"/>
                  </a:cubicBezTo>
                  <a:cubicBezTo>
                    <a:pt x="1324" y="1523"/>
                    <a:pt x="1324" y="1523"/>
                    <a:pt x="1324" y="1523"/>
                  </a:cubicBezTo>
                  <a:cubicBezTo>
                    <a:pt x="1353" y="1549"/>
                    <a:pt x="1393" y="1521"/>
                    <a:pt x="1393" y="1521"/>
                  </a:cubicBezTo>
                  <a:cubicBezTo>
                    <a:pt x="1505" y="1410"/>
                    <a:pt x="1505" y="1410"/>
                    <a:pt x="1505" y="1410"/>
                  </a:cubicBezTo>
                  <a:cubicBezTo>
                    <a:pt x="1546" y="1372"/>
                    <a:pt x="1516" y="1341"/>
                    <a:pt x="1516" y="1341"/>
                  </a:cubicBezTo>
                  <a:cubicBezTo>
                    <a:pt x="1406" y="1195"/>
                    <a:pt x="1406" y="1195"/>
                    <a:pt x="1406" y="1195"/>
                  </a:cubicBezTo>
                  <a:cubicBezTo>
                    <a:pt x="1378" y="1154"/>
                    <a:pt x="1414" y="1085"/>
                    <a:pt x="1414" y="1085"/>
                  </a:cubicBezTo>
                  <a:cubicBezTo>
                    <a:pt x="1439" y="1013"/>
                    <a:pt x="1501" y="1012"/>
                    <a:pt x="1501" y="1012"/>
                  </a:cubicBezTo>
                  <a:cubicBezTo>
                    <a:pt x="1649" y="995"/>
                    <a:pt x="1649" y="995"/>
                    <a:pt x="1649" y="995"/>
                  </a:cubicBezTo>
                  <a:cubicBezTo>
                    <a:pt x="1688" y="998"/>
                    <a:pt x="1701" y="954"/>
                    <a:pt x="1701" y="954"/>
                  </a:cubicBezTo>
                  <a:cubicBezTo>
                    <a:pt x="1705" y="778"/>
                    <a:pt x="1705" y="778"/>
                    <a:pt x="1705" y="778"/>
                  </a:cubicBezTo>
                  <a:cubicBezTo>
                    <a:pt x="1700" y="733"/>
                    <a:pt x="1662" y="732"/>
                    <a:pt x="1662" y="732"/>
                  </a:cubicBezTo>
                  <a:cubicBezTo>
                    <a:pt x="1455" y="692"/>
                    <a:pt x="1455" y="692"/>
                    <a:pt x="1455" y="692"/>
                  </a:cubicBezTo>
                  <a:cubicBezTo>
                    <a:pt x="1420" y="683"/>
                    <a:pt x="1404" y="608"/>
                    <a:pt x="1404" y="608"/>
                  </a:cubicBezTo>
                  <a:cubicBezTo>
                    <a:pt x="1384" y="551"/>
                    <a:pt x="1412" y="517"/>
                    <a:pt x="1412" y="517"/>
                  </a:cubicBezTo>
                  <a:cubicBezTo>
                    <a:pt x="1504" y="396"/>
                    <a:pt x="1504" y="396"/>
                    <a:pt x="1504" y="396"/>
                  </a:cubicBezTo>
                  <a:cubicBezTo>
                    <a:pt x="1544" y="354"/>
                    <a:pt x="1521" y="332"/>
                    <a:pt x="1521" y="332"/>
                  </a:cubicBezTo>
                  <a:cubicBezTo>
                    <a:pt x="1521" y="332"/>
                    <a:pt x="1438" y="234"/>
                    <a:pt x="1407" y="204"/>
                  </a:cubicBezTo>
                  <a:close/>
                  <a:moveTo>
                    <a:pt x="996" y="1003"/>
                  </a:moveTo>
                  <a:cubicBezTo>
                    <a:pt x="915" y="1084"/>
                    <a:pt x="784" y="1083"/>
                    <a:pt x="703" y="1002"/>
                  </a:cubicBezTo>
                  <a:cubicBezTo>
                    <a:pt x="623" y="921"/>
                    <a:pt x="624" y="790"/>
                    <a:pt x="705" y="710"/>
                  </a:cubicBezTo>
                  <a:cubicBezTo>
                    <a:pt x="786" y="629"/>
                    <a:pt x="917" y="630"/>
                    <a:pt x="997" y="711"/>
                  </a:cubicBezTo>
                  <a:cubicBezTo>
                    <a:pt x="1077" y="792"/>
                    <a:pt x="1077" y="923"/>
                    <a:pt x="996" y="1003"/>
                  </a:cubicBezTo>
                  <a:close/>
                </a:path>
              </a:pathLst>
            </a:custGeom>
            <a:grpFill/>
            <a:ln>
              <a:noFill/>
            </a:ln>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495"/>
            <p:cNvSpPr>
              <a:spLocks/>
            </p:cNvSpPr>
            <p:nvPr/>
          </p:nvSpPr>
          <p:spPr bwMode="auto">
            <a:xfrm>
              <a:off x="5791621" y="5558806"/>
              <a:ext cx="124417" cy="14071"/>
            </a:xfrm>
            <a:custGeom>
              <a:avLst/>
              <a:gdLst>
                <a:gd name="T0" fmla="*/ 68 w 71"/>
                <a:gd name="T1" fmla="*/ 0 h 8"/>
                <a:gd name="T2" fmla="*/ 2 w 71"/>
                <a:gd name="T3" fmla="*/ 0 h 8"/>
                <a:gd name="T4" fmla="*/ 0 w 71"/>
                <a:gd name="T5" fmla="*/ 4 h 8"/>
                <a:gd name="T6" fmla="*/ 4 w 71"/>
                <a:gd name="T7" fmla="*/ 7 h 8"/>
                <a:gd name="T8" fmla="*/ 8 w 71"/>
                <a:gd name="T9" fmla="*/ 7 h 8"/>
                <a:gd name="T10" fmla="*/ 8 w 71"/>
                <a:gd name="T11" fmla="*/ 7 h 8"/>
                <a:gd name="T12" fmla="*/ 62 w 71"/>
                <a:gd name="T13" fmla="*/ 7 h 8"/>
                <a:gd name="T14" fmla="*/ 68 w 71"/>
                <a:gd name="T15" fmla="*/ 7 h 8"/>
                <a:gd name="T16" fmla="*/ 71 w 71"/>
                <a:gd name="T17" fmla="*/ 4 h 8"/>
                <a:gd name="T18" fmla="*/ 68 w 71"/>
                <a:gd name="T19"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 h="8">
                  <a:moveTo>
                    <a:pt x="68" y="0"/>
                  </a:moveTo>
                  <a:cubicBezTo>
                    <a:pt x="2" y="0"/>
                    <a:pt x="2" y="0"/>
                    <a:pt x="2" y="0"/>
                  </a:cubicBezTo>
                  <a:cubicBezTo>
                    <a:pt x="2" y="0"/>
                    <a:pt x="0" y="0"/>
                    <a:pt x="0" y="4"/>
                  </a:cubicBezTo>
                  <a:cubicBezTo>
                    <a:pt x="0" y="8"/>
                    <a:pt x="4" y="7"/>
                    <a:pt x="4" y="7"/>
                  </a:cubicBezTo>
                  <a:cubicBezTo>
                    <a:pt x="8" y="7"/>
                    <a:pt x="8" y="7"/>
                    <a:pt x="8" y="7"/>
                  </a:cubicBezTo>
                  <a:cubicBezTo>
                    <a:pt x="8" y="7"/>
                    <a:pt x="8" y="7"/>
                    <a:pt x="8" y="7"/>
                  </a:cubicBezTo>
                  <a:cubicBezTo>
                    <a:pt x="62" y="7"/>
                    <a:pt x="62" y="7"/>
                    <a:pt x="62" y="7"/>
                  </a:cubicBezTo>
                  <a:cubicBezTo>
                    <a:pt x="68" y="7"/>
                    <a:pt x="68" y="7"/>
                    <a:pt x="68" y="7"/>
                  </a:cubicBezTo>
                  <a:cubicBezTo>
                    <a:pt x="68" y="7"/>
                    <a:pt x="71" y="6"/>
                    <a:pt x="71" y="4"/>
                  </a:cubicBezTo>
                  <a:cubicBezTo>
                    <a:pt x="71" y="1"/>
                    <a:pt x="68" y="0"/>
                    <a:pt x="6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496"/>
            <p:cNvSpPr>
              <a:spLocks/>
            </p:cNvSpPr>
            <p:nvPr/>
          </p:nvSpPr>
          <p:spPr bwMode="auto">
            <a:xfrm>
              <a:off x="5784956" y="5539550"/>
              <a:ext cx="136267" cy="14071"/>
            </a:xfrm>
            <a:custGeom>
              <a:avLst/>
              <a:gdLst>
                <a:gd name="T0" fmla="*/ 75 w 78"/>
                <a:gd name="T1" fmla="*/ 0 h 8"/>
                <a:gd name="T2" fmla="*/ 3 w 78"/>
                <a:gd name="T3" fmla="*/ 0 h 8"/>
                <a:gd name="T4" fmla="*/ 0 w 78"/>
                <a:gd name="T5" fmla="*/ 4 h 8"/>
                <a:gd name="T6" fmla="*/ 6 w 78"/>
                <a:gd name="T7" fmla="*/ 7 h 8"/>
                <a:gd name="T8" fmla="*/ 72 w 78"/>
                <a:gd name="T9" fmla="*/ 7 h 8"/>
                <a:gd name="T10" fmla="*/ 75 w 78"/>
                <a:gd name="T11" fmla="*/ 7 h 8"/>
                <a:gd name="T12" fmla="*/ 78 w 78"/>
                <a:gd name="T13" fmla="*/ 3 h 8"/>
                <a:gd name="T14" fmla="*/ 75 w 7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8">
                  <a:moveTo>
                    <a:pt x="75" y="0"/>
                  </a:moveTo>
                  <a:cubicBezTo>
                    <a:pt x="3" y="0"/>
                    <a:pt x="3" y="0"/>
                    <a:pt x="3" y="0"/>
                  </a:cubicBezTo>
                  <a:cubicBezTo>
                    <a:pt x="3" y="0"/>
                    <a:pt x="0" y="0"/>
                    <a:pt x="0" y="4"/>
                  </a:cubicBezTo>
                  <a:cubicBezTo>
                    <a:pt x="0" y="8"/>
                    <a:pt x="6" y="7"/>
                    <a:pt x="6" y="7"/>
                  </a:cubicBezTo>
                  <a:cubicBezTo>
                    <a:pt x="72" y="7"/>
                    <a:pt x="72" y="7"/>
                    <a:pt x="72" y="7"/>
                  </a:cubicBezTo>
                  <a:cubicBezTo>
                    <a:pt x="75" y="7"/>
                    <a:pt x="75" y="7"/>
                    <a:pt x="75" y="7"/>
                  </a:cubicBezTo>
                  <a:cubicBezTo>
                    <a:pt x="75" y="7"/>
                    <a:pt x="78" y="7"/>
                    <a:pt x="78" y="3"/>
                  </a:cubicBezTo>
                  <a:cubicBezTo>
                    <a:pt x="78" y="0"/>
                    <a:pt x="75" y="0"/>
                    <a:pt x="7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Freeform 497"/>
            <p:cNvSpPr>
              <a:spLocks/>
            </p:cNvSpPr>
            <p:nvPr/>
          </p:nvSpPr>
          <p:spPr bwMode="auto">
            <a:xfrm>
              <a:off x="5784956" y="5501040"/>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Freeform 498"/>
            <p:cNvSpPr>
              <a:spLocks/>
            </p:cNvSpPr>
            <p:nvPr/>
          </p:nvSpPr>
          <p:spPr bwMode="auto">
            <a:xfrm>
              <a:off x="5784956" y="5520295"/>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Freeform 499"/>
            <p:cNvSpPr>
              <a:spLocks noEditPoints="1"/>
            </p:cNvSpPr>
            <p:nvPr/>
          </p:nvSpPr>
          <p:spPr bwMode="auto">
            <a:xfrm>
              <a:off x="5690161" y="5090018"/>
              <a:ext cx="324374" cy="402135"/>
            </a:xfrm>
            <a:custGeom>
              <a:avLst/>
              <a:gdLst>
                <a:gd name="T0" fmla="*/ 94 w 185"/>
                <a:gd name="T1" fmla="*/ 0 h 230"/>
                <a:gd name="T2" fmla="*/ 87 w 185"/>
                <a:gd name="T3" fmla="*/ 0 h 230"/>
                <a:gd name="T4" fmla="*/ 8 w 185"/>
                <a:gd name="T5" fmla="*/ 51 h 230"/>
                <a:gd name="T6" fmla="*/ 0 w 185"/>
                <a:gd name="T7" fmla="*/ 92 h 230"/>
                <a:gd name="T8" fmla="*/ 9 w 185"/>
                <a:gd name="T9" fmla="*/ 133 h 230"/>
                <a:gd name="T10" fmla="*/ 25 w 185"/>
                <a:gd name="T11" fmla="*/ 163 h 230"/>
                <a:gd name="T12" fmla="*/ 40 w 185"/>
                <a:gd name="T13" fmla="*/ 193 h 230"/>
                <a:gd name="T14" fmla="*/ 43 w 185"/>
                <a:gd name="T15" fmla="*/ 213 h 230"/>
                <a:gd name="T16" fmla="*/ 55 w 185"/>
                <a:gd name="T17" fmla="*/ 230 h 230"/>
                <a:gd name="T18" fmla="*/ 134 w 185"/>
                <a:gd name="T19" fmla="*/ 229 h 230"/>
                <a:gd name="T20" fmla="*/ 145 w 185"/>
                <a:gd name="T21" fmla="*/ 193 h 230"/>
                <a:gd name="T22" fmla="*/ 160 w 185"/>
                <a:gd name="T23" fmla="*/ 163 h 230"/>
                <a:gd name="T24" fmla="*/ 185 w 185"/>
                <a:gd name="T25" fmla="*/ 92 h 230"/>
                <a:gd name="T26" fmla="*/ 185 w 185"/>
                <a:gd name="T27" fmla="*/ 89 h 230"/>
                <a:gd name="T28" fmla="*/ 176 w 185"/>
                <a:gd name="T29" fmla="*/ 92 h 230"/>
                <a:gd name="T30" fmla="*/ 152 w 185"/>
                <a:gd name="T31" fmla="*/ 158 h 230"/>
                <a:gd name="T32" fmla="*/ 148 w 185"/>
                <a:gd name="T33" fmla="*/ 164 h 230"/>
                <a:gd name="T34" fmla="*/ 148 w 185"/>
                <a:gd name="T35" fmla="*/ 141 h 230"/>
                <a:gd name="T36" fmla="*/ 141 w 185"/>
                <a:gd name="T37" fmla="*/ 122 h 230"/>
                <a:gd name="T38" fmla="*/ 107 w 185"/>
                <a:gd name="T39" fmla="*/ 101 h 230"/>
                <a:gd name="T40" fmla="*/ 101 w 185"/>
                <a:gd name="T41" fmla="*/ 137 h 230"/>
                <a:gd name="T42" fmla="*/ 97 w 185"/>
                <a:gd name="T43" fmla="*/ 117 h 230"/>
                <a:gd name="T44" fmla="*/ 89 w 185"/>
                <a:gd name="T45" fmla="*/ 126 h 230"/>
                <a:gd name="T46" fmla="*/ 85 w 185"/>
                <a:gd name="T47" fmla="*/ 141 h 230"/>
                <a:gd name="T48" fmla="*/ 80 w 185"/>
                <a:gd name="T49" fmla="*/ 101 h 230"/>
                <a:gd name="T50" fmla="*/ 93 w 185"/>
                <a:gd name="T51" fmla="*/ 113 h 230"/>
                <a:gd name="T52" fmla="*/ 107 w 185"/>
                <a:gd name="T53" fmla="*/ 101 h 230"/>
                <a:gd name="T54" fmla="*/ 110 w 185"/>
                <a:gd name="T55" fmla="*/ 85 h 230"/>
                <a:gd name="T56" fmla="*/ 90 w 185"/>
                <a:gd name="T57" fmla="*/ 44 h 230"/>
                <a:gd name="T58" fmla="*/ 77 w 185"/>
                <a:gd name="T59" fmla="*/ 83 h 230"/>
                <a:gd name="T60" fmla="*/ 80 w 185"/>
                <a:gd name="T61" fmla="*/ 99 h 230"/>
                <a:gd name="T62" fmla="*/ 47 w 185"/>
                <a:gd name="T63" fmla="*/ 119 h 230"/>
                <a:gd name="T64" fmla="*/ 38 w 185"/>
                <a:gd name="T65" fmla="*/ 141 h 230"/>
                <a:gd name="T66" fmla="*/ 36 w 185"/>
                <a:gd name="T67" fmla="*/ 159 h 230"/>
                <a:gd name="T68" fmla="*/ 33 w 185"/>
                <a:gd name="T69" fmla="*/ 159 h 230"/>
                <a:gd name="T70" fmla="*/ 17 w 185"/>
                <a:gd name="T71" fmla="*/ 129 h 230"/>
                <a:gd name="T72" fmla="*/ 9 w 185"/>
                <a:gd name="T73" fmla="*/ 87 h 230"/>
                <a:gd name="T74" fmla="*/ 33 w 185"/>
                <a:gd name="T75" fmla="*/ 33 h 230"/>
                <a:gd name="T76" fmla="*/ 93 w 185"/>
                <a:gd name="T77" fmla="*/ 9 h 230"/>
                <a:gd name="T78" fmla="*/ 176 w 185"/>
                <a:gd name="T79" fmla="*/ 9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5" h="230">
                  <a:moveTo>
                    <a:pt x="158" y="26"/>
                  </a:moveTo>
                  <a:cubicBezTo>
                    <a:pt x="142" y="10"/>
                    <a:pt x="120" y="1"/>
                    <a:pt x="94" y="0"/>
                  </a:cubicBezTo>
                  <a:cubicBezTo>
                    <a:pt x="94" y="0"/>
                    <a:pt x="94" y="0"/>
                    <a:pt x="93" y="0"/>
                  </a:cubicBezTo>
                  <a:cubicBezTo>
                    <a:pt x="87" y="0"/>
                    <a:pt x="87" y="0"/>
                    <a:pt x="87" y="0"/>
                  </a:cubicBezTo>
                  <a:cubicBezTo>
                    <a:pt x="63" y="0"/>
                    <a:pt x="44" y="9"/>
                    <a:pt x="27" y="26"/>
                  </a:cubicBezTo>
                  <a:cubicBezTo>
                    <a:pt x="20" y="33"/>
                    <a:pt x="13" y="40"/>
                    <a:pt x="8" y="51"/>
                  </a:cubicBezTo>
                  <a:cubicBezTo>
                    <a:pt x="3" y="62"/>
                    <a:pt x="0" y="74"/>
                    <a:pt x="0" y="87"/>
                  </a:cubicBezTo>
                  <a:cubicBezTo>
                    <a:pt x="0" y="92"/>
                    <a:pt x="0" y="92"/>
                    <a:pt x="0" y="92"/>
                  </a:cubicBezTo>
                  <a:cubicBezTo>
                    <a:pt x="0" y="93"/>
                    <a:pt x="0" y="93"/>
                    <a:pt x="0" y="93"/>
                  </a:cubicBezTo>
                  <a:cubicBezTo>
                    <a:pt x="1" y="109"/>
                    <a:pt x="4" y="122"/>
                    <a:pt x="9" y="133"/>
                  </a:cubicBezTo>
                  <a:cubicBezTo>
                    <a:pt x="13" y="142"/>
                    <a:pt x="18" y="151"/>
                    <a:pt x="23" y="160"/>
                  </a:cubicBezTo>
                  <a:cubicBezTo>
                    <a:pt x="25" y="163"/>
                    <a:pt x="25" y="163"/>
                    <a:pt x="25" y="163"/>
                  </a:cubicBezTo>
                  <a:cubicBezTo>
                    <a:pt x="26" y="165"/>
                    <a:pt x="27" y="167"/>
                    <a:pt x="28" y="169"/>
                  </a:cubicBezTo>
                  <a:cubicBezTo>
                    <a:pt x="33" y="177"/>
                    <a:pt x="37" y="184"/>
                    <a:pt x="40" y="193"/>
                  </a:cubicBezTo>
                  <a:cubicBezTo>
                    <a:pt x="41" y="197"/>
                    <a:pt x="41" y="201"/>
                    <a:pt x="42" y="205"/>
                  </a:cubicBezTo>
                  <a:cubicBezTo>
                    <a:pt x="42" y="208"/>
                    <a:pt x="42" y="210"/>
                    <a:pt x="43" y="213"/>
                  </a:cubicBezTo>
                  <a:cubicBezTo>
                    <a:pt x="44" y="220"/>
                    <a:pt x="49" y="225"/>
                    <a:pt x="52" y="229"/>
                  </a:cubicBezTo>
                  <a:cubicBezTo>
                    <a:pt x="53" y="230"/>
                    <a:pt x="54" y="230"/>
                    <a:pt x="55" y="230"/>
                  </a:cubicBezTo>
                  <a:cubicBezTo>
                    <a:pt x="130" y="230"/>
                    <a:pt x="130" y="230"/>
                    <a:pt x="130" y="230"/>
                  </a:cubicBezTo>
                  <a:cubicBezTo>
                    <a:pt x="132" y="230"/>
                    <a:pt x="133" y="230"/>
                    <a:pt x="134" y="229"/>
                  </a:cubicBezTo>
                  <a:cubicBezTo>
                    <a:pt x="140" y="223"/>
                    <a:pt x="141" y="214"/>
                    <a:pt x="142" y="205"/>
                  </a:cubicBezTo>
                  <a:cubicBezTo>
                    <a:pt x="143" y="201"/>
                    <a:pt x="144" y="197"/>
                    <a:pt x="145" y="193"/>
                  </a:cubicBezTo>
                  <a:cubicBezTo>
                    <a:pt x="148" y="185"/>
                    <a:pt x="152" y="176"/>
                    <a:pt x="156" y="168"/>
                  </a:cubicBezTo>
                  <a:cubicBezTo>
                    <a:pt x="158" y="166"/>
                    <a:pt x="159" y="164"/>
                    <a:pt x="160" y="163"/>
                  </a:cubicBezTo>
                  <a:cubicBezTo>
                    <a:pt x="161" y="160"/>
                    <a:pt x="162" y="157"/>
                    <a:pt x="164" y="155"/>
                  </a:cubicBezTo>
                  <a:cubicBezTo>
                    <a:pt x="173" y="137"/>
                    <a:pt x="184" y="119"/>
                    <a:pt x="185" y="92"/>
                  </a:cubicBezTo>
                  <a:cubicBezTo>
                    <a:pt x="185" y="92"/>
                    <a:pt x="185" y="92"/>
                    <a:pt x="185" y="92"/>
                  </a:cubicBezTo>
                  <a:cubicBezTo>
                    <a:pt x="185" y="89"/>
                    <a:pt x="185" y="89"/>
                    <a:pt x="185" y="89"/>
                  </a:cubicBezTo>
                  <a:cubicBezTo>
                    <a:pt x="184" y="64"/>
                    <a:pt x="175" y="43"/>
                    <a:pt x="158" y="26"/>
                  </a:cubicBezTo>
                  <a:close/>
                  <a:moveTo>
                    <a:pt x="176" y="92"/>
                  </a:moveTo>
                  <a:cubicBezTo>
                    <a:pt x="174" y="116"/>
                    <a:pt x="165" y="133"/>
                    <a:pt x="156" y="150"/>
                  </a:cubicBezTo>
                  <a:cubicBezTo>
                    <a:pt x="154" y="153"/>
                    <a:pt x="153" y="156"/>
                    <a:pt x="152" y="158"/>
                  </a:cubicBezTo>
                  <a:cubicBezTo>
                    <a:pt x="151" y="160"/>
                    <a:pt x="149" y="162"/>
                    <a:pt x="148" y="164"/>
                  </a:cubicBezTo>
                  <a:cubicBezTo>
                    <a:pt x="148" y="164"/>
                    <a:pt x="148" y="164"/>
                    <a:pt x="148" y="164"/>
                  </a:cubicBezTo>
                  <a:cubicBezTo>
                    <a:pt x="148" y="161"/>
                    <a:pt x="148" y="159"/>
                    <a:pt x="149" y="154"/>
                  </a:cubicBezTo>
                  <a:cubicBezTo>
                    <a:pt x="150" y="148"/>
                    <a:pt x="148" y="144"/>
                    <a:pt x="148" y="141"/>
                  </a:cubicBezTo>
                  <a:cubicBezTo>
                    <a:pt x="147" y="137"/>
                    <a:pt x="145" y="129"/>
                    <a:pt x="145" y="129"/>
                  </a:cubicBezTo>
                  <a:cubicBezTo>
                    <a:pt x="145" y="120"/>
                    <a:pt x="141" y="122"/>
                    <a:pt x="141" y="122"/>
                  </a:cubicBezTo>
                  <a:cubicBezTo>
                    <a:pt x="139" y="118"/>
                    <a:pt x="117" y="110"/>
                    <a:pt x="117" y="110"/>
                  </a:cubicBezTo>
                  <a:cubicBezTo>
                    <a:pt x="107" y="101"/>
                    <a:pt x="107" y="101"/>
                    <a:pt x="107" y="101"/>
                  </a:cubicBezTo>
                  <a:cubicBezTo>
                    <a:pt x="109" y="103"/>
                    <a:pt x="109" y="103"/>
                    <a:pt x="109" y="103"/>
                  </a:cubicBezTo>
                  <a:cubicBezTo>
                    <a:pt x="109" y="111"/>
                    <a:pt x="101" y="137"/>
                    <a:pt x="101" y="137"/>
                  </a:cubicBezTo>
                  <a:cubicBezTo>
                    <a:pt x="102" y="134"/>
                    <a:pt x="96" y="124"/>
                    <a:pt x="96" y="124"/>
                  </a:cubicBezTo>
                  <a:cubicBezTo>
                    <a:pt x="95" y="123"/>
                    <a:pt x="97" y="117"/>
                    <a:pt x="97" y="117"/>
                  </a:cubicBezTo>
                  <a:cubicBezTo>
                    <a:pt x="90" y="109"/>
                    <a:pt x="86" y="118"/>
                    <a:pt x="86" y="118"/>
                  </a:cubicBezTo>
                  <a:cubicBezTo>
                    <a:pt x="85" y="120"/>
                    <a:pt x="89" y="126"/>
                    <a:pt x="89" y="126"/>
                  </a:cubicBezTo>
                  <a:cubicBezTo>
                    <a:pt x="88" y="127"/>
                    <a:pt x="88" y="133"/>
                    <a:pt x="88" y="133"/>
                  </a:cubicBezTo>
                  <a:cubicBezTo>
                    <a:pt x="87" y="135"/>
                    <a:pt x="85" y="141"/>
                    <a:pt x="85" y="141"/>
                  </a:cubicBezTo>
                  <a:cubicBezTo>
                    <a:pt x="80" y="128"/>
                    <a:pt x="78" y="103"/>
                    <a:pt x="78" y="103"/>
                  </a:cubicBezTo>
                  <a:cubicBezTo>
                    <a:pt x="77" y="102"/>
                    <a:pt x="80" y="101"/>
                    <a:pt x="80" y="101"/>
                  </a:cubicBezTo>
                  <a:cubicBezTo>
                    <a:pt x="82" y="104"/>
                    <a:pt x="82" y="104"/>
                    <a:pt x="82" y="104"/>
                  </a:cubicBezTo>
                  <a:cubicBezTo>
                    <a:pt x="84" y="108"/>
                    <a:pt x="93" y="113"/>
                    <a:pt x="93" y="113"/>
                  </a:cubicBezTo>
                  <a:cubicBezTo>
                    <a:pt x="102" y="107"/>
                    <a:pt x="102" y="107"/>
                    <a:pt x="102" y="107"/>
                  </a:cubicBezTo>
                  <a:cubicBezTo>
                    <a:pt x="108" y="104"/>
                    <a:pt x="107" y="101"/>
                    <a:pt x="107" y="101"/>
                  </a:cubicBezTo>
                  <a:cubicBezTo>
                    <a:pt x="106" y="100"/>
                    <a:pt x="106" y="94"/>
                    <a:pt x="106" y="94"/>
                  </a:cubicBezTo>
                  <a:cubicBezTo>
                    <a:pt x="107" y="93"/>
                    <a:pt x="110" y="85"/>
                    <a:pt x="110" y="85"/>
                  </a:cubicBezTo>
                  <a:cubicBezTo>
                    <a:pt x="114" y="80"/>
                    <a:pt x="113" y="71"/>
                    <a:pt x="113" y="71"/>
                  </a:cubicBezTo>
                  <a:cubicBezTo>
                    <a:pt x="119" y="41"/>
                    <a:pt x="90" y="44"/>
                    <a:pt x="90" y="44"/>
                  </a:cubicBezTo>
                  <a:cubicBezTo>
                    <a:pt x="69" y="46"/>
                    <a:pt x="75" y="72"/>
                    <a:pt x="75" y="72"/>
                  </a:cubicBezTo>
                  <a:cubicBezTo>
                    <a:pt x="72" y="73"/>
                    <a:pt x="77" y="83"/>
                    <a:pt x="77" y="83"/>
                  </a:cubicBezTo>
                  <a:cubicBezTo>
                    <a:pt x="76" y="84"/>
                    <a:pt x="79" y="91"/>
                    <a:pt x="79" y="91"/>
                  </a:cubicBezTo>
                  <a:cubicBezTo>
                    <a:pt x="80" y="99"/>
                    <a:pt x="80" y="99"/>
                    <a:pt x="80" y="99"/>
                  </a:cubicBezTo>
                  <a:cubicBezTo>
                    <a:pt x="78" y="100"/>
                    <a:pt x="71" y="109"/>
                    <a:pt x="71" y="109"/>
                  </a:cubicBezTo>
                  <a:cubicBezTo>
                    <a:pt x="59" y="109"/>
                    <a:pt x="47" y="119"/>
                    <a:pt x="47" y="119"/>
                  </a:cubicBezTo>
                  <a:cubicBezTo>
                    <a:pt x="40" y="118"/>
                    <a:pt x="41" y="123"/>
                    <a:pt x="41" y="129"/>
                  </a:cubicBezTo>
                  <a:cubicBezTo>
                    <a:pt x="41" y="134"/>
                    <a:pt x="41" y="133"/>
                    <a:pt x="38" y="141"/>
                  </a:cubicBezTo>
                  <a:cubicBezTo>
                    <a:pt x="35" y="148"/>
                    <a:pt x="39" y="144"/>
                    <a:pt x="37" y="148"/>
                  </a:cubicBezTo>
                  <a:cubicBezTo>
                    <a:pt x="36" y="151"/>
                    <a:pt x="36" y="154"/>
                    <a:pt x="36" y="159"/>
                  </a:cubicBezTo>
                  <a:cubicBezTo>
                    <a:pt x="36" y="160"/>
                    <a:pt x="36" y="162"/>
                    <a:pt x="36" y="163"/>
                  </a:cubicBezTo>
                  <a:cubicBezTo>
                    <a:pt x="35" y="162"/>
                    <a:pt x="34" y="160"/>
                    <a:pt x="33" y="159"/>
                  </a:cubicBezTo>
                  <a:cubicBezTo>
                    <a:pt x="31" y="155"/>
                    <a:pt x="31" y="155"/>
                    <a:pt x="31" y="155"/>
                  </a:cubicBezTo>
                  <a:cubicBezTo>
                    <a:pt x="26" y="147"/>
                    <a:pt x="21" y="138"/>
                    <a:pt x="17" y="129"/>
                  </a:cubicBezTo>
                  <a:cubicBezTo>
                    <a:pt x="12" y="119"/>
                    <a:pt x="10" y="108"/>
                    <a:pt x="9" y="92"/>
                  </a:cubicBezTo>
                  <a:cubicBezTo>
                    <a:pt x="9" y="87"/>
                    <a:pt x="9" y="87"/>
                    <a:pt x="9" y="87"/>
                  </a:cubicBezTo>
                  <a:cubicBezTo>
                    <a:pt x="10" y="75"/>
                    <a:pt x="12" y="65"/>
                    <a:pt x="17" y="55"/>
                  </a:cubicBezTo>
                  <a:cubicBezTo>
                    <a:pt x="21" y="46"/>
                    <a:pt x="27" y="39"/>
                    <a:pt x="33" y="33"/>
                  </a:cubicBezTo>
                  <a:cubicBezTo>
                    <a:pt x="48" y="17"/>
                    <a:pt x="66" y="10"/>
                    <a:pt x="87" y="9"/>
                  </a:cubicBezTo>
                  <a:cubicBezTo>
                    <a:pt x="93" y="9"/>
                    <a:pt x="93" y="9"/>
                    <a:pt x="93" y="9"/>
                  </a:cubicBezTo>
                  <a:cubicBezTo>
                    <a:pt x="117" y="10"/>
                    <a:pt x="137" y="18"/>
                    <a:pt x="151" y="32"/>
                  </a:cubicBezTo>
                  <a:cubicBezTo>
                    <a:pt x="167" y="48"/>
                    <a:pt x="175" y="67"/>
                    <a:pt x="176" y="90"/>
                  </a:cubicBezTo>
                  <a:lnTo>
                    <a:pt x="176" y="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Freeform 500"/>
            <p:cNvSpPr>
              <a:spLocks/>
            </p:cNvSpPr>
            <p:nvPr/>
          </p:nvSpPr>
          <p:spPr bwMode="auto">
            <a:xfrm>
              <a:off x="6883236" y="5084093"/>
              <a:ext cx="430277" cy="369550"/>
            </a:xfrm>
            <a:custGeom>
              <a:avLst/>
              <a:gdLst>
                <a:gd name="T0" fmla="*/ 164 w 246"/>
                <a:gd name="T1" fmla="*/ 0 h 211"/>
                <a:gd name="T2" fmla="*/ 81 w 246"/>
                <a:gd name="T3" fmla="*/ 0 h 211"/>
                <a:gd name="T4" fmla="*/ 0 w 246"/>
                <a:gd name="T5" fmla="*/ 68 h 211"/>
                <a:gd name="T6" fmla="*/ 25 w 246"/>
                <a:gd name="T7" fmla="*/ 68 h 211"/>
                <a:gd name="T8" fmla="*/ 84 w 246"/>
                <a:gd name="T9" fmla="*/ 23 h 211"/>
                <a:gd name="T10" fmla="*/ 161 w 246"/>
                <a:gd name="T11" fmla="*/ 23 h 211"/>
                <a:gd name="T12" fmla="*/ 222 w 246"/>
                <a:gd name="T13" fmla="*/ 85 h 211"/>
                <a:gd name="T14" fmla="*/ 161 w 246"/>
                <a:gd name="T15" fmla="*/ 146 h 211"/>
                <a:gd name="T16" fmla="*/ 123 w 246"/>
                <a:gd name="T17" fmla="*/ 146 h 211"/>
                <a:gd name="T18" fmla="*/ 123 w 246"/>
                <a:gd name="T19" fmla="*/ 155 h 211"/>
                <a:gd name="T20" fmla="*/ 123 w 246"/>
                <a:gd name="T21" fmla="*/ 160 h 211"/>
                <a:gd name="T22" fmla="*/ 123 w 246"/>
                <a:gd name="T23" fmla="*/ 168 h 211"/>
                <a:gd name="T24" fmla="*/ 139 w 246"/>
                <a:gd name="T25" fmla="*/ 168 h 211"/>
                <a:gd name="T26" fmla="*/ 189 w 246"/>
                <a:gd name="T27" fmla="*/ 211 h 211"/>
                <a:gd name="T28" fmla="*/ 186 w 246"/>
                <a:gd name="T29" fmla="*/ 165 h 211"/>
                <a:gd name="T30" fmla="*/ 246 w 246"/>
                <a:gd name="T31" fmla="*/ 86 h 211"/>
                <a:gd name="T32" fmla="*/ 246 w 246"/>
                <a:gd name="T33" fmla="*/ 82 h 211"/>
                <a:gd name="T34" fmla="*/ 164 w 246"/>
                <a:gd name="T35"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6" h="211">
                  <a:moveTo>
                    <a:pt x="164" y="0"/>
                  </a:moveTo>
                  <a:cubicBezTo>
                    <a:pt x="81" y="0"/>
                    <a:pt x="81" y="0"/>
                    <a:pt x="81" y="0"/>
                  </a:cubicBezTo>
                  <a:cubicBezTo>
                    <a:pt x="41" y="0"/>
                    <a:pt x="7" y="29"/>
                    <a:pt x="0" y="68"/>
                  </a:cubicBezTo>
                  <a:cubicBezTo>
                    <a:pt x="25" y="68"/>
                    <a:pt x="25" y="68"/>
                    <a:pt x="25" y="68"/>
                  </a:cubicBezTo>
                  <a:cubicBezTo>
                    <a:pt x="33" y="42"/>
                    <a:pt x="56" y="23"/>
                    <a:pt x="84" y="23"/>
                  </a:cubicBezTo>
                  <a:cubicBezTo>
                    <a:pt x="161" y="23"/>
                    <a:pt x="161" y="23"/>
                    <a:pt x="161" y="23"/>
                  </a:cubicBezTo>
                  <a:cubicBezTo>
                    <a:pt x="195" y="23"/>
                    <a:pt x="222" y="51"/>
                    <a:pt x="222" y="85"/>
                  </a:cubicBezTo>
                  <a:cubicBezTo>
                    <a:pt x="222" y="119"/>
                    <a:pt x="195" y="146"/>
                    <a:pt x="161" y="146"/>
                  </a:cubicBezTo>
                  <a:cubicBezTo>
                    <a:pt x="123" y="146"/>
                    <a:pt x="123" y="146"/>
                    <a:pt x="123" y="146"/>
                  </a:cubicBezTo>
                  <a:cubicBezTo>
                    <a:pt x="123" y="149"/>
                    <a:pt x="123" y="152"/>
                    <a:pt x="123" y="155"/>
                  </a:cubicBezTo>
                  <a:cubicBezTo>
                    <a:pt x="123" y="160"/>
                    <a:pt x="123" y="160"/>
                    <a:pt x="123" y="160"/>
                  </a:cubicBezTo>
                  <a:cubicBezTo>
                    <a:pt x="123" y="162"/>
                    <a:pt x="123" y="165"/>
                    <a:pt x="123" y="168"/>
                  </a:cubicBezTo>
                  <a:cubicBezTo>
                    <a:pt x="139" y="168"/>
                    <a:pt x="139" y="168"/>
                    <a:pt x="139" y="168"/>
                  </a:cubicBezTo>
                  <a:cubicBezTo>
                    <a:pt x="189" y="211"/>
                    <a:pt x="189" y="211"/>
                    <a:pt x="189" y="211"/>
                  </a:cubicBezTo>
                  <a:cubicBezTo>
                    <a:pt x="186" y="165"/>
                    <a:pt x="186" y="165"/>
                    <a:pt x="186" y="165"/>
                  </a:cubicBezTo>
                  <a:cubicBezTo>
                    <a:pt x="220" y="156"/>
                    <a:pt x="246" y="124"/>
                    <a:pt x="246" y="86"/>
                  </a:cubicBezTo>
                  <a:cubicBezTo>
                    <a:pt x="246" y="82"/>
                    <a:pt x="246" y="82"/>
                    <a:pt x="246" y="82"/>
                  </a:cubicBezTo>
                  <a:cubicBezTo>
                    <a:pt x="246" y="37"/>
                    <a:pt x="210" y="0"/>
                    <a:pt x="16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Freeform 501"/>
            <p:cNvSpPr>
              <a:spLocks/>
            </p:cNvSpPr>
            <p:nvPr/>
          </p:nvSpPr>
          <p:spPr bwMode="auto">
            <a:xfrm>
              <a:off x="6866944" y="5366255"/>
              <a:ext cx="17774" cy="39991"/>
            </a:xfrm>
            <a:custGeom>
              <a:avLst/>
              <a:gdLst>
                <a:gd name="T0" fmla="*/ 0 w 10"/>
                <a:gd name="T1" fmla="*/ 0 h 23"/>
                <a:gd name="T2" fmla="*/ 0 w 10"/>
                <a:gd name="T3" fmla="*/ 23 h 23"/>
                <a:gd name="T4" fmla="*/ 8 w 10"/>
                <a:gd name="T5" fmla="*/ 19 h 23"/>
                <a:gd name="T6" fmla="*/ 10 w 10"/>
                <a:gd name="T7" fmla="*/ 11 h 23"/>
                <a:gd name="T8" fmla="*/ 8 w 10"/>
                <a:gd name="T9" fmla="*/ 4 h 23"/>
                <a:gd name="T10" fmla="*/ 0 w 10"/>
                <a:gd name="T11" fmla="*/ 0 h 23"/>
              </a:gdLst>
              <a:ahLst/>
              <a:cxnLst>
                <a:cxn ang="0">
                  <a:pos x="T0" y="T1"/>
                </a:cxn>
                <a:cxn ang="0">
                  <a:pos x="T2" y="T3"/>
                </a:cxn>
                <a:cxn ang="0">
                  <a:pos x="T4" y="T5"/>
                </a:cxn>
                <a:cxn ang="0">
                  <a:pos x="T6" y="T7"/>
                </a:cxn>
                <a:cxn ang="0">
                  <a:pos x="T8" y="T9"/>
                </a:cxn>
                <a:cxn ang="0">
                  <a:pos x="T10" y="T11"/>
                </a:cxn>
              </a:cxnLst>
              <a:rect l="0" t="0" r="r" b="b"/>
              <a:pathLst>
                <a:path w="10" h="23">
                  <a:moveTo>
                    <a:pt x="0" y="0"/>
                  </a:moveTo>
                  <a:cubicBezTo>
                    <a:pt x="0" y="23"/>
                    <a:pt x="0" y="23"/>
                    <a:pt x="0" y="23"/>
                  </a:cubicBezTo>
                  <a:cubicBezTo>
                    <a:pt x="3" y="22"/>
                    <a:pt x="6" y="21"/>
                    <a:pt x="8" y="19"/>
                  </a:cubicBezTo>
                  <a:cubicBezTo>
                    <a:pt x="9" y="17"/>
                    <a:pt x="10" y="14"/>
                    <a:pt x="10" y="11"/>
                  </a:cubicBezTo>
                  <a:cubicBezTo>
                    <a:pt x="10" y="8"/>
                    <a:pt x="10" y="6"/>
                    <a:pt x="8" y="4"/>
                  </a:cubicBezTo>
                  <a:cubicBezTo>
                    <a:pt x="7" y="3"/>
                    <a:pt x="4"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Freeform 502"/>
            <p:cNvSpPr>
              <a:spLocks noEditPoints="1"/>
            </p:cNvSpPr>
            <p:nvPr/>
          </p:nvSpPr>
          <p:spPr bwMode="auto">
            <a:xfrm>
              <a:off x="6775852" y="5277385"/>
              <a:ext cx="174036" cy="173296"/>
            </a:xfrm>
            <a:custGeom>
              <a:avLst/>
              <a:gdLst>
                <a:gd name="T0" fmla="*/ 50 w 99"/>
                <a:gd name="T1" fmla="*/ 0 h 99"/>
                <a:gd name="T2" fmla="*/ 0 w 99"/>
                <a:gd name="T3" fmla="*/ 49 h 99"/>
                <a:gd name="T4" fmla="*/ 50 w 99"/>
                <a:gd name="T5" fmla="*/ 99 h 99"/>
                <a:gd name="T6" fmla="*/ 99 w 99"/>
                <a:gd name="T7" fmla="*/ 49 h 99"/>
                <a:gd name="T8" fmla="*/ 50 w 99"/>
                <a:gd name="T9" fmla="*/ 0 h 99"/>
                <a:gd name="T10" fmla="*/ 65 w 99"/>
                <a:gd name="T11" fmla="*/ 74 h 99"/>
                <a:gd name="T12" fmla="*/ 52 w 99"/>
                <a:gd name="T13" fmla="*/ 80 h 99"/>
                <a:gd name="T14" fmla="*/ 52 w 99"/>
                <a:gd name="T15" fmla="*/ 87 h 99"/>
                <a:gd name="T16" fmla="*/ 48 w 99"/>
                <a:gd name="T17" fmla="*/ 87 h 99"/>
                <a:gd name="T18" fmla="*/ 48 w 99"/>
                <a:gd name="T19" fmla="*/ 80 h 99"/>
                <a:gd name="T20" fmla="*/ 39 w 99"/>
                <a:gd name="T21" fmla="*/ 77 h 99"/>
                <a:gd name="T22" fmla="*/ 33 w 99"/>
                <a:gd name="T23" fmla="*/ 72 h 99"/>
                <a:gd name="T24" fmla="*/ 30 w 99"/>
                <a:gd name="T25" fmla="*/ 62 h 99"/>
                <a:gd name="T26" fmla="*/ 38 w 99"/>
                <a:gd name="T27" fmla="*/ 60 h 99"/>
                <a:gd name="T28" fmla="*/ 41 w 99"/>
                <a:gd name="T29" fmla="*/ 69 h 99"/>
                <a:gd name="T30" fmla="*/ 48 w 99"/>
                <a:gd name="T31" fmla="*/ 74 h 99"/>
                <a:gd name="T32" fmla="*/ 48 w 99"/>
                <a:gd name="T33" fmla="*/ 50 h 99"/>
                <a:gd name="T34" fmla="*/ 39 w 99"/>
                <a:gd name="T35" fmla="*/ 47 h 99"/>
                <a:gd name="T36" fmla="*/ 33 w 99"/>
                <a:gd name="T37" fmla="*/ 41 h 99"/>
                <a:gd name="T38" fmla="*/ 31 w 99"/>
                <a:gd name="T39" fmla="*/ 33 h 99"/>
                <a:gd name="T40" fmla="*/ 37 w 99"/>
                <a:gd name="T41" fmla="*/ 20 h 99"/>
                <a:gd name="T42" fmla="*/ 48 w 99"/>
                <a:gd name="T43" fmla="*/ 16 h 99"/>
                <a:gd name="T44" fmla="*/ 48 w 99"/>
                <a:gd name="T45" fmla="*/ 13 h 99"/>
                <a:gd name="T46" fmla="*/ 52 w 99"/>
                <a:gd name="T47" fmla="*/ 13 h 99"/>
                <a:gd name="T48" fmla="*/ 52 w 99"/>
                <a:gd name="T49" fmla="*/ 16 h 99"/>
                <a:gd name="T50" fmla="*/ 63 w 99"/>
                <a:gd name="T51" fmla="*/ 20 h 99"/>
                <a:gd name="T52" fmla="*/ 68 w 99"/>
                <a:gd name="T53" fmla="*/ 31 h 99"/>
                <a:gd name="T54" fmla="*/ 61 w 99"/>
                <a:gd name="T55" fmla="*/ 32 h 99"/>
                <a:gd name="T56" fmla="*/ 58 w 99"/>
                <a:gd name="T57" fmla="*/ 26 h 99"/>
                <a:gd name="T58" fmla="*/ 52 w 99"/>
                <a:gd name="T59" fmla="*/ 23 h 99"/>
                <a:gd name="T60" fmla="*/ 52 w 99"/>
                <a:gd name="T61" fmla="*/ 44 h 99"/>
                <a:gd name="T62" fmla="*/ 60 w 99"/>
                <a:gd name="T63" fmla="*/ 46 h 99"/>
                <a:gd name="T64" fmla="*/ 65 w 99"/>
                <a:gd name="T65" fmla="*/ 50 h 99"/>
                <a:gd name="T66" fmla="*/ 69 w 99"/>
                <a:gd name="T67" fmla="*/ 55 h 99"/>
                <a:gd name="T68" fmla="*/ 70 w 99"/>
                <a:gd name="T69" fmla="*/ 61 h 99"/>
                <a:gd name="T70" fmla="*/ 65 w 99"/>
                <a:gd name="T71" fmla="*/ 74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9" h="99">
                  <a:moveTo>
                    <a:pt x="50" y="0"/>
                  </a:moveTo>
                  <a:cubicBezTo>
                    <a:pt x="22" y="0"/>
                    <a:pt x="0" y="22"/>
                    <a:pt x="0" y="49"/>
                  </a:cubicBezTo>
                  <a:cubicBezTo>
                    <a:pt x="0" y="77"/>
                    <a:pt x="22" y="99"/>
                    <a:pt x="50" y="99"/>
                  </a:cubicBezTo>
                  <a:cubicBezTo>
                    <a:pt x="77" y="99"/>
                    <a:pt x="99" y="77"/>
                    <a:pt x="99" y="49"/>
                  </a:cubicBezTo>
                  <a:cubicBezTo>
                    <a:pt x="99" y="22"/>
                    <a:pt x="77" y="0"/>
                    <a:pt x="50" y="0"/>
                  </a:cubicBezTo>
                  <a:close/>
                  <a:moveTo>
                    <a:pt x="65" y="74"/>
                  </a:moveTo>
                  <a:cubicBezTo>
                    <a:pt x="62" y="78"/>
                    <a:pt x="58" y="79"/>
                    <a:pt x="52" y="80"/>
                  </a:cubicBezTo>
                  <a:cubicBezTo>
                    <a:pt x="52" y="87"/>
                    <a:pt x="52" y="87"/>
                    <a:pt x="52" y="87"/>
                  </a:cubicBezTo>
                  <a:cubicBezTo>
                    <a:pt x="48" y="87"/>
                    <a:pt x="48" y="87"/>
                    <a:pt x="48" y="87"/>
                  </a:cubicBezTo>
                  <a:cubicBezTo>
                    <a:pt x="48" y="80"/>
                    <a:pt x="48" y="80"/>
                    <a:pt x="48" y="80"/>
                  </a:cubicBezTo>
                  <a:cubicBezTo>
                    <a:pt x="44" y="79"/>
                    <a:pt x="41" y="79"/>
                    <a:pt x="39" y="77"/>
                  </a:cubicBezTo>
                  <a:cubicBezTo>
                    <a:pt x="37" y="76"/>
                    <a:pt x="35" y="74"/>
                    <a:pt x="33" y="72"/>
                  </a:cubicBezTo>
                  <a:cubicBezTo>
                    <a:pt x="31" y="69"/>
                    <a:pt x="30" y="66"/>
                    <a:pt x="30" y="62"/>
                  </a:cubicBezTo>
                  <a:cubicBezTo>
                    <a:pt x="38" y="60"/>
                    <a:pt x="38" y="60"/>
                    <a:pt x="38" y="60"/>
                  </a:cubicBezTo>
                  <a:cubicBezTo>
                    <a:pt x="38" y="64"/>
                    <a:pt x="39" y="67"/>
                    <a:pt x="41" y="69"/>
                  </a:cubicBezTo>
                  <a:cubicBezTo>
                    <a:pt x="43" y="72"/>
                    <a:pt x="45" y="73"/>
                    <a:pt x="48" y="74"/>
                  </a:cubicBezTo>
                  <a:cubicBezTo>
                    <a:pt x="48" y="50"/>
                    <a:pt x="48" y="50"/>
                    <a:pt x="48" y="50"/>
                  </a:cubicBezTo>
                  <a:cubicBezTo>
                    <a:pt x="45" y="49"/>
                    <a:pt x="42" y="48"/>
                    <a:pt x="39" y="47"/>
                  </a:cubicBezTo>
                  <a:cubicBezTo>
                    <a:pt x="36" y="45"/>
                    <a:pt x="35" y="43"/>
                    <a:pt x="33" y="41"/>
                  </a:cubicBezTo>
                  <a:cubicBezTo>
                    <a:pt x="32" y="39"/>
                    <a:pt x="31" y="36"/>
                    <a:pt x="31" y="33"/>
                  </a:cubicBezTo>
                  <a:cubicBezTo>
                    <a:pt x="31" y="28"/>
                    <a:pt x="33" y="24"/>
                    <a:pt x="37" y="20"/>
                  </a:cubicBezTo>
                  <a:cubicBezTo>
                    <a:pt x="39" y="18"/>
                    <a:pt x="43" y="17"/>
                    <a:pt x="48" y="16"/>
                  </a:cubicBezTo>
                  <a:cubicBezTo>
                    <a:pt x="48" y="13"/>
                    <a:pt x="48" y="13"/>
                    <a:pt x="48" y="13"/>
                  </a:cubicBezTo>
                  <a:cubicBezTo>
                    <a:pt x="52" y="13"/>
                    <a:pt x="52" y="13"/>
                    <a:pt x="52" y="13"/>
                  </a:cubicBezTo>
                  <a:cubicBezTo>
                    <a:pt x="52" y="16"/>
                    <a:pt x="52" y="16"/>
                    <a:pt x="52" y="16"/>
                  </a:cubicBezTo>
                  <a:cubicBezTo>
                    <a:pt x="57" y="17"/>
                    <a:pt x="60" y="18"/>
                    <a:pt x="63" y="20"/>
                  </a:cubicBezTo>
                  <a:cubicBezTo>
                    <a:pt x="66" y="23"/>
                    <a:pt x="68" y="26"/>
                    <a:pt x="68" y="31"/>
                  </a:cubicBezTo>
                  <a:cubicBezTo>
                    <a:pt x="61" y="32"/>
                    <a:pt x="61" y="32"/>
                    <a:pt x="61" y="32"/>
                  </a:cubicBezTo>
                  <a:cubicBezTo>
                    <a:pt x="60" y="29"/>
                    <a:pt x="59" y="27"/>
                    <a:pt x="58" y="26"/>
                  </a:cubicBezTo>
                  <a:cubicBezTo>
                    <a:pt x="57" y="24"/>
                    <a:pt x="55" y="23"/>
                    <a:pt x="52" y="23"/>
                  </a:cubicBezTo>
                  <a:cubicBezTo>
                    <a:pt x="52" y="44"/>
                    <a:pt x="52" y="44"/>
                    <a:pt x="52" y="44"/>
                  </a:cubicBezTo>
                  <a:cubicBezTo>
                    <a:pt x="56" y="45"/>
                    <a:pt x="59" y="46"/>
                    <a:pt x="60" y="46"/>
                  </a:cubicBezTo>
                  <a:cubicBezTo>
                    <a:pt x="62" y="47"/>
                    <a:pt x="64" y="48"/>
                    <a:pt x="65" y="50"/>
                  </a:cubicBezTo>
                  <a:cubicBezTo>
                    <a:pt x="67" y="51"/>
                    <a:pt x="68" y="53"/>
                    <a:pt x="69" y="55"/>
                  </a:cubicBezTo>
                  <a:cubicBezTo>
                    <a:pt x="70" y="57"/>
                    <a:pt x="70" y="59"/>
                    <a:pt x="70" y="61"/>
                  </a:cubicBezTo>
                  <a:cubicBezTo>
                    <a:pt x="70" y="67"/>
                    <a:pt x="68" y="71"/>
                    <a:pt x="65"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2" name="Freeform 503"/>
            <p:cNvSpPr>
              <a:spLocks/>
            </p:cNvSpPr>
            <p:nvPr/>
          </p:nvSpPr>
          <p:spPr bwMode="auto">
            <a:xfrm>
              <a:off x="6844726" y="5315895"/>
              <a:ext cx="15552" cy="36288"/>
            </a:xfrm>
            <a:custGeom>
              <a:avLst/>
              <a:gdLst>
                <a:gd name="T0" fmla="*/ 0 w 9"/>
                <a:gd name="T1" fmla="*/ 11 h 21"/>
                <a:gd name="T2" fmla="*/ 2 w 9"/>
                <a:gd name="T3" fmla="*/ 17 h 21"/>
                <a:gd name="T4" fmla="*/ 9 w 9"/>
                <a:gd name="T5" fmla="*/ 21 h 21"/>
                <a:gd name="T6" fmla="*/ 9 w 9"/>
                <a:gd name="T7" fmla="*/ 0 h 21"/>
                <a:gd name="T8" fmla="*/ 2 w 9"/>
                <a:gd name="T9" fmla="*/ 4 h 21"/>
                <a:gd name="T10" fmla="*/ 0 w 9"/>
                <a:gd name="T11" fmla="*/ 11 h 21"/>
              </a:gdLst>
              <a:ahLst/>
              <a:cxnLst>
                <a:cxn ang="0">
                  <a:pos x="T0" y="T1"/>
                </a:cxn>
                <a:cxn ang="0">
                  <a:pos x="T2" y="T3"/>
                </a:cxn>
                <a:cxn ang="0">
                  <a:pos x="T4" y="T5"/>
                </a:cxn>
                <a:cxn ang="0">
                  <a:pos x="T6" y="T7"/>
                </a:cxn>
                <a:cxn ang="0">
                  <a:pos x="T8" y="T9"/>
                </a:cxn>
                <a:cxn ang="0">
                  <a:pos x="T10" y="T11"/>
                </a:cxn>
              </a:cxnLst>
              <a:rect l="0" t="0" r="r" b="b"/>
              <a:pathLst>
                <a:path w="9" h="21">
                  <a:moveTo>
                    <a:pt x="0" y="11"/>
                  </a:moveTo>
                  <a:cubicBezTo>
                    <a:pt x="0" y="13"/>
                    <a:pt x="0" y="15"/>
                    <a:pt x="2" y="17"/>
                  </a:cubicBezTo>
                  <a:cubicBezTo>
                    <a:pt x="3" y="19"/>
                    <a:pt x="6" y="20"/>
                    <a:pt x="9" y="21"/>
                  </a:cubicBezTo>
                  <a:cubicBezTo>
                    <a:pt x="9" y="0"/>
                    <a:pt x="9" y="0"/>
                    <a:pt x="9" y="0"/>
                  </a:cubicBezTo>
                  <a:cubicBezTo>
                    <a:pt x="6" y="1"/>
                    <a:pt x="4" y="2"/>
                    <a:pt x="2" y="4"/>
                  </a:cubicBezTo>
                  <a:cubicBezTo>
                    <a:pt x="1" y="6"/>
                    <a:pt x="0" y="8"/>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3" name="Freeform 504"/>
            <p:cNvSpPr>
              <a:spLocks noEditPoints="1"/>
            </p:cNvSpPr>
            <p:nvPr/>
          </p:nvSpPr>
          <p:spPr bwMode="auto">
            <a:xfrm>
              <a:off x="6649954" y="5215917"/>
              <a:ext cx="432499" cy="369550"/>
            </a:xfrm>
            <a:custGeom>
              <a:avLst/>
              <a:gdLst>
                <a:gd name="T0" fmla="*/ 165 w 247"/>
                <a:gd name="T1" fmla="*/ 0 h 211"/>
                <a:gd name="T2" fmla="*/ 82 w 247"/>
                <a:gd name="T3" fmla="*/ 0 h 211"/>
                <a:gd name="T4" fmla="*/ 0 w 247"/>
                <a:gd name="T5" fmla="*/ 82 h 211"/>
                <a:gd name="T6" fmla="*/ 0 w 247"/>
                <a:gd name="T7" fmla="*/ 86 h 211"/>
                <a:gd name="T8" fmla="*/ 61 w 247"/>
                <a:gd name="T9" fmla="*/ 165 h 211"/>
                <a:gd name="T10" fmla="*/ 58 w 247"/>
                <a:gd name="T11" fmla="*/ 211 h 211"/>
                <a:gd name="T12" fmla="*/ 107 w 247"/>
                <a:gd name="T13" fmla="*/ 168 h 211"/>
                <a:gd name="T14" fmla="*/ 165 w 247"/>
                <a:gd name="T15" fmla="*/ 168 h 211"/>
                <a:gd name="T16" fmla="*/ 247 w 247"/>
                <a:gd name="T17" fmla="*/ 86 h 211"/>
                <a:gd name="T18" fmla="*/ 247 w 247"/>
                <a:gd name="T19" fmla="*/ 82 h 211"/>
                <a:gd name="T20" fmla="*/ 165 w 247"/>
                <a:gd name="T21" fmla="*/ 0 h 211"/>
                <a:gd name="T22" fmla="*/ 122 w 247"/>
                <a:gd name="T23" fmla="*/ 147 h 211"/>
                <a:gd name="T24" fmla="*/ 59 w 247"/>
                <a:gd name="T25" fmla="*/ 84 h 211"/>
                <a:gd name="T26" fmla="*/ 122 w 247"/>
                <a:gd name="T27" fmla="*/ 22 h 211"/>
                <a:gd name="T28" fmla="*/ 184 w 247"/>
                <a:gd name="T29" fmla="*/ 84 h 211"/>
                <a:gd name="T30" fmla="*/ 122 w 247"/>
                <a:gd name="T31" fmla="*/ 14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7" h="211">
                  <a:moveTo>
                    <a:pt x="165" y="0"/>
                  </a:moveTo>
                  <a:cubicBezTo>
                    <a:pt x="82" y="0"/>
                    <a:pt x="82" y="0"/>
                    <a:pt x="82" y="0"/>
                  </a:cubicBezTo>
                  <a:cubicBezTo>
                    <a:pt x="37" y="0"/>
                    <a:pt x="0" y="37"/>
                    <a:pt x="0" y="82"/>
                  </a:cubicBezTo>
                  <a:cubicBezTo>
                    <a:pt x="0" y="86"/>
                    <a:pt x="0" y="86"/>
                    <a:pt x="0" y="86"/>
                  </a:cubicBezTo>
                  <a:cubicBezTo>
                    <a:pt x="0" y="124"/>
                    <a:pt x="26" y="156"/>
                    <a:pt x="61" y="165"/>
                  </a:cubicBezTo>
                  <a:cubicBezTo>
                    <a:pt x="58" y="211"/>
                    <a:pt x="58" y="211"/>
                    <a:pt x="58" y="211"/>
                  </a:cubicBezTo>
                  <a:cubicBezTo>
                    <a:pt x="107" y="168"/>
                    <a:pt x="107" y="168"/>
                    <a:pt x="107" y="168"/>
                  </a:cubicBezTo>
                  <a:cubicBezTo>
                    <a:pt x="165" y="168"/>
                    <a:pt x="165" y="168"/>
                    <a:pt x="165" y="168"/>
                  </a:cubicBezTo>
                  <a:cubicBezTo>
                    <a:pt x="211" y="168"/>
                    <a:pt x="247" y="131"/>
                    <a:pt x="247" y="86"/>
                  </a:cubicBezTo>
                  <a:cubicBezTo>
                    <a:pt x="247" y="82"/>
                    <a:pt x="247" y="82"/>
                    <a:pt x="247" y="82"/>
                  </a:cubicBezTo>
                  <a:cubicBezTo>
                    <a:pt x="247" y="37"/>
                    <a:pt x="211" y="0"/>
                    <a:pt x="165" y="0"/>
                  </a:cubicBezTo>
                  <a:close/>
                  <a:moveTo>
                    <a:pt x="122" y="147"/>
                  </a:moveTo>
                  <a:cubicBezTo>
                    <a:pt x="87" y="147"/>
                    <a:pt x="59" y="119"/>
                    <a:pt x="59" y="84"/>
                  </a:cubicBezTo>
                  <a:cubicBezTo>
                    <a:pt x="59" y="50"/>
                    <a:pt x="87" y="22"/>
                    <a:pt x="122" y="22"/>
                  </a:cubicBezTo>
                  <a:cubicBezTo>
                    <a:pt x="156" y="22"/>
                    <a:pt x="184" y="50"/>
                    <a:pt x="184" y="84"/>
                  </a:cubicBezTo>
                  <a:cubicBezTo>
                    <a:pt x="184" y="119"/>
                    <a:pt x="156" y="147"/>
                    <a:pt x="122" y="1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4" name="Freeform 528"/>
            <p:cNvSpPr>
              <a:spLocks/>
            </p:cNvSpPr>
            <p:nvPr/>
          </p:nvSpPr>
          <p:spPr bwMode="auto">
            <a:xfrm>
              <a:off x="6725493" y="4091716"/>
              <a:ext cx="94794" cy="94794"/>
            </a:xfrm>
            <a:custGeom>
              <a:avLst/>
              <a:gdLst>
                <a:gd name="T0" fmla="*/ 28 w 54"/>
                <a:gd name="T1" fmla="*/ 53 h 54"/>
                <a:gd name="T2" fmla="*/ 54 w 54"/>
                <a:gd name="T3" fmla="*/ 26 h 54"/>
                <a:gd name="T4" fmla="*/ 26 w 54"/>
                <a:gd name="T5" fmla="*/ 1 h 54"/>
                <a:gd name="T6" fmla="*/ 1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2" y="1"/>
                    <a:pt x="0" y="14"/>
                    <a:pt x="1"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5" name="Freeform 529"/>
            <p:cNvSpPr>
              <a:spLocks/>
            </p:cNvSpPr>
            <p:nvPr/>
          </p:nvSpPr>
          <p:spPr bwMode="auto">
            <a:xfrm>
              <a:off x="6679577" y="4191694"/>
              <a:ext cx="187367" cy="134786"/>
            </a:xfrm>
            <a:custGeom>
              <a:avLst/>
              <a:gdLst>
                <a:gd name="T0" fmla="*/ 82 w 107"/>
                <a:gd name="T1" fmla="*/ 0 h 77"/>
                <a:gd name="T2" fmla="*/ 55 w 107"/>
                <a:gd name="T3" fmla="*/ 31 h 77"/>
                <a:gd name="T4" fmla="*/ 25 w 107"/>
                <a:gd name="T5" fmla="*/ 1 h 77"/>
                <a:gd name="T6" fmla="*/ 1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5" y="31"/>
                    <a:pt x="55" y="31"/>
                    <a:pt x="55" y="31"/>
                  </a:cubicBezTo>
                  <a:cubicBezTo>
                    <a:pt x="25" y="1"/>
                    <a:pt x="25" y="1"/>
                    <a:pt x="25" y="1"/>
                  </a:cubicBezTo>
                  <a:cubicBezTo>
                    <a:pt x="8" y="8"/>
                    <a:pt x="0" y="18"/>
                    <a:pt x="1" y="34"/>
                  </a:cubicBezTo>
                  <a:cubicBezTo>
                    <a:pt x="2" y="77"/>
                    <a:pt x="2" y="77"/>
                    <a:pt x="2" y="77"/>
                  </a:cubicBezTo>
                  <a:cubicBezTo>
                    <a:pt x="107" y="77"/>
                    <a:pt x="107" y="77"/>
                    <a:pt x="107" y="77"/>
                  </a:cubicBezTo>
                  <a:cubicBezTo>
                    <a:pt x="105" y="31"/>
                    <a:pt x="105" y="31"/>
                    <a:pt x="105" y="31"/>
                  </a:cubicBezTo>
                  <a:cubicBezTo>
                    <a:pt x="105" y="15"/>
                    <a:pt x="99"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6" name="Freeform 530"/>
            <p:cNvSpPr>
              <a:spLocks/>
            </p:cNvSpPr>
            <p:nvPr/>
          </p:nvSpPr>
          <p:spPr bwMode="auto">
            <a:xfrm>
              <a:off x="6895086" y="4095418"/>
              <a:ext cx="139970" cy="136267"/>
            </a:xfrm>
            <a:custGeom>
              <a:avLst/>
              <a:gdLst>
                <a:gd name="T0" fmla="*/ 41 w 80"/>
                <a:gd name="T1" fmla="*/ 78 h 78"/>
                <a:gd name="T2" fmla="*/ 79 w 80"/>
                <a:gd name="T3" fmla="*/ 38 h 78"/>
                <a:gd name="T4" fmla="*/ 38 w 80"/>
                <a:gd name="T5" fmla="*/ 0 h 78"/>
                <a:gd name="T6" fmla="*/ 0 w 80"/>
                <a:gd name="T7" fmla="*/ 40 h 78"/>
                <a:gd name="T8" fmla="*/ 41 w 80"/>
                <a:gd name="T9" fmla="*/ 78 h 78"/>
              </a:gdLst>
              <a:ahLst/>
              <a:cxnLst>
                <a:cxn ang="0">
                  <a:pos x="T0" y="T1"/>
                </a:cxn>
                <a:cxn ang="0">
                  <a:pos x="T2" y="T3"/>
                </a:cxn>
                <a:cxn ang="0">
                  <a:pos x="T4" y="T5"/>
                </a:cxn>
                <a:cxn ang="0">
                  <a:pos x="T6" y="T7"/>
                </a:cxn>
                <a:cxn ang="0">
                  <a:pos x="T8" y="T9"/>
                </a:cxn>
              </a:cxnLst>
              <a:rect l="0" t="0" r="r" b="b"/>
              <a:pathLst>
                <a:path w="80" h="78">
                  <a:moveTo>
                    <a:pt x="41" y="78"/>
                  </a:moveTo>
                  <a:cubicBezTo>
                    <a:pt x="63" y="77"/>
                    <a:pt x="80" y="59"/>
                    <a:pt x="79" y="38"/>
                  </a:cubicBezTo>
                  <a:cubicBezTo>
                    <a:pt x="78" y="16"/>
                    <a:pt x="60" y="0"/>
                    <a:pt x="38" y="0"/>
                  </a:cubicBezTo>
                  <a:cubicBezTo>
                    <a:pt x="17" y="1"/>
                    <a:pt x="0" y="19"/>
                    <a:pt x="0" y="40"/>
                  </a:cubicBezTo>
                  <a:cubicBezTo>
                    <a:pt x="1" y="62"/>
                    <a:pt x="19" y="78"/>
                    <a:pt x="41"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7" name="Freeform 531"/>
            <p:cNvSpPr>
              <a:spLocks/>
            </p:cNvSpPr>
            <p:nvPr/>
          </p:nvSpPr>
          <p:spPr bwMode="auto">
            <a:xfrm>
              <a:off x="6826952" y="4238351"/>
              <a:ext cx="276977" cy="203660"/>
            </a:xfrm>
            <a:custGeom>
              <a:avLst/>
              <a:gdLst>
                <a:gd name="T0" fmla="*/ 121 w 158"/>
                <a:gd name="T1" fmla="*/ 1 h 116"/>
                <a:gd name="T2" fmla="*/ 156 w 158"/>
                <a:gd name="T3" fmla="*/ 47 h 116"/>
                <a:gd name="T4" fmla="*/ 158 w 158"/>
                <a:gd name="T5" fmla="*/ 116 h 116"/>
                <a:gd name="T6" fmla="*/ 3 w 158"/>
                <a:gd name="T7" fmla="*/ 116 h 116"/>
                <a:gd name="T8" fmla="*/ 1 w 158"/>
                <a:gd name="T9" fmla="*/ 52 h 116"/>
                <a:gd name="T10" fmla="*/ 38 w 158"/>
                <a:gd name="T11" fmla="*/ 3 h 116"/>
                <a:gd name="T12" fmla="*/ 57 w 158"/>
                <a:gd name="T13" fmla="*/ 0 h 116"/>
                <a:gd name="T14" fmla="*/ 77 w 158"/>
                <a:gd name="T15" fmla="*/ 22 h 116"/>
                <a:gd name="T16" fmla="*/ 67 w 158"/>
                <a:gd name="T17" fmla="*/ 114 h 116"/>
                <a:gd name="T18" fmla="*/ 101 w 158"/>
                <a:gd name="T19" fmla="*/ 115 h 116"/>
                <a:gd name="T20" fmla="*/ 85 w 158"/>
                <a:gd name="T21" fmla="*/ 22 h 116"/>
                <a:gd name="T22" fmla="*/ 103 w 158"/>
                <a:gd name="T23" fmla="*/ 1 h 116"/>
                <a:gd name="T24" fmla="*/ 121 w 158"/>
                <a:gd name="T25" fmla="*/ 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16">
                  <a:moveTo>
                    <a:pt x="121" y="1"/>
                  </a:moveTo>
                  <a:cubicBezTo>
                    <a:pt x="146" y="11"/>
                    <a:pt x="155" y="24"/>
                    <a:pt x="156" y="47"/>
                  </a:cubicBezTo>
                  <a:cubicBezTo>
                    <a:pt x="158" y="116"/>
                    <a:pt x="158" y="116"/>
                    <a:pt x="158" y="116"/>
                  </a:cubicBezTo>
                  <a:cubicBezTo>
                    <a:pt x="3" y="116"/>
                    <a:pt x="3" y="116"/>
                    <a:pt x="3" y="116"/>
                  </a:cubicBezTo>
                  <a:cubicBezTo>
                    <a:pt x="1" y="52"/>
                    <a:pt x="1" y="52"/>
                    <a:pt x="1" y="52"/>
                  </a:cubicBezTo>
                  <a:cubicBezTo>
                    <a:pt x="0" y="28"/>
                    <a:pt x="11" y="13"/>
                    <a:pt x="38" y="3"/>
                  </a:cubicBezTo>
                  <a:cubicBezTo>
                    <a:pt x="57" y="0"/>
                    <a:pt x="57" y="0"/>
                    <a:pt x="57" y="0"/>
                  </a:cubicBezTo>
                  <a:cubicBezTo>
                    <a:pt x="57" y="0"/>
                    <a:pt x="78" y="20"/>
                    <a:pt x="77" y="22"/>
                  </a:cubicBezTo>
                  <a:cubicBezTo>
                    <a:pt x="76" y="24"/>
                    <a:pt x="67" y="114"/>
                    <a:pt x="67" y="114"/>
                  </a:cubicBezTo>
                  <a:cubicBezTo>
                    <a:pt x="101" y="115"/>
                    <a:pt x="101" y="115"/>
                    <a:pt x="101" y="115"/>
                  </a:cubicBezTo>
                  <a:cubicBezTo>
                    <a:pt x="85" y="22"/>
                    <a:pt x="85" y="22"/>
                    <a:pt x="85" y="22"/>
                  </a:cubicBezTo>
                  <a:cubicBezTo>
                    <a:pt x="103" y="1"/>
                    <a:pt x="103" y="1"/>
                    <a:pt x="103" y="1"/>
                  </a:cubicBezTo>
                  <a:lnTo>
                    <a:pt x="12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8" name="Freeform 532"/>
            <p:cNvSpPr>
              <a:spLocks/>
            </p:cNvSpPr>
            <p:nvPr/>
          </p:nvSpPr>
          <p:spPr bwMode="auto">
            <a:xfrm>
              <a:off x="7115779" y="4091716"/>
              <a:ext cx="94794" cy="94794"/>
            </a:xfrm>
            <a:custGeom>
              <a:avLst/>
              <a:gdLst>
                <a:gd name="T0" fmla="*/ 28 w 54"/>
                <a:gd name="T1" fmla="*/ 53 h 54"/>
                <a:gd name="T2" fmla="*/ 54 w 54"/>
                <a:gd name="T3" fmla="*/ 26 h 54"/>
                <a:gd name="T4" fmla="*/ 26 w 54"/>
                <a:gd name="T5" fmla="*/ 1 h 54"/>
                <a:gd name="T6" fmla="*/ 0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1" y="1"/>
                    <a:pt x="0" y="14"/>
                    <a:pt x="0"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9" name="Freeform 533"/>
            <p:cNvSpPr>
              <a:spLocks/>
            </p:cNvSpPr>
            <p:nvPr/>
          </p:nvSpPr>
          <p:spPr bwMode="auto">
            <a:xfrm>
              <a:off x="7070603" y="4191694"/>
              <a:ext cx="187367" cy="134786"/>
            </a:xfrm>
            <a:custGeom>
              <a:avLst/>
              <a:gdLst>
                <a:gd name="T0" fmla="*/ 82 w 107"/>
                <a:gd name="T1" fmla="*/ 0 h 77"/>
                <a:gd name="T2" fmla="*/ 54 w 107"/>
                <a:gd name="T3" fmla="*/ 31 h 77"/>
                <a:gd name="T4" fmla="*/ 25 w 107"/>
                <a:gd name="T5" fmla="*/ 1 h 77"/>
                <a:gd name="T6" fmla="*/ 0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4" y="31"/>
                    <a:pt x="54" y="31"/>
                    <a:pt x="54" y="31"/>
                  </a:cubicBezTo>
                  <a:cubicBezTo>
                    <a:pt x="25" y="1"/>
                    <a:pt x="25" y="1"/>
                    <a:pt x="25" y="1"/>
                  </a:cubicBezTo>
                  <a:cubicBezTo>
                    <a:pt x="7" y="8"/>
                    <a:pt x="0" y="18"/>
                    <a:pt x="0" y="34"/>
                  </a:cubicBezTo>
                  <a:cubicBezTo>
                    <a:pt x="2" y="77"/>
                    <a:pt x="2" y="77"/>
                    <a:pt x="2" y="77"/>
                  </a:cubicBezTo>
                  <a:cubicBezTo>
                    <a:pt x="107" y="77"/>
                    <a:pt x="107" y="77"/>
                    <a:pt x="107" y="77"/>
                  </a:cubicBezTo>
                  <a:cubicBezTo>
                    <a:pt x="105" y="31"/>
                    <a:pt x="105" y="31"/>
                    <a:pt x="105" y="31"/>
                  </a:cubicBezTo>
                  <a:cubicBezTo>
                    <a:pt x="104" y="15"/>
                    <a:pt x="98"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0" name="Freeform 539"/>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1" name="Freeform 540"/>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3" name="矩形 2"/>
          <p:cNvSpPr/>
          <p:nvPr/>
        </p:nvSpPr>
        <p:spPr>
          <a:xfrm>
            <a:off x="313160" y="1681980"/>
            <a:ext cx="3610768" cy="784830"/>
          </a:xfrm>
          <a:prstGeom prst="rect">
            <a:avLst/>
          </a:prstGeom>
        </p:spPr>
        <p:txBody>
          <a:bodyPr wrap="square">
            <a:spAutoFit/>
          </a:bodyPr>
          <a:lstStyle/>
          <a:p>
            <a:pPr lvl="0">
              <a:lnSpc>
                <a:spcPct val="125000"/>
              </a:lnSpc>
            </a:pPr>
            <a:r>
              <a:rPr lang="en-GB" altLang="zh-CN" b="1" dirty="0">
                <a:solidFill>
                  <a:prstClr val="black"/>
                </a:solidFill>
              </a:rPr>
              <a:t>STM32</a:t>
            </a:r>
            <a:r>
              <a:rPr lang="zh-CN" altLang="en-US" b="1" dirty="0">
                <a:solidFill>
                  <a:prstClr val="black"/>
                </a:solidFill>
              </a:rPr>
              <a:t>标准外设库函数中用来读取中断状态的库函数为：</a:t>
            </a:r>
          </a:p>
        </p:txBody>
      </p:sp>
      <p:sp>
        <p:nvSpPr>
          <p:cNvPr id="5" name="矩形 4"/>
          <p:cNvSpPr/>
          <p:nvPr/>
        </p:nvSpPr>
        <p:spPr>
          <a:xfrm>
            <a:off x="305321" y="3371096"/>
            <a:ext cx="3611552" cy="784830"/>
          </a:xfrm>
          <a:prstGeom prst="rect">
            <a:avLst/>
          </a:prstGeom>
        </p:spPr>
        <p:txBody>
          <a:bodyPr wrap="square">
            <a:spAutoFit/>
          </a:bodyPr>
          <a:lstStyle/>
          <a:p>
            <a:pPr lvl="0">
              <a:lnSpc>
                <a:spcPct val="125000"/>
              </a:lnSpc>
            </a:pPr>
            <a:r>
              <a:rPr lang="zh-CN" altLang="en-US" b="1" dirty="0">
                <a:solidFill>
                  <a:prstClr val="black"/>
                </a:solidFill>
              </a:rPr>
              <a:t>清除定时器相应中断标志位的函数为： </a:t>
            </a:r>
          </a:p>
        </p:txBody>
      </p:sp>
      <p:sp>
        <p:nvSpPr>
          <p:cNvPr id="7" name="矩形 6"/>
          <p:cNvSpPr/>
          <p:nvPr/>
        </p:nvSpPr>
        <p:spPr>
          <a:xfrm>
            <a:off x="4283968" y="1017915"/>
            <a:ext cx="4702653" cy="3785652"/>
          </a:xfrm>
          <a:prstGeom prst="rect">
            <a:avLst/>
          </a:prstGeom>
          <a:ln w="19050">
            <a:solidFill>
              <a:schemeClr val="accent2">
                <a:lumMod val="60000"/>
                <a:lumOff val="40000"/>
              </a:schemeClr>
            </a:solidFill>
            <a:prstDash val="sysDot"/>
          </a:ln>
        </p:spPr>
        <p:txBody>
          <a:bodyPr wrap="square">
            <a:spAutoFit/>
          </a:bodyPr>
          <a:lstStyle/>
          <a:p>
            <a:pPr>
              <a:lnSpc>
                <a:spcPct val="125000"/>
              </a:lnSpc>
            </a:pPr>
            <a:r>
              <a:rPr lang="zh-CN" altLang="en-US" sz="1600" b="1" dirty="0"/>
              <a:t>例如，定时器</a:t>
            </a:r>
            <a:r>
              <a:rPr lang="en-GB" altLang="zh-CN" sz="1600" b="1" dirty="0"/>
              <a:t>TIM2</a:t>
            </a:r>
            <a:r>
              <a:rPr lang="zh-CN" altLang="en-US" sz="1600" b="1" dirty="0"/>
              <a:t>的中断服务函数，代码如下：</a:t>
            </a:r>
          </a:p>
          <a:p>
            <a:pPr>
              <a:lnSpc>
                <a:spcPct val="125000"/>
              </a:lnSpc>
            </a:pPr>
            <a:r>
              <a:rPr lang="en-GB" altLang="zh-CN" sz="1600" b="1" dirty="0"/>
              <a:t>void TIM2_IRQHandler(void)</a:t>
            </a:r>
          </a:p>
          <a:p>
            <a:pPr>
              <a:lnSpc>
                <a:spcPct val="125000"/>
              </a:lnSpc>
            </a:pPr>
            <a:r>
              <a:rPr lang="en-GB" altLang="zh-CN" sz="1600" b="1" dirty="0"/>
              <a:t>{</a:t>
            </a:r>
          </a:p>
          <a:p>
            <a:pPr>
              <a:lnSpc>
                <a:spcPct val="125000"/>
              </a:lnSpc>
            </a:pPr>
            <a:r>
              <a:rPr lang="en-GB" altLang="zh-CN" sz="1600" b="1" dirty="0"/>
              <a:t>    if(</a:t>
            </a:r>
            <a:r>
              <a:rPr lang="en-GB" altLang="zh-CN" sz="1600" b="1" dirty="0" err="1"/>
              <a:t>TIM_GetITStatus</a:t>
            </a:r>
            <a:r>
              <a:rPr lang="en-GB" altLang="zh-CN" sz="1600" b="1" dirty="0"/>
              <a:t>(TIM2,TIM_IT_Update) != RESET) </a:t>
            </a:r>
            <a:r>
              <a:rPr lang="en-GB" altLang="zh-CN" sz="1600" b="1" dirty="0" smtClean="0"/>
              <a:t> </a:t>
            </a:r>
          </a:p>
          <a:p>
            <a:pPr>
              <a:lnSpc>
                <a:spcPct val="125000"/>
              </a:lnSpc>
            </a:pPr>
            <a:r>
              <a:rPr lang="en-GB" altLang="zh-CN" sz="1600" b="1" dirty="0"/>
              <a:t> </a:t>
            </a:r>
            <a:r>
              <a:rPr lang="en-GB" altLang="zh-CN" sz="1600" b="1" dirty="0" smtClean="0"/>
              <a:t>          //</a:t>
            </a:r>
            <a:r>
              <a:rPr lang="zh-CN" altLang="en-US" sz="1600" b="1" dirty="0"/>
              <a:t>检查</a:t>
            </a:r>
            <a:r>
              <a:rPr lang="en-GB" altLang="zh-CN" sz="1600" b="1" dirty="0"/>
              <a:t>TIM2</a:t>
            </a:r>
            <a:r>
              <a:rPr lang="zh-CN" altLang="en-US" sz="1600" b="1" dirty="0"/>
              <a:t>更新中断发生与否</a:t>
            </a:r>
          </a:p>
          <a:p>
            <a:pPr>
              <a:lnSpc>
                <a:spcPct val="125000"/>
              </a:lnSpc>
            </a:pPr>
            <a:r>
              <a:rPr lang="zh-CN" altLang="en-US" sz="1600" b="1" dirty="0"/>
              <a:t>    </a:t>
            </a:r>
            <a:r>
              <a:rPr lang="en-US" altLang="zh-CN" sz="1600" b="1" dirty="0" smtClean="0"/>
              <a:t>{            //</a:t>
            </a:r>
            <a:r>
              <a:rPr lang="en-GB" altLang="zh-CN" sz="1600" b="1" dirty="0"/>
              <a:t>LED</a:t>
            </a:r>
            <a:r>
              <a:rPr lang="zh-CN" altLang="en-US" sz="1600" b="1" dirty="0"/>
              <a:t>的状态翻转</a:t>
            </a:r>
          </a:p>
          <a:p>
            <a:pPr>
              <a:lnSpc>
                <a:spcPct val="125000"/>
              </a:lnSpc>
            </a:pPr>
            <a:r>
              <a:rPr lang="zh-CN" altLang="en-US" sz="1600" b="1" dirty="0"/>
              <a:t>    </a:t>
            </a:r>
            <a:r>
              <a:rPr lang="en-GB" altLang="zh-CN" sz="1600" b="1" dirty="0" err="1"/>
              <a:t>GPIO_WriteBit</a:t>
            </a:r>
            <a:r>
              <a:rPr lang="en-GB" altLang="zh-CN" sz="1600" b="1" dirty="0"/>
              <a:t>(GPIOB,GPIO_Pin_5,(</a:t>
            </a:r>
            <a:r>
              <a:rPr lang="en-GB" altLang="zh-CN" sz="1600" b="1" dirty="0" err="1"/>
              <a:t>BitAction</a:t>
            </a:r>
            <a:r>
              <a:rPr lang="en-GB" altLang="zh-CN" sz="1600" b="1" dirty="0"/>
              <a:t>)((</a:t>
            </a:r>
            <a:r>
              <a:rPr lang="en-GB" altLang="zh-CN" sz="1600" b="1" dirty="0" smtClean="0"/>
              <a:t>1- </a:t>
            </a:r>
            <a:r>
              <a:rPr lang="en-GB" altLang="zh-CN" sz="1600" b="1" dirty="0" err="1" smtClean="0"/>
              <a:t>GPIO_ReadOutputDataBit</a:t>
            </a:r>
            <a:r>
              <a:rPr lang="en-GB" altLang="zh-CN" sz="1600" b="1" dirty="0" smtClean="0"/>
              <a:t>(GPIOB,GPIO_Pin_5</a:t>
            </a:r>
            <a:r>
              <a:rPr lang="en-GB" altLang="zh-CN" sz="1600" b="1" dirty="0"/>
              <a:t>))));</a:t>
            </a:r>
          </a:p>
          <a:p>
            <a:pPr>
              <a:lnSpc>
                <a:spcPct val="125000"/>
              </a:lnSpc>
            </a:pPr>
            <a:r>
              <a:rPr lang="en-GB" altLang="zh-CN" sz="1600" b="1" dirty="0"/>
              <a:t>        </a:t>
            </a:r>
            <a:r>
              <a:rPr lang="en-GB" altLang="zh-CN" sz="1600" b="1" dirty="0" err="1"/>
              <a:t>TIM_ClearITPendingBit</a:t>
            </a:r>
            <a:r>
              <a:rPr lang="en-GB" altLang="zh-CN" sz="1600" b="1" dirty="0"/>
              <a:t>(TIM2,TIM_IT_Update); </a:t>
            </a:r>
            <a:endParaRPr lang="en-GB" altLang="zh-CN" sz="1600" b="1" dirty="0" smtClean="0"/>
          </a:p>
          <a:p>
            <a:pPr>
              <a:lnSpc>
                <a:spcPct val="125000"/>
              </a:lnSpc>
            </a:pPr>
            <a:r>
              <a:rPr lang="en-GB" altLang="zh-CN" sz="1600" b="1" dirty="0"/>
              <a:t> </a:t>
            </a:r>
            <a:r>
              <a:rPr lang="en-GB" altLang="zh-CN" sz="1600" b="1" dirty="0" smtClean="0"/>
              <a:t>              //</a:t>
            </a:r>
            <a:r>
              <a:rPr lang="zh-CN" altLang="en-US" sz="1600" b="1" dirty="0"/>
              <a:t>清除 </a:t>
            </a:r>
            <a:r>
              <a:rPr lang="en-GB" altLang="zh-CN" sz="1600" b="1" dirty="0"/>
              <a:t>TIM2 </a:t>
            </a:r>
            <a:r>
              <a:rPr lang="zh-CN" altLang="en-US" sz="1600" b="1" dirty="0"/>
              <a:t>更新中断标志</a:t>
            </a:r>
          </a:p>
          <a:p>
            <a:pPr>
              <a:lnSpc>
                <a:spcPct val="125000"/>
              </a:lnSpc>
            </a:pPr>
            <a:r>
              <a:rPr lang="zh-CN" altLang="en-US" sz="1600" b="1" dirty="0"/>
              <a:t>    </a:t>
            </a:r>
            <a:r>
              <a:rPr lang="en-US" altLang="zh-CN" sz="1600" b="1" dirty="0"/>
              <a:t>}</a:t>
            </a:r>
          </a:p>
          <a:p>
            <a:pPr>
              <a:lnSpc>
                <a:spcPct val="125000"/>
              </a:lnSpc>
            </a:pPr>
            <a:r>
              <a:rPr lang="en-US" altLang="zh-CN" sz="1600" b="1" dirty="0"/>
              <a:t>}</a:t>
            </a:r>
          </a:p>
        </p:txBody>
      </p:sp>
      <p:sp>
        <p:nvSpPr>
          <p:cNvPr id="8" name="矩形 7"/>
          <p:cNvSpPr/>
          <p:nvPr/>
        </p:nvSpPr>
        <p:spPr>
          <a:xfrm>
            <a:off x="191551" y="4119922"/>
            <a:ext cx="4034280" cy="784830"/>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lvl="0">
              <a:lnSpc>
                <a:spcPct val="125000"/>
              </a:lnSpc>
            </a:pPr>
            <a:r>
              <a:rPr lang="en-GB" altLang="zh-CN" b="1" dirty="0">
                <a:solidFill>
                  <a:srgbClr val="4BACC6">
                    <a:lumMod val="75000"/>
                  </a:srgbClr>
                </a:solidFill>
              </a:rPr>
              <a:t>void </a:t>
            </a:r>
            <a:r>
              <a:rPr lang="en-GB" altLang="zh-CN" b="1" dirty="0" err="1" smtClean="0">
                <a:solidFill>
                  <a:srgbClr val="4BACC6">
                    <a:lumMod val="75000"/>
                  </a:srgbClr>
                </a:solidFill>
              </a:rPr>
              <a:t>TIM_ClearITPendingBit</a:t>
            </a:r>
            <a:r>
              <a:rPr lang="en-GB" altLang="zh-CN" b="1" dirty="0" smtClean="0">
                <a:solidFill>
                  <a:srgbClr val="4BACC6">
                    <a:lumMod val="75000"/>
                  </a:srgbClr>
                </a:solidFill>
              </a:rPr>
              <a:t> (</a:t>
            </a:r>
            <a:r>
              <a:rPr lang="en-GB" altLang="zh-CN" b="1" dirty="0" err="1">
                <a:solidFill>
                  <a:srgbClr val="4BACC6">
                    <a:lumMod val="75000"/>
                  </a:srgbClr>
                </a:solidFill>
              </a:rPr>
              <a:t>TIM_TypeDef</a:t>
            </a:r>
            <a:r>
              <a:rPr lang="en-GB" altLang="zh-CN" b="1" dirty="0">
                <a:solidFill>
                  <a:srgbClr val="4BACC6">
                    <a:lumMod val="75000"/>
                  </a:srgbClr>
                </a:solidFill>
              </a:rPr>
              <a:t>* </a:t>
            </a:r>
            <a:r>
              <a:rPr lang="en-GB" altLang="zh-CN" b="1" dirty="0" err="1">
                <a:solidFill>
                  <a:srgbClr val="4BACC6">
                    <a:lumMod val="75000"/>
                  </a:srgbClr>
                </a:solidFill>
              </a:rPr>
              <a:t>TIMx</a:t>
            </a:r>
            <a:r>
              <a:rPr lang="en-GB" altLang="zh-CN" b="1" dirty="0">
                <a:solidFill>
                  <a:srgbClr val="4BACC6">
                    <a:lumMod val="75000"/>
                  </a:srgbClr>
                </a:solidFill>
              </a:rPr>
              <a:t>, uint16_t TIM_IT) ;</a:t>
            </a:r>
          </a:p>
        </p:txBody>
      </p:sp>
    </p:spTree>
    <p:extLst>
      <p:ext uri="{BB962C8B-B14F-4D97-AF65-F5344CB8AC3E}">
        <p14:creationId xmlns:p14="http://schemas.microsoft.com/office/powerpoint/2010/main" val="307578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3859673" y="1347614"/>
            <a:ext cx="5076564" cy="3492388"/>
          </a:xfrm>
          <a:prstGeom prst="rect">
            <a:avLst/>
          </a:prstGeom>
          <a:ln>
            <a:prstDash val="sysDot"/>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12" name="矩形 11"/>
          <p:cNvSpPr/>
          <p:nvPr/>
        </p:nvSpPr>
        <p:spPr>
          <a:xfrm>
            <a:off x="2" y="339503"/>
            <a:ext cx="4896034"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596130" cy="461665"/>
          </a:xfrm>
          <a:prstGeom prst="rect">
            <a:avLst/>
          </a:prstGeom>
        </p:spPr>
        <p:txBody>
          <a:bodyPr wrap="none">
            <a:spAutoFit/>
          </a:bodyPr>
          <a:lstStyle/>
          <a:p>
            <a:r>
              <a:rPr lang="en-US" altLang="zh-CN" sz="2400" b="1" dirty="0">
                <a:solidFill>
                  <a:schemeClr val="bg1"/>
                </a:solidFill>
              </a:rPr>
              <a:t>9.2.3 </a:t>
            </a:r>
            <a:r>
              <a:rPr lang="zh-CN" altLang="en-US" sz="2400" b="1" dirty="0">
                <a:solidFill>
                  <a:schemeClr val="bg1"/>
                </a:solidFill>
              </a:rPr>
              <a:t>定时器标准外设库应用</a:t>
            </a:r>
            <a:r>
              <a:rPr lang="zh-CN" altLang="en-US" sz="2400" b="1" dirty="0" smtClean="0">
                <a:solidFill>
                  <a:schemeClr val="bg1"/>
                </a:solidFill>
              </a:rPr>
              <a:t>实例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636452" y="1743658"/>
            <a:ext cx="2808312" cy="2169825"/>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smtClean="0">
                <a:solidFill>
                  <a:prstClr val="black"/>
                </a:solidFill>
              </a:rPr>
              <a:t>      利用</a:t>
            </a:r>
            <a:r>
              <a:rPr lang="zh-CN" altLang="en-US" b="1" dirty="0">
                <a:solidFill>
                  <a:prstClr val="black"/>
                </a:solidFill>
              </a:rPr>
              <a:t>通用定时器</a:t>
            </a:r>
            <a:r>
              <a:rPr lang="en-US" altLang="zh-CN" b="1" dirty="0">
                <a:solidFill>
                  <a:prstClr val="black"/>
                </a:solidFill>
              </a:rPr>
              <a:t>TIM2</a:t>
            </a:r>
            <a:r>
              <a:rPr lang="zh-CN" altLang="en-US" b="1" dirty="0">
                <a:solidFill>
                  <a:prstClr val="black"/>
                </a:solidFill>
              </a:rPr>
              <a:t>实现</a:t>
            </a:r>
            <a:r>
              <a:rPr lang="en-US" altLang="zh-CN" b="1" dirty="0">
                <a:solidFill>
                  <a:prstClr val="black"/>
                </a:solidFill>
              </a:rPr>
              <a:t>LED</a:t>
            </a:r>
            <a:r>
              <a:rPr lang="zh-CN" altLang="en-US" b="1" dirty="0">
                <a:solidFill>
                  <a:prstClr val="black"/>
                </a:solidFill>
              </a:rPr>
              <a:t>精确延时</a:t>
            </a:r>
            <a:r>
              <a:rPr lang="en-US" altLang="zh-CN" b="1" dirty="0">
                <a:solidFill>
                  <a:prstClr val="black"/>
                </a:solidFill>
              </a:rPr>
              <a:t>1s</a:t>
            </a:r>
            <a:r>
              <a:rPr lang="zh-CN" altLang="en-US" b="1" dirty="0">
                <a:solidFill>
                  <a:prstClr val="black"/>
                </a:solidFill>
              </a:rPr>
              <a:t>闪烁，硬件设计上只需要一个</a:t>
            </a:r>
            <a:r>
              <a:rPr lang="en-US" altLang="zh-CN" b="1" dirty="0">
                <a:solidFill>
                  <a:prstClr val="black"/>
                </a:solidFill>
              </a:rPr>
              <a:t>LED</a:t>
            </a:r>
            <a:r>
              <a:rPr lang="zh-CN" altLang="en-US" b="1" dirty="0">
                <a:solidFill>
                  <a:prstClr val="black"/>
                </a:solidFill>
              </a:rPr>
              <a:t>灯通过串联一个限流电阻连接到</a:t>
            </a:r>
            <a:r>
              <a:rPr lang="en-US" altLang="zh-CN" b="1" dirty="0">
                <a:solidFill>
                  <a:prstClr val="black"/>
                </a:solidFill>
              </a:rPr>
              <a:t>STM32F103</a:t>
            </a:r>
            <a:r>
              <a:rPr lang="zh-CN" altLang="en-US" b="1" dirty="0">
                <a:solidFill>
                  <a:prstClr val="black"/>
                </a:solidFill>
              </a:rPr>
              <a:t>微控制器的</a:t>
            </a:r>
            <a:r>
              <a:rPr lang="en-US" altLang="zh-CN" b="1" dirty="0">
                <a:solidFill>
                  <a:prstClr val="black"/>
                </a:solidFill>
              </a:rPr>
              <a:t>PB5</a:t>
            </a:r>
            <a:r>
              <a:rPr lang="zh-CN" altLang="en-US" b="1" dirty="0">
                <a:solidFill>
                  <a:prstClr val="black"/>
                </a:solidFill>
              </a:rPr>
              <a:t>引脚即</a:t>
            </a:r>
            <a:r>
              <a:rPr lang="zh-CN" altLang="en-US" b="1" dirty="0" smtClean="0">
                <a:solidFill>
                  <a:prstClr val="black"/>
                </a:solidFill>
              </a:rPr>
              <a:t>可。</a:t>
            </a:r>
            <a:endParaRPr lang="zh-CN" altLang="en-US" b="1" dirty="0"/>
          </a:p>
        </p:txBody>
      </p:sp>
      <p:sp>
        <p:nvSpPr>
          <p:cNvPr id="3" name="矩形 2"/>
          <p:cNvSpPr/>
          <p:nvPr/>
        </p:nvSpPr>
        <p:spPr>
          <a:xfrm>
            <a:off x="431540" y="1203598"/>
            <a:ext cx="1114408" cy="369332"/>
          </a:xfrm>
          <a:prstGeom prst="rect">
            <a:avLst/>
          </a:prstGeom>
        </p:spPr>
        <p:txBody>
          <a:bodyPr wrap="none">
            <a:spAutoFit/>
          </a:bodyPr>
          <a:lstStyle/>
          <a:p>
            <a:r>
              <a:rPr lang="zh-CN" altLang="en-US" b="1" dirty="0" smtClean="0">
                <a:solidFill>
                  <a:schemeClr val="accent5">
                    <a:lumMod val="75000"/>
                  </a:schemeClr>
                </a:solidFill>
                <a:latin typeface="黑体" pitchFamily="49" charset="-122"/>
                <a:ea typeface="黑体" pitchFamily="49" charset="-122"/>
              </a:rPr>
              <a:t>硬件设计</a:t>
            </a:r>
            <a:endParaRPr lang="zh-CN" altLang="en-US" b="1" dirty="0">
              <a:solidFill>
                <a:schemeClr val="accent5">
                  <a:lumMod val="75000"/>
                </a:schemeClr>
              </a:solidFill>
              <a:latin typeface="黑体" pitchFamily="49" charset="-122"/>
              <a:ea typeface="黑体" pitchFamily="49" charset="-122"/>
            </a:endParaRPr>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9" name="对象 8"/>
          <p:cNvGraphicFramePr>
            <a:graphicFrameLocks noChangeAspect="1"/>
          </p:cNvGraphicFramePr>
          <p:nvPr>
            <p:extLst>
              <p:ext uri="{D42A27DB-BD31-4B8C-83A1-F6EECF244321}">
                <p14:modId xmlns:p14="http://schemas.microsoft.com/office/powerpoint/2010/main" val="2526159416"/>
              </p:ext>
            </p:extLst>
          </p:nvPr>
        </p:nvGraphicFramePr>
        <p:xfrm>
          <a:off x="4175956" y="1493519"/>
          <a:ext cx="2016224" cy="3124353"/>
        </p:xfrm>
        <a:graphic>
          <a:graphicData uri="http://schemas.openxmlformats.org/presentationml/2006/ole">
            <mc:AlternateContent xmlns:mc="http://schemas.openxmlformats.org/markup-compatibility/2006">
              <mc:Choice xmlns:v="urn:schemas-microsoft-com:vml" Requires="v">
                <p:oleObj spid="_x0000_s83046" name="Visio" r:id="rId3" imgW="1400006" imgH="2106344" progId="Visio.Drawing.11">
                  <p:embed/>
                </p:oleObj>
              </mc:Choice>
              <mc:Fallback>
                <p:oleObj name="Visio" r:id="rId3" imgW="1400006" imgH="2106344"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75956" y="1493519"/>
                        <a:ext cx="2016224" cy="3124353"/>
                      </a:xfrm>
                      <a:prstGeom prst="rect">
                        <a:avLst/>
                      </a:prstGeom>
                      <a:noFill/>
                    </p:spPr>
                  </p:pic>
                </p:oleObj>
              </mc:Fallback>
            </mc:AlternateContent>
          </a:graphicData>
        </a:graphic>
      </p:graphicFrame>
      <p:sp>
        <p:nvSpPr>
          <p:cNvPr id="14" name="矩形 13"/>
          <p:cNvSpPr/>
          <p:nvPr/>
        </p:nvSpPr>
        <p:spPr>
          <a:xfrm>
            <a:off x="6490750" y="1451411"/>
            <a:ext cx="2160240" cy="3208571"/>
          </a:xfrm>
          <a:prstGeom prst="rect">
            <a:avLst/>
          </a:prstGeom>
          <a:ln>
            <a:no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smtClean="0">
                <a:solidFill>
                  <a:prstClr val="black"/>
                </a:solidFill>
              </a:rPr>
              <a:t>    在</a:t>
            </a:r>
            <a:r>
              <a:rPr lang="zh-CN" altLang="en-US" b="1" dirty="0">
                <a:solidFill>
                  <a:prstClr val="black"/>
                </a:solidFill>
              </a:rPr>
              <a:t>系统初始化即开启系统时钟后，要对</a:t>
            </a:r>
            <a:r>
              <a:rPr lang="en-US" altLang="zh-CN" b="1" dirty="0">
                <a:solidFill>
                  <a:prstClr val="black"/>
                </a:solidFill>
              </a:rPr>
              <a:t>LED</a:t>
            </a:r>
            <a:r>
              <a:rPr lang="zh-CN" altLang="en-US" b="1" dirty="0">
                <a:solidFill>
                  <a:prstClr val="black"/>
                </a:solidFill>
              </a:rPr>
              <a:t>灯进行初始化操作，同时还需要配置通用定时器</a:t>
            </a:r>
            <a:r>
              <a:rPr lang="en-US" altLang="zh-CN" b="1" dirty="0">
                <a:solidFill>
                  <a:prstClr val="black"/>
                </a:solidFill>
              </a:rPr>
              <a:t>TIM2</a:t>
            </a:r>
            <a:r>
              <a:rPr lang="zh-CN" altLang="en-US" b="1" dirty="0">
                <a:solidFill>
                  <a:prstClr val="black"/>
                </a:solidFill>
              </a:rPr>
              <a:t>的相关参数，配置</a:t>
            </a:r>
            <a:r>
              <a:rPr lang="en-US" altLang="zh-CN" b="1" dirty="0">
                <a:solidFill>
                  <a:prstClr val="black"/>
                </a:solidFill>
              </a:rPr>
              <a:t>NVIC</a:t>
            </a:r>
            <a:r>
              <a:rPr lang="zh-CN" altLang="en-US" b="1" dirty="0">
                <a:solidFill>
                  <a:prstClr val="black"/>
                </a:solidFill>
              </a:rPr>
              <a:t>中断，最后编写中断处理函数。</a:t>
            </a:r>
            <a:endParaRPr lang="zh-CN" altLang="en-US" b="1" dirty="0"/>
          </a:p>
        </p:txBody>
      </p:sp>
      <p:sp>
        <p:nvSpPr>
          <p:cNvPr id="15" name="矩形 14"/>
          <p:cNvSpPr/>
          <p:nvPr/>
        </p:nvSpPr>
        <p:spPr>
          <a:xfrm>
            <a:off x="3862692" y="915566"/>
            <a:ext cx="1114408" cy="369332"/>
          </a:xfrm>
          <a:prstGeom prst="rect">
            <a:avLst/>
          </a:prstGeom>
        </p:spPr>
        <p:txBody>
          <a:bodyPr wrap="none">
            <a:spAutoFit/>
          </a:bodyPr>
          <a:lstStyle/>
          <a:p>
            <a:r>
              <a:rPr lang="zh-CN" altLang="en-US" b="1" dirty="0" smtClean="0">
                <a:solidFill>
                  <a:schemeClr val="accent5">
                    <a:lumMod val="75000"/>
                  </a:schemeClr>
                </a:solidFill>
                <a:latin typeface="黑体" pitchFamily="49" charset="-122"/>
                <a:ea typeface="黑体" pitchFamily="49" charset="-122"/>
              </a:rPr>
              <a:t>软件设计</a:t>
            </a:r>
            <a:endParaRPr lang="zh-CN" altLang="en-US" b="1" dirty="0">
              <a:solidFill>
                <a:schemeClr val="accent5">
                  <a:lumMod val="75000"/>
                </a:schemeClr>
              </a:solidFill>
              <a:latin typeface="黑体" pitchFamily="49" charset="-122"/>
              <a:ea typeface="黑体" pitchFamily="49" charset="-122"/>
            </a:endParaRPr>
          </a:p>
        </p:txBody>
      </p:sp>
    </p:spTree>
    <p:extLst>
      <p:ext uri="{BB962C8B-B14F-4D97-AF65-F5344CB8AC3E}">
        <p14:creationId xmlns:p14="http://schemas.microsoft.com/office/powerpoint/2010/main" val="422896278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82402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596130" cy="461665"/>
          </a:xfrm>
          <a:prstGeom prst="rect">
            <a:avLst/>
          </a:prstGeom>
        </p:spPr>
        <p:txBody>
          <a:bodyPr wrap="none">
            <a:spAutoFit/>
          </a:bodyPr>
          <a:lstStyle/>
          <a:p>
            <a:r>
              <a:rPr lang="en-US" altLang="zh-CN" sz="2400" b="1" dirty="0">
                <a:solidFill>
                  <a:schemeClr val="bg1"/>
                </a:solidFill>
              </a:rPr>
              <a:t>9.2.3 </a:t>
            </a:r>
            <a:r>
              <a:rPr lang="zh-CN" altLang="en-US" sz="2400" b="1" dirty="0">
                <a:solidFill>
                  <a:schemeClr val="bg1"/>
                </a:solidFill>
              </a:rPr>
              <a:t>定时器标准外设库应用</a:t>
            </a:r>
            <a:r>
              <a:rPr lang="zh-CN" altLang="en-US" sz="2400" b="1" dirty="0" smtClean="0">
                <a:solidFill>
                  <a:schemeClr val="bg1"/>
                </a:solidFill>
              </a:rPr>
              <a:t>实例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6" name="图示 15"/>
          <p:cNvGraphicFramePr/>
          <p:nvPr>
            <p:extLst>
              <p:ext uri="{D42A27DB-BD31-4B8C-83A1-F6EECF244321}">
                <p14:modId xmlns:p14="http://schemas.microsoft.com/office/powerpoint/2010/main" val="780337300"/>
              </p:ext>
            </p:extLst>
          </p:nvPr>
        </p:nvGraphicFramePr>
        <p:xfrm>
          <a:off x="899592" y="1345873"/>
          <a:ext cx="7668852" cy="30893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2" name="组合 1"/>
          <p:cNvGrpSpPr>
            <a:grpSpLocks noChangeAspect="1"/>
          </p:cNvGrpSpPr>
          <p:nvPr/>
        </p:nvGrpSpPr>
        <p:grpSpPr>
          <a:xfrm>
            <a:off x="395536" y="3507854"/>
            <a:ext cx="5292307" cy="677845"/>
            <a:chOff x="-979410" y="1227641"/>
            <a:chExt cx="16937711" cy="2169401"/>
          </a:xfrm>
        </p:grpSpPr>
        <p:sp>
          <p:nvSpPr>
            <p:cNvPr id="37" name="任意多边形 36"/>
            <p:cNvSpPr/>
            <p:nvPr/>
          </p:nvSpPr>
          <p:spPr>
            <a:xfrm>
              <a:off x="-755895" y="1227641"/>
              <a:ext cx="16714196" cy="2035015"/>
            </a:xfrm>
            <a:custGeom>
              <a:avLst/>
              <a:gdLst>
                <a:gd name="connsiteX0" fmla="*/ 0 w 9575800"/>
                <a:gd name="connsiteY0" fmla="*/ 144875 h 764207"/>
                <a:gd name="connsiteX1" fmla="*/ 1642534 w 9575800"/>
                <a:gd name="connsiteY1" fmla="*/ 762942 h 764207"/>
                <a:gd name="connsiteX2" fmla="*/ 3242734 w 9575800"/>
                <a:gd name="connsiteY2" fmla="*/ 942 h 764207"/>
                <a:gd name="connsiteX3" fmla="*/ 5003800 w 9575800"/>
                <a:gd name="connsiteY3" fmla="*/ 593608 h 764207"/>
                <a:gd name="connsiteX4" fmla="*/ 6629400 w 9575800"/>
                <a:gd name="connsiteY4" fmla="*/ 34808 h 764207"/>
                <a:gd name="connsiteX5" fmla="*/ 8111067 w 9575800"/>
                <a:gd name="connsiteY5" fmla="*/ 627475 h 764207"/>
                <a:gd name="connsiteX6" fmla="*/ 9575800 w 9575800"/>
                <a:gd name="connsiteY6" fmla="*/ 34808 h 764207"/>
                <a:gd name="connsiteX7" fmla="*/ 9575800 w 9575800"/>
                <a:gd name="connsiteY7" fmla="*/ 34808 h 764207"/>
                <a:gd name="connsiteX0" fmla="*/ 0 w 9575800"/>
                <a:gd name="connsiteY0" fmla="*/ 144875 h 763062"/>
                <a:gd name="connsiteX1" fmla="*/ 1642534 w 9575800"/>
                <a:gd name="connsiteY1" fmla="*/ 762942 h 763062"/>
                <a:gd name="connsiteX2" fmla="*/ 3242734 w 9575800"/>
                <a:gd name="connsiteY2" fmla="*/ 942 h 763062"/>
                <a:gd name="connsiteX3" fmla="*/ 5003800 w 9575800"/>
                <a:gd name="connsiteY3" fmla="*/ 593608 h 763062"/>
                <a:gd name="connsiteX4" fmla="*/ 6629400 w 9575800"/>
                <a:gd name="connsiteY4" fmla="*/ 34808 h 763062"/>
                <a:gd name="connsiteX5" fmla="*/ 8111067 w 9575800"/>
                <a:gd name="connsiteY5" fmla="*/ 627475 h 763062"/>
                <a:gd name="connsiteX6" fmla="*/ 9575800 w 9575800"/>
                <a:gd name="connsiteY6" fmla="*/ 34808 h 763062"/>
                <a:gd name="connsiteX7" fmla="*/ 9575800 w 9575800"/>
                <a:gd name="connsiteY7" fmla="*/ 34808 h 763062"/>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111067 w 9575800"/>
                <a:gd name="connsiteY5" fmla="*/ 626608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144934 w 9575800"/>
                <a:gd name="connsiteY5" fmla="*/ 736674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144934 w 9575800"/>
                <a:gd name="connsiteY5" fmla="*/ 736674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246534 w 9575800"/>
                <a:gd name="connsiteY5" fmla="*/ 728207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246534 w 9575800"/>
                <a:gd name="connsiteY5" fmla="*/ 728207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553200 w 9575800"/>
                <a:gd name="connsiteY4" fmla="*/ 33941 h 762195"/>
                <a:gd name="connsiteX5" fmla="*/ 8246534 w 9575800"/>
                <a:gd name="connsiteY5" fmla="*/ 728207 h 762195"/>
                <a:gd name="connsiteX6" fmla="*/ 9575800 w 9575800"/>
                <a:gd name="connsiteY6" fmla="*/ 33941 h 762195"/>
                <a:gd name="connsiteX7" fmla="*/ 9575800 w 9575800"/>
                <a:gd name="connsiteY7" fmla="*/ 33941 h 762195"/>
                <a:gd name="connsiteX0" fmla="*/ 0 w 9575800"/>
                <a:gd name="connsiteY0" fmla="*/ 144008 h 763340"/>
                <a:gd name="connsiteX1" fmla="*/ 1642534 w 9575800"/>
                <a:gd name="connsiteY1" fmla="*/ 762075 h 763340"/>
                <a:gd name="connsiteX2" fmla="*/ 3285067 w 9575800"/>
                <a:gd name="connsiteY2" fmla="*/ 75 h 763340"/>
                <a:gd name="connsiteX3" fmla="*/ 4995333 w 9575800"/>
                <a:gd name="connsiteY3" fmla="*/ 711275 h 763340"/>
                <a:gd name="connsiteX4" fmla="*/ 6553200 w 9575800"/>
                <a:gd name="connsiteY4" fmla="*/ 33941 h 763340"/>
                <a:gd name="connsiteX5" fmla="*/ 8246534 w 9575800"/>
                <a:gd name="connsiteY5" fmla="*/ 728207 h 763340"/>
                <a:gd name="connsiteX6" fmla="*/ 9575800 w 9575800"/>
                <a:gd name="connsiteY6" fmla="*/ 33941 h 763340"/>
                <a:gd name="connsiteX7" fmla="*/ 9575800 w 9575800"/>
                <a:gd name="connsiteY7" fmla="*/ 33941 h 763340"/>
                <a:gd name="connsiteX0" fmla="*/ 0 w 9575800"/>
                <a:gd name="connsiteY0" fmla="*/ 144008 h 763340"/>
                <a:gd name="connsiteX1" fmla="*/ 1642534 w 9575800"/>
                <a:gd name="connsiteY1" fmla="*/ 762075 h 763340"/>
                <a:gd name="connsiteX2" fmla="*/ 3285067 w 9575800"/>
                <a:gd name="connsiteY2" fmla="*/ 75 h 763340"/>
                <a:gd name="connsiteX3" fmla="*/ 4910667 w 9575800"/>
                <a:gd name="connsiteY3" fmla="*/ 711275 h 763340"/>
                <a:gd name="connsiteX4" fmla="*/ 6553200 w 9575800"/>
                <a:gd name="connsiteY4" fmla="*/ 33941 h 763340"/>
                <a:gd name="connsiteX5" fmla="*/ 8246534 w 9575800"/>
                <a:gd name="connsiteY5" fmla="*/ 728207 h 763340"/>
                <a:gd name="connsiteX6" fmla="*/ 9575800 w 9575800"/>
                <a:gd name="connsiteY6" fmla="*/ 33941 h 763340"/>
                <a:gd name="connsiteX7" fmla="*/ 9575800 w 9575800"/>
                <a:gd name="connsiteY7" fmla="*/ 33941 h 763340"/>
                <a:gd name="connsiteX0" fmla="*/ 0 w 9575800"/>
                <a:gd name="connsiteY0" fmla="*/ 144007 h 763339"/>
                <a:gd name="connsiteX1" fmla="*/ 1642534 w 9575800"/>
                <a:gd name="connsiteY1" fmla="*/ 762074 h 763339"/>
                <a:gd name="connsiteX2" fmla="*/ 3285067 w 9575800"/>
                <a:gd name="connsiteY2" fmla="*/ 74 h 763339"/>
                <a:gd name="connsiteX3" fmla="*/ 4910667 w 9575800"/>
                <a:gd name="connsiteY3" fmla="*/ 711274 h 763339"/>
                <a:gd name="connsiteX4" fmla="*/ 6553200 w 9575800"/>
                <a:gd name="connsiteY4" fmla="*/ 33940 h 763339"/>
                <a:gd name="connsiteX5" fmla="*/ 8246534 w 9575800"/>
                <a:gd name="connsiteY5" fmla="*/ 728206 h 763339"/>
                <a:gd name="connsiteX6" fmla="*/ 9575800 w 9575800"/>
                <a:gd name="connsiteY6" fmla="*/ 33940 h 763339"/>
                <a:gd name="connsiteX7" fmla="*/ 9575800 w 9575800"/>
                <a:gd name="connsiteY7" fmla="*/ 33940 h 763339"/>
                <a:gd name="connsiteX0" fmla="*/ 0 w 10337800"/>
                <a:gd name="connsiteY0" fmla="*/ 186797 h 806129"/>
                <a:gd name="connsiteX1" fmla="*/ 1642534 w 10337800"/>
                <a:gd name="connsiteY1" fmla="*/ 804864 h 806129"/>
                <a:gd name="connsiteX2" fmla="*/ 3285067 w 10337800"/>
                <a:gd name="connsiteY2" fmla="*/ 42864 h 806129"/>
                <a:gd name="connsiteX3" fmla="*/ 4910667 w 10337800"/>
                <a:gd name="connsiteY3" fmla="*/ 754064 h 806129"/>
                <a:gd name="connsiteX4" fmla="*/ 6553200 w 10337800"/>
                <a:gd name="connsiteY4" fmla="*/ 76730 h 806129"/>
                <a:gd name="connsiteX5" fmla="*/ 8246534 w 10337800"/>
                <a:gd name="connsiteY5" fmla="*/ 770996 h 806129"/>
                <a:gd name="connsiteX6" fmla="*/ 9575800 w 10337800"/>
                <a:gd name="connsiteY6" fmla="*/ 76730 h 806129"/>
                <a:gd name="connsiteX7" fmla="*/ 10337800 w 10337800"/>
                <a:gd name="connsiteY7" fmla="*/ 530 h 806129"/>
                <a:gd name="connsiteX0" fmla="*/ 0 w 10556875"/>
                <a:gd name="connsiteY0" fmla="*/ 181741 h 801073"/>
                <a:gd name="connsiteX1" fmla="*/ 1642534 w 10556875"/>
                <a:gd name="connsiteY1" fmla="*/ 799808 h 801073"/>
                <a:gd name="connsiteX2" fmla="*/ 3285067 w 10556875"/>
                <a:gd name="connsiteY2" fmla="*/ 37808 h 801073"/>
                <a:gd name="connsiteX3" fmla="*/ 4910667 w 10556875"/>
                <a:gd name="connsiteY3" fmla="*/ 749008 h 801073"/>
                <a:gd name="connsiteX4" fmla="*/ 6553200 w 10556875"/>
                <a:gd name="connsiteY4" fmla="*/ 71674 h 801073"/>
                <a:gd name="connsiteX5" fmla="*/ 8246534 w 10556875"/>
                <a:gd name="connsiteY5" fmla="*/ 765940 h 801073"/>
                <a:gd name="connsiteX6" fmla="*/ 9575800 w 10556875"/>
                <a:gd name="connsiteY6" fmla="*/ 71674 h 801073"/>
                <a:gd name="connsiteX7" fmla="*/ 10556875 w 10556875"/>
                <a:gd name="connsiteY7" fmla="*/ 4999 h 801073"/>
                <a:gd name="connsiteX0" fmla="*/ 0 w 10556875"/>
                <a:gd name="connsiteY0" fmla="*/ 224093 h 843425"/>
                <a:gd name="connsiteX1" fmla="*/ 1642534 w 10556875"/>
                <a:gd name="connsiteY1" fmla="*/ 842160 h 843425"/>
                <a:gd name="connsiteX2" fmla="*/ 3285067 w 10556875"/>
                <a:gd name="connsiteY2" fmla="*/ 80160 h 843425"/>
                <a:gd name="connsiteX3" fmla="*/ 4910667 w 10556875"/>
                <a:gd name="connsiteY3" fmla="*/ 791360 h 843425"/>
                <a:gd name="connsiteX4" fmla="*/ 6553200 w 10556875"/>
                <a:gd name="connsiteY4" fmla="*/ 114026 h 843425"/>
                <a:gd name="connsiteX5" fmla="*/ 8246534 w 10556875"/>
                <a:gd name="connsiteY5" fmla="*/ 808292 h 843425"/>
                <a:gd name="connsiteX6" fmla="*/ 9575800 w 10556875"/>
                <a:gd name="connsiteY6" fmla="*/ 114026 h 843425"/>
                <a:gd name="connsiteX7" fmla="*/ 10556875 w 10556875"/>
                <a:gd name="connsiteY7" fmla="*/ 47351 h 843425"/>
                <a:gd name="connsiteX0" fmla="*/ 0 w 10556875"/>
                <a:gd name="connsiteY0" fmla="*/ 226862 h 846194"/>
                <a:gd name="connsiteX1" fmla="*/ 1642534 w 10556875"/>
                <a:gd name="connsiteY1" fmla="*/ 844929 h 846194"/>
                <a:gd name="connsiteX2" fmla="*/ 3285067 w 10556875"/>
                <a:gd name="connsiteY2" fmla="*/ 82929 h 846194"/>
                <a:gd name="connsiteX3" fmla="*/ 4910667 w 10556875"/>
                <a:gd name="connsiteY3" fmla="*/ 794129 h 846194"/>
                <a:gd name="connsiteX4" fmla="*/ 6553200 w 10556875"/>
                <a:gd name="connsiteY4" fmla="*/ 116795 h 846194"/>
                <a:gd name="connsiteX5" fmla="*/ 8246534 w 10556875"/>
                <a:gd name="connsiteY5" fmla="*/ 811061 h 846194"/>
                <a:gd name="connsiteX6" fmla="*/ 9575800 w 10556875"/>
                <a:gd name="connsiteY6" fmla="*/ 116795 h 846194"/>
                <a:gd name="connsiteX7" fmla="*/ 10556875 w 10556875"/>
                <a:gd name="connsiteY7" fmla="*/ 50120 h 846194"/>
                <a:gd name="connsiteX0" fmla="*/ 0 w 10947400"/>
                <a:gd name="connsiteY0" fmla="*/ 0 h 952369"/>
                <a:gd name="connsiteX1" fmla="*/ 2033059 w 10947400"/>
                <a:gd name="connsiteY1" fmla="*/ 951442 h 952369"/>
                <a:gd name="connsiteX2" fmla="*/ 3675592 w 10947400"/>
                <a:gd name="connsiteY2" fmla="*/ 189442 h 952369"/>
                <a:gd name="connsiteX3" fmla="*/ 5301192 w 10947400"/>
                <a:gd name="connsiteY3" fmla="*/ 900642 h 952369"/>
                <a:gd name="connsiteX4" fmla="*/ 6943725 w 10947400"/>
                <a:gd name="connsiteY4" fmla="*/ 223308 h 952369"/>
                <a:gd name="connsiteX5" fmla="*/ 8637059 w 10947400"/>
                <a:gd name="connsiteY5" fmla="*/ 917574 h 952369"/>
                <a:gd name="connsiteX6" fmla="*/ 9966325 w 10947400"/>
                <a:gd name="connsiteY6" fmla="*/ 223308 h 952369"/>
                <a:gd name="connsiteX7" fmla="*/ 10947400 w 10947400"/>
                <a:gd name="connsiteY7" fmla="*/ 156633 h 952369"/>
                <a:gd name="connsiteX0" fmla="*/ 0 w 10947400"/>
                <a:gd name="connsiteY0" fmla="*/ 0 h 952369"/>
                <a:gd name="connsiteX1" fmla="*/ 2033059 w 10947400"/>
                <a:gd name="connsiteY1" fmla="*/ 951442 h 952369"/>
                <a:gd name="connsiteX2" fmla="*/ 3675592 w 10947400"/>
                <a:gd name="connsiteY2" fmla="*/ 189442 h 952369"/>
                <a:gd name="connsiteX3" fmla="*/ 5301192 w 10947400"/>
                <a:gd name="connsiteY3" fmla="*/ 900642 h 952369"/>
                <a:gd name="connsiteX4" fmla="*/ 6943725 w 10947400"/>
                <a:gd name="connsiteY4" fmla="*/ 223308 h 952369"/>
                <a:gd name="connsiteX5" fmla="*/ 8637059 w 10947400"/>
                <a:gd name="connsiteY5" fmla="*/ 917574 h 952369"/>
                <a:gd name="connsiteX6" fmla="*/ 9966325 w 10947400"/>
                <a:gd name="connsiteY6" fmla="*/ 223308 h 952369"/>
                <a:gd name="connsiteX7" fmla="*/ 10947400 w 10947400"/>
                <a:gd name="connsiteY7" fmla="*/ 156633 h 952369"/>
                <a:gd name="connsiteX0" fmla="*/ 0 w 10833100"/>
                <a:gd name="connsiteY0" fmla="*/ 0 h 952369"/>
                <a:gd name="connsiteX1" fmla="*/ 1918759 w 10833100"/>
                <a:gd name="connsiteY1" fmla="*/ 951442 h 952369"/>
                <a:gd name="connsiteX2" fmla="*/ 3561292 w 10833100"/>
                <a:gd name="connsiteY2" fmla="*/ 189442 h 952369"/>
                <a:gd name="connsiteX3" fmla="*/ 5186892 w 10833100"/>
                <a:gd name="connsiteY3" fmla="*/ 900642 h 952369"/>
                <a:gd name="connsiteX4" fmla="*/ 6829425 w 10833100"/>
                <a:gd name="connsiteY4" fmla="*/ 223308 h 952369"/>
                <a:gd name="connsiteX5" fmla="*/ 8522759 w 10833100"/>
                <a:gd name="connsiteY5" fmla="*/ 917574 h 952369"/>
                <a:gd name="connsiteX6" fmla="*/ 9852025 w 10833100"/>
                <a:gd name="connsiteY6" fmla="*/ 223308 h 952369"/>
                <a:gd name="connsiteX7" fmla="*/ 10833100 w 10833100"/>
                <a:gd name="connsiteY7" fmla="*/ 156633 h 952369"/>
                <a:gd name="connsiteX0" fmla="*/ 0 w 10833100"/>
                <a:gd name="connsiteY0" fmla="*/ 0 h 952369"/>
                <a:gd name="connsiteX1" fmla="*/ 1918759 w 10833100"/>
                <a:gd name="connsiteY1" fmla="*/ 951442 h 952369"/>
                <a:gd name="connsiteX2" fmla="*/ 3561292 w 10833100"/>
                <a:gd name="connsiteY2" fmla="*/ 189442 h 952369"/>
                <a:gd name="connsiteX3" fmla="*/ 5186892 w 10833100"/>
                <a:gd name="connsiteY3" fmla="*/ 900642 h 952369"/>
                <a:gd name="connsiteX4" fmla="*/ 6829425 w 10833100"/>
                <a:gd name="connsiteY4" fmla="*/ 223308 h 952369"/>
                <a:gd name="connsiteX5" fmla="*/ 8522759 w 10833100"/>
                <a:gd name="connsiteY5" fmla="*/ 917574 h 952369"/>
                <a:gd name="connsiteX6" fmla="*/ 9852025 w 10833100"/>
                <a:gd name="connsiteY6" fmla="*/ 223308 h 952369"/>
                <a:gd name="connsiteX7" fmla="*/ 10833100 w 10833100"/>
                <a:gd name="connsiteY7" fmla="*/ 156633 h 952369"/>
                <a:gd name="connsiteX0" fmla="*/ 0 w 10899775"/>
                <a:gd name="connsiteY0" fmla="*/ 0 h 1077698"/>
                <a:gd name="connsiteX1" fmla="*/ 1985434 w 10899775"/>
                <a:gd name="connsiteY1" fmla="*/ 1075267 h 1077698"/>
                <a:gd name="connsiteX2" fmla="*/ 3627967 w 10899775"/>
                <a:gd name="connsiteY2" fmla="*/ 313267 h 1077698"/>
                <a:gd name="connsiteX3" fmla="*/ 5253567 w 10899775"/>
                <a:gd name="connsiteY3" fmla="*/ 1024467 h 1077698"/>
                <a:gd name="connsiteX4" fmla="*/ 6896100 w 10899775"/>
                <a:gd name="connsiteY4" fmla="*/ 347133 h 1077698"/>
                <a:gd name="connsiteX5" fmla="*/ 8589434 w 10899775"/>
                <a:gd name="connsiteY5" fmla="*/ 1041399 h 1077698"/>
                <a:gd name="connsiteX6" fmla="*/ 9918700 w 10899775"/>
                <a:gd name="connsiteY6" fmla="*/ 347133 h 1077698"/>
                <a:gd name="connsiteX7" fmla="*/ 10899775 w 10899775"/>
                <a:gd name="connsiteY7" fmla="*/ 280458 h 1077698"/>
                <a:gd name="connsiteX0" fmla="*/ 0 w 10899775"/>
                <a:gd name="connsiteY0" fmla="*/ 0 h 1077698"/>
                <a:gd name="connsiteX1" fmla="*/ 1985434 w 10899775"/>
                <a:gd name="connsiteY1" fmla="*/ 1075267 h 1077698"/>
                <a:gd name="connsiteX2" fmla="*/ 3627967 w 10899775"/>
                <a:gd name="connsiteY2" fmla="*/ 313267 h 1077698"/>
                <a:gd name="connsiteX3" fmla="*/ 5253567 w 10899775"/>
                <a:gd name="connsiteY3" fmla="*/ 1024467 h 1077698"/>
                <a:gd name="connsiteX4" fmla="*/ 6896100 w 10899775"/>
                <a:gd name="connsiteY4" fmla="*/ 347133 h 1077698"/>
                <a:gd name="connsiteX5" fmla="*/ 8589434 w 10899775"/>
                <a:gd name="connsiteY5" fmla="*/ 1041399 h 1077698"/>
                <a:gd name="connsiteX6" fmla="*/ 9918700 w 10899775"/>
                <a:gd name="connsiteY6" fmla="*/ 347133 h 1077698"/>
                <a:gd name="connsiteX7" fmla="*/ 10899775 w 10899775"/>
                <a:gd name="connsiteY7" fmla="*/ 280458 h 1077698"/>
                <a:gd name="connsiteX0" fmla="*/ 0 w 10899775"/>
                <a:gd name="connsiteY0" fmla="*/ 0 h 1075459"/>
                <a:gd name="connsiteX1" fmla="*/ 1985434 w 10899775"/>
                <a:gd name="connsiteY1" fmla="*/ 1075267 h 1075459"/>
                <a:gd name="connsiteX2" fmla="*/ 3627967 w 10899775"/>
                <a:gd name="connsiteY2" fmla="*/ 313267 h 1075459"/>
                <a:gd name="connsiteX3" fmla="*/ 5253567 w 10899775"/>
                <a:gd name="connsiteY3" fmla="*/ 1024467 h 1075459"/>
                <a:gd name="connsiteX4" fmla="*/ 6896100 w 10899775"/>
                <a:gd name="connsiteY4" fmla="*/ 347133 h 1075459"/>
                <a:gd name="connsiteX5" fmla="*/ 8589434 w 10899775"/>
                <a:gd name="connsiteY5" fmla="*/ 1041399 h 1075459"/>
                <a:gd name="connsiteX6" fmla="*/ 9918700 w 10899775"/>
                <a:gd name="connsiteY6" fmla="*/ 347133 h 1075459"/>
                <a:gd name="connsiteX7" fmla="*/ 10899775 w 10899775"/>
                <a:gd name="connsiteY7" fmla="*/ 280458 h 1075459"/>
                <a:gd name="connsiteX0" fmla="*/ 0 w 10899775"/>
                <a:gd name="connsiteY0" fmla="*/ 0 h 1065936"/>
                <a:gd name="connsiteX1" fmla="*/ 2099734 w 10899775"/>
                <a:gd name="connsiteY1" fmla="*/ 1065742 h 1065936"/>
                <a:gd name="connsiteX2" fmla="*/ 3627967 w 10899775"/>
                <a:gd name="connsiteY2" fmla="*/ 313267 h 1065936"/>
                <a:gd name="connsiteX3" fmla="*/ 5253567 w 10899775"/>
                <a:gd name="connsiteY3" fmla="*/ 1024467 h 1065936"/>
                <a:gd name="connsiteX4" fmla="*/ 6896100 w 10899775"/>
                <a:gd name="connsiteY4" fmla="*/ 347133 h 1065936"/>
                <a:gd name="connsiteX5" fmla="*/ 8589434 w 10899775"/>
                <a:gd name="connsiteY5" fmla="*/ 1041399 h 1065936"/>
                <a:gd name="connsiteX6" fmla="*/ 9918700 w 10899775"/>
                <a:gd name="connsiteY6" fmla="*/ 347133 h 1065936"/>
                <a:gd name="connsiteX7" fmla="*/ 10899775 w 10899775"/>
                <a:gd name="connsiteY7" fmla="*/ 280458 h 1065936"/>
                <a:gd name="connsiteX0" fmla="*/ 0 w 10899775"/>
                <a:gd name="connsiteY0" fmla="*/ 0 h 1065936"/>
                <a:gd name="connsiteX1" fmla="*/ 2099734 w 10899775"/>
                <a:gd name="connsiteY1" fmla="*/ 1065742 h 1065936"/>
                <a:gd name="connsiteX2" fmla="*/ 3627967 w 10899775"/>
                <a:gd name="connsiteY2" fmla="*/ 313267 h 1065936"/>
                <a:gd name="connsiteX3" fmla="*/ 5253567 w 10899775"/>
                <a:gd name="connsiteY3" fmla="*/ 1024467 h 1065936"/>
                <a:gd name="connsiteX4" fmla="*/ 6896100 w 10899775"/>
                <a:gd name="connsiteY4" fmla="*/ 347133 h 1065936"/>
                <a:gd name="connsiteX5" fmla="*/ 8589434 w 10899775"/>
                <a:gd name="connsiteY5" fmla="*/ 1041399 h 1065936"/>
                <a:gd name="connsiteX6" fmla="*/ 9918700 w 10899775"/>
                <a:gd name="connsiteY6" fmla="*/ 347133 h 1065936"/>
                <a:gd name="connsiteX7" fmla="*/ 10899775 w 10899775"/>
                <a:gd name="connsiteY7" fmla="*/ 280458 h 1065936"/>
                <a:gd name="connsiteX0" fmla="*/ 0 w 10899775"/>
                <a:gd name="connsiteY0" fmla="*/ 0 h 1065936"/>
                <a:gd name="connsiteX1" fmla="*/ 2099734 w 10899775"/>
                <a:gd name="connsiteY1" fmla="*/ 1065742 h 1065936"/>
                <a:gd name="connsiteX2" fmla="*/ 3627967 w 10899775"/>
                <a:gd name="connsiteY2" fmla="*/ 313267 h 1065936"/>
                <a:gd name="connsiteX3" fmla="*/ 5253567 w 10899775"/>
                <a:gd name="connsiteY3" fmla="*/ 1024467 h 1065936"/>
                <a:gd name="connsiteX4" fmla="*/ 6896100 w 10899775"/>
                <a:gd name="connsiteY4" fmla="*/ 347133 h 1065936"/>
                <a:gd name="connsiteX5" fmla="*/ 8507932 w 10899775"/>
                <a:gd name="connsiteY5" fmla="*/ 1041399 h 1065936"/>
                <a:gd name="connsiteX6" fmla="*/ 9918700 w 10899775"/>
                <a:gd name="connsiteY6" fmla="*/ 347133 h 1065936"/>
                <a:gd name="connsiteX7" fmla="*/ 10899775 w 10899775"/>
                <a:gd name="connsiteY7" fmla="*/ 280458 h 1065936"/>
                <a:gd name="connsiteX0" fmla="*/ 0 w 10899775"/>
                <a:gd name="connsiteY0" fmla="*/ 0 h 1071785"/>
                <a:gd name="connsiteX1" fmla="*/ 2099734 w 10899775"/>
                <a:gd name="connsiteY1" fmla="*/ 1065742 h 1071785"/>
                <a:gd name="connsiteX2" fmla="*/ 3627967 w 10899775"/>
                <a:gd name="connsiteY2" fmla="*/ 313267 h 1071785"/>
                <a:gd name="connsiteX3" fmla="*/ 5253567 w 10899775"/>
                <a:gd name="connsiteY3" fmla="*/ 1024467 h 1071785"/>
                <a:gd name="connsiteX4" fmla="*/ 6896100 w 10899775"/>
                <a:gd name="connsiteY4" fmla="*/ 347133 h 1071785"/>
                <a:gd name="connsiteX5" fmla="*/ 8507932 w 10899775"/>
                <a:gd name="connsiteY5" fmla="*/ 1041399 h 1071785"/>
                <a:gd name="connsiteX6" fmla="*/ 9918700 w 10899775"/>
                <a:gd name="connsiteY6" fmla="*/ 347133 h 1071785"/>
                <a:gd name="connsiteX7" fmla="*/ 10899775 w 10899775"/>
                <a:gd name="connsiteY7" fmla="*/ 280458 h 1071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99775" h="1071785">
                  <a:moveTo>
                    <a:pt x="0" y="0"/>
                  </a:moveTo>
                  <a:cubicBezTo>
                    <a:pt x="808214" y="721078"/>
                    <a:pt x="1427333" y="1126857"/>
                    <a:pt x="2099734" y="1065742"/>
                  </a:cubicBezTo>
                  <a:cubicBezTo>
                    <a:pt x="2772135" y="1004627"/>
                    <a:pt x="3102328" y="320146"/>
                    <a:pt x="3627967" y="313267"/>
                  </a:cubicBezTo>
                  <a:cubicBezTo>
                    <a:pt x="4153606" y="306388"/>
                    <a:pt x="4556478" y="1027289"/>
                    <a:pt x="5253567" y="1024467"/>
                  </a:cubicBezTo>
                  <a:cubicBezTo>
                    <a:pt x="5950656" y="1021645"/>
                    <a:pt x="6353706" y="344311"/>
                    <a:pt x="6896100" y="347133"/>
                  </a:cubicBezTo>
                  <a:cubicBezTo>
                    <a:pt x="7438494" y="349955"/>
                    <a:pt x="8004165" y="1041399"/>
                    <a:pt x="8507932" y="1041399"/>
                  </a:cubicBezTo>
                  <a:cubicBezTo>
                    <a:pt x="9011699" y="1041399"/>
                    <a:pt x="9520060" y="473956"/>
                    <a:pt x="9918700" y="347133"/>
                  </a:cubicBezTo>
                  <a:cubicBezTo>
                    <a:pt x="10317340" y="220310"/>
                    <a:pt x="10636250" y="201083"/>
                    <a:pt x="10899775" y="280458"/>
                  </a:cubicBezTo>
                </a:path>
              </a:pathLst>
            </a:custGeom>
            <a:no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37"/>
            <p:cNvSpPr/>
            <p:nvPr/>
          </p:nvSpPr>
          <p:spPr>
            <a:xfrm>
              <a:off x="-979410" y="1517948"/>
              <a:ext cx="14683955" cy="1449363"/>
            </a:xfrm>
            <a:custGeom>
              <a:avLst/>
              <a:gdLst>
                <a:gd name="connsiteX0" fmla="*/ 0 w 9575800"/>
                <a:gd name="connsiteY0" fmla="*/ 144875 h 764207"/>
                <a:gd name="connsiteX1" fmla="*/ 1642534 w 9575800"/>
                <a:gd name="connsiteY1" fmla="*/ 762942 h 764207"/>
                <a:gd name="connsiteX2" fmla="*/ 3242734 w 9575800"/>
                <a:gd name="connsiteY2" fmla="*/ 942 h 764207"/>
                <a:gd name="connsiteX3" fmla="*/ 5003800 w 9575800"/>
                <a:gd name="connsiteY3" fmla="*/ 593608 h 764207"/>
                <a:gd name="connsiteX4" fmla="*/ 6629400 w 9575800"/>
                <a:gd name="connsiteY4" fmla="*/ 34808 h 764207"/>
                <a:gd name="connsiteX5" fmla="*/ 8111067 w 9575800"/>
                <a:gd name="connsiteY5" fmla="*/ 627475 h 764207"/>
                <a:gd name="connsiteX6" fmla="*/ 9575800 w 9575800"/>
                <a:gd name="connsiteY6" fmla="*/ 34808 h 764207"/>
                <a:gd name="connsiteX7" fmla="*/ 9575800 w 9575800"/>
                <a:gd name="connsiteY7" fmla="*/ 34808 h 764207"/>
                <a:gd name="connsiteX0" fmla="*/ 0 w 9575800"/>
                <a:gd name="connsiteY0" fmla="*/ 144875 h 763062"/>
                <a:gd name="connsiteX1" fmla="*/ 1642534 w 9575800"/>
                <a:gd name="connsiteY1" fmla="*/ 762942 h 763062"/>
                <a:gd name="connsiteX2" fmla="*/ 3242734 w 9575800"/>
                <a:gd name="connsiteY2" fmla="*/ 942 h 763062"/>
                <a:gd name="connsiteX3" fmla="*/ 5003800 w 9575800"/>
                <a:gd name="connsiteY3" fmla="*/ 593608 h 763062"/>
                <a:gd name="connsiteX4" fmla="*/ 6629400 w 9575800"/>
                <a:gd name="connsiteY4" fmla="*/ 34808 h 763062"/>
                <a:gd name="connsiteX5" fmla="*/ 8111067 w 9575800"/>
                <a:gd name="connsiteY5" fmla="*/ 627475 h 763062"/>
                <a:gd name="connsiteX6" fmla="*/ 9575800 w 9575800"/>
                <a:gd name="connsiteY6" fmla="*/ 34808 h 763062"/>
                <a:gd name="connsiteX7" fmla="*/ 9575800 w 9575800"/>
                <a:gd name="connsiteY7" fmla="*/ 34808 h 763062"/>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111067 w 9575800"/>
                <a:gd name="connsiteY5" fmla="*/ 626608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144934 w 9575800"/>
                <a:gd name="connsiteY5" fmla="*/ 736674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144934 w 9575800"/>
                <a:gd name="connsiteY5" fmla="*/ 736674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246534 w 9575800"/>
                <a:gd name="connsiteY5" fmla="*/ 728207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629400 w 9575800"/>
                <a:gd name="connsiteY4" fmla="*/ 33941 h 762195"/>
                <a:gd name="connsiteX5" fmla="*/ 8246534 w 9575800"/>
                <a:gd name="connsiteY5" fmla="*/ 728207 h 762195"/>
                <a:gd name="connsiteX6" fmla="*/ 9575800 w 9575800"/>
                <a:gd name="connsiteY6" fmla="*/ 33941 h 762195"/>
                <a:gd name="connsiteX7" fmla="*/ 9575800 w 9575800"/>
                <a:gd name="connsiteY7" fmla="*/ 33941 h 762195"/>
                <a:gd name="connsiteX0" fmla="*/ 0 w 9575800"/>
                <a:gd name="connsiteY0" fmla="*/ 144008 h 762195"/>
                <a:gd name="connsiteX1" fmla="*/ 1642534 w 9575800"/>
                <a:gd name="connsiteY1" fmla="*/ 762075 h 762195"/>
                <a:gd name="connsiteX2" fmla="*/ 3242734 w 9575800"/>
                <a:gd name="connsiteY2" fmla="*/ 75 h 762195"/>
                <a:gd name="connsiteX3" fmla="*/ 4995333 w 9575800"/>
                <a:gd name="connsiteY3" fmla="*/ 711275 h 762195"/>
                <a:gd name="connsiteX4" fmla="*/ 6553200 w 9575800"/>
                <a:gd name="connsiteY4" fmla="*/ 33941 h 762195"/>
                <a:gd name="connsiteX5" fmla="*/ 8246534 w 9575800"/>
                <a:gd name="connsiteY5" fmla="*/ 728207 h 762195"/>
                <a:gd name="connsiteX6" fmla="*/ 9575800 w 9575800"/>
                <a:gd name="connsiteY6" fmla="*/ 33941 h 762195"/>
                <a:gd name="connsiteX7" fmla="*/ 9575800 w 9575800"/>
                <a:gd name="connsiteY7" fmla="*/ 33941 h 762195"/>
                <a:gd name="connsiteX0" fmla="*/ 0 w 9575800"/>
                <a:gd name="connsiteY0" fmla="*/ 144008 h 763340"/>
                <a:gd name="connsiteX1" fmla="*/ 1642534 w 9575800"/>
                <a:gd name="connsiteY1" fmla="*/ 762075 h 763340"/>
                <a:gd name="connsiteX2" fmla="*/ 3285067 w 9575800"/>
                <a:gd name="connsiteY2" fmla="*/ 75 h 763340"/>
                <a:gd name="connsiteX3" fmla="*/ 4995333 w 9575800"/>
                <a:gd name="connsiteY3" fmla="*/ 711275 h 763340"/>
                <a:gd name="connsiteX4" fmla="*/ 6553200 w 9575800"/>
                <a:gd name="connsiteY4" fmla="*/ 33941 h 763340"/>
                <a:gd name="connsiteX5" fmla="*/ 8246534 w 9575800"/>
                <a:gd name="connsiteY5" fmla="*/ 728207 h 763340"/>
                <a:gd name="connsiteX6" fmla="*/ 9575800 w 9575800"/>
                <a:gd name="connsiteY6" fmla="*/ 33941 h 763340"/>
                <a:gd name="connsiteX7" fmla="*/ 9575800 w 9575800"/>
                <a:gd name="connsiteY7" fmla="*/ 33941 h 763340"/>
                <a:gd name="connsiteX0" fmla="*/ 0 w 9575800"/>
                <a:gd name="connsiteY0" fmla="*/ 144008 h 763340"/>
                <a:gd name="connsiteX1" fmla="*/ 1642534 w 9575800"/>
                <a:gd name="connsiteY1" fmla="*/ 762075 h 763340"/>
                <a:gd name="connsiteX2" fmla="*/ 3285067 w 9575800"/>
                <a:gd name="connsiteY2" fmla="*/ 75 h 763340"/>
                <a:gd name="connsiteX3" fmla="*/ 4910667 w 9575800"/>
                <a:gd name="connsiteY3" fmla="*/ 711275 h 763340"/>
                <a:gd name="connsiteX4" fmla="*/ 6553200 w 9575800"/>
                <a:gd name="connsiteY4" fmla="*/ 33941 h 763340"/>
                <a:gd name="connsiteX5" fmla="*/ 8246534 w 9575800"/>
                <a:gd name="connsiteY5" fmla="*/ 728207 h 763340"/>
                <a:gd name="connsiteX6" fmla="*/ 9575800 w 9575800"/>
                <a:gd name="connsiteY6" fmla="*/ 33941 h 763340"/>
                <a:gd name="connsiteX7" fmla="*/ 9575800 w 9575800"/>
                <a:gd name="connsiteY7" fmla="*/ 33941 h 763340"/>
                <a:gd name="connsiteX0" fmla="*/ 0 w 9575800"/>
                <a:gd name="connsiteY0" fmla="*/ 144007 h 763339"/>
                <a:gd name="connsiteX1" fmla="*/ 1642534 w 9575800"/>
                <a:gd name="connsiteY1" fmla="*/ 762074 h 763339"/>
                <a:gd name="connsiteX2" fmla="*/ 3285067 w 9575800"/>
                <a:gd name="connsiteY2" fmla="*/ 74 h 763339"/>
                <a:gd name="connsiteX3" fmla="*/ 4910667 w 9575800"/>
                <a:gd name="connsiteY3" fmla="*/ 711274 h 763339"/>
                <a:gd name="connsiteX4" fmla="*/ 6553200 w 9575800"/>
                <a:gd name="connsiteY4" fmla="*/ 33940 h 763339"/>
                <a:gd name="connsiteX5" fmla="*/ 8246534 w 9575800"/>
                <a:gd name="connsiteY5" fmla="*/ 728206 h 763339"/>
                <a:gd name="connsiteX6" fmla="*/ 9575800 w 9575800"/>
                <a:gd name="connsiteY6" fmla="*/ 33940 h 763339"/>
                <a:gd name="connsiteX7" fmla="*/ 9575800 w 9575800"/>
                <a:gd name="connsiteY7" fmla="*/ 33940 h 763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75800" h="763339">
                  <a:moveTo>
                    <a:pt x="0" y="144007"/>
                  </a:moveTo>
                  <a:cubicBezTo>
                    <a:pt x="551039" y="465035"/>
                    <a:pt x="1095023" y="786063"/>
                    <a:pt x="1642534" y="762074"/>
                  </a:cubicBezTo>
                  <a:cubicBezTo>
                    <a:pt x="2190045" y="738085"/>
                    <a:pt x="2740378" y="8541"/>
                    <a:pt x="3285067" y="74"/>
                  </a:cubicBezTo>
                  <a:cubicBezTo>
                    <a:pt x="3829756" y="-8393"/>
                    <a:pt x="4213578" y="714096"/>
                    <a:pt x="4910667" y="711274"/>
                  </a:cubicBezTo>
                  <a:cubicBezTo>
                    <a:pt x="5607756" y="708452"/>
                    <a:pt x="5997222" y="31118"/>
                    <a:pt x="6553200" y="33940"/>
                  </a:cubicBezTo>
                  <a:cubicBezTo>
                    <a:pt x="7109178" y="36762"/>
                    <a:pt x="7742767" y="728206"/>
                    <a:pt x="8246534" y="728206"/>
                  </a:cubicBezTo>
                  <a:cubicBezTo>
                    <a:pt x="8750301" y="728206"/>
                    <a:pt x="9354256" y="149651"/>
                    <a:pt x="9575800" y="33940"/>
                  </a:cubicBezTo>
                  <a:lnTo>
                    <a:pt x="9575800" y="33940"/>
                  </a:lnTo>
                </a:path>
              </a:pathLst>
            </a:custGeom>
            <a:no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9" name="组合 38"/>
            <p:cNvGrpSpPr/>
            <p:nvPr/>
          </p:nvGrpSpPr>
          <p:grpSpPr>
            <a:xfrm>
              <a:off x="2692030" y="2772259"/>
              <a:ext cx="624783" cy="624783"/>
              <a:chOff x="5252030" y="2008764"/>
              <a:chExt cx="809336" cy="809336"/>
            </a:xfrm>
            <a:solidFill>
              <a:schemeClr val="accent1"/>
            </a:solidFill>
          </p:grpSpPr>
          <p:sp>
            <p:nvSpPr>
              <p:cNvPr id="40" name="椭圆 39"/>
              <p:cNvSpPr/>
              <p:nvPr/>
            </p:nvSpPr>
            <p:spPr>
              <a:xfrm>
                <a:off x="5252030" y="2008764"/>
                <a:ext cx="809336" cy="809336"/>
              </a:xfrm>
              <a:prstGeom prst="ellipse">
                <a:avLst/>
              </a:prstGeom>
              <a:grpFill/>
              <a:ln w="25400" cap="flat" cmpd="sng" algn="ctr">
                <a:solidFill>
                  <a:schemeClr val="accent5">
                    <a:lumMod val="40000"/>
                    <a:lumOff val="60000"/>
                  </a:schemeClr>
                </a:solidFill>
                <a:prstDash val="solid"/>
              </a:ln>
              <a:effectLst>
                <a:outerShdw blurRad="444500" dist="254000" dir="8100000" algn="tr" rotWithShape="0">
                  <a:prstClr val="black">
                    <a:alpha val="50000"/>
                  </a:prstClr>
                </a:outerShdw>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sp>
            <p:nvSpPr>
              <p:cNvPr id="41" name="椭圆 40"/>
              <p:cNvSpPr/>
              <p:nvPr/>
            </p:nvSpPr>
            <p:spPr>
              <a:xfrm>
                <a:off x="5269270" y="2029388"/>
                <a:ext cx="769580" cy="769580"/>
              </a:xfrm>
              <a:prstGeom prst="ellipse">
                <a:avLst/>
              </a:prstGeom>
              <a:solidFill>
                <a:schemeClr val="accent1">
                  <a:lumMod val="20000"/>
                  <a:lumOff val="80000"/>
                </a:schemeClr>
              </a:solidFill>
              <a:ln>
                <a:solidFill>
                  <a:schemeClr val="accent5">
                    <a:lumMod val="40000"/>
                    <a:lumOff val="60000"/>
                  </a:schemeClr>
                </a:solid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2" name="组合 41"/>
            <p:cNvGrpSpPr/>
            <p:nvPr/>
          </p:nvGrpSpPr>
          <p:grpSpPr>
            <a:xfrm>
              <a:off x="10268897" y="2115335"/>
              <a:ext cx="624783" cy="624783"/>
              <a:chOff x="5252030" y="2008764"/>
              <a:chExt cx="809336" cy="809336"/>
            </a:xfrm>
            <a:solidFill>
              <a:schemeClr val="accent3"/>
            </a:solidFill>
          </p:grpSpPr>
          <p:sp>
            <p:nvSpPr>
              <p:cNvPr id="43" name="椭圆 42"/>
              <p:cNvSpPr/>
              <p:nvPr/>
            </p:nvSpPr>
            <p:spPr>
              <a:xfrm>
                <a:off x="5252030" y="2008764"/>
                <a:ext cx="809336" cy="809336"/>
              </a:xfrm>
              <a:prstGeom prst="ellipse">
                <a:avLst/>
              </a:prstGeom>
              <a:grpFill/>
              <a:ln w="25400" cap="flat" cmpd="sng" algn="ctr">
                <a:solidFill>
                  <a:schemeClr val="accent5">
                    <a:lumMod val="40000"/>
                    <a:lumOff val="60000"/>
                  </a:schemeClr>
                </a:solidFill>
                <a:prstDash val="solid"/>
              </a:ln>
              <a:effectLst>
                <a:outerShdw blurRad="444500" dist="254000" dir="8100000" algn="tr" rotWithShape="0">
                  <a:prstClr val="black">
                    <a:alpha val="50000"/>
                  </a:prstClr>
                </a:outerShdw>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sp>
            <p:nvSpPr>
              <p:cNvPr id="44" name="椭圆 43"/>
              <p:cNvSpPr/>
              <p:nvPr/>
            </p:nvSpPr>
            <p:spPr>
              <a:xfrm>
                <a:off x="5269270" y="2029388"/>
                <a:ext cx="769580" cy="769580"/>
              </a:xfrm>
              <a:prstGeom prst="ellipse">
                <a:avLst/>
              </a:prstGeom>
              <a:solidFill>
                <a:schemeClr val="accent3">
                  <a:lumMod val="20000"/>
                  <a:lumOff val="80000"/>
                </a:schemeClr>
              </a:solidFill>
              <a:ln>
                <a:solidFill>
                  <a:schemeClr val="accent5">
                    <a:lumMod val="40000"/>
                    <a:lumOff val="60000"/>
                  </a:schemeClr>
                </a:solid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5" name="组合 44"/>
            <p:cNvGrpSpPr/>
            <p:nvPr/>
          </p:nvGrpSpPr>
          <p:grpSpPr>
            <a:xfrm>
              <a:off x="7721153" y="1991409"/>
              <a:ext cx="461966" cy="461965"/>
              <a:chOff x="304800" y="673100"/>
              <a:chExt cx="4000500" cy="4000500"/>
            </a:xfrm>
            <a:solidFill>
              <a:schemeClr val="accent2"/>
            </a:solidFill>
            <a:effectLst>
              <a:outerShdw blurRad="444500" dist="254000" dir="8100000" algn="tr" rotWithShape="0">
                <a:prstClr val="black">
                  <a:alpha val="50000"/>
                </a:prstClr>
              </a:outerShdw>
            </a:effectLst>
          </p:grpSpPr>
          <p:sp>
            <p:nvSpPr>
              <p:cNvPr id="46" name="同心圆 45"/>
              <p:cNvSpPr/>
              <p:nvPr/>
            </p:nvSpPr>
            <p:spPr>
              <a:xfrm>
                <a:off x="304800" y="673100"/>
                <a:ext cx="4000500" cy="4000500"/>
              </a:xfrm>
              <a:prstGeom prst="donut">
                <a:avLst>
                  <a:gd name="adj" fmla="val 4879"/>
                </a:avLst>
              </a:prstGeom>
              <a:grp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Text" lastClr="000000"/>
                  </a:solidFill>
                  <a:latin typeface="Calibri"/>
                  <a:ea typeface="宋体"/>
                </a:endParaRPr>
              </a:p>
            </p:txBody>
          </p:sp>
          <p:sp>
            <p:nvSpPr>
              <p:cNvPr id="47" name="椭圆 46"/>
              <p:cNvSpPr/>
              <p:nvPr/>
            </p:nvSpPr>
            <p:spPr>
              <a:xfrm>
                <a:off x="392112" y="760412"/>
                <a:ext cx="3825874" cy="3825874"/>
              </a:xfrm>
              <a:prstGeom prst="ellipse">
                <a:avLst/>
              </a:prstGeom>
              <a:solidFill>
                <a:schemeClr val="accent2">
                  <a:lumMod val="20000"/>
                  <a:lumOff val="80000"/>
                </a:schemeClr>
              </a:solid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grpSp>
        <p:grpSp>
          <p:nvGrpSpPr>
            <p:cNvPr id="48" name="组合 47"/>
            <p:cNvGrpSpPr/>
            <p:nvPr/>
          </p:nvGrpSpPr>
          <p:grpSpPr>
            <a:xfrm>
              <a:off x="7724528" y="2725349"/>
              <a:ext cx="558525" cy="558524"/>
              <a:chOff x="304800" y="673100"/>
              <a:chExt cx="4000500" cy="4000500"/>
            </a:xfrm>
            <a:effectLst>
              <a:outerShdw blurRad="444500" dist="254000" dir="8100000" algn="tr" rotWithShape="0">
                <a:prstClr val="black">
                  <a:alpha val="50000"/>
                </a:prstClr>
              </a:outerShdw>
            </a:effectLst>
          </p:grpSpPr>
          <p:sp>
            <p:nvSpPr>
              <p:cNvPr id="49" name="同心圆 48"/>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Text" lastClr="000000"/>
                  </a:solidFill>
                  <a:latin typeface="Calibri"/>
                  <a:ea typeface="宋体"/>
                </a:endParaRPr>
              </a:p>
            </p:txBody>
          </p:sp>
          <p:sp>
            <p:nvSpPr>
              <p:cNvPr id="50" name="椭圆 49"/>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grpSp>
        <p:grpSp>
          <p:nvGrpSpPr>
            <p:cNvPr id="51" name="组合 50"/>
            <p:cNvGrpSpPr/>
            <p:nvPr/>
          </p:nvGrpSpPr>
          <p:grpSpPr>
            <a:xfrm>
              <a:off x="4615703" y="1546211"/>
              <a:ext cx="396942" cy="396941"/>
              <a:chOff x="304800" y="673100"/>
              <a:chExt cx="4000500" cy="4000500"/>
            </a:xfrm>
            <a:effectLst>
              <a:outerShdw blurRad="444500" dist="254000" dir="8100000" algn="tr" rotWithShape="0">
                <a:prstClr val="black">
                  <a:alpha val="50000"/>
                </a:prstClr>
              </a:outerShdw>
            </a:effectLst>
          </p:grpSpPr>
          <p:sp>
            <p:nvSpPr>
              <p:cNvPr id="52" name="同心圆 51"/>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Text" lastClr="000000"/>
                  </a:solidFill>
                  <a:latin typeface="Calibri"/>
                  <a:ea typeface="宋体"/>
                </a:endParaRPr>
              </a:p>
            </p:txBody>
          </p:sp>
          <p:sp>
            <p:nvSpPr>
              <p:cNvPr id="53" name="椭圆 52"/>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grpSp>
        <p:grpSp>
          <p:nvGrpSpPr>
            <p:cNvPr id="54" name="组合 53"/>
            <p:cNvGrpSpPr/>
            <p:nvPr/>
          </p:nvGrpSpPr>
          <p:grpSpPr>
            <a:xfrm>
              <a:off x="9189314" y="1406230"/>
              <a:ext cx="483157" cy="483155"/>
              <a:chOff x="304800" y="673100"/>
              <a:chExt cx="4000500" cy="4000500"/>
            </a:xfrm>
            <a:effectLst>
              <a:outerShdw blurRad="444500" dist="254000" dir="8100000" algn="tr" rotWithShape="0">
                <a:prstClr val="black">
                  <a:alpha val="50000"/>
                </a:prstClr>
              </a:outerShdw>
            </a:effectLst>
          </p:grpSpPr>
          <p:sp>
            <p:nvSpPr>
              <p:cNvPr id="55" name="同心圆 54"/>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Text" lastClr="000000"/>
                  </a:solidFill>
                  <a:latin typeface="Calibri"/>
                  <a:ea typeface="宋体"/>
                </a:endParaRPr>
              </a:p>
            </p:txBody>
          </p:sp>
          <p:sp>
            <p:nvSpPr>
              <p:cNvPr id="56" name="椭圆 55"/>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grpSp>
        <p:grpSp>
          <p:nvGrpSpPr>
            <p:cNvPr id="57" name="组合 56"/>
            <p:cNvGrpSpPr/>
            <p:nvPr/>
          </p:nvGrpSpPr>
          <p:grpSpPr>
            <a:xfrm>
              <a:off x="1467136" y="3063612"/>
              <a:ext cx="307015" cy="307014"/>
              <a:chOff x="304800" y="673100"/>
              <a:chExt cx="4000500" cy="4000500"/>
            </a:xfrm>
            <a:effectLst>
              <a:outerShdw blurRad="444500" dist="254000" dir="8100000" algn="tr" rotWithShape="0">
                <a:prstClr val="black">
                  <a:alpha val="50000"/>
                </a:prstClr>
              </a:outerShdw>
            </a:effectLst>
          </p:grpSpPr>
          <p:sp>
            <p:nvSpPr>
              <p:cNvPr id="58" name="同心圆 57"/>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Text" lastClr="000000"/>
                  </a:solidFill>
                  <a:latin typeface="Calibri"/>
                  <a:ea typeface="宋体"/>
                </a:endParaRPr>
              </a:p>
            </p:txBody>
          </p:sp>
          <p:sp>
            <p:nvSpPr>
              <p:cNvPr id="59" name="椭圆 58"/>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solidFill>
                  <a:schemeClr val="accent5">
                    <a:lumMod val="40000"/>
                    <a:lumOff val="60000"/>
                  </a:schemeClr>
                </a:solidFill>
                <a:prstDash val="solid"/>
              </a:ln>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grpSp>
        <p:grpSp>
          <p:nvGrpSpPr>
            <p:cNvPr id="60" name="组合 59"/>
            <p:cNvGrpSpPr/>
            <p:nvPr/>
          </p:nvGrpSpPr>
          <p:grpSpPr>
            <a:xfrm>
              <a:off x="3724953" y="2319782"/>
              <a:ext cx="311816" cy="311816"/>
              <a:chOff x="5252030" y="2008764"/>
              <a:chExt cx="809336" cy="809336"/>
            </a:xfrm>
            <a:solidFill>
              <a:schemeClr val="accent4"/>
            </a:solidFill>
          </p:grpSpPr>
          <p:sp>
            <p:nvSpPr>
              <p:cNvPr id="61" name="椭圆 60"/>
              <p:cNvSpPr/>
              <p:nvPr/>
            </p:nvSpPr>
            <p:spPr>
              <a:xfrm>
                <a:off x="5252030" y="2008764"/>
                <a:ext cx="809336" cy="809336"/>
              </a:xfrm>
              <a:prstGeom prst="ellipse">
                <a:avLst/>
              </a:prstGeom>
              <a:grpFill/>
              <a:ln w="25400" cap="flat" cmpd="sng" algn="ctr">
                <a:solidFill>
                  <a:schemeClr val="accent5">
                    <a:lumMod val="40000"/>
                    <a:lumOff val="60000"/>
                  </a:schemeClr>
                </a:solidFill>
                <a:prstDash val="solid"/>
              </a:ln>
              <a:effectLst>
                <a:outerShdw blurRad="444500" dist="254000" dir="8100000" algn="tr" rotWithShape="0">
                  <a:prstClr val="black">
                    <a:alpha val="50000"/>
                  </a:prstClr>
                </a:outerShdw>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sp>
            <p:nvSpPr>
              <p:cNvPr id="62" name="椭圆 61"/>
              <p:cNvSpPr/>
              <p:nvPr/>
            </p:nvSpPr>
            <p:spPr>
              <a:xfrm>
                <a:off x="5269270" y="2029388"/>
                <a:ext cx="769580" cy="769580"/>
              </a:xfrm>
              <a:prstGeom prst="ellipse">
                <a:avLst/>
              </a:prstGeom>
              <a:solidFill>
                <a:schemeClr val="accent2">
                  <a:lumMod val="20000"/>
                  <a:lumOff val="80000"/>
                </a:schemeClr>
              </a:solidFill>
              <a:ln>
                <a:solidFill>
                  <a:schemeClr val="accent5">
                    <a:lumMod val="40000"/>
                    <a:lumOff val="60000"/>
                  </a:schemeClr>
                </a:solid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3" name="组合 62"/>
            <p:cNvGrpSpPr/>
            <p:nvPr/>
          </p:nvGrpSpPr>
          <p:grpSpPr>
            <a:xfrm>
              <a:off x="1801536" y="2700001"/>
              <a:ext cx="311816" cy="311816"/>
              <a:chOff x="5252030" y="2008764"/>
              <a:chExt cx="809336" cy="809336"/>
            </a:xfrm>
            <a:solidFill>
              <a:schemeClr val="accent1"/>
            </a:solidFill>
          </p:grpSpPr>
          <p:sp>
            <p:nvSpPr>
              <p:cNvPr id="64" name="椭圆 63"/>
              <p:cNvSpPr/>
              <p:nvPr/>
            </p:nvSpPr>
            <p:spPr>
              <a:xfrm>
                <a:off x="5252030" y="2008764"/>
                <a:ext cx="809336" cy="809336"/>
              </a:xfrm>
              <a:prstGeom prst="ellipse">
                <a:avLst/>
              </a:prstGeom>
              <a:grpFill/>
              <a:ln w="25400" cap="flat" cmpd="sng" algn="ctr">
                <a:solidFill>
                  <a:schemeClr val="accent5">
                    <a:lumMod val="40000"/>
                    <a:lumOff val="60000"/>
                  </a:schemeClr>
                </a:solidFill>
                <a:prstDash val="solid"/>
              </a:ln>
              <a:effectLst>
                <a:outerShdw blurRad="444500" dist="254000" dir="8100000" algn="tr" rotWithShape="0">
                  <a:prstClr val="black">
                    <a:alpha val="50000"/>
                  </a:prstClr>
                </a:outerShdw>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sp>
            <p:nvSpPr>
              <p:cNvPr id="65" name="椭圆 64"/>
              <p:cNvSpPr/>
              <p:nvPr/>
            </p:nvSpPr>
            <p:spPr>
              <a:xfrm>
                <a:off x="5269270" y="2029388"/>
                <a:ext cx="769580" cy="769580"/>
              </a:xfrm>
              <a:prstGeom prst="ellipse">
                <a:avLst/>
              </a:prstGeom>
              <a:solidFill>
                <a:schemeClr val="accent1">
                  <a:lumMod val="20000"/>
                  <a:lumOff val="80000"/>
                </a:schemeClr>
              </a:solidFill>
              <a:ln>
                <a:solidFill>
                  <a:schemeClr val="accent5">
                    <a:lumMod val="40000"/>
                    <a:lumOff val="60000"/>
                  </a:schemeClr>
                </a:solid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6" name="组合 65"/>
            <p:cNvGrpSpPr/>
            <p:nvPr/>
          </p:nvGrpSpPr>
          <p:grpSpPr>
            <a:xfrm>
              <a:off x="8561127" y="1538515"/>
              <a:ext cx="311816" cy="311816"/>
              <a:chOff x="5252030" y="2008764"/>
              <a:chExt cx="809336" cy="809336"/>
            </a:xfrm>
            <a:solidFill>
              <a:schemeClr val="accent2"/>
            </a:solidFill>
          </p:grpSpPr>
          <p:sp>
            <p:nvSpPr>
              <p:cNvPr id="67" name="椭圆 66"/>
              <p:cNvSpPr/>
              <p:nvPr/>
            </p:nvSpPr>
            <p:spPr>
              <a:xfrm>
                <a:off x="5252030" y="2008764"/>
                <a:ext cx="809336" cy="809336"/>
              </a:xfrm>
              <a:prstGeom prst="ellipse">
                <a:avLst/>
              </a:prstGeom>
              <a:grpFill/>
              <a:ln w="25400" cap="flat" cmpd="sng" algn="ctr">
                <a:solidFill>
                  <a:schemeClr val="accent5">
                    <a:lumMod val="40000"/>
                    <a:lumOff val="60000"/>
                  </a:schemeClr>
                </a:solidFill>
                <a:prstDash val="solid"/>
              </a:ln>
              <a:effectLst>
                <a:outerShdw blurRad="444500" dist="254000" dir="8100000" algn="tr" rotWithShape="0">
                  <a:prstClr val="black">
                    <a:alpha val="50000"/>
                  </a:prstClr>
                </a:outerShdw>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sp>
            <p:nvSpPr>
              <p:cNvPr id="68" name="椭圆 67"/>
              <p:cNvSpPr/>
              <p:nvPr/>
            </p:nvSpPr>
            <p:spPr>
              <a:xfrm>
                <a:off x="5269270" y="2029388"/>
                <a:ext cx="769580" cy="769580"/>
              </a:xfrm>
              <a:prstGeom prst="ellipse">
                <a:avLst/>
              </a:prstGeom>
              <a:solidFill>
                <a:schemeClr val="accent2">
                  <a:lumMod val="20000"/>
                  <a:lumOff val="80000"/>
                </a:schemeClr>
              </a:solidFill>
              <a:ln>
                <a:solidFill>
                  <a:schemeClr val="accent5">
                    <a:lumMod val="40000"/>
                    <a:lumOff val="60000"/>
                  </a:schemeClr>
                </a:solid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9" name="组合 68"/>
            <p:cNvGrpSpPr/>
            <p:nvPr/>
          </p:nvGrpSpPr>
          <p:grpSpPr>
            <a:xfrm>
              <a:off x="3145325" y="1762927"/>
              <a:ext cx="231826" cy="231826"/>
              <a:chOff x="5252030" y="2008764"/>
              <a:chExt cx="809336" cy="809336"/>
            </a:xfrm>
            <a:solidFill>
              <a:schemeClr val="accent2"/>
            </a:solidFill>
          </p:grpSpPr>
          <p:sp>
            <p:nvSpPr>
              <p:cNvPr id="70" name="椭圆 69"/>
              <p:cNvSpPr/>
              <p:nvPr/>
            </p:nvSpPr>
            <p:spPr>
              <a:xfrm>
                <a:off x="5252030" y="2008764"/>
                <a:ext cx="809336" cy="809336"/>
              </a:xfrm>
              <a:prstGeom prst="ellipse">
                <a:avLst/>
              </a:prstGeom>
              <a:grpFill/>
              <a:ln w="25400" cap="flat" cmpd="sng" algn="ctr">
                <a:solidFill>
                  <a:schemeClr val="accent5">
                    <a:lumMod val="40000"/>
                    <a:lumOff val="60000"/>
                  </a:schemeClr>
                </a:solidFill>
                <a:prstDash val="solid"/>
              </a:ln>
              <a:effectLst>
                <a:outerShdw blurRad="444500" dist="254000" dir="8100000" algn="tr" rotWithShape="0">
                  <a:prstClr val="black">
                    <a:alpha val="50000"/>
                  </a:prstClr>
                </a:outerShdw>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sp>
            <p:nvSpPr>
              <p:cNvPr id="71" name="椭圆 70"/>
              <p:cNvSpPr/>
              <p:nvPr/>
            </p:nvSpPr>
            <p:spPr>
              <a:xfrm>
                <a:off x="5269270" y="2029388"/>
                <a:ext cx="769580" cy="769580"/>
              </a:xfrm>
              <a:prstGeom prst="ellipse">
                <a:avLst/>
              </a:prstGeom>
              <a:solidFill>
                <a:schemeClr val="accent2">
                  <a:lumMod val="20000"/>
                  <a:lumOff val="80000"/>
                </a:schemeClr>
              </a:solidFill>
              <a:ln>
                <a:solidFill>
                  <a:schemeClr val="accent5">
                    <a:lumMod val="40000"/>
                    <a:lumOff val="60000"/>
                  </a:schemeClr>
                </a:solid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2" name="组合 71"/>
            <p:cNvGrpSpPr/>
            <p:nvPr/>
          </p:nvGrpSpPr>
          <p:grpSpPr>
            <a:xfrm>
              <a:off x="8648304" y="2308258"/>
              <a:ext cx="452227" cy="452227"/>
              <a:chOff x="5252030" y="2008764"/>
              <a:chExt cx="809336" cy="809336"/>
            </a:xfrm>
            <a:solidFill>
              <a:schemeClr val="accent3"/>
            </a:solidFill>
          </p:grpSpPr>
          <p:sp>
            <p:nvSpPr>
              <p:cNvPr id="73" name="椭圆 72"/>
              <p:cNvSpPr/>
              <p:nvPr/>
            </p:nvSpPr>
            <p:spPr>
              <a:xfrm>
                <a:off x="5252030" y="2008764"/>
                <a:ext cx="809336" cy="809336"/>
              </a:xfrm>
              <a:prstGeom prst="ellipse">
                <a:avLst/>
              </a:prstGeom>
              <a:grpFill/>
              <a:ln w="25400" cap="flat" cmpd="sng" algn="ctr">
                <a:solidFill>
                  <a:schemeClr val="accent5">
                    <a:lumMod val="40000"/>
                    <a:lumOff val="60000"/>
                  </a:schemeClr>
                </a:solidFill>
                <a:prstDash val="solid"/>
              </a:ln>
              <a:effectLst>
                <a:outerShdw blurRad="444500" dist="254000" dir="8100000" algn="tr" rotWithShape="0">
                  <a:prstClr val="black">
                    <a:alpha val="50000"/>
                  </a:prstClr>
                </a:outerShdw>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sp>
            <p:nvSpPr>
              <p:cNvPr id="74" name="椭圆 73"/>
              <p:cNvSpPr/>
              <p:nvPr/>
            </p:nvSpPr>
            <p:spPr>
              <a:xfrm>
                <a:off x="5269270" y="2029388"/>
                <a:ext cx="769580" cy="769580"/>
              </a:xfrm>
              <a:prstGeom prst="ellipse">
                <a:avLst/>
              </a:prstGeom>
              <a:solidFill>
                <a:schemeClr val="accent3">
                  <a:lumMod val="20000"/>
                  <a:lumOff val="80000"/>
                </a:schemeClr>
              </a:solidFill>
              <a:ln>
                <a:solidFill>
                  <a:schemeClr val="accent5">
                    <a:lumMod val="40000"/>
                    <a:lumOff val="60000"/>
                  </a:schemeClr>
                </a:solid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5" name="组合 74"/>
            <p:cNvGrpSpPr/>
            <p:nvPr/>
          </p:nvGrpSpPr>
          <p:grpSpPr>
            <a:xfrm>
              <a:off x="9318573" y="1943153"/>
              <a:ext cx="226113" cy="226113"/>
              <a:chOff x="5252030" y="2008764"/>
              <a:chExt cx="809336" cy="809336"/>
            </a:xfrm>
            <a:solidFill>
              <a:schemeClr val="accent4"/>
            </a:solidFill>
          </p:grpSpPr>
          <p:sp>
            <p:nvSpPr>
              <p:cNvPr id="76" name="椭圆 75"/>
              <p:cNvSpPr/>
              <p:nvPr/>
            </p:nvSpPr>
            <p:spPr>
              <a:xfrm>
                <a:off x="5252030" y="2008764"/>
                <a:ext cx="809336" cy="809336"/>
              </a:xfrm>
              <a:prstGeom prst="ellipse">
                <a:avLst/>
              </a:prstGeom>
              <a:grpFill/>
              <a:ln w="25400" cap="flat" cmpd="sng" algn="ctr">
                <a:solidFill>
                  <a:schemeClr val="accent5">
                    <a:lumMod val="40000"/>
                    <a:lumOff val="60000"/>
                  </a:schemeClr>
                </a:solidFill>
                <a:prstDash val="solid"/>
              </a:ln>
              <a:effectLst>
                <a:outerShdw blurRad="444500" dist="254000" dir="8100000" algn="tr" rotWithShape="0">
                  <a:prstClr val="black">
                    <a:alpha val="50000"/>
                  </a:prstClr>
                </a:outerShdw>
              </a:effectLst>
            </p:spPr>
            <p:txBody>
              <a:bodyPr rtlCol="0" anchor="ctr"/>
              <a:lstStyle/>
              <a:p>
                <a:pPr algn="ctr" defTabSz="1285442" fontAlgn="auto">
                  <a:spcBef>
                    <a:spcPts val="0"/>
                  </a:spcBef>
                  <a:spcAft>
                    <a:spcPts val="0"/>
                  </a:spcAft>
                  <a:defRPr/>
                </a:pPr>
                <a:endParaRPr lang="zh-CN" altLang="en-US" sz="2531" kern="0">
                  <a:solidFill>
                    <a:sysClr val="window" lastClr="FFFFFF"/>
                  </a:solidFill>
                  <a:latin typeface="Calibri"/>
                  <a:ea typeface="宋体"/>
                </a:endParaRPr>
              </a:p>
            </p:txBody>
          </p:sp>
          <p:sp>
            <p:nvSpPr>
              <p:cNvPr id="77" name="椭圆 76"/>
              <p:cNvSpPr/>
              <p:nvPr/>
            </p:nvSpPr>
            <p:spPr>
              <a:xfrm>
                <a:off x="5269270" y="2029388"/>
                <a:ext cx="769580" cy="769580"/>
              </a:xfrm>
              <a:prstGeom prst="ellipse">
                <a:avLst/>
              </a:prstGeom>
              <a:solidFill>
                <a:schemeClr val="accent2">
                  <a:lumMod val="20000"/>
                  <a:lumOff val="80000"/>
                </a:schemeClr>
              </a:solidFill>
              <a:ln>
                <a:solidFill>
                  <a:schemeClr val="accent5">
                    <a:lumMod val="40000"/>
                    <a:lumOff val="60000"/>
                  </a:schemeClr>
                </a:solid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143386960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7880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596130" cy="461665"/>
          </a:xfrm>
          <a:prstGeom prst="rect">
            <a:avLst/>
          </a:prstGeom>
        </p:spPr>
        <p:txBody>
          <a:bodyPr wrap="none">
            <a:spAutoFit/>
          </a:bodyPr>
          <a:lstStyle/>
          <a:p>
            <a:r>
              <a:rPr lang="en-US" altLang="zh-CN" sz="2400" b="1" dirty="0">
                <a:solidFill>
                  <a:schemeClr val="bg1"/>
                </a:solidFill>
              </a:rPr>
              <a:t>9.2.3 </a:t>
            </a:r>
            <a:r>
              <a:rPr lang="zh-CN" altLang="en-US" sz="2400" b="1" dirty="0">
                <a:solidFill>
                  <a:schemeClr val="bg1"/>
                </a:solidFill>
              </a:rPr>
              <a:t>定时器标准外设库应用</a:t>
            </a:r>
            <a:r>
              <a:rPr lang="zh-CN" altLang="en-US" sz="2400" b="1" dirty="0" smtClean="0">
                <a:solidFill>
                  <a:schemeClr val="bg1"/>
                </a:solidFill>
              </a:rPr>
              <a:t>实例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8" name="矩形 77"/>
          <p:cNvSpPr/>
          <p:nvPr/>
        </p:nvSpPr>
        <p:spPr>
          <a:xfrm>
            <a:off x="2267744" y="1772457"/>
            <a:ext cx="3744417" cy="253171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sz="1600" b="1" dirty="0"/>
              <a:t>#</a:t>
            </a:r>
            <a:r>
              <a:rPr lang="en-US" altLang="zh-CN" sz="1600" b="1" dirty="0" err="1"/>
              <a:t>ifndef</a:t>
            </a:r>
            <a:r>
              <a:rPr lang="en-US" altLang="zh-CN" sz="1600" b="1" dirty="0"/>
              <a:t> __TIMER_H</a:t>
            </a:r>
          </a:p>
          <a:p>
            <a:pPr>
              <a:lnSpc>
                <a:spcPct val="125000"/>
              </a:lnSpc>
            </a:pPr>
            <a:r>
              <a:rPr lang="en-US" altLang="zh-CN" sz="1600" b="1" dirty="0"/>
              <a:t>#define __TIMER_H</a:t>
            </a:r>
          </a:p>
          <a:p>
            <a:pPr>
              <a:lnSpc>
                <a:spcPct val="125000"/>
              </a:lnSpc>
            </a:pPr>
            <a:r>
              <a:rPr lang="en-US" altLang="zh-CN" sz="1600" b="1" dirty="0"/>
              <a:t>#include "stm32f10x.h"</a:t>
            </a:r>
          </a:p>
          <a:p>
            <a:pPr>
              <a:lnSpc>
                <a:spcPct val="125000"/>
              </a:lnSpc>
            </a:pPr>
            <a:endParaRPr lang="en-US" altLang="zh-CN" sz="1600" b="1" dirty="0"/>
          </a:p>
          <a:p>
            <a:pPr>
              <a:lnSpc>
                <a:spcPct val="125000"/>
              </a:lnSpc>
            </a:pPr>
            <a:r>
              <a:rPr lang="en-US" altLang="zh-CN" sz="1600" b="1" dirty="0"/>
              <a:t>void </a:t>
            </a:r>
            <a:r>
              <a:rPr lang="en-US" altLang="zh-CN" sz="1600" b="1" dirty="0" err="1"/>
              <a:t>Timer_Init</a:t>
            </a:r>
            <a:r>
              <a:rPr lang="en-US" altLang="zh-CN" sz="1600" b="1" dirty="0"/>
              <a:t>(void);  </a:t>
            </a:r>
          </a:p>
          <a:p>
            <a:pPr>
              <a:lnSpc>
                <a:spcPct val="125000"/>
              </a:lnSpc>
            </a:pPr>
            <a:r>
              <a:rPr lang="en-US" altLang="zh-CN" sz="1600" b="1" dirty="0"/>
              <a:t>void TIM2_NVIC_Configuration(void);  </a:t>
            </a:r>
          </a:p>
          <a:p>
            <a:pPr>
              <a:lnSpc>
                <a:spcPct val="125000"/>
              </a:lnSpc>
            </a:pPr>
            <a:endParaRPr lang="en-US" altLang="zh-CN" sz="1600" b="1" dirty="0"/>
          </a:p>
          <a:p>
            <a:pPr>
              <a:lnSpc>
                <a:spcPct val="125000"/>
              </a:lnSpc>
            </a:pPr>
            <a:r>
              <a:rPr lang="en-US" altLang="zh-CN" sz="1600" b="1" dirty="0"/>
              <a:t>#</a:t>
            </a:r>
            <a:r>
              <a:rPr lang="en-US" altLang="zh-CN" sz="1600" b="1" dirty="0" err="1"/>
              <a:t>endif</a:t>
            </a:r>
            <a:endParaRPr lang="en-US" altLang="zh-CN" sz="1600" b="1" dirty="0"/>
          </a:p>
        </p:txBody>
      </p:sp>
      <p:sp>
        <p:nvSpPr>
          <p:cNvPr id="79" name="矩形 78"/>
          <p:cNvSpPr/>
          <p:nvPr/>
        </p:nvSpPr>
        <p:spPr>
          <a:xfrm>
            <a:off x="1324236" y="1167594"/>
            <a:ext cx="3279039" cy="369332"/>
          </a:xfrm>
          <a:prstGeom prst="rect">
            <a:avLst/>
          </a:prstGeom>
        </p:spPr>
        <p:txBody>
          <a:bodyPr wrap="none">
            <a:spAutoFit/>
          </a:bodyPr>
          <a:lstStyle/>
          <a:p>
            <a:r>
              <a:rPr lang="en-US" altLang="zh-CN" b="1" dirty="0" smtClean="0">
                <a:solidFill>
                  <a:srgbClr val="C00000"/>
                </a:solidFill>
              </a:rPr>
              <a:t>1.  </a:t>
            </a:r>
            <a:r>
              <a:rPr lang="zh-CN" altLang="en-US" b="1" dirty="0" smtClean="0">
                <a:solidFill>
                  <a:srgbClr val="C00000"/>
                </a:solidFill>
              </a:rPr>
              <a:t>新建</a:t>
            </a:r>
            <a:r>
              <a:rPr lang="en-US" altLang="zh-CN" b="1" dirty="0" err="1">
                <a:solidFill>
                  <a:srgbClr val="C00000"/>
                </a:solidFill>
              </a:rPr>
              <a:t>Timer.h</a:t>
            </a:r>
            <a:r>
              <a:rPr lang="zh-CN" altLang="en-US" b="1" dirty="0">
                <a:solidFill>
                  <a:srgbClr val="C00000"/>
                </a:solidFill>
              </a:rPr>
              <a:t>文件，代码如下</a:t>
            </a:r>
            <a:endParaRPr lang="zh-CN" altLang="en-US" sz="4400" dirty="0">
              <a:solidFill>
                <a:srgbClr val="C00000"/>
              </a:solidFill>
            </a:endParaRPr>
          </a:p>
        </p:txBody>
      </p:sp>
      <p:grpSp>
        <p:nvGrpSpPr>
          <p:cNvPr id="3" name="组合 2"/>
          <p:cNvGrpSpPr/>
          <p:nvPr/>
        </p:nvGrpSpPr>
        <p:grpSpPr>
          <a:xfrm>
            <a:off x="6741080" y="2226330"/>
            <a:ext cx="1504983" cy="2637055"/>
            <a:chOff x="5137150" y="3268951"/>
            <a:chExt cx="2615774" cy="3975410"/>
          </a:xfrm>
          <a:solidFill>
            <a:schemeClr val="accent1">
              <a:lumMod val="20000"/>
              <a:lumOff val="80000"/>
            </a:schemeClr>
          </a:solidFill>
        </p:grpSpPr>
        <p:sp>
          <p:nvSpPr>
            <p:cNvPr id="129" name="Freeform 5"/>
            <p:cNvSpPr>
              <a:spLocks noEditPoints="1"/>
            </p:cNvSpPr>
            <p:nvPr/>
          </p:nvSpPr>
          <p:spPr bwMode="auto">
            <a:xfrm>
              <a:off x="5896685" y="3268951"/>
              <a:ext cx="1066448" cy="3975410"/>
            </a:xfrm>
            <a:custGeom>
              <a:avLst/>
              <a:gdLst>
                <a:gd name="T0" fmla="*/ 770 w 1514"/>
                <a:gd name="T1" fmla="*/ 0 h 5643"/>
                <a:gd name="T2" fmla="*/ 18 w 1514"/>
                <a:gd name="T3" fmla="*/ 745 h 5643"/>
                <a:gd name="T4" fmla="*/ 702 w 1514"/>
                <a:gd name="T5" fmla="*/ 2271 h 5643"/>
                <a:gd name="T6" fmla="*/ 723 w 1514"/>
                <a:gd name="T7" fmla="*/ 4798 h 5643"/>
                <a:gd name="T8" fmla="*/ 770 w 1514"/>
                <a:gd name="T9" fmla="*/ 5643 h 5643"/>
                <a:gd name="T10" fmla="*/ 816 w 1514"/>
                <a:gd name="T11" fmla="*/ 4803 h 5643"/>
                <a:gd name="T12" fmla="*/ 872 w 1514"/>
                <a:gd name="T13" fmla="*/ 2278 h 5643"/>
                <a:gd name="T14" fmla="*/ 1514 w 1514"/>
                <a:gd name="T15" fmla="*/ 745 h 5643"/>
                <a:gd name="T16" fmla="*/ 770 w 1514"/>
                <a:gd name="T17" fmla="*/ 0 h 5643"/>
                <a:gd name="T18" fmla="*/ 381 w 1514"/>
                <a:gd name="T19" fmla="*/ 1217 h 5643"/>
                <a:gd name="T20" fmla="*/ 159 w 1514"/>
                <a:gd name="T21" fmla="*/ 745 h 5643"/>
                <a:gd name="T22" fmla="*/ 770 w 1514"/>
                <a:gd name="T23" fmla="*/ 133 h 5643"/>
                <a:gd name="T24" fmla="*/ 1382 w 1514"/>
                <a:gd name="T25" fmla="*/ 745 h 5643"/>
                <a:gd name="T26" fmla="*/ 1048 w 1514"/>
                <a:gd name="T27" fmla="*/ 1311 h 5643"/>
                <a:gd name="T28" fmla="*/ 381 w 1514"/>
                <a:gd name="T29" fmla="*/ 1217 h 5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4" h="5643">
                  <a:moveTo>
                    <a:pt x="770" y="0"/>
                  </a:moveTo>
                  <a:cubicBezTo>
                    <a:pt x="359" y="0"/>
                    <a:pt x="0" y="334"/>
                    <a:pt x="18" y="745"/>
                  </a:cubicBezTo>
                  <a:cubicBezTo>
                    <a:pt x="47" y="1432"/>
                    <a:pt x="656" y="1558"/>
                    <a:pt x="702" y="2271"/>
                  </a:cubicBezTo>
                  <a:cubicBezTo>
                    <a:pt x="736" y="2806"/>
                    <a:pt x="723" y="3445"/>
                    <a:pt x="723" y="4798"/>
                  </a:cubicBezTo>
                  <a:cubicBezTo>
                    <a:pt x="723" y="4939"/>
                    <a:pt x="734" y="5643"/>
                    <a:pt x="770" y="5643"/>
                  </a:cubicBezTo>
                  <a:cubicBezTo>
                    <a:pt x="807" y="5643"/>
                    <a:pt x="816" y="4943"/>
                    <a:pt x="816" y="4803"/>
                  </a:cubicBezTo>
                  <a:cubicBezTo>
                    <a:pt x="816" y="3462"/>
                    <a:pt x="842" y="2810"/>
                    <a:pt x="872" y="2278"/>
                  </a:cubicBezTo>
                  <a:cubicBezTo>
                    <a:pt x="912" y="1563"/>
                    <a:pt x="1514" y="1312"/>
                    <a:pt x="1514" y="745"/>
                  </a:cubicBezTo>
                  <a:cubicBezTo>
                    <a:pt x="1514" y="334"/>
                    <a:pt x="1181" y="0"/>
                    <a:pt x="770" y="0"/>
                  </a:cubicBezTo>
                  <a:close/>
                  <a:moveTo>
                    <a:pt x="381" y="1217"/>
                  </a:moveTo>
                  <a:cubicBezTo>
                    <a:pt x="280" y="1111"/>
                    <a:pt x="159" y="935"/>
                    <a:pt x="159" y="745"/>
                  </a:cubicBezTo>
                  <a:cubicBezTo>
                    <a:pt x="159" y="407"/>
                    <a:pt x="432" y="133"/>
                    <a:pt x="770" y="133"/>
                  </a:cubicBezTo>
                  <a:cubicBezTo>
                    <a:pt x="1108" y="133"/>
                    <a:pt x="1382" y="407"/>
                    <a:pt x="1382" y="745"/>
                  </a:cubicBezTo>
                  <a:cubicBezTo>
                    <a:pt x="1382" y="829"/>
                    <a:pt x="1330" y="1116"/>
                    <a:pt x="1048" y="1311"/>
                  </a:cubicBezTo>
                  <a:cubicBezTo>
                    <a:pt x="822" y="1467"/>
                    <a:pt x="603" y="1448"/>
                    <a:pt x="381" y="1217"/>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131" name="Group 84"/>
            <p:cNvGrpSpPr/>
            <p:nvPr/>
          </p:nvGrpSpPr>
          <p:grpSpPr>
            <a:xfrm>
              <a:off x="5137150" y="4235234"/>
              <a:ext cx="1215136" cy="2209157"/>
              <a:chOff x="4684712" y="4402042"/>
              <a:chExt cx="1327095" cy="2412072"/>
            </a:xfrm>
            <a:grpFill/>
          </p:grpSpPr>
          <p:sp>
            <p:nvSpPr>
              <p:cNvPr id="132" name="Freeform 10"/>
              <p:cNvSpPr>
                <a:spLocks noEditPoints="1"/>
              </p:cNvSpPr>
              <p:nvPr/>
            </p:nvSpPr>
            <p:spPr bwMode="auto">
              <a:xfrm>
                <a:off x="4684712" y="4402042"/>
                <a:ext cx="1327095" cy="2412072"/>
              </a:xfrm>
              <a:custGeom>
                <a:avLst/>
                <a:gdLst>
                  <a:gd name="T0" fmla="*/ 0 w 1725"/>
                  <a:gd name="T1" fmla="*/ 728 h 3136"/>
                  <a:gd name="T2" fmla="*/ 654 w 1725"/>
                  <a:gd name="T3" fmla="*/ 1382 h 3136"/>
                  <a:gd name="T4" fmla="*/ 1577 w 1725"/>
                  <a:gd name="T5" fmla="*/ 1789 h 3136"/>
                  <a:gd name="T6" fmla="*/ 1669 w 1725"/>
                  <a:gd name="T7" fmla="*/ 3119 h 3136"/>
                  <a:gd name="T8" fmla="*/ 1666 w 1725"/>
                  <a:gd name="T9" fmla="*/ 1513 h 3136"/>
                  <a:gd name="T10" fmla="*/ 654 w 1725"/>
                  <a:gd name="T11" fmla="*/ 73 h 3136"/>
                  <a:gd name="T12" fmla="*/ 0 w 1725"/>
                  <a:gd name="T13" fmla="*/ 728 h 3136"/>
                  <a:gd name="T14" fmla="*/ 119 w 1725"/>
                  <a:gd name="T15" fmla="*/ 727 h 3136"/>
                  <a:gd name="T16" fmla="*/ 858 w 1725"/>
                  <a:gd name="T17" fmla="*/ 232 h 3136"/>
                  <a:gd name="T18" fmla="*/ 858 w 1725"/>
                  <a:gd name="T19" fmla="*/ 232 h 3136"/>
                  <a:gd name="T20" fmla="*/ 1517 w 1725"/>
                  <a:gd name="T21" fmla="*/ 1260 h 3136"/>
                  <a:gd name="T22" fmla="*/ 1327 w 1725"/>
                  <a:gd name="T23" fmla="*/ 1365 h 3136"/>
                  <a:gd name="T24" fmla="*/ 654 w 1725"/>
                  <a:gd name="T25" fmla="*/ 1263 h 3136"/>
                  <a:gd name="T26" fmla="*/ 119 w 1725"/>
                  <a:gd name="T27" fmla="*/ 727 h 3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25" h="3136">
                    <a:moveTo>
                      <a:pt x="0" y="728"/>
                    </a:moveTo>
                    <a:cubicBezTo>
                      <a:pt x="0" y="1089"/>
                      <a:pt x="293" y="1382"/>
                      <a:pt x="654" y="1382"/>
                    </a:cubicBezTo>
                    <a:cubicBezTo>
                      <a:pt x="654" y="1382"/>
                      <a:pt x="1471" y="1368"/>
                      <a:pt x="1577" y="1789"/>
                    </a:cubicBezTo>
                    <a:cubicBezTo>
                      <a:pt x="1650" y="2081"/>
                      <a:pt x="1614" y="3136"/>
                      <a:pt x="1669" y="3119"/>
                    </a:cubicBezTo>
                    <a:cubicBezTo>
                      <a:pt x="1725" y="3102"/>
                      <a:pt x="1666" y="1513"/>
                      <a:pt x="1666" y="1513"/>
                    </a:cubicBezTo>
                    <a:cubicBezTo>
                      <a:pt x="1666" y="0"/>
                      <a:pt x="654" y="73"/>
                      <a:pt x="654" y="73"/>
                    </a:cubicBezTo>
                    <a:cubicBezTo>
                      <a:pt x="293" y="73"/>
                      <a:pt x="0" y="366"/>
                      <a:pt x="0" y="728"/>
                    </a:cubicBezTo>
                    <a:close/>
                    <a:moveTo>
                      <a:pt x="119" y="727"/>
                    </a:moveTo>
                    <a:cubicBezTo>
                      <a:pt x="119" y="431"/>
                      <a:pt x="464" y="101"/>
                      <a:pt x="858" y="232"/>
                    </a:cubicBezTo>
                    <a:cubicBezTo>
                      <a:pt x="858" y="232"/>
                      <a:pt x="858" y="232"/>
                      <a:pt x="858" y="232"/>
                    </a:cubicBezTo>
                    <a:cubicBezTo>
                      <a:pt x="1302" y="379"/>
                      <a:pt x="1461" y="872"/>
                      <a:pt x="1517" y="1260"/>
                    </a:cubicBezTo>
                    <a:cubicBezTo>
                      <a:pt x="1530" y="1352"/>
                      <a:pt x="1487" y="1434"/>
                      <a:pt x="1327" y="1365"/>
                    </a:cubicBezTo>
                    <a:cubicBezTo>
                      <a:pt x="1190" y="1306"/>
                      <a:pt x="976" y="1254"/>
                      <a:pt x="654" y="1263"/>
                    </a:cubicBezTo>
                    <a:cubicBezTo>
                      <a:pt x="358" y="1263"/>
                      <a:pt x="119" y="1023"/>
                      <a:pt x="119" y="727"/>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3" name="AutoShape 38"/>
              <p:cNvSpPr>
                <a:spLocks/>
              </p:cNvSpPr>
              <p:nvPr/>
            </p:nvSpPr>
            <p:spPr bwMode="auto">
              <a:xfrm>
                <a:off x="5076199" y="4805525"/>
                <a:ext cx="345669" cy="3470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872" y="2850"/>
                    </a:moveTo>
                    <a:cubicBezTo>
                      <a:pt x="18363" y="3806"/>
                      <a:pt x="19524" y="5033"/>
                      <a:pt x="20354" y="6530"/>
                    </a:cubicBezTo>
                    <a:cubicBezTo>
                      <a:pt x="21184" y="8031"/>
                      <a:pt x="21599" y="9635"/>
                      <a:pt x="21599" y="11342"/>
                    </a:cubicBezTo>
                    <a:cubicBezTo>
                      <a:pt x="21599" y="12759"/>
                      <a:pt x="21318" y="14087"/>
                      <a:pt x="20754" y="15328"/>
                    </a:cubicBezTo>
                    <a:cubicBezTo>
                      <a:pt x="20184" y="16569"/>
                      <a:pt x="19415" y="17654"/>
                      <a:pt x="18433" y="18587"/>
                    </a:cubicBezTo>
                    <a:cubicBezTo>
                      <a:pt x="17451" y="19520"/>
                      <a:pt x="16300" y="20255"/>
                      <a:pt x="14984" y="20793"/>
                    </a:cubicBezTo>
                    <a:cubicBezTo>
                      <a:pt x="13669" y="21332"/>
                      <a:pt x="12269" y="21599"/>
                      <a:pt x="10775" y="21599"/>
                    </a:cubicBezTo>
                    <a:cubicBezTo>
                      <a:pt x="9287" y="21599"/>
                      <a:pt x="7890" y="21332"/>
                      <a:pt x="6584" y="20793"/>
                    </a:cubicBezTo>
                    <a:cubicBezTo>
                      <a:pt x="5278" y="20255"/>
                      <a:pt x="4136" y="19520"/>
                      <a:pt x="3160" y="18587"/>
                    </a:cubicBezTo>
                    <a:cubicBezTo>
                      <a:pt x="2184" y="17654"/>
                      <a:pt x="1412" y="16569"/>
                      <a:pt x="845" y="15328"/>
                    </a:cubicBezTo>
                    <a:cubicBezTo>
                      <a:pt x="278" y="14087"/>
                      <a:pt x="0" y="12759"/>
                      <a:pt x="0" y="11342"/>
                    </a:cubicBezTo>
                    <a:cubicBezTo>
                      <a:pt x="0" y="9635"/>
                      <a:pt x="415" y="8031"/>
                      <a:pt x="1245" y="6530"/>
                    </a:cubicBezTo>
                    <a:cubicBezTo>
                      <a:pt x="2075" y="5033"/>
                      <a:pt x="3236" y="3806"/>
                      <a:pt x="4724" y="2850"/>
                    </a:cubicBezTo>
                    <a:cubicBezTo>
                      <a:pt x="4839" y="2761"/>
                      <a:pt x="4975" y="2732"/>
                      <a:pt x="5130" y="2770"/>
                    </a:cubicBezTo>
                    <a:cubicBezTo>
                      <a:pt x="5306" y="2804"/>
                      <a:pt x="5430" y="2879"/>
                      <a:pt x="5493" y="2989"/>
                    </a:cubicBezTo>
                    <a:lnTo>
                      <a:pt x="6800" y="4797"/>
                    </a:lnTo>
                    <a:cubicBezTo>
                      <a:pt x="6896" y="4906"/>
                      <a:pt x="6927" y="5033"/>
                      <a:pt x="6887" y="5174"/>
                    </a:cubicBezTo>
                    <a:cubicBezTo>
                      <a:pt x="6848" y="5318"/>
                      <a:pt x="6769" y="5436"/>
                      <a:pt x="6654" y="5525"/>
                    </a:cubicBezTo>
                    <a:cubicBezTo>
                      <a:pt x="5630" y="6185"/>
                      <a:pt x="4833" y="7026"/>
                      <a:pt x="4269" y="8042"/>
                    </a:cubicBezTo>
                    <a:cubicBezTo>
                      <a:pt x="3703" y="9056"/>
                      <a:pt x="3421" y="10156"/>
                      <a:pt x="3421" y="11342"/>
                    </a:cubicBezTo>
                    <a:cubicBezTo>
                      <a:pt x="3421" y="12298"/>
                      <a:pt x="3612" y="13208"/>
                      <a:pt x="3993" y="14066"/>
                    </a:cubicBezTo>
                    <a:cubicBezTo>
                      <a:pt x="4375" y="14925"/>
                      <a:pt x="4900" y="15667"/>
                      <a:pt x="5569" y="16298"/>
                    </a:cubicBezTo>
                    <a:cubicBezTo>
                      <a:pt x="6236" y="16929"/>
                      <a:pt x="7021" y="17430"/>
                      <a:pt x="7918" y="17796"/>
                    </a:cubicBezTo>
                    <a:cubicBezTo>
                      <a:pt x="8815" y="18161"/>
                      <a:pt x="9769" y="18346"/>
                      <a:pt x="10772" y="18346"/>
                    </a:cubicBezTo>
                    <a:cubicBezTo>
                      <a:pt x="11778" y="18346"/>
                      <a:pt x="12733" y="18161"/>
                      <a:pt x="13639" y="17796"/>
                    </a:cubicBezTo>
                    <a:cubicBezTo>
                      <a:pt x="14542" y="17430"/>
                      <a:pt x="15333" y="16929"/>
                      <a:pt x="16009" y="16298"/>
                    </a:cubicBezTo>
                    <a:cubicBezTo>
                      <a:pt x="16684" y="15668"/>
                      <a:pt x="17215" y="14927"/>
                      <a:pt x="17596" y="14075"/>
                    </a:cubicBezTo>
                    <a:cubicBezTo>
                      <a:pt x="17978" y="13220"/>
                      <a:pt x="18169" y="12307"/>
                      <a:pt x="18169" y="11342"/>
                    </a:cubicBezTo>
                    <a:cubicBezTo>
                      <a:pt x="18169" y="10156"/>
                      <a:pt x="17881" y="9056"/>
                      <a:pt x="17312" y="8042"/>
                    </a:cubicBezTo>
                    <a:cubicBezTo>
                      <a:pt x="16742" y="7023"/>
                      <a:pt x="15951" y="6185"/>
                      <a:pt x="14933" y="5525"/>
                    </a:cubicBezTo>
                    <a:cubicBezTo>
                      <a:pt x="14800" y="5436"/>
                      <a:pt x="14721" y="5324"/>
                      <a:pt x="14703" y="5197"/>
                    </a:cubicBezTo>
                    <a:cubicBezTo>
                      <a:pt x="14663" y="5050"/>
                      <a:pt x="14693" y="4915"/>
                      <a:pt x="14787" y="4797"/>
                    </a:cubicBezTo>
                    <a:lnTo>
                      <a:pt x="16066" y="2989"/>
                    </a:lnTo>
                    <a:cubicBezTo>
                      <a:pt x="16160" y="2879"/>
                      <a:pt x="16284" y="2810"/>
                      <a:pt x="16436" y="2784"/>
                    </a:cubicBezTo>
                    <a:cubicBezTo>
                      <a:pt x="16593" y="2755"/>
                      <a:pt x="16739" y="2778"/>
                      <a:pt x="16872" y="2850"/>
                    </a:cubicBezTo>
                    <a:moveTo>
                      <a:pt x="9663" y="10778"/>
                    </a:moveTo>
                    <a:cubicBezTo>
                      <a:pt x="9509" y="10778"/>
                      <a:pt x="9375" y="10726"/>
                      <a:pt x="9263" y="10625"/>
                    </a:cubicBezTo>
                    <a:cubicBezTo>
                      <a:pt x="9154" y="10524"/>
                      <a:pt x="9096" y="10398"/>
                      <a:pt x="9096" y="10239"/>
                    </a:cubicBezTo>
                    <a:lnTo>
                      <a:pt x="9096" y="535"/>
                    </a:lnTo>
                    <a:cubicBezTo>
                      <a:pt x="9096" y="388"/>
                      <a:pt x="9151" y="264"/>
                      <a:pt x="9257" y="158"/>
                    </a:cubicBezTo>
                    <a:cubicBezTo>
                      <a:pt x="9363" y="48"/>
                      <a:pt x="9496" y="0"/>
                      <a:pt x="9663" y="0"/>
                    </a:cubicBezTo>
                    <a:lnTo>
                      <a:pt x="11942" y="0"/>
                    </a:lnTo>
                    <a:cubicBezTo>
                      <a:pt x="12096" y="0"/>
                      <a:pt x="12230" y="48"/>
                      <a:pt x="12339" y="158"/>
                    </a:cubicBezTo>
                    <a:cubicBezTo>
                      <a:pt x="12451" y="264"/>
                      <a:pt x="12509" y="388"/>
                      <a:pt x="12509" y="535"/>
                    </a:cubicBezTo>
                    <a:lnTo>
                      <a:pt x="12509" y="10239"/>
                    </a:lnTo>
                    <a:cubicBezTo>
                      <a:pt x="12509" y="10386"/>
                      <a:pt x="12454" y="10513"/>
                      <a:pt x="12348" y="10620"/>
                    </a:cubicBezTo>
                    <a:cubicBezTo>
                      <a:pt x="12242" y="10723"/>
                      <a:pt x="12106" y="10778"/>
                      <a:pt x="11942" y="10778"/>
                    </a:cubicBezTo>
                    <a:lnTo>
                      <a:pt x="9663" y="10778"/>
                    </a:lnTo>
                    <a:close/>
                  </a:path>
                </a:pathLst>
              </a:custGeom>
              <a:grpFill/>
              <a:ln>
                <a:noFill/>
              </a:ln>
              <a:effectLst/>
              <a:ex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34" name="Group 86"/>
            <p:cNvGrpSpPr/>
            <p:nvPr/>
          </p:nvGrpSpPr>
          <p:grpSpPr>
            <a:xfrm>
              <a:off x="6594699" y="5256656"/>
              <a:ext cx="1017283" cy="1164487"/>
              <a:chOff x="6276556" y="5517283"/>
              <a:chExt cx="1111011" cy="1271447"/>
            </a:xfrm>
            <a:grpFill/>
          </p:grpSpPr>
          <p:sp>
            <p:nvSpPr>
              <p:cNvPr id="135" name="Freeform 8"/>
              <p:cNvSpPr>
                <a:spLocks noEditPoints="1"/>
              </p:cNvSpPr>
              <p:nvPr/>
            </p:nvSpPr>
            <p:spPr bwMode="auto">
              <a:xfrm>
                <a:off x="6276556" y="5517283"/>
                <a:ext cx="1111011" cy="1271447"/>
              </a:xfrm>
              <a:custGeom>
                <a:avLst/>
                <a:gdLst>
                  <a:gd name="T0" fmla="*/ 790 w 1444"/>
                  <a:gd name="T1" fmla="*/ 20 h 1653"/>
                  <a:gd name="T2" fmla="*/ 172 w 1444"/>
                  <a:gd name="T3" fmla="*/ 389 h 1653"/>
                  <a:gd name="T4" fmla="*/ 58 w 1444"/>
                  <a:gd name="T5" fmla="*/ 1653 h 1653"/>
                  <a:gd name="T6" fmla="*/ 136 w 1444"/>
                  <a:gd name="T7" fmla="*/ 1463 h 1653"/>
                  <a:gd name="T8" fmla="*/ 783 w 1444"/>
                  <a:gd name="T9" fmla="*/ 1329 h 1653"/>
                  <a:gd name="T10" fmla="*/ 1444 w 1444"/>
                  <a:gd name="T11" fmla="*/ 675 h 1653"/>
                  <a:gd name="T12" fmla="*/ 790 w 1444"/>
                  <a:gd name="T13" fmla="*/ 20 h 1653"/>
                  <a:gd name="T14" fmla="*/ 792 w 1444"/>
                  <a:gd name="T15" fmla="*/ 1206 h 1653"/>
                  <a:gd name="T16" fmla="*/ 324 w 1444"/>
                  <a:gd name="T17" fmla="*/ 1248 h 1653"/>
                  <a:gd name="T18" fmla="*/ 170 w 1444"/>
                  <a:gd name="T19" fmla="*/ 1129 h 1653"/>
                  <a:gd name="T20" fmla="*/ 337 w 1444"/>
                  <a:gd name="T21" fmla="*/ 389 h 1653"/>
                  <a:gd name="T22" fmla="*/ 792 w 1444"/>
                  <a:gd name="T23" fmla="*/ 135 h 1653"/>
                  <a:gd name="T24" fmla="*/ 1328 w 1444"/>
                  <a:gd name="T25" fmla="*/ 671 h 1653"/>
                  <a:gd name="T26" fmla="*/ 792 w 1444"/>
                  <a:gd name="T27" fmla="*/ 1206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4" h="1653">
                    <a:moveTo>
                      <a:pt x="790" y="20"/>
                    </a:moveTo>
                    <a:cubicBezTo>
                      <a:pt x="453" y="39"/>
                      <a:pt x="262" y="224"/>
                      <a:pt x="172" y="389"/>
                    </a:cubicBezTo>
                    <a:cubicBezTo>
                      <a:pt x="0" y="703"/>
                      <a:pt x="0" y="1653"/>
                      <a:pt x="58" y="1653"/>
                    </a:cubicBezTo>
                    <a:cubicBezTo>
                      <a:pt x="99" y="1653"/>
                      <a:pt x="57" y="1579"/>
                      <a:pt x="136" y="1463"/>
                    </a:cubicBezTo>
                    <a:cubicBezTo>
                      <a:pt x="221" y="1338"/>
                      <a:pt x="783" y="1329"/>
                      <a:pt x="783" y="1329"/>
                    </a:cubicBezTo>
                    <a:cubicBezTo>
                      <a:pt x="1151" y="1329"/>
                      <a:pt x="1444" y="1036"/>
                      <a:pt x="1444" y="675"/>
                    </a:cubicBezTo>
                    <a:cubicBezTo>
                      <a:pt x="1444" y="313"/>
                      <a:pt x="1151" y="0"/>
                      <a:pt x="790" y="20"/>
                    </a:cubicBezTo>
                    <a:close/>
                    <a:moveTo>
                      <a:pt x="792" y="1206"/>
                    </a:moveTo>
                    <a:cubicBezTo>
                      <a:pt x="582" y="1199"/>
                      <a:pt x="427" y="1223"/>
                      <a:pt x="324" y="1248"/>
                    </a:cubicBezTo>
                    <a:cubicBezTo>
                      <a:pt x="222" y="1273"/>
                      <a:pt x="170" y="1254"/>
                      <a:pt x="170" y="1129"/>
                    </a:cubicBezTo>
                    <a:cubicBezTo>
                      <a:pt x="170" y="923"/>
                      <a:pt x="204" y="603"/>
                      <a:pt x="337" y="389"/>
                    </a:cubicBezTo>
                    <a:cubicBezTo>
                      <a:pt x="432" y="237"/>
                      <a:pt x="600" y="135"/>
                      <a:pt x="792" y="135"/>
                    </a:cubicBezTo>
                    <a:cubicBezTo>
                      <a:pt x="1088" y="135"/>
                      <a:pt x="1328" y="375"/>
                      <a:pt x="1328" y="671"/>
                    </a:cubicBezTo>
                    <a:cubicBezTo>
                      <a:pt x="1328" y="966"/>
                      <a:pt x="1088" y="1206"/>
                      <a:pt x="792" y="1206"/>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6" name="AutoShape 66"/>
              <p:cNvSpPr>
                <a:spLocks/>
              </p:cNvSpPr>
              <p:nvPr/>
            </p:nvSpPr>
            <p:spPr bwMode="auto">
              <a:xfrm>
                <a:off x="6728635" y="5874499"/>
                <a:ext cx="314696" cy="314696"/>
              </a:xfrm>
              <a:custGeom>
                <a:avLst/>
                <a:gdLst>
                  <a:gd name="T0" fmla="*/ 10799 w 21598"/>
                  <a:gd name="T1" fmla="*/ 10800 h 21600"/>
                  <a:gd name="T2" fmla="*/ 10799 w 21598"/>
                  <a:gd name="T3" fmla="*/ 10800 h 21600"/>
                  <a:gd name="T4" fmla="*/ 10799 w 21598"/>
                  <a:gd name="T5" fmla="*/ 10800 h 21600"/>
                  <a:gd name="T6" fmla="*/ 10799 w 21598"/>
                  <a:gd name="T7" fmla="*/ 10800 h 21600"/>
                </a:gdLst>
                <a:ahLst/>
                <a:cxnLst>
                  <a:cxn ang="0">
                    <a:pos x="T0" y="T1"/>
                  </a:cxn>
                  <a:cxn ang="0">
                    <a:pos x="T2" y="T3"/>
                  </a:cxn>
                  <a:cxn ang="0">
                    <a:pos x="T4" y="T5"/>
                  </a:cxn>
                  <a:cxn ang="0">
                    <a:pos x="T6" y="T7"/>
                  </a:cxn>
                </a:cxnLst>
                <a:rect l="0" t="0" r="r" b="b"/>
                <a:pathLst>
                  <a:path w="21598" h="21600">
                    <a:moveTo>
                      <a:pt x="17537" y="12697"/>
                    </a:moveTo>
                    <a:lnTo>
                      <a:pt x="19798" y="9997"/>
                    </a:lnTo>
                    <a:lnTo>
                      <a:pt x="19798" y="17284"/>
                    </a:lnTo>
                    <a:cubicBezTo>
                      <a:pt x="19798" y="17874"/>
                      <a:pt x="19700" y="18429"/>
                      <a:pt x="19505" y="18949"/>
                    </a:cubicBezTo>
                    <a:cubicBezTo>
                      <a:pt x="19309" y="19469"/>
                      <a:pt x="19049" y="19928"/>
                      <a:pt x="18721" y="20321"/>
                    </a:cubicBezTo>
                    <a:cubicBezTo>
                      <a:pt x="18394" y="20715"/>
                      <a:pt x="18014" y="21027"/>
                      <a:pt x="17583" y="21256"/>
                    </a:cubicBezTo>
                    <a:cubicBezTo>
                      <a:pt x="17153" y="21485"/>
                      <a:pt x="16690" y="21599"/>
                      <a:pt x="16188" y="21599"/>
                    </a:cubicBezTo>
                    <a:lnTo>
                      <a:pt x="3595" y="21599"/>
                    </a:lnTo>
                    <a:cubicBezTo>
                      <a:pt x="3103" y="21599"/>
                      <a:pt x="2635" y="21485"/>
                      <a:pt x="2195" y="21256"/>
                    </a:cubicBezTo>
                    <a:cubicBezTo>
                      <a:pt x="1754" y="21027"/>
                      <a:pt x="1372" y="20715"/>
                      <a:pt x="1052" y="20321"/>
                    </a:cubicBezTo>
                    <a:cubicBezTo>
                      <a:pt x="734" y="19928"/>
                      <a:pt x="477" y="19469"/>
                      <a:pt x="286" y="18949"/>
                    </a:cubicBezTo>
                    <a:cubicBezTo>
                      <a:pt x="95" y="18429"/>
                      <a:pt x="0" y="17874"/>
                      <a:pt x="0" y="17284"/>
                    </a:cubicBezTo>
                    <a:lnTo>
                      <a:pt x="0" y="4315"/>
                    </a:lnTo>
                    <a:cubicBezTo>
                      <a:pt x="0" y="3722"/>
                      <a:pt x="95" y="3164"/>
                      <a:pt x="286" y="2632"/>
                    </a:cubicBezTo>
                    <a:cubicBezTo>
                      <a:pt x="477" y="2106"/>
                      <a:pt x="734" y="1645"/>
                      <a:pt x="1052" y="1263"/>
                    </a:cubicBezTo>
                    <a:cubicBezTo>
                      <a:pt x="1372" y="878"/>
                      <a:pt x="1754" y="572"/>
                      <a:pt x="2195" y="343"/>
                    </a:cubicBezTo>
                    <a:cubicBezTo>
                      <a:pt x="2635" y="114"/>
                      <a:pt x="3103" y="0"/>
                      <a:pt x="3595" y="0"/>
                    </a:cubicBezTo>
                    <a:lnTo>
                      <a:pt x="16188" y="0"/>
                    </a:lnTo>
                    <a:cubicBezTo>
                      <a:pt x="16401" y="0"/>
                      <a:pt x="16605" y="26"/>
                      <a:pt x="16798" y="82"/>
                    </a:cubicBezTo>
                    <a:lnTo>
                      <a:pt x="14608" y="2714"/>
                    </a:lnTo>
                    <a:lnTo>
                      <a:pt x="3595" y="2714"/>
                    </a:lnTo>
                    <a:cubicBezTo>
                      <a:pt x="3228" y="2714"/>
                      <a:pt x="2914" y="2867"/>
                      <a:pt x="2652" y="3184"/>
                    </a:cubicBezTo>
                    <a:cubicBezTo>
                      <a:pt x="2391" y="3496"/>
                      <a:pt x="2261" y="3875"/>
                      <a:pt x="2261" y="4315"/>
                    </a:cubicBezTo>
                    <a:lnTo>
                      <a:pt x="2261" y="17284"/>
                    </a:lnTo>
                    <a:cubicBezTo>
                      <a:pt x="2261" y="17724"/>
                      <a:pt x="2391" y="18101"/>
                      <a:pt x="2652" y="18412"/>
                    </a:cubicBezTo>
                    <a:cubicBezTo>
                      <a:pt x="2914" y="18729"/>
                      <a:pt x="3228" y="18888"/>
                      <a:pt x="3595" y="18888"/>
                    </a:cubicBezTo>
                    <a:lnTo>
                      <a:pt x="16188" y="18888"/>
                    </a:lnTo>
                    <a:cubicBezTo>
                      <a:pt x="16556" y="18888"/>
                      <a:pt x="16874" y="18729"/>
                      <a:pt x="17138" y="18412"/>
                    </a:cubicBezTo>
                    <a:cubicBezTo>
                      <a:pt x="17405" y="18101"/>
                      <a:pt x="17537" y="17724"/>
                      <a:pt x="17537" y="17284"/>
                    </a:cubicBezTo>
                    <a:lnTo>
                      <a:pt x="17537" y="12697"/>
                    </a:lnTo>
                    <a:close/>
                    <a:moveTo>
                      <a:pt x="21333" y="2796"/>
                    </a:moveTo>
                    <a:cubicBezTo>
                      <a:pt x="21514" y="3011"/>
                      <a:pt x="21599" y="3272"/>
                      <a:pt x="21597" y="3578"/>
                    </a:cubicBezTo>
                    <a:cubicBezTo>
                      <a:pt x="21592" y="3881"/>
                      <a:pt x="21504" y="4136"/>
                      <a:pt x="21333" y="4342"/>
                    </a:cubicBezTo>
                    <a:lnTo>
                      <a:pt x="13005" y="14346"/>
                    </a:lnTo>
                    <a:lnTo>
                      <a:pt x="11854" y="15721"/>
                    </a:lnTo>
                    <a:cubicBezTo>
                      <a:pt x="11676" y="15938"/>
                      <a:pt x="11458" y="16044"/>
                      <a:pt x="11206" y="16044"/>
                    </a:cubicBezTo>
                    <a:cubicBezTo>
                      <a:pt x="10951" y="16044"/>
                      <a:pt x="10733" y="15938"/>
                      <a:pt x="10555" y="15721"/>
                    </a:cubicBezTo>
                    <a:lnTo>
                      <a:pt x="9383" y="14346"/>
                    </a:lnTo>
                    <a:lnTo>
                      <a:pt x="4779" y="8787"/>
                    </a:lnTo>
                    <a:cubicBezTo>
                      <a:pt x="4600" y="8573"/>
                      <a:pt x="4507" y="8314"/>
                      <a:pt x="4507" y="8006"/>
                    </a:cubicBezTo>
                    <a:cubicBezTo>
                      <a:pt x="4507" y="7703"/>
                      <a:pt x="4600" y="7441"/>
                      <a:pt x="4779" y="7227"/>
                    </a:cubicBezTo>
                    <a:lnTo>
                      <a:pt x="5927" y="5846"/>
                    </a:lnTo>
                    <a:cubicBezTo>
                      <a:pt x="6106" y="5635"/>
                      <a:pt x="6323" y="5526"/>
                      <a:pt x="6578" y="5526"/>
                    </a:cubicBezTo>
                    <a:cubicBezTo>
                      <a:pt x="6830" y="5526"/>
                      <a:pt x="7043" y="5634"/>
                      <a:pt x="7214" y="5846"/>
                    </a:cubicBezTo>
                    <a:lnTo>
                      <a:pt x="11198" y="10632"/>
                    </a:lnTo>
                    <a:lnTo>
                      <a:pt x="18861" y="1404"/>
                    </a:lnTo>
                    <a:cubicBezTo>
                      <a:pt x="19040" y="1186"/>
                      <a:pt x="19262" y="1084"/>
                      <a:pt x="19524" y="1087"/>
                    </a:cubicBezTo>
                    <a:cubicBezTo>
                      <a:pt x="19786" y="1092"/>
                      <a:pt x="20001" y="1198"/>
                      <a:pt x="20173" y="1404"/>
                    </a:cubicBezTo>
                    <a:lnTo>
                      <a:pt x="21333" y="2796"/>
                    </a:lnTo>
                    <a:close/>
                  </a:path>
                </a:pathLst>
              </a:custGeom>
              <a:grpFill/>
              <a:ln>
                <a:noFill/>
              </a:ln>
              <a:effectLst/>
              <a:ex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37" name="Group 87"/>
            <p:cNvGrpSpPr/>
            <p:nvPr/>
          </p:nvGrpSpPr>
          <p:grpSpPr>
            <a:xfrm>
              <a:off x="6537191" y="4231061"/>
              <a:ext cx="1215733" cy="2209157"/>
              <a:chOff x="6213749" y="4397485"/>
              <a:chExt cx="1327746" cy="2412072"/>
            </a:xfrm>
            <a:grpFill/>
          </p:grpSpPr>
          <p:sp>
            <p:nvSpPr>
              <p:cNvPr id="138" name="Freeform 7"/>
              <p:cNvSpPr>
                <a:spLocks noEditPoints="1"/>
              </p:cNvSpPr>
              <p:nvPr/>
            </p:nvSpPr>
            <p:spPr bwMode="auto">
              <a:xfrm>
                <a:off x="6213749" y="4397485"/>
                <a:ext cx="1327746" cy="2412072"/>
              </a:xfrm>
              <a:custGeom>
                <a:avLst/>
                <a:gdLst>
                  <a:gd name="T0" fmla="*/ 1072 w 1726"/>
                  <a:gd name="T1" fmla="*/ 73 h 3136"/>
                  <a:gd name="T2" fmla="*/ 60 w 1726"/>
                  <a:gd name="T3" fmla="*/ 1513 h 3136"/>
                  <a:gd name="T4" fmla="*/ 57 w 1726"/>
                  <a:gd name="T5" fmla="*/ 3119 h 3136"/>
                  <a:gd name="T6" fmla="*/ 149 w 1726"/>
                  <a:gd name="T7" fmla="*/ 1789 h 3136"/>
                  <a:gd name="T8" fmla="*/ 1072 w 1726"/>
                  <a:gd name="T9" fmla="*/ 1382 h 3136"/>
                  <a:gd name="T10" fmla="*/ 1726 w 1726"/>
                  <a:gd name="T11" fmla="*/ 728 h 3136"/>
                  <a:gd name="T12" fmla="*/ 1072 w 1726"/>
                  <a:gd name="T13" fmla="*/ 73 h 3136"/>
                  <a:gd name="T14" fmla="*/ 1072 w 1726"/>
                  <a:gd name="T15" fmla="*/ 1263 h 3136"/>
                  <a:gd name="T16" fmla="*/ 399 w 1726"/>
                  <a:gd name="T17" fmla="*/ 1365 h 3136"/>
                  <a:gd name="T18" fmla="*/ 209 w 1726"/>
                  <a:gd name="T19" fmla="*/ 1260 h 3136"/>
                  <a:gd name="T20" fmla="*/ 867 w 1726"/>
                  <a:gd name="T21" fmla="*/ 232 h 3136"/>
                  <a:gd name="T22" fmla="*/ 867 w 1726"/>
                  <a:gd name="T23" fmla="*/ 232 h 3136"/>
                  <a:gd name="T24" fmla="*/ 1607 w 1726"/>
                  <a:gd name="T25" fmla="*/ 727 h 3136"/>
                  <a:gd name="T26" fmla="*/ 1072 w 1726"/>
                  <a:gd name="T27" fmla="*/ 1263 h 3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26" h="3136">
                    <a:moveTo>
                      <a:pt x="1072" y="73"/>
                    </a:moveTo>
                    <a:cubicBezTo>
                      <a:pt x="1072" y="73"/>
                      <a:pt x="60" y="0"/>
                      <a:pt x="60" y="1513"/>
                    </a:cubicBezTo>
                    <a:cubicBezTo>
                      <a:pt x="60" y="1513"/>
                      <a:pt x="0" y="3102"/>
                      <a:pt x="57" y="3119"/>
                    </a:cubicBezTo>
                    <a:cubicBezTo>
                      <a:pt x="111" y="3136"/>
                      <a:pt x="75" y="2081"/>
                      <a:pt x="149" y="1789"/>
                    </a:cubicBezTo>
                    <a:cubicBezTo>
                      <a:pt x="255" y="1368"/>
                      <a:pt x="1072" y="1382"/>
                      <a:pt x="1072" y="1382"/>
                    </a:cubicBezTo>
                    <a:cubicBezTo>
                      <a:pt x="1433" y="1382"/>
                      <a:pt x="1726" y="1089"/>
                      <a:pt x="1726" y="728"/>
                    </a:cubicBezTo>
                    <a:cubicBezTo>
                      <a:pt x="1726" y="366"/>
                      <a:pt x="1433" y="73"/>
                      <a:pt x="1072" y="73"/>
                    </a:cubicBezTo>
                    <a:close/>
                    <a:moveTo>
                      <a:pt x="1072" y="1263"/>
                    </a:moveTo>
                    <a:cubicBezTo>
                      <a:pt x="750" y="1254"/>
                      <a:pt x="536" y="1306"/>
                      <a:pt x="399" y="1365"/>
                    </a:cubicBezTo>
                    <a:cubicBezTo>
                      <a:pt x="239" y="1434"/>
                      <a:pt x="196" y="1352"/>
                      <a:pt x="209" y="1260"/>
                    </a:cubicBezTo>
                    <a:cubicBezTo>
                      <a:pt x="265" y="872"/>
                      <a:pt x="424" y="379"/>
                      <a:pt x="867" y="232"/>
                    </a:cubicBezTo>
                    <a:cubicBezTo>
                      <a:pt x="867" y="232"/>
                      <a:pt x="867" y="232"/>
                      <a:pt x="867" y="232"/>
                    </a:cubicBezTo>
                    <a:cubicBezTo>
                      <a:pt x="1262" y="101"/>
                      <a:pt x="1607" y="431"/>
                      <a:pt x="1607" y="727"/>
                    </a:cubicBezTo>
                    <a:cubicBezTo>
                      <a:pt x="1607" y="1023"/>
                      <a:pt x="1367" y="1263"/>
                      <a:pt x="1072" y="1263"/>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9" name="AutoShape 122"/>
              <p:cNvSpPr>
                <a:spLocks/>
              </p:cNvSpPr>
              <p:nvPr/>
            </p:nvSpPr>
            <p:spPr bwMode="auto">
              <a:xfrm>
                <a:off x="6799530" y="4793980"/>
                <a:ext cx="315505" cy="3470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599" y="4921"/>
                    </a:moveTo>
                    <a:lnTo>
                      <a:pt x="21599" y="5871"/>
                    </a:lnTo>
                    <a:cubicBezTo>
                      <a:pt x="21192" y="6052"/>
                      <a:pt x="20518" y="6202"/>
                      <a:pt x="19564" y="6320"/>
                    </a:cubicBezTo>
                    <a:cubicBezTo>
                      <a:pt x="18617" y="6436"/>
                      <a:pt x="17593" y="6522"/>
                      <a:pt x="16494" y="6579"/>
                    </a:cubicBezTo>
                    <a:cubicBezTo>
                      <a:pt x="15398" y="6643"/>
                      <a:pt x="14330" y="6677"/>
                      <a:pt x="13290" y="6683"/>
                    </a:cubicBezTo>
                    <a:cubicBezTo>
                      <a:pt x="12253" y="6692"/>
                      <a:pt x="11427" y="6698"/>
                      <a:pt x="10808" y="6698"/>
                    </a:cubicBezTo>
                    <a:cubicBezTo>
                      <a:pt x="10200" y="6698"/>
                      <a:pt x="9374" y="6692"/>
                      <a:pt x="8326" y="6683"/>
                    </a:cubicBezTo>
                    <a:cubicBezTo>
                      <a:pt x="7276" y="6677"/>
                      <a:pt x="6204" y="6643"/>
                      <a:pt x="5105" y="6579"/>
                    </a:cubicBezTo>
                    <a:cubicBezTo>
                      <a:pt x="4009" y="6522"/>
                      <a:pt x="2993" y="6436"/>
                      <a:pt x="2053" y="6326"/>
                    </a:cubicBezTo>
                    <a:cubicBezTo>
                      <a:pt x="1116" y="6214"/>
                      <a:pt x="442" y="6064"/>
                      <a:pt x="34" y="5871"/>
                    </a:cubicBezTo>
                    <a:cubicBezTo>
                      <a:pt x="10" y="5724"/>
                      <a:pt x="0" y="5566"/>
                      <a:pt x="0" y="5393"/>
                    </a:cubicBezTo>
                    <a:lnTo>
                      <a:pt x="0" y="4921"/>
                    </a:lnTo>
                    <a:lnTo>
                      <a:pt x="0" y="4423"/>
                    </a:lnTo>
                    <a:cubicBezTo>
                      <a:pt x="0" y="4258"/>
                      <a:pt x="10" y="4092"/>
                      <a:pt x="34" y="3924"/>
                    </a:cubicBezTo>
                    <a:cubicBezTo>
                      <a:pt x="307" y="3801"/>
                      <a:pt x="701" y="3688"/>
                      <a:pt x="1213" y="3602"/>
                    </a:cubicBezTo>
                    <a:cubicBezTo>
                      <a:pt x="1717" y="3516"/>
                      <a:pt x="2257" y="3444"/>
                      <a:pt x="2830" y="3389"/>
                    </a:cubicBezTo>
                    <a:cubicBezTo>
                      <a:pt x="3404" y="3334"/>
                      <a:pt x="3971" y="3294"/>
                      <a:pt x="4528" y="3265"/>
                    </a:cubicBezTo>
                    <a:cubicBezTo>
                      <a:pt x="5084" y="3239"/>
                      <a:pt x="5516" y="3213"/>
                      <a:pt x="5827" y="3196"/>
                    </a:cubicBezTo>
                    <a:cubicBezTo>
                      <a:pt x="5737" y="2444"/>
                      <a:pt x="5800" y="1857"/>
                      <a:pt x="6017" y="1431"/>
                    </a:cubicBezTo>
                    <a:cubicBezTo>
                      <a:pt x="6232" y="1010"/>
                      <a:pt x="6560" y="693"/>
                      <a:pt x="7003" y="489"/>
                    </a:cubicBezTo>
                    <a:cubicBezTo>
                      <a:pt x="7441" y="282"/>
                      <a:pt x="7984" y="146"/>
                      <a:pt x="8631" y="86"/>
                    </a:cubicBezTo>
                    <a:cubicBezTo>
                      <a:pt x="9280" y="28"/>
                      <a:pt x="9999" y="0"/>
                      <a:pt x="10808" y="0"/>
                    </a:cubicBezTo>
                    <a:cubicBezTo>
                      <a:pt x="11417" y="0"/>
                      <a:pt x="12021" y="11"/>
                      <a:pt x="12619" y="40"/>
                    </a:cubicBezTo>
                    <a:cubicBezTo>
                      <a:pt x="13221" y="69"/>
                      <a:pt x="13757" y="164"/>
                      <a:pt x="14234" y="319"/>
                    </a:cubicBezTo>
                    <a:cubicBezTo>
                      <a:pt x="14707" y="483"/>
                      <a:pt x="15084" y="734"/>
                      <a:pt x="15367" y="1074"/>
                    </a:cubicBezTo>
                    <a:cubicBezTo>
                      <a:pt x="15647" y="1413"/>
                      <a:pt x="15789" y="1894"/>
                      <a:pt x="15789" y="2519"/>
                    </a:cubicBezTo>
                    <a:lnTo>
                      <a:pt x="15789" y="2850"/>
                    </a:lnTo>
                    <a:cubicBezTo>
                      <a:pt x="15789" y="2963"/>
                      <a:pt x="15775" y="3078"/>
                      <a:pt x="15758" y="3196"/>
                    </a:cubicBezTo>
                    <a:cubicBezTo>
                      <a:pt x="16076" y="3213"/>
                      <a:pt x="16511" y="3239"/>
                      <a:pt x="17061" y="3265"/>
                    </a:cubicBezTo>
                    <a:cubicBezTo>
                      <a:pt x="17611" y="3294"/>
                      <a:pt x="18178" y="3334"/>
                      <a:pt x="18758" y="3389"/>
                    </a:cubicBezTo>
                    <a:cubicBezTo>
                      <a:pt x="19335" y="3443"/>
                      <a:pt x="19885" y="3515"/>
                      <a:pt x="20404" y="3602"/>
                    </a:cubicBezTo>
                    <a:cubicBezTo>
                      <a:pt x="20922" y="3688"/>
                      <a:pt x="21323" y="3801"/>
                      <a:pt x="21596" y="3924"/>
                    </a:cubicBezTo>
                    <a:lnTo>
                      <a:pt x="21596" y="4921"/>
                    </a:lnTo>
                    <a:close/>
                    <a:moveTo>
                      <a:pt x="10812" y="8296"/>
                    </a:moveTo>
                    <a:cubicBezTo>
                      <a:pt x="12236" y="8278"/>
                      <a:pt x="13656" y="8250"/>
                      <a:pt x="15080" y="8215"/>
                    </a:cubicBezTo>
                    <a:cubicBezTo>
                      <a:pt x="16501" y="8178"/>
                      <a:pt x="17925" y="8088"/>
                      <a:pt x="19353" y="7939"/>
                    </a:cubicBezTo>
                    <a:lnTo>
                      <a:pt x="19353" y="19477"/>
                    </a:lnTo>
                    <a:cubicBezTo>
                      <a:pt x="19353" y="20056"/>
                      <a:pt x="19107" y="20557"/>
                      <a:pt x="18620" y="20972"/>
                    </a:cubicBezTo>
                    <a:cubicBezTo>
                      <a:pt x="18133" y="21392"/>
                      <a:pt x="17542" y="21599"/>
                      <a:pt x="16847" y="21599"/>
                    </a:cubicBezTo>
                    <a:lnTo>
                      <a:pt x="4752" y="21599"/>
                    </a:lnTo>
                    <a:cubicBezTo>
                      <a:pt x="4058" y="21599"/>
                      <a:pt x="3460" y="21395"/>
                      <a:pt x="2955" y="20977"/>
                    </a:cubicBezTo>
                    <a:cubicBezTo>
                      <a:pt x="2450" y="20569"/>
                      <a:pt x="2201" y="20068"/>
                      <a:pt x="2201" y="19477"/>
                    </a:cubicBezTo>
                    <a:lnTo>
                      <a:pt x="2201" y="7939"/>
                    </a:lnTo>
                    <a:cubicBezTo>
                      <a:pt x="3560" y="8088"/>
                      <a:pt x="4904" y="8183"/>
                      <a:pt x="6239" y="8229"/>
                    </a:cubicBezTo>
                    <a:cubicBezTo>
                      <a:pt x="7576" y="8273"/>
                      <a:pt x="8917" y="8296"/>
                      <a:pt x="10276" y="8296"/>
                    </a:cubicBezTo>
                    <a:lnTo>
                      <a:pt x="10812" y="8296"/>
                    </a:lnTo>
                    <a:close/>
                    <a:moveTo>
                      <a:pt x="6923" y="10395"/>
                    </a:moveTo>
                    <a:cubicBezTo>
                      <a:pt x="6923" y="10248"/>
                      <a:pt x="6857" y="10119"/>
                      <a:pt x="6733" y="10015"/>
                    </a:cubicBezTo>
                    <a:cubicBezTo>
                      <a:pt x="6605" y="9908"/>
                      <a:pt x="6453" y="9854"/>
                      <a:pt x="6277" y="9854"/>
                    </a:cubicBezTo>
                    <a:lnTo>
                      <a:pt x="5630" y="9854"/>
                    </a:lnTo>
                    <a:cubicBezTo>
                      <a:pt x="5450" y="9854"/>
                      <a:pt x="5305" y="9908"/>
                      <a:pt x="5191" y="10015"/>
                    </a:cubicBezTo>
                    <a:cubicBezTo>
                      <a:pt x="5074" y="10119"/>
                      <a:pt x="5015" y="10248"/>
                      <a:pt x="5015" y="10395"/>
                    </a:cubicBezTo>
                    <a:lnTo>
                      <a:pt x="5015" y="18858"/>
                    </a:lnTo>
                    <a:cubicBezTo>
                      <a:pt x="5015" y="19005"/>
                      <a:pt x="5074" y="19126"/>
                      <a:pt x="5191" y="19224"/>
                    </a:cubicBezTo>
                    <a:cubicBezTo>
                      <a:pt x="5305" y="19319"/>
                      <a:pt x="5450" y="19368"/>
                      <a:pt x="5630" y="19368"/>
                    </a:cubicBezTo>
                    <a:lnTo>
                      <a:pt x="6277" y="19368"/>
                    </a:lnTo>
                    <a:cubicBezTo>
                      <a:pt x="6453" y="19368"/>
                      <a:pt x="6605" y="19319"/>
                      <a:pt x="6733" y="19230"/>
                    </a:cubicBezTo>
                    <a:cubicBezTo>
                      <a:pt x="6857" y="19137"/>
                      <a:pt x="6923" y="19014"/>
                      <a:pt x="6923" y="18858"/>
                    </a:cubicBezTo>
                    <a:lnTo>
                      <a:pt x="6923" y="10395"/>
                    </a:lnTo>
                    <a:close/>
                    <a:moveTo>
                      <a:pt x="8416" y="3141"/>
                    </a:moveTo>
                    <a:cubicBezTo>
                      <a:pt x="10006" y="3121"/>
                      <a:pt x="11607" y="3121"/>
                      <a:pt x="13231" y="3141"/>
                    </a:cubicBezTo>
                    <a:cubicBezTo>
                      <a:pt x="13231" y="3032"/>
                      <a:pt x="13242" y="2925"/>
                      <a:pt x="13266" y="2819"/>
                    </a:cubicBezTo>
                    <a:cubicBezTo>
                      <a:pt x="13286" y="2712"/>
                      <a:pt x="13286" y="2611"/>
                      <a:pt x="13266" y="2519"/>
                    </a:cubicBezTo>
                    <a:lnTo>
                      <a:pt x="13266" y="2315"/>
                    </a:lnTo>
                    <a:cubicBezTo>
                      <a:pt x="12879" y="2222"/>
                      <a:pt x="12471" y="2171"/>
                      <a:pt x="12042" y="2162"/>
                    </a:cubicBezTo>
                    <a:cubicBezTo>
                      <a:pt x="11610" y="2153"/>
                      <a:pt x="11202" y="2148"/>
                      <a:pt x="10819" y="2148"/>
                    </a:cubicBezTo>
                    <a:cubicBezTo>
                      <a:pt x="10411" y="2148"/>
                      <a:pt x="9996" y="2153"/>
                      <a:pt x="9574" y="2162"/>
                    </a:cubicBezTo>
                    <a:cubicBezTo>
                      <a:pt x="9149" y="2171"/>
                      <a:pt x="8741" y="2222"/>
                      <a:pt x="8354" y="2315"/>
                    </a:cubicBezTo>
                    <a:lnTo>
                      <a:pt x="8354" y="2519"/>
                    </a:lnTo>
                    <a:cubicBezTo>
                      <a:pt x="8354" y="2611"/>
                      <a:pt x="8357" y="2715"/>
                      <a:pt x="8371" y="2824"/>
                    </a:cubicBezTo>
                    <a:cubicBezTo>
                      <a:pt x="8375" y="2937"/>
                      <a:pt x="8392" y="3040"/>
                      <a:pt x="8416" y="3141"/>
                    </a:cubicBezTo>
                    <a:moveTo>
                      <a:pt x="11769" y="10395"/>
                    </a:moveTo>
                    <a:cubicBezTo>
                      <a:pt x="11769" y="10248"/>
                      <a:pt x="11707" y="10119"/>
                      <a:pt x="11582" y="10015"/>
                    </a:cubicBezTo>
                    <a:cubicBezTo>
                      <a:pt x="11451" y="9908"/>
                      <a:pt x="11299" y="9854"/>
                      <a:pt x="11123" y="9854"/>
                    </a:cubicBezTo>
                    <a:lnTo>
                      <a:pt x="10476" y="9854"/>
                    </a:lnTo>
                    <a:cubicBezTo>
                      <a:pt x="10300" y="9854"/>
                      <a:pt x="10151" y="9908"/>
                      <a:pt x="10037" y="10015"/>
                    </a:cubicBezTo>
                    <a:cubicBezTo>
                      <a:pt x="9923" y="10119"/>
                      <a:pt x="9865" y="10248"/>
                      <a:pt x="9865" y="10395"/>
                    </a:cubicBezTo>
                    <a:lnTo>
                      <a:pt x="9865" y="18858"/>
                    </a:lnTo>
                    <a:cubicBezTo>
                      <a:pt x="9865" y="19005"/>
                      <a:pt x="9920" y="19126"/>
                      <a:pt x="10030" y="19224"/>
                    </a:cubicBezTo>
                    <a:cubicBezTo>
                      <a:pt x="10141" y="19319"/>
                      <a:pt x="10286" y="19368"/>
                      <a:pt x="10476" y="19368"/>
                    </a:cubicBezTo>
                    <a:lnTo>
                      <a:pt x="11123" y="19368"/>
                    </a:lnTo>
                    <a:cubicBezTo>
                      <a:pt x="11299" y="19368"/>
                      <a:pt x="11451" y="19319"/>
                      <a:pt x="11582" y="19230"/>
                    </a:cubicBezTo>
                    <a:cubicBezTo>
                      <a:pt x="11707" y="19137"/>
                      <a:pt x="11769" y="19014"/>
                      <a:pt x="11769" y="18858"/>
                    </a:cubicBezTo>
                    <a:lnTo>
                      <a:pt x="11769" y="10395"/>
                    </a:lnTo>
                    <a:close/>
                    <a:moveTo>
                      <a:pt x="14683" y="18858"/>
                    </a:moveTo>
                    <a:cubicBezTo>
                      <a:pt x="14683" y="19005"/>
                      <a:pt x="14745" y="19126"/>
                      <a:pt x="14866" y="19224"/>
                    </a:cubicBezTo>
                    <a:cubicBezTo>
                      <a:pt x="14987" y="19319"/>
                      <a:pt x="15143" y="19368"/>
                      <a:pt x="15333" y="19368"/>
                    </a:cubicBezTo>
                    <a:lnTo>
                      <a:pt x="15979" y="19368"/>
                    </a:lnTo>
                    <a:cubicBezTo>
                      <a:pt x="16155" y="19368"/>
                      <a:pt x="16308" y="19319"/>
                      <a:pt x="16432" y="19230"/>
                    </a:cubicBezTo>
                    <a:cubicBezTo>
                      <a:pt x="16560" y="19137"/>
                      <a:pt x="16629" y="19014"/>
                      <a:pt x="16629" y="18858"/>
                    </a:cubicBezTo>
                    <a:lnTo>
                      <a:pt x="16629" y="10395"/>
                    </a:lnTo>
                    <a:cubicBezTo>
                      <a:pt x="16629" y="10248"/>
                      <a:pt x="16560" y="10119"/>
                      <a:pt x="16432" y="10015"/>
                    </a:cubicBezTo>
                    <a:cubicBezTo>
                      <a:pt x="16308" y="9908"/>
                      <a:pt x="16155" y="9854"/>
                      <a:pt x="15979" y="9854"/>
                    </a:cubicBezTo>
                    <a:lnTo>
                      <a:pt x="15333" y="9854"/>
                    </a:lnTo>
                    <a:cubicBezTo>
                      <a:pt x="15153" y="9854"/>
                      <a:pt x="15001" y="9908"/>
                      <a:pt x="14877" y="10015"/>
                    </a:cubicBezTo>
                    <a:cubicBezTo>
                      <a:pt x="14752" y="10119"/>
                      <a:pt x="14683" y="10248"/>
                      <a:pt x="14683" y="10395"/>
                    </a:cubicBezTo>
                    <a:lnTo>
                      <a:pt x="14683" y="18858"/>
                    </a:lnTo>
                    <a:close/>
                  </a:path>
                </a:pathLst>
              </a:custGeom>
              <a:grpFill/>
              <a:ln>
                <a:noFill/>
              </a:ln>
              <a:effectLst/>
              <a:ex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40" name="Group 85"/>
            <p:cNvGrpSpPr/>
            <p:nvPr/>
          </p:nvGrpSpPr>
          <p:grpSpPr>
            <a:xfrm>
              <a:off x="5273024" y="3626846"/>
              <a:ext cx="1321675" cy="2794296"/>
              <a:chOff x="4833107" y="3737773"/>
              <a:chExt cx="1443450" cy="3050957"/>
            </a:xfrm>
            <a:grpFill/>
          </p:grpSpPr>
          <p:sp>
            <p:nvSpPr>
              <p:cNvPr id="141" name="Freeform 11"/>
              <p:cNvSpPr>
                <a:spLocks noEditPoints="1"/>
              </p:cNvSpPr>
              <p:nvPr/>
            </p:nvSpPr>
            <p:spPr bwMode="auto">
              <a:xfrm>
                <a:off x="4833107" y="5517283"/>
                <a:ext cx="1111662" cy="1271447"/>
              </a:xfrm>
              <a:custGeom>
                <a:avLst/>
                <a:gdLst>
                  <a:gd name="T0" fmla="*/ 0 w 1445"/>
                  <a:gd name="T1" fmla="*/ 675 h 1653"/>
                  <a:gd name="T2" fmla="*/ 662 w 1445"/>
                  <a:gd name="T3" fmla="*/ 1329 h 1653"/>
                  <a:gd name="T4" fmla="*/ 1309 w 1445"/>
                  <a:gd name="T5" fmla="*/ 1463 h 1653"/>
                  <a:gd name="T6" fmla="*/ 1387 w 1445"/>
                  <a:gd name="T7" fmla="*/ 1653 h 1653"/>
                  <a:gd name="T8" fmla="*/ 1273 w 1445"/>
                  <a:gd name="T9" fmla="*/ 389 h 1653"/>
                  <a:gd name="T10" fmla="*/ 655 w 1445"/>
                  <a:gd name="T11" fmla="*/ 20 h 1653"/>
                  <a:gd name="T12" fmla="*/ 0 w 1445"/>
                  <a:gd name="T13" fmla="*/ 675 h 1653"/>
                  <a:gd name="T14" fmla="*/ 117 w 1445"/>
                  <a:gd name="T15" fmla="*/ 671 h 1653"/>
                  <a:gd name="T16" fmla="*/ 652 w 1445"/>
                  <a:gd name="T17" fmla="*/ 135 h 1653"/>
                  <a:gd name="T18" fmla="*/ 1108 w 1445"/>
                  <a:gd name="T19" fmla="*/ 389 h 1653"/>
                  <a:gd name="T20" fmla="*/ 1275 w 1445"/>
                  <a:gd name="T21" fmla="*/ 1129 h 1653"/>
                  <a:gd name="T22" fmla="*/ 1121 w 1445"/>
                  <a:gd name="T23" fmla="*/ 1248 h 1653"/>
                  <a:gd name="T24" fmla="*/ 652 w 1445"/>
                  <a:gd name="T25" fmla="*/ 1206 h 1653"/>
                  <a:gd name="T26" fmla="*/ 117 w 1445"/>
                  <a:gd name="T27" fmla="*/ 671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5" h="1653">
                    <a:moveTo>
                      <a:pt x="0" y="675"/>
                    </a:moveTo>
                    <a:cubicBezTo>
                      <a:pt x="0" y="1036"/>
                      <a:pt x="294" y="1329"/>
                      <a:pt x="662" y="1329"/>
                    </a:cubicBezTo>
                    <a:cubicBezTo>
                      <a:pt x="662" y="1329"/>
                      <a:pt x="1224" y="1338"/>
                      <a:pt x="1309" y="1463"/>
                    </a:cubicBezTo>
                    <a:cubicBezTo>
                      <a:pt x="1388" y="1579"/>
                      <a:pt x="1346" y="1653"/>
                      <a:pt x="1387" y="1653"/>
                    </a:cubicBezTo>
                    <a:cubicBezTo>
                      <a:pt x="1445" y="1653"/>
                      <a:pt x="1445" y="703"/>
                      <a:pt x="1273" y="389"/>
                    </a:cubicBezTo>
                    <a:cubicBezTo>
                      <a:pt x="1183" y="224"/>
                      <a:pt x="992" y="39"/>
                      <a:pt x="655" y="20"/>
                    </a:cubicBezTo>
                    <a:cubicBezTo>
                      <a:pt x="294" y="0"/>
                      <a:pt x="0" y="313"/>
                      <a:pt x="0" y="675"/>
                    </a:cubicBezTo>
                    <a:close/>
                    <a:moveTo>
                      <a:pt x="117" y="671"/>
                    </a:moveTo>
                    <a:cubicBezTo>
                      <a:pt x="117" y="375"/>
                      <a:pt x="357" y="135"/>
                      <a:pt x="652" y="135"/>
                    </a:cubicBezTo>
                    <a:cubicBezTo>
                      <a:pt x="845" y="135"/>
                      <a:pt x="1013" y="237"/>
                      <a:pt x="1108" y="389"/>
                    </a:cubicBezTo>
                    <a:cubicBezTo>
                      <a:pt x="1241" y="603"/>
                      <a:pt x="1275" y="923"/>
                      <a:pt x="1275" y="1129"/>
                    </a:cubicBezTo>
                    <a:cubicBezTo>
                      <a:pt x="1275" y="1254"/>
                      <a:pt x="1223" y="1273"/>
                      <a:pt x="1121" y="1248"/>
                    </a:cubicBezTo>
                    <a:cubicBezTo>
                      <a:pt x="1018" y="1223"/>
                      <a:pt x="863" y="1199"/>
                      <a:pt x="652" y="1206"/>
                    </a:cubicBezTo>
                    <a:cubicBezTo>
                      <a:pt x="357" y="1206"/>
                      <a:pt x="117" y="966"/>
                      <a:pt x="117" y="671"/>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2" name="AutoShape 12"/>
              <p:cNvSpPr>
                <a:spLocks/>
              </p:cNvSpPr>
              <p:nvPr/>
            </p:nvSpPr>
            <p:spPr bwMode="auto">
              <a:xfrm>
                <a:off x="6007141" y="3737773"/>
                <a:ext cx="269416" cy="291504"/>
              </a:xfrm>
              <a:custGeom>
                <a:avLst/>
                <a:gdLst>
                  <a:gd name="T0" fmla="+- 0 10802 114"/>
                  <a:gd name="T1" fmla="*/ T0 w 21376"/>
                  <a:gd name="T2" fmla="*/ 10800 h 21600"/>
                  <a:gd name="T3" fmla="+- 0 10802 114"/>
                  <a:gd name="T4" fmla="*/ T3 w 21376"/>
                  <a:gd name="T5" fmla="*/ 10800 h 21600"/>
                  <a:gd name="T6" fmla="+- 0 10802 114"/>
                  <a:gd name="T7" fmla="*/ T6 w 21376"/>
                  <a:gd name="T8" fmla="*/ 10800 h 21600"/>
                  <a:gd name="T9" fmla="+- 0 10802 114"/>
                  <a:gd name="T10" fmla="*/ T9 w 21376"/>
                  <a:gd name="T11" fmla="*/ 10800 h 21600"/>
                </a:gdLst>
                <a:ahLst/>
                <a:cxnLst>
                  <a:cxn ang="0">
                    <a:pos x="T1" y="T2"/>
                  </a:cxn>
                  <a:cxn ang="0">
                    <a:pos x="T4" y="T5"/>
                  </a:cxn>
                  <a:cxn ang="0">
                    <a:pos x="T7" y="T8"/>
                  </a:cxn>
                  <a:cxn ang="0">
                    <a:pos x="T10" y="T11"/>
                  </a:cxn>
                </a:cxnLst>
                <a:rect l="0" t="0" r="r" b="b"/>
                <a:pathLst>
                  <a:path w="21376" h="21600">
                    <a:moveTo>
                      <a:pt x="21036" y="18604"/>
                    </a:moveTo>
                    <a:cubicBezTo>
                      <a:pt x="21454" y="19261"/>
                      <a:pt x="21486" y="19922"/>
                      <a:pt x="21134" y="20586"/>
                    </a:cubicBezTo>
                    <a:cubicBezTo>
                      <a:pt x="20969" y="20915"/>
                      <a:pt x="20731" y="21168"/>
                      <a:pt x="20427" y="21338"/>
                    </a:cubicBezTo>
                    <a:cubicBezTo>
                      <a:pt x="20122" y="21514"/>
                      <a:pt x="19797" y="21599"/>
                      <a:pt x="19455" y="21599"/>
                    </a:cubicBezTo>
                    <a:lnTo>
                      <a:pt x="1928" y="21599"/>
                    </a:lnTo>
                    <a:cubicBezTo>
                      <a:pt x="1585" y="21599"/>
                      <a:pt x="1263" y="21514"/>
                      <a:pt x="965" y="21338"/>
                    </a:cubicBezTo>
                    <a:cubicBezTo>
                      <a:pt x="663" y="21168"/>
                      <a:pt x="425" y="20915"/>
                      <a:pt x="248" y="20586"/>
                    </a:cubicBezTo>
                    <a:cubicBezTo>
                      <a:pt x="-114" y="19914"/>
                      <a:pt x="-80" y="19250"/>
                      <a:pt x="344" y="18604"/>
                    </a:cubicBezTo>
                    <a:lnTo>
                      <a:pt x="7509" y="7313"/>
                    </a:lnTo>
                    <a:lnTo>
                      <a:pt x="7509" y="2167"/>
                    </a:lnTo>
                    <a:lnTo>
                      <a:pt x="6427" y="2167"/>
                    </a:lnTo>
                    <a:cubicBezTo>
                      <a:pt x="6122" y="2167"/>
                      <a:pt x="5870" y="2061"/>
                      <a:pt x="5670" y="1850"/>
                    </a:cubicBezTo>
                    <a:cubicBezTo>
                      <a:pt x="5473" y="1638"/>
                      <a:pt x="5371" y="1380"/>
                      <a:pt x="5371" y="1072"/>
                    </a:cubicBezTo>
                    <a:cubicBezTo>
                      <a:pt x="5371" y="778"/>
                      <a:pt x="5473" y="528"/>
                      <a:pt x="5670" y="320"/>
                    </a:cubicBezTo>
                    <a:cubicBezTo>
                      <a:pt x="5870" y="108"/>
                      <a:pt x="6122" y="0"/>
                      <a:pt x="6427" y="0"/>
                    </a:cubicBezTo>
                    <a:lnTo>
                      <a:pt x="14953" y="0"/>
                    </a:lnTo>
                    <a:cubicBezTo>
                      <a:pt x="15260" y="0"/>
                      <a:pt x="15515" y="108"/>
                      <a:pt x="15724" y="320"/>
                    </a:cubicBezTo>
                    <a:cubicBezTo>
                      <a:pt x="15933" y="528"/>
                      <a:pt x="16038" y="778"/>
                      <a:pt x="16038" y="1072"/>
                    </a:cubicBezTo>
                    <a:cubicBezTo>
                      <a:pt x="16038" y="1380"/>
                      <a:pt x="15933" y="1638"/>
                      <a:pt x="15724" y="1850"/>
                    </a:cubicBezTo>
                    <a:cubicBezTo>
                      <a:pt x="15515" y="2061"/>
                      <a:pt x="15260" y="2167"/>
                      <a:pt x="14953" y="2167"/>
                    </a:cubicBezTo>
                    <a:lnTo>
                      <a:pt x="13900" y="2167"/>
                    </a:lnTo>
                    <a:lnTo>
                      <a:pt x="13900" y="7339"/>
                    </a:lnTo>
                    <a:lnTo>
                      <a:pt x="21036" y="18604"/>
                    </a:lnTo>
                    <a:close/>
                    <a:moveTo>
                      <a:pt x="5261" y="14865"/>
                    </a:moveTo>
                    <a:lnTo>
                      <a:pt x="16122" y="14865"/>
                    </a:lnTo>
                    <a:lnTo>
                      <a:pt x="11773" y="7974"/>
                    </a:lnTo>
                    <a:lnTo>
                      <a:pt x="11773" y="2167"/>
                    </a:lnTo>
                    <a:lnTo>
                      <a:pt x="9635" y="2167"/>
                    </a:lnTo>
                    <a:lnTo>
                      <a:pt x="9635" y="7947"/>
                    </a:lnTo>
                    <a:lnTo>
                      <a:pt x="5261" y="14865"/>
                    </a:lnTo>
                    <a:close/>
                  </a:path>
                </a:pathLst>
              </a:custGeom>
              <a:grpFill/>
              <a:ln>
                <a:noFill/>
              </a:ln>
              <a:effectLst/>
              <a:ex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sp>
        <p:nvSpPr>
          <p:cNvPr id="143" name="AutoShape 66"/>
          <p:cNvSpPr>
            <a:spLocks/>
          </p:cNvSpPr>
          <p:nvPr/>
        </p:nvSpPr>
        <p:spPr bwMode="auto">
          <a:xfrm>
            <a:off x="7025901" y="3794842"/>
            <a:ext cx="165785" cy="191190"/>
          </a:xfrm>
          <a:custGeom>
            <a:avLst/>
            <a:gdLst>
              <a:gd name="T0" fmla="*/ 10799 w 21598"/>
              <a:gd name="T1" fmla="*/ 10800 h 21600"/>
              <a:gd name="T2" fmla="*/ 10799 w 21598"/>
              <a:gd name="T3" fmla="*/ 10800 h 21600"/>
              <a:gd name="T4" fmla="*/ 10799 w 21598"/>
              <a:gd name="T5" fmla="*/ 10800 h 21600"/>
              <a:gd name="T6" fmla="*/ 10799 w 21598"/>
              <a:gd name="T7" fmla="*/ 10800 h 21600"/>
            </a:gdLst>
            <a:ahLst/>
            <a:cxnLst>
              <a:cxn ang="0">
                <a:pos x="T0" y="T1"/>
              </a:cxn>
              <a:cxn ang="0">
                <a:pos x="T2" y="T3"/>
              </a:cxn>
              <a:cxn ang="0">
                <a:pos x="T4" y="T5"/>
              </a:cxn>
              <a:cxn ang="0">
                <a:pos x="T6" y="T7"/>
              </a:cxn>
            </a:cxnLst>
            <a:rect l="0" t="0" r="r" b="b"/>
            <a:pathLst>
              <a:path w="21598" h="21600">
                <a:moveTo>
                  <a:pt x="17537" y="12697"/>
                </a:moveTo>
                <a:lnTo>
                  <a:pt x="19798" y="9997"/>
                </a:lnTo>
                <a:lnTo>
                  <a:pt x="19798" y="17284"/>
                </a:lnTo>
                <a:cubicBezTo>
                  <a:pt x="19798" y="17874"/>
                  <a:pt x="19700" y="18429"/>
                  <a:pt x="19505" y="18949"/>
                </a:cubicBezTo>
                <a:cubicBezTo>
                  <a:pt x="19309" y="19469"/>
                  <a:pt x="19049" y="19928"/>
                  <a:pt x="18721" y="20321"/>
                </a:cubicBezTo>
                <a:cubicBezTo>
                  <a:pt x="18394" y="20715"/>
                  <a:pt x="18014" y="21027"/>
                  <a:pt x="17583" y="21256"/>
                </a:cubicBezTo>
                <a:cubicBezTo>
                  <a:pt x="17153" y="21485"/>
                  <a:pt x="16690" y="21599"/>
                  <a:pt x="16188" y="21599"/>
                </a:cubicBezTo>
                <a:lnTo>
                  <a:pt x="3595" y="21599"/>
                </a:lnTo>
                <a:cubicBezTo>
                  <a:pt x="3103" y="21599"/>
                  <a:pt x="2635" y="21485"/>
                  <a:pt x="2195" y="21256"/>
                </a:cubicBezTo>
                <a:cubicBezTo>
                  <a:pt x="1754" y="21027"/>
                  <a:pt x="1372" y="20715"/>
                  <a:pt x="1052" y="20321"/>
                </a:cubicBezTo>
                <a:cubicBezTo>
                  <a:pt x="734" y="19928"/>
                  <a:pt x="477" y="19469"/>
                  <a:pt x="286" y="18949"/>
                </a:cubicBezTo>
                <a:cubicBezTo>
                  <a:pt x="95" y="18429"/>
                  <a:pt x="0" y="17874"/>
                  <a:pt x="0" y="17284"/>
                </a:cubicBezTo>
                <a:lnTo>
                  <a:pt x="0" y="4315"/>
                </a:lnTo>
                <a:cubicBezTo>
                  <a:pt x="0" y="3722"/>
                  <a:pt x="95" y="3164"/>
                  <a:pt x="286" y="2632"/>
                </a:cubicBezTo>
                <a:cubicBezTo>
                  <a:pt x="477" y="2106"/>
                  <a:pt x="734" y="1645"/>
                  <a:pt x="1052" y="1263"/>
                </a:cubicBezTo>
                <a:cubicBezTo>
                  <a:pt x="1372" y="878"/>
                  <a:pt x="1754" y="572"/>
                  <a:pt x="2195" y="343"/>
                </a:cubicBezTo>
                <a:cubicBezTo>
                  <a:pt x="2635" y="114"/>
                  <a:pt x="3103" y="0"/>
                  <a:pt x="3595" y="0"/>
                </a:cubicBezTo>
                <a:lnTo>
                  <a:pt x="16188" y="0"/>
                </a:lnTo>
                <a:cubicBezTo>
                  <a:pt x="16401" y="0"/>
                  <a:pt x="16605" y="26"/>
                  <a:pt x="16798" y="82"/>
                </a:cubicBezTo>
                <a:lnTo>
                  <a:pt x="14608" y="2714"/>
                </a:lnTo>
                <a:lnTo>
                  <a:pt x="3595" y="2714"/>
                </a:lnTo>
                <a:cubicBezTo>
                  <a:pt x="3228" y="2714"/>
                  <a:pt x="2914" y="2867"/>
                  <a:pt x="2652" y="3184"/>
                </a:cubicBezTo>
                <a:cubicBezTo>
                  <a:pt x="2391" y="3496"/>
                  <a:pt x="2261" y="3875"/>
                  <a:pt x="2261" y="4315"/>
                </a:cubicBezTo>
                <a:lnTo>
                  <a:pt x="2261" y="17284"/>
                </a:lnTo>
                <a:cubicBezTo>
                  <a:pt x="2261" y="17724"/>
                  <a:pt x="2391" y="18101"/>
                  <a:pt x="2652" y="18412"/>
                </a:cubicBezTo>
                <a:cubicBezTo>
                  <a:pt x="2914" y="18729"/>
                  <a:pt x="3228" y="18888"/>
                  <a:pt x="3595" y="18888"/>
                </a:cubicBezTo>
                <a:lnTo>
                  <a:pt x="16188" y="18888"/>
                </a:lnTo>
                <a:cubicBezTo>
                  <a:pt x="16556" y="18888"/>
                  <a:pt x="16874" y="18729"/>
                  <a:pt x="17138" y="18412"/>
                </a:cubicBezTo>
                <a:cubicBezTo>
                  <a:pt x="17405" y="18101"/>
                  <a:pt x="17537" y="17724"/>
                  <a:pt x="17537" y="17284"/>
                </a:cubicBezTo>
                <a:lnTo>
                  <a:pt x="17537" y="12697"/>
                </a:lnTo>
                <a:close/>
                <a:moveTo>
                  <a:pt x="21333" y="2796"/>
                </a:moveTo>
                <a:cubicBezTo>
                  <a:pt x="21514" y="3011"/>
                  <a:pt x="21599" y="3272"/>
                  <a:pt x="21597" y="3578"/>
                </a:cubicBezTo>
                <a:cubicBezTo>
                  <a:pt x="21592" y="3881"/>
                  <a:pt x="21504" y="4136"/>
                  <a:pt x="21333" y="4342"/>
                </a:cubicBezTo>
                <a:lnTo>
                  <a:pt x="13005" y="14346"/>
                </a:lnTo>
                <a:lnTo>
                  <a:pt x="11854" y="15721"/>
                </a:lnTo>
                <a:cubicBezTo>
                  <a:pt x="11676" y="15938"/>
                  <a:pt x="11458" y="16044"/>
                  <a:pt x="11206" y="16044"/>
                </a:cubicBezTo>
                <a:cubicBezTo>
                  <a:pt x="10951" y="16044"/>
                  <a:pt x="10733" y="15938"/>
                  <a:pt x="10555" y="15721"/>
                </a:cubicBezTo>
                <a:lnTo>
                  <a:pt x="9383" y="14346"/>
                </a:lnTo>
                <a:lnTo>
                  <a:pt x="4779" y="8787"/>
                </a:lnTo>
                <a:cubicBezTo>
                  <a:pt x="4600" y="8573"/>
                  <a:pt x="4507" y="8314"/>
                  <a:pt x="4507" y="8006"/>
                </a:cubicBezTo>
                <a:cubicBezTo>
                  <a:pt x="4507" y="7703"/>
                  <a:pt x="4600" y="7441"/>
                  <a:pt x="4779" y="7227"/>
                </a:cubicBezTo>
                <a:lnTo>
                  <a:pt x="5927" y="5846"/>
                </a:lnTo>
                <a:cubicBezTo>
                  <a:pt x="6106" y="5635"/>
                  <a:pt x="6323" y="5526"/>
                  <a:pt x="6578" y="5526"/>
                </a:cubicBezTo>
                <a:cubicBezTo>
                  <a:pt x="6830" y="5526"/>
                  <a:pt x="7043" y="5634"/>
                  <a:pt x="7214" y="5846"/>
                </a:cubicBezTo>
                <a:lnTo>
                  <a:pt x="11198" y="10632"/>
                </a:lnTo>
                <a:lnTo>
                  <a:pt x="18861" y="1404"/>
                </a:lnTo>
                <a:cubicBezTo>
                  <a:pt x="19040" y="1186"/>
                  <a:pt x="19262" y="1084"/>
                  <a:pt x="19524" y="1087"/>
                </a:cubicBezTo>
                <a:cubicBezTo>
                  <a:pt x="19786" y="1092"/>
                  <a:pt x="20001" y="1198"/>
                  <a:pt x="20173" y="1404"/>
                </a:cubicBezTo>
                <a:lnTo>
                  <a:pt x="21333" y="2796"/>
                </a:lnTo>
                <a:close/>
              </a:path>
            </a:pathLst>
          </a:custGeom>
          <a:solidFill>
            <a:schemeClr val="accent1">
              <a:lumMod val="20000"/>
              <a:lumOff val="80000"/>
            </a:schemeClr>
          </a:solidFill>
          <a:ln>
            <a:noFill/>
          </a:ln>
          <a:effectLst/>
          <a:ex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spTree>
    <p:extLst>
      <p:ext uri="{BB962C8B-B14F-4D97-AF65-F5344CB8AC3E}">
        <p14:creationId xmlns:p14="http://schemas.microsoft.com/office/powerpoint/2010/main" val="302472729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896034"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596130" cy="461665"/>
          </a:xfrm>
          <a:prstGeom prst="rect">
            <a:avLst/>
          </a:prstGeom>
        </p:spPr>
        <p:txBody>
          <a:bodyPr wrap="none">
            <a:spAutoFit/>
          </a:bodyPr>
          <a:lstStyle/>
          <a:p>
            <a:r>
              <a:rPr lang="en-US" altLang="zh-CN" sz="2400" b="1" dirty="0">
                <a:solidFill>
                  <a:schemeClr val="bg1"/>
                </a:solidFill>
              </a:rPr>
              <a:t>9.2.3 </a:t>
            </a:r>
            <a:r>
              <a:rPr lang="zh-CN" altLang="en-US" sz="2400" b="1" dirty="0">
                <a:solidFill>
                  <a:schemeClr val="bg1"/>
                </a:solidFill>
              </a:rPr>
              <a:t>定时器标准外设库应用</a:t>
            </a:r>
            <a:r>
              <a:rPr lang="zh-CN" altLang="en-US" sz="2400" b="1" dirty="0" smtClean="0">
                <a:solidFill>
                  <a:schemeClr val="bg1"/>
                </a:solidFill>
              </a:rPr>
              <a:t>实例</a:t>
            </a:r>
            <a:endParaRPr lang="zh-CN" altLang="zh-CN" sz="2400" b="1" dirty="0">
              <a:solidFill>
                <a:schemeClr val="bg1"/>
              </a:solidFill>
            </a:endParaRPr>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8" name="矩形 77"/>
          <p:cNvSpPr/>
          <p:nvPr/>
        </p:nvSpPr>
        <p:spPr>
          <a:xfrm>
            <a:off x="431540" y="1401155"/>
            <a:ext cx="3865682" cy="3462230"/>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sz="1100" b="1" dirty="0"/>
              <a:t>#include "</a:t>
            </a:r>
            <a:r>
              <a:rPr lang="en-US" altLang="zh-CN" sz="1100" b="1" dirty="0" err="1"/>
              <a:t>Timer.h</a:t>
            </a:r>
            <a:r>
              <a:rPr lang="en-US" altLang="zh-CN" sz="1100" b="1" dirty="0"/>
              <a:t>"</a:t>
            </a:r>
          </a:p>
          <a:p>
            <a:pPr>
              <a:lnSpc>
                <a:spcPct val="125000"/>
              </a:lnSpc>
            </a:pPr>
            <a:r>
              <a:rPr lang="en-US" altLang="zh-CN" sz="1100" b="1" dirty="0"/>
              <a:t>void TIM2_NVIC_Configuration(void)</a:t>
            </a:r>
          </a:p>
          <a:p>
            <a:pPr>
              <a:lnSpc>
                <a:spcPct val="125000"/>
              </a:lnSpc>
            </a:pPr>
            <a:r>
              <a:rPr lang="en-US" altLang="zh-CN" sz="1100" b="1" dirty="0" smtClean="0"/>
              <a:t>{         // </a:t>
            </a:r>
            <a:r>
              <a:rPr lang="en-US" altLang="zh-CN" sz="1100" b="1" dirty="0"/>
              <a:t>NVIC</a:t>
            </a:r>
            <a:r>
              <a:rPr lang="zh-CN" altLang="en-US" sz="1100" b="1" dirty="0"/>
              <a:t>配置</a:t>
            </a:r>
          </a:p>
          <a:p>
            <a:pPr>
              <a:lnSpc>
                <a:spcPct val="125000"/>
              </a:lnSpc>
            </a:pPr>
            <a:r>
              <a:rPr lang="zh-CN" altLang="en-US" sz="1100" b="1" dirty="0"/>
              <a:t>    </a:t>
            </a:r>
            <a:r>
              <a:rPr lang="en-US" altLang="zh-CN" sz="1100" b="1" dirty="0" err="1"/>
              <a:t>NVIC_InitTypeDef</a:t>
            </a:r>
            <a:r>
              <a:rPr lang="en-US" altLang="zh-CN" sz="1100" b="1" dirty="0"/>
              <a:t> </a:t>
            </a:r>
            <a:r>
              <a:rPr lang="en-US" altLang="zh-CN" sz="1100" b="1" dirty="0" err="1"/>
              <a:t>NVIC_InitStructure</a:t>
            </a:r>
            <a:r>
              <a:rPr lang="en-US" altLang="zh-CN" sz="1100" b="1" dirty="0"/>
              <a:t>; </a:t>
            </a:r>
          </a:p>
          <a:p>
            <a:pPr>
              <a:lnSpc>
                <a:spcPct val="125000"/>
              </a:lnSpc>
            </a:pPr>
            <a:r>
              <a:rPr lang="en-US" altLang="zh-CN" sz="1100" b="1" dirty="0"/>
              <a:t>    </a:t>
            </a:r>
            <a:r>
              <a:rPr lang="en-US" altLang="zh-CN" sz="1100" b="1" dirty="0" err="1"/>
              <a:t>NVIC_PriorityGroupConfig</a:t>
            </a:r>
            <a:r>
              <a:rPr lang="en-US" altLang="zh-CN" sz="1100" b="1" dirty="0"/>
              <a:t>(NVIC_PriorityGroup_2); </a:t>
            </a:r>
            <a:endParaRPr lang="en-US" altLang="zh-CN" sz="1100" b="1" dirty="0" smtClean="0"/>
          </a:p>
          <a:p>
            <a:pPr>
              <a:lnSpc>
                <a:spcPct val="125000"/>
              </a:lnSpc>
            </a:pPr>
            <a:r>
              <a:rPr lang="en-US" altLang="zh-CN" sz="1100" b="1" dirty="0"/>
              <a:t> </a:t>
            </a:r>
            <a:r>
              <a:rPr lang="en-US" altLang="zh-CN" sz="1100" b="1" dirty="0" smtClean="0"/>
              <a:t>        //</a:t>
            </a:r>
            <a:r>
              <a:rPr lang="en-US" altLang="zh-CN" sz="1100" b="1" dirty="0"/>
              <a:t>NVIC</a:t>
            </a:r>
            <a:r>
              <a:rPr lang="zh-CN" altLang="en-US" sz="1100" b="1" dirty="0"/>
              <a:t>中断分组</a:t>
            </a:r>
          </a:p>
          <a:p>
            <a:pPr>
              <a:lnSpc>
                <a:spcPct val="125000"/>
              </a:lnSpc>
            </a:pPr>
            <a:r>
              <a:rPr lang="zh-CN" altLang="en-US" sz="1100" b="1" dirty="0"/>
              <a:t>    </a:t>
            </a:r>
            <a:r>
              <a:rPr lang="en-US" altLang="zh-CN" sz="1100" b="1" dirty="0" err="1"/>
              <a:t>NVIC_InitStructure.NVIC_IRQChannel</a:t>
            </a:r>
            <a:r>
              <a:rPr lang="en-US" altLang="zh-CN" sz="1100" b="1" dirty="0"/>
              <a:t> = TIM2_IRQn;  </a:t>
            </a:r>
            <a:endParaRPr lang="en-US" altLang="zh-CN" sz="1100" b="1" dirty="0" smtClean="0"/>
          </a:p>
          <a:p>
            <a:pPr>
              <a:lnSpc>
                <a:spcPct val="125000"/>
              </a:lnSpc>
            </a:pPr>
            <a:r>
              <a:rPr lang="en-US" altLang="zh-CN" sz="1100" b="1" dirty="0"/>
              <a:t> </a:t>
            </a:r>
            <a:r>
              <a:rPr lang="en-US" altLang="zh-CN" sz="1100" b="1" dirty="0" smtClean="0"/>
              <a:t>        //</a:t>
            </a:r>
            <a:r>
              <a:rPr lang="zh-CN" altLang="en-US" sz="1100" b="1" dirty="0"/>
              <a:t>设置中断通道为定时器</a:t>
            </a:r>
            <a:r>
              <a:rPr lang="en-US" altLang="zh-CN" sz="1100" b="1" dirty="0"/>
              <a:t>TIM2</a:t>
            </a:r>
            <a:r>
              <a:rPr lang="zh-CN" altLang="en-US" sz="1100" b="1" dirty="0"/>
              <a:t>中断</a:t>
            </a:r>
          </a:p>
          <a:p>
            <a:pPr>
              <a:lnSpc>
                <a:spcPct val="125000"/>
              </a:lnSpc>
            </a:pPr>
            <a:r>
              <a:rPr lang="zh-CN" altLang="en-US" sz="1100" b="1" dirty="0"/>
              <a:t>    </a:t>
            </a:r>
            <a:r>
              <a:rPr lang="en-US" altLang="zh-CN" sz="1100" b="1" dirty="0" err="1"/>
              <a:t>NVIC_InitStructure.NVIC_IRQChannelPreemptionPriority</a:t>
            </a:r>
            <a:r>
              <a:rPr lang="en-US" altLang="zh-CN" sz="1100" b="1" dirty="0"/>
              <a:t> = 0; </a:t>
            </a:r>
            <a:endParaRPr lang="en-US" altLang="zh-CN" sz="1100" b="1" dirty="0" smtClean="0"/>
          </a:p>
          <a:p>
            <a:pPr>
              <a:lnSpc>
                <a:spcPct val="125000"/>
              </a:lnSpc>
            </a:pPr>
            <a:r>
              <a:rPr lang="en-US" altLang="zh-CN" sz="1100" b="1" dirty="0"/>
              <a:t> </a:t>
            </a:r>
            <a:r>
              <a:rPr lang="en-US" altLang="zh-CN" sz="1100" b="1" dirty="0" smtClean="0"/>
              <a:t>        </a:t>
            </a:r>
            <a:r>
              <a:rPr lang="en-US" altLang="zh-CN" sz="1100" b="1" dirty="0"/>
              <a:t>//</a:t>
            </a:r>
            <a:r>
              <a:rPr lang="zh-CN" altLang="en-US" sz="1100" b="1" dirty="0"/>
              <a:t>抢占优先级为</a:t>
            </a:r>
            <a:r>
              <a:rPr lang="en-US" altLang="zh-CN" sz="1100" b="1" dirty="0"/>
              <a:t>0</a:t>
            </a:r>
          </a:p>
          <a:p>
            <a:pPr>
              <a:lnSpc>
                <a:spcPct val="125000"/>
              </a:lnSpc>
            </a:pPr>
            <a:r>
              <a:rPr lang="en-US" altLang="zh-CN" sz="1100" b="1" dirty="0"/>
              <a:t>    </a:t>
            </a:r>
            <a:r>
              <a:rPr lang="en-US" altLang="zh-CN" sz="1100" b="1" dirty="0" err="1"/>
              <a:t>NVIC_InitStructure.NVIC_IRQChannelSubPriority</a:t>
            </a:r>
            <a:r>
              <a:rPr lang="en-US" altLang="zh-CN" sz="1100" b="1" dirty="0"/>
              <a:t> = 1; </a:t>
            </a:r>
            <a:endParaRPr lang="en-US" altLang="zh-CN" sz="1100" b="1" dirty="0" smtClean="0"/>
          </a:p>
          <a:p>
            <a:pPr>
              <a:lnSpc>
                <a:spcPct val="125000"/>
              </a:lnSpc>
            </a:pPr>
            <a:r>
              <a:rPr lang="en-US" altLang="zh-CN" sz="1100" b="1" dirty="0"/>
              <a:t> </a:t>
            </a:r>
            <a:r>
              <a:rPr lang="en-US" altLang="zh-CN" sz="1100" b="1" dirty="0" smtClean="0"/>
              <a:t>         </a:t>
            </a:r>
            <a:r>
              <a:rPr lang="en-US" altLang="zh-CN" sz="1100" b="1" dirty="0"/>
              <a:t>//</a:t>
            </a:r>
            <a:r>
              <a:rPr lang="zh-CN" altLang="en-US" sz="1100" b="1" dirty="0"/>
              <a:t>响应优先级为</a:t>
            </a:r>
            <a:r>
              <a:rPr lang="en-US" altLang="zh-CN" sz="1100" b="1" dirty="0"/>
              <a:t>1</a:t>
            </a:r>
          </a:p>
          <a:p>
            <a:pPr>
              <a:lnSpc>
                <a:spcPct val="125000"/>
              </a:lnSpc>
            </a:pPr>
            <a:r>
              <a:rPr lang="en-US" altLang="zh-CN" sz="1100" b="1" dirty="0"/>
              <a:t>    </a:t>
            </a:r>
            <a:r>
              <a:rPr lang="en-US" altLang="zh-CN" sz="1100" b="1" dirty="0" err="1"/>
              <a:t>NVIC_InitStructure.NVIC_IRQChannelCmd</a:t>
            </a:r>
            <a:r>
              <a:rPr lang="en-US" altLang="zh-CN" sz="1100" b="1" dirty="0"/>
              <a:t> = ENABLE; </a:t>
            </a:r>
            <a:endParaRPr lang="en-US" altLang="zh-CN" sz="1100" b="1" dirty="0" smtClean="0"/>
          </a:p>
          <a:p>
            <a:pPr>
              <a:lnSpc>
                <a:spcPct val="125000"/>
              </a:lnSpc>
            </a:pPr>
            <a:r>
              <a:rPr lang="en-US" altLang="zh-CN" sz="1100" b="1" dirty="0"/>
              <a:t> </a:t>
            </a:r>
            <a:r>
              <a:rPr lang="en-US" altLang="zh-CN" sz="1100" b="1" dirty="0" smtClean="0"/>
              <a:t>        </a:t>
            </a:r>
            <a:r>
              <a:rPr lang="en-US" altLang="zh-CN" sz="1100" b="1" dirty="0"/>
              <a:t>//</a:t>
            </a:r>
            <a:r>
              <a:rPr lang="zh-CN" altLang="en-US" sz="1100" b="1" dirty="0"/>
              <a:t>使能引脚为中断源</a:t>
            </a:r>
          </a:p>
          <a:p>
            <a:pPr>
              <a:lnSpc>
                <a:spcPct val="125000"/>
              </a:lnSpc>
            </a:pPr>
            <a:r>
              <a:rPr lang="zh-CN" altLang="en-US" sz="1100" b="1" dirty="0"/>
              <a:t>    </a:t>
            </a:r>
            <a:r>
              <a:rPr lang="en-US" altLang="zh-CN" sz="1100" b="1" dirty="0" err="1"/>
              <a:t>NVIC_Init</a:t>
            </a:r>
            <a:r>
              <a:rPr lang="en-US" altLang="zh-CN" sz="1100" b="1" dirty="0"/>
              <a:t>(&amp;</a:t>
            </a:r>
            <a:r>
              <a:rPr lang="en-US" altLang="zh-CN" sz="1100" b="1" dirty="0" err="1"/>
              <a:t>NVIC_InitStructure</a:t>
            </a:r>
            <a:r>
              <a:rPr lang="en-US" altLang="zh-CN" sz="1100" b="1" dirty="0"/>
              <a:t>);  //NVIC</a:t>
            </a:r>
            <a:r>
              <a:rPr lang="zh-CN" altLang="en-US" sz="1100" b="1" dirty="0"/>
              <a:t>初始化</a:t>
            </a:r>
          </a:p>
          <a:p>
            <a:pPr>
              <a:lnSpc>
                <a:spcPct val="125000"/>
              </a:lnSpc>
            </a:pPr>
            <a:r>
              <a:rPr lang="en-US" altLang="zh-CN" sz="1100" b="1" dirty="0"/>
              <a:t>}</a:t>
            </a:r>
          </a:p>
        </p:txBody>
      </p:sp>
      <p:sp>
        <p:nvSpPr>
          <p:cNvPr id="79" name="矩形 78"/>
          <p:cNvSpPr/>
          <p:nvPr/>
        </p:nvSpPr>
        <p:spPr>
          <a:xfrm>
            <a:off x="348586" y="978282"/>
            <a:ext cx="3287310" cy="369332"/>
          </a:xfrm>
          <a:prstGeom prst="rect">
            <a:avLst/>
          </a:prstGeom>
        </p:spPr>
        <p:txBody>
          <a:bodyPr wrap="none">
            <a:spAutoFit/>
          </a:bodyPr>
          <a:lstStyle/>
          <a:p>
            <a:r>
              <a:rPr lang="en-US" altLang="zh-CN" b="1" dirty="0">
                <a:solidFill>
                  <a:srgbClr val="C00000"/>
                </a:solidFill>
              </a:rPr>
              <a:t>2</a:t>
            </a:r>
            <a:r>
              <a:rPr lang="zh-CN" altLang="zh-CN" b="1" dirty="0">
                <a:solidFill>
                  <a:srgbClr val="C00000"/>
                </a:solidFill>
              </a:rPr>
              <a:t>．新建</a:t>
            </a:r>
            <a:r>
              <a:rPr lang="en-US" altLang="zh-CN" b="1" dirty="0" err="1">
                <a:solidFill>
                  <a:srgbClr val="C00000"/>
                </a:solidFill>
              </a:rPr>
              <a:t>Timer.c</a:t>
            </a:r>
            <a:r>
              <a:rPr lang="zh-CN" altLang="zh-CN" b="1" dirty="0">
                <a:solidFill>
                  <a:srgbClr val="C00000"/>
                </a:solidFill>
              </a:rPr>
              <a:t>文件，代码如下</a:t>
            </a:r>
            <a:endParaRPr lang="zh-CN" altLang="en-US" sz="4400" b="1" dirty="0">
              <a:solidFill>
                <a:srgbClr val="C00000"/>
              </a:solidFill>
            </a:endParaRPr>
          </a:p>
        </p:txBody>
      </p:sp>
      <p:grpSp>
        <p:nvGrpSpPr>
          <p:cNvPr id="3" name="组合 2"/>
          <p:cNvGrpSpPr/>
          <p:nvPr/>
        </p:nvGrpSpPr>
        <p:grpSpPr>
          <a:xfrm>
            <a:off x="6741080" y="2226330"/>
            <a:ext cx="1504983" cy="2637055"/>
            <a:chOff x="5137150" y="3268951"/>
            <a:chExt cx="2615774" cy="3975410"/>
          </a:xfrm>
          <a:solidFill>
            <a:schemeClr val="accent1">
              <a:lumMod val="20000"/>
              <a:lumOff val="80000"/>
            </a:schemeClr>
          </a:solidFill>
        </p:grpSpPr>
        <p:sp>
          <p:nvSpPr>
            <p:cNvPr id="129" name="Freeform 5"/>
            <p:cNvSpPr>
              <a:spLocks noEditPoints="1"/>
            </p:cNvSpPr>
            <p:nvPr/>
          </p:nvSpPr>
          <p:spPr bwMode="auto">
            <a:xfrm>
              <a:off x="5896685" y="3268951"/>
              <a:ext cx="1066448" cy="3975410"/>
            </a:xfrm>
            <a:custGeom>
              <a:avLst/>
              <a:gdLst>
                <a:gd name="T0" fmla="*/ 770 w 1514"/>
                <a:gd name="T1" fmla="*/ 0 h 5643"/>
                <a:gd name="T2" fmla="*/ 18 w 1514"/>
                <a:gd name="T3" fmla="*/ 745 h 5643"/>
                <a:gd name="T4" fmla="*/ 702 w 1514"/>
                <a:gd name="T5" fmla="*/ 2271 h 5643"/>
                <a:gd name="T6" fmla="*/ 723 w 1514"/>
                <a:gd name="T7" fmla="*/ 4798 h 5643"/>
                <a:gd name="T8" fmla="*/ 770 w 1514"/>
                <a:gd name="T9" fmla="*/ 5643 h 5643"/>
                <a:gd name="T10" fmla="*/ 816 w 1514"/>
                <a:gd name="T11" fmla="*/ 4803 h 5643"/>
                <a:gd name="T12" fmla="*/ 872 w 1514"/>
                <a:gd name="T13" fmla="*/ 2278 h 5643"/>
                <a:gd name="T14" fmla="*/ 1514 w 1514"/>
                <a:gd name="T15" fmla="*/ 745 h 5643"/>
                <a:gd name="T16" fmla="*/ 770 w 1514"/>
                <a:gd name="T17" fmla="*/ 0 h 5643"/>
                <a:gd name="T18" fmla="*/ 381 w 1514"/>
                <a:gd name="T19" fmla="*/ 1217 h 5643"/>
                <a:gd name="T20" fmla="*/ 159 w 1514"/>
                <a:gd name="T21" fmla="*/ 745 h 5643"/>
                <a:gd name="T22" fmla="*/ 770 w 1514"/>
                <a:gd name="T23" fmla="*/ 133 h 5643"/>
                <a:gd name="T24" fmla="*/ 1382 w 1514"/>
                <a:gd name="T25" fmla="*/ 745 h 5643"/>
                <a:gd name="T26" fmla="*/ 1048 w 1514"/>
                <a:gd name="T27" fmla="*/ 1311 h 5643"/>
                <a:gd name="T28" fmla="*/ 381 w 1514"/>
                <a:gd name="T29" fmla="*/ 1217 h 5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4" h="5643">
                  <a:moveTo>
                    <a:pt x="770" y="0"/>
                  </a:moveTo>
                  <a:cubicBezTo>
                    <a:pt x="359" y="0"/>
                    <a:pt x="0" y="334"/>
                    <a:pt x="18" y="745"/>
                  </a:cubicBezTo>
                  <a:cubicBezTo>
                    <a:pt x="47" y="1432"/>
                    <a:pt x="656" y="1558"/>
                    <a:pt x="702" y="2271"/>
                  </a:cubicBezTo>
                  <a:cubicBezTo>
                    <a:pt x="736" y="2806"/>
                    <a:pt x="723" y="3445"/>
                    <a:pt x="723" y="4798"/>
                  </a:cubicBezTo>
                  <a:cubicBezTo>
                    <a:pt x="723" y="4939"/>
                    <a:pt x="734" y="5643"/>
                    <a:pt x="770" y="5643"/>
                  </a:cubicBezTo>
                  <a:cubicBezTo>
                    <a:pt x="807" y="5643"/>
                    <a:pt x="816" y="4943"/>
                    <a:pt x="816" y="4803"/>
                  </a:cubicBezTo>
                  <a:cubicBezTo>
                    <a:pt x="816" y="3462"/>
                    <a:pt x="842" y="2810"/>
                    <a:pt x="872" y="2278"/>
                  </a:cubicBezTo>
                  <a:cubicBezTo>
                    <a:pt x="912" y="1563"/>
                    <a:pt x="1514" y="1312"/>
                    <a:pt x="1514" y="745"/>
                  </a:cubicBezTo>
                  <a:cubicBezTo>
                    <a:pt x="1514" y="334"/>
                    <a:pt x="1181" y="0"/>
                    <a:pt x="770" y="0"/>
                  </a:cubicBezTo>
                  <a:close/>
                  <a:moveTo>
                    <a:pt x="381" y="1217"/>
                  </a:moveTo>
                  <a:cubicBezTo>
                    <a:pt x="280" y="1111"/>
                    <a:pt x="159" y="935"/>
                    <a:pt x="159" y="745"/>
                  </a:cubicBezTo>
                  <a:cubicBezTo>
                    <a:pt x="159" y="407"/>
                    <a:pt x="432" y="133"/>
                    <a:pt x="770" y="133"/>
                  </a:cubicBezTo>
                  <a:cubicBezTo>
                    <a:pt x="1108" y="133"/>
                    <a:pt x="1382" y="407"/>
                    <a:pt x="1382" y="745"/>
                  </a:cubicBezTo>
                  <a:cubicBezTo>
                    <a:pt x="1382" y="829"/>
                    <a:pt x="1330" y="1116"/>
                    <a:pt x="1048" y="1311"/>
                  </a:cubicBezTo>
                  <a:cubicBezTo>
                    <a:pt x="822" y="1467"/>
                    <a:pt x="603" y="1448"/>
                    <a:pt x="381" y="1217"/>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131" name="Group 84"/>
            <p:cNvGrpSpPr/>
            <p:nvPr/>
          </p:nvGrpSpPr>
          <p:grpSpPr>
            <a:xfrm>
              <a:off x="5137150" y="4235234"/>
              <a:ext cx="1215136" cy="2209157"/>
              <a:chOff x="4684712" y="4402042"/>
              <a:chExt cx="1327095" cy="2412072"/>
            </a:xfrm>
            <a:grpFill/>
          </p:grpSpPr>
          <p:sp>
            <p:nvSpPr>
              <p:cNvPr id="132" name="Freeform 10"/>
              <p:cNvSpPr>
                <a:spLocks noEditPoints="1"/>
              </p:cNvSpPr>
              <p:nvPr/>
            </p:nvSpPr>
            <p:spPr bwMode="auto">
              <a:xfrm>
                <a:off x="4684712" y="4402042"/>
                <a:ext cx="1327095" cy="2412072"/>
              </a:xfrm>
              <a:custGeom>
                <a:avLst/>
                <a:gdLst>
                  <a:gd name="T0" fmla="*/ 0 w 1725"/>
                  <a:gd name="T1" fmla="*/ 728 h 3136"/>
                  <a:gd name="T2" fmla="*/ 654 w 1725"/>
                  <a:gd name="T3" fmla="*/ 1382 h 3136"/>
                  <a:gd name="T4" fmla="*/ 1577 w 1725"/>
                  <a:gd name="T5" fmla="*/ 1789 h 3136"/>
                  <a:gd name="T6" fmla="*/ 1669 w 1725"/>
                  <a:gd name="T7" fmla="*/ 3119 h 3136"/>
                  <a:gd name="T8" fmla="*/ 1666 w 1725"/>
                  <a:gd name="T9" fmla="*/ 1513 h 3136"/>
                  <a:gd name="T10" fmla="*/ 654 w 1725"/>
                  <a:gd name="T11" fmla="*/ 73 h 3136"/>
                  <a:gd name="T12" fmla="*/ 0 w 1725"/>
                  <a:gd name="T13" fmla="*/ 728 h 3136"/>
                  <a:gd name="T14" fmla="*/ 119 w 1725"/>
                  <a:gd name="T15" fmla="*/ 727 h 3136"/>
                  <a:gd name="T16" fmla="*/ 858 w 1725"/>
                  <a:gd name="T17" fmla="*/ 232 h 3136"/>
                  <a:gd name="T18" fmla="*/ 858 w 1725"/>
                  <a:gd name="T19" fmla="*/ 232 h 3136"/>
                  <a:gd name="T20" fmla="*/ 1517 w 1725"/>
                  <a:gd name="T21" fmla="*/ 1260 h 3136"/>
                  <a:gd name="T22" fmla="*/ 1327 w 1725"/>
                  <a:gd name="T23" fmla="*/ 1365 h 3136"/>
                  <a:gd name="T24" fmla="*/ 654 w 1725"/>
                  <a:gd name="T25" fmla="*/ 1263 h 3136"/>
                  <a:gd name="T26" fmla="*/ 119 w 1725"/>
                  <a:gd name="T27" fmla="*/ 727 h 3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25" h="3136">
                    <a:moveTo>
                      <a:pt x="0" y="728"/>
                    </a:moveTo>
                    <a:cubicBezTo>
                      <a:pt x="0" y="1089"/>
                      <a:pt x="293" y="1382"/>
                      <a:pt x="654" y="1382"/>
                    </a:cubicBezTo>
                    <a:cubicBezTo>
                      <a:pt x="654" y="1382"/>
                      <a:pt x="1471" y="1368"/>
                      <a:pt x="1577" y="1789"/>
                    </a:cubicBezTo>
                    <a:cubicBezTo>
                      <a:pt x="1650" y="2081"/>
                      <a:pt x="1614" y="3136"/>
                      <a:pt x="1669" y="3119"/>
                    </a:cubicBezTo>
                    <a:cubicBezTo>
                      <a:pt x="1725" y="3102"/>
                      <a:pt x="1666" y="1513"/>
                      <a:pt x="1666" y="1513"/>
                    </a:cubicBezTo>
                    <a:cubicBezTo>
                      <a:pt x="1666" y="0"/>
                      <a:pt x="654" y="73"/>
                      <a:pt x="654" y="73"/>
                    </a:cubicBezTo>
                    <a:cubicBezTo>
                      <a:pt x="293" y="73"/>
                      <a:pt x="0" y="366"/>
                      <a:pt x="0" y="728"/>
                    </a:cubicBezTo>
                    <a:close/>
                    <a:moveTo>
                      <a:pt x="119" y="727"/>
                    </a:moveTo>
                    <a:cubicBezTo>
                      <a:pt x="119" y="431"/>
                      <a:pt x="464" y="101"/>
                      <a:pt x="858" y="232"/>
                    </a:cubicBezTo>
                    <a:cubicBezTo>
                      <a:pt x="858" y="232"/>
                      <a:pt x="858" y="232"/>
                      <a:pt x="858" y="232"/>
                    </a:cubicBezTo>
                    <a:cubicBezTo>
                      <a:pt x="1302" y="379"/>
                      <a:pt x="1461" y="872"/>
                      <a:pt x="1517" y="1260"/>
                    </a:cubicBezTo>
                    <a:cubicBezTo>
                      <a:pt x="1530" y="1352"/>
                      <a:pt x="1487" y="1434"/>
                      <a:pt x="1327" y="1365"/>
                    </a:cubicBezTo>
                    <a:cubicBezTo>
                      <a:pt x="1190" y="1306"/>
                      <a:pt x="976" y="1254"/>
                      <a:pt x="654" y="1263"/>
                    </a:cubicBezTo>
                    <a:cubicBezTo>
                      <a:pt x="358" y="1263"/>
                      <a:pt x="119" y="1023"/>
                      <a:pt x="119" y="727"/>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3" name="AutoShape 38"/>
              <p:cNvSpPr>
                <a:spLocks/>
              </p:cNvSpPr>
              <p:nvPr/>
            </p:nvSpPr>
            <p:spPr bwMode="auto">
              <a:xfrm>
                <a:off x="5076199" y="4805525"/>
                <a:ext cx="345669" cy="3470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872" y="2850"/>
                    </a:moveTo>
                    <a:cubicBezTo>
                      <a:pt x="18363" y="3806"/>
                      <a:pt x="19524" y="5033"/>
                      <a:pt x="20354" y="6530"/>
                    </a:cubicBezTo>
                    <a:cubicBezTo>
                      <a:pt x="21184" y="8031"/>
                      <a:pt x="21599" y="9635"/>
                      <a:pt x="21599" y="11342"/>
                    </a:cubicBezTo>
                    <a:cubicBezTo>
                      <a:pt x="21599" y="12759"/>
                      <a:pt x="21318" y="14087"/>
                      <a:pt x="20754" y="15328"/>
                    </a:cubicBezTo>
                    <a:cubicBezTo>
                      <a:pt x="20184" y="16569"/>
                      <a:pt x="19415" y="17654"/>
                      <a:pt x="18433" y="18587"/>
                    </a:cubicBezTo>
                    <a:cubicBezTo>
                      <a:pt x="17451" y="19520"/>
                      <a:pt x="16300" y="20255"/>
                      <a:pt x="14984" y="20793"/>
                    </a:cubicBezTo>
                    <a:cubicBezTo>
                      <a:pt x="13669" y="21332"/>
                      <a:pt x="12269" y="21599"/>
                      <a:pt x="10775" y="21599"/>
                    </a:cubicBezTo>
                    <a:cubicBezTo>
                      <a:pt x="9287" y="21599"/>
                      <a:pt x="7890" y="21332"/>
                      <a:pt x="6584" y="20793"/>
                    </a:cubicBezTo>
                    <a:cubicBezTo>
                      <a:pt x="5278" y="20255"/>
                      <a:pt x="4136" y="19520"/>
                      <a:pt x="3160" y="18587"/>
                    </a:cubicBezTo>
                    <a:cubicBezTo>
                      <a:pt x="2184" y="17654"/>
                      <a:pt x="1412" y="16569"/>
                      <a:pt x="845" y="15328"/>
                    </a:cubicBezTo>
                    <a:cubicBezTo>
                      <a:pt x="278" y="14087"/>
                      <a:pt x="0" y="12759"/>
                      <a:pt x="0" y="11342"/>
                    </a:cubicBezTo>
                    <a:cubicBezTo>
                      <a:pt x="0" y="9635"/>
                      <a:pt x="415" y="8031"/>
                      <a:pt x="1245" y="6530"/>
                    </a:cubicBezTo>
                    <a:cubicBezTo>
                      <a:pt x="2075" y="5033"/>
                      <a:pt x="3236" y="3806"/>
                      <a:pt x="4724" y="2850"/>
                    </a:cubicBezTo>
                    <a:cubicBezTo>
                      <a:pt x="4839" y="2761"/>
                      <a:pt x="4975" y="2732"/>
                      <a:pt x="5130" y="2770"/>
                    </a:cubicBezTo>
                    <a:cubicBezTo>
                      <a:pt x="5306" y="2804"/>
                      <a:pt x="5430" y="2879"/>
                      <a:pt x="5493" y="2989"/>
                    </a:cubicBezTo>
                    <a:lnTo>
                      <a:pt x="6800" y="4797"/>
                    </a:lnTo>
                    <a:cubicBezTo>
                      <a:pt x="6896" y="4906"/>
                      <a:pt x="6927" y="5033"/>
                      <a:pt x="6887" y="5174"/>
                    </a:cubicBezTo>
                    <a:cubicBezTo>
                      <a:pt x="6848" y="5318"/>
                      <a:pt x="6769" y="5436"/>
                      <a:pt x="6654" y="5525"/>
                    </a:cubicBezTo>
                    <a:cubicBezTo>
                      <a:pt x="5630" y="6185"/>
                      <a:pt x="4833" y="7026"/>
                      <a:pt x="4269" y="8042"/>
                    </a:cubicBezTo>
                    <a:cubicBezTo>
                      <a:pt x="3703" y="9056"/>
                      <a:pt x="3421" y="10156"/>
                      <a:pt x="3421" y="11342"/>
                    </a:cubicBezTo>
                    <a:cubicBezTo>
                      <a:pt x="3421" y="12298"/>
                      <a:pt x="3612" y="13208"/>
                      <a:pt x="3993" y="14066"/>
                    </a:cubicBezTo>
                    <a:cubicBezTo>
                      <a:pt x="4375" y="14925"/>
                      <a:pt x="4900" y="15667"/>
                      <a:pt x="5569" y="16298"/>
                    </a:cubicBezTo>
                    <a:cubicBezTo>
                      <a:pt x="6236" y="16929"/>
                      <a:pt x="7021" y="17430"/>
                      <a:pt x="7918" y="17796"/>
                    </a:cubicBezTo>
                    <a:cubicBezTo>
                      <a:pt x="8815" y="18161"/>
                      <a:pt x="9769" y="18346"/>
                      <a:pt x="10772" y="18346"/>
                    </a:cubicBezTo>
                    <a:cubicBezTo>
                      <a:pt x="11778" y="18346"/>
                      <a:pt x="12733" y="18161"/>
                      <a:pt x="13639" y="17796"/>
                    </a:cubicBezTo>
                    <a:cubicBezTo>
                      <a:pt x="14542" y="17430"/>
                      <a:pt x="15333" y="16929"/>
                      <a:pt x="16009" y="16298"/>
                    </a:cubicBezTo>
                    <a:cubicBezTo>
                      <a:pt x="16684" y="15668"/>
                      <a:pt x="17215" y="14927"/>
                      <a:pt x="17596" y="14075"/>
                    </a:cubicBezTo>
                    <a:cubicBezTo>
                      <a:pt x="17978" y="13220"/>
                      <a:pt x="18169" y="12307"/>
                      <a:pt x="18169" y="11342"/>
                    </a:cubicBezTo>
                    <a:cubicBezTo>
                      <a:pt x="18169" y="10156"/>
                      <a:pt x="17881" y="9056"/>
                      <a:pt x="17312" y="8042"/>
                    </a:cubicBezTo>
                    <a:cubicBezTo>
                      <a:pt x="16742" y="7023"/>
                      <a:pt x="15951" y="6185"/>
                      <a:pt x="14933" y="5525"/>
                    </a:cubicBezTo>
                    <a:cubicBezTo>
                      <a:pt x="14800" y="5436"/>
                      <a:pt x="14721" y="5324"/>
                      <a:pt x="14703" y="5197"/>
                    </a:cubicBezTo>
                    <a:cubicBezTo>
                      <a:pt x="14663" y="5050"/>
                      <a:pt x="14693" y="4915"/>
                      <a:pt x="14787" y="4797"/>
                    </a:cubicBezTo>
                    <a:lnTo>
                      <a:pt x="16066" y="2989"/>
                    </a:lnTo>
                    <a:cubicBezTo>
                      <a:pt x="16160" y="2879"/>
                      <a:pt x="16284" y="2810"/>
                      <a:pt x="16436" y="2784"/>
                    </a:cubicBezTo>
                    <a:cubicBezTo>
                      <a:pt x="16593" y="2755"/>
                      <a:pt x="16739" y="2778"/>
                      <a:pt x="16872" y="2850"/>
                    </a:cubicBezTo>
                    <a:moveTo>
                      <a:pt x="9663" y="10778"/>
                    </a:moveTo>
                    <a:cubicBezTo>
                      <a:pt x="9509" y="10778"/>
                      <a:pt x="9375" y="10726"/>
                      <a:pt x="9263" y="10625"/>
                    </a:cubicBezTo>
                    <a:cubicBezTo>
                      <a:pt x="9154" y="10524"/>
                      <a:pt x="9096" y="10398"/>
                      <a:pt x="9096" y="10239"/>
                    </a:cubicBezTo>
                    <a:lnTo>
                      <a:pt x="9096" y="535"/>
                    </a:lnTo>
                    <a:cubicBezTo>
                      <a:pt x="9096" y="388"/>
                      <a:pt x="9151" y="264"/>
                      <a:pt x="9257" y="158"/>
                    </a:cubicBezTo>
                    <a:cubicBezTo>
                      <a:pt x="9363" y="48"/>
                      <a:pt x="9496" y="0"/>
                      <a:pt x="9663" y="0"/>
                    </a:cubicBezTo>
                    <a:lnTo>
                      <a:pt x="11942" y="0"/>
                    </a:lnTo>
                    <a:cubicBezTo>
                      <a:pt x="12096" y="0"/>
                      <a:pt x="12230" y="48"/>
                      <a:pt x="12339" y="158"/>
                    </a:cubicBezTo>
                    <a:cubicBezTo>
                      <a:pt x="12451" y="264"/>
                      <a:pt x="12509" y="388"/>
                      <a:pt x="12509" y="535"/>
                    </a:cubicBezTo>
                    <a:lnTo>
                      <a:pt x="12509" y="10239"/>
                    </a:lnTo>
                    <a:cubicBezTo>
                      <a:pt x="12509" y="10386"/>
                      <a:pt x="12454" y="10513"/>
                      <a:pt x="12348" y="10620"/>
                    </a:cubicBezTo>
                    <a:cubicBezTo>
                      <a:pt x="12242" y="10723"/>
                      <a:pt x="12106" y="10778"/>
                      <a:pt x="11942" y="10778"/>
                    </a:cubicBezTo>
                    <a:lnTo>
                      <a:pt x="9663" y="10778"/>
                    </a:lnTo>
                    <a:close/>
                  </a:path>
                </a:pathLst>
              </a:custGeom>
              <a:grpFill/>
              <a:ln>
                <a:noFill/>
              </a:ln>
              <a:effectLst/>
              <a:ex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34" name="Group 86"/>
            <p:cNvGrpSpPr/>
            <p:nvPr/>
          </p:nvGrpSpPr>
          <p:grpSpPr>
            <a:xfrm>
              <a:off x="6594699" y="5256656"/>
              <a:ext cx="1017283" cy="1164487"/>
              <a:chOff x="6276556" y="5517283"/>
              <a:chExt cx="1111011" cy="1271447"/>
            </a:xfrm>
            <a:grpFill/>
          </p:grpSpPr>
          <p:sp>
            <p:nvSpPr>
              <p:cNvPr id="135" name="Freeform 8"/>
              <p:cNvSpPr>
                <a:spLocks noEditPoints="1"/>
              </p:cNvSpPr>
              <p:nvPr/>
            </p:nvSpPr>
            <p:spPr bwMode="auto">
              <a:xfrm>
                <a:off x="6276556" y="5517283"/>
                <a:ext cx="1111011" cy="1271447"/>
              </a:xfrm>
              <a:custGeom>
                <a:avLst/>
                <a:gdLst>
                  <a:gd name="T0" fmla="*/ 790 w 1444"/>
                  <a:gd name="T1" fmla="*/ 20 h 1653"/>
                  <a:gd name="T2" fmla="*/ 172 w 1444"/>
                  <a:gd name="T3" fmla="*/ 389 h 1653"/>
                  <a:gd name="T4" fmla="*/ 58 w 1444"/>
                  <a:gd name="T5" fmla="*/ 1653 h 1653"/>
                  <a:gd name="T6" fmla="*/ 136 w 1444"/>
                  <a:gd name="T7" fmla="*/ 1463 h 1653"/>
                  <a:gd name="T8" fmla="*/ 783 w 1444"/>
                  <a:gd name="T9" fmla="*/ 1329 h 1653"/>
                  <a:gd name="T10" fmla="*/ 1444 w 1444"/>
                  <a:gd name="T11" fmla="*/ 675 h 1653"/>
                  <a:gd name="T12" fmla="*/ 790 w 1444"/>
                  <a:gd name="T13" fmla="*/ 20 h 1653"/>
                  <a:gd name="T14" fmla="*/ 792 w 1444"/>
                  <a:gd name="T15" fmla="*/ 1206 h 1653"/>
                  <a:gd name="T16" fmla="*/ 324 w 1444"/>
                  <a:gd name="T17" fmla="*/ 1248 h 1653"/>
                  <a:gd name="T18" fmla="*/ 170 w 1444"/>
                  <a:gd name="T19" fmla="*/ 1129 h 1653"/>
                  <a:gd name="T20" fmla="*/ 337 w 1444"/>
                  <a:gd name="T21" fmla="*/ 389 h 1653"/>
                  <a:gd name="T22" fmla="*/ 792 w 1444"/>
                  <a:gd name="T23" fmla="*/ 135 h 1653"/>
                  <a:gd name="T24" fmla="*/ 1328 w 1444"/>
                  <a:gd name="T25" fmla="*/ 671 h 1653"/>
                  <a:gd name="T26" fmla="*/ 792 w 1444"/>
                  <a:gd name="T27" fmla="*/ 1206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4" h="1653">
                    <a:moveTo>
                      <a:pt x="790" y="20"/>
                    </a:moveTo>
                    <a:cubicBezTo>
                      <a:pt x="453" y="39"/>
                      <a:pt x="262" y="224"/>
                      <a:pt x="172" y="389"/>
                    </a:cubicBezTo>
                    <a:cubicBezTo>
                      <a:pt x="0" y="703"/>
                      <a:pt x="0" y="1653"/>
                      <a:pt x="58" y="1653"/>
                    </a:cubicBezTo>
                    <a:cubicBezTo>
                      <a:pt x="99" y="1653"/>
                      <a:pt x="57" y="1579"/>
                      <a:pt x="136" y="1463"/>
                    </a:cubicBezTo>
                    <a:cubicBezTo>
                      <a:pt x="221" y="1338"/>
                      <a:pt x="783" y="1329"/>
                      <a:pt x="783" y="1329"/>
                    </a:cubicBezTo>
                    <a:cubicBezTo>
                      <a:pt x="1151" y="1329"/>
                      <a:pt x="1444" y="1036"/>
                      <a:pt x="1444" y="675"/>
                    </a:cubicBezTo>
                    <a:cubicBezTo>
                      <a:pt x="1444" y="313"/>
                      <a:pt x="1151" y="0"/>
                      <a:pt x="790" y="20"/>
                    </a:cubicBezTo>
                    <a:close/>
                    <a:moveTo>
                      <a:pt x="792" y="1206"/>
                    </a:moveTo>
                    <a:cubicBezTo>
                      <a:pt x="582" y="1199"/>
                      <a:pt x="427" y="1223"/>
                      <a:pt x="324" y="1248"/>
                    </a:cubicBezTo>
                    <a:cubicBezTo>
                      <a:pt x="222" y="1273"/>
                      <a:pt x="170" y="1254"/>
                      <a:pt x="170" y="1129"/>
                    </a:cubicBezTo>
                    <a:cubicBezTo>
                      <a:pt x="170" y="923"/>
                      <a:pt x="204" y="603"/>
                      <a:pt x="337" y="389"/>
                    </a:cubicBezTo>
                    <a:cubicBezTo>
                      <a:pt x="432" y="237"/>
                      <a:pt x="600" y="135"/>
                      <a:pt x="792" y="135"/>
                    </a:cubicBezTo>
                    <a:cubicBezTo>
                      <a:pt x="1088" y="135"/>
                      <a:pt x="1328" y="375"/>
                      <a:pt x="1328" y="671"/>
                    </a:cubicBezTo>
                    <a:cubicBezTo>
                      <a:pt x="1328" y="966"/>
                      <a:pt x="1088" y="1206"/>
                      <a:pt x="792" y="1206"/>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6" name="AutoShape 66"/>
              <p:cNvSpPr>
                <a:spLocks/>
              </p:cNvSpPr>
              <p:nvPr/>
            </p:nvSpPr>
            <p:spPr bwMode="auto">
              <a:xfrm>
                <a:off x="6728635" y="5874499"/>
                <a:ext cx="314696" cy="314696"/>
              </a:xfrm>
              <a:custGeom>
                <a:avLst/>
                <a:gdLst>
                  <a:gd name="T0" fmla="*/ 10799 w 21598"/>
                  <a:gd name="T1" fmla="*/ 10800 h 21600"/>
                  <a:gd name="T2" fmla="*/ 10799 w 21598"/>
                  <a:gd name="T3" fmla="*/ 10800 h 21600"/>
                  <a:gd name="T4" fmla="*/ 10799 w 21598"/>
                  <a:gd name="T5" fmla="*/ 10800 h 21600"/>
                  <a:gd name="T6" fmla="*/ 10799 w 21598"/>
                  <a:gd name="T7" fmla="*/ 10800 h 21600"/>
                </a:gdLst>
                <a:ahLst/>
                <a:cxnLst>
                  <a:cxn ang="0">
                    <a:pos x="T0" y="T1"/>
                  </a:cxn>
                  <a:cxn ang="0">
                    <a:pos x="T2" y="T3"/>
                  </a:cxn>
                  <a:cxn ang="0">
                    <a:pos x="T4" y="T5"/>
                  </a:cxn>
                  <a:cxn ang="0">
                    <a:pos x="T6" y="T7"/>
                  </a:cxn>
                </a:cxnLst>
                <a:rect l="0" t="0" r="r" b="b"/>
                <a:pathLst>
                  <a:path w="21598" h="21600">
                    <a:moveTo>
                      <a:pt x="17537" y="12697"/>
                    </a:moveTo>
                    <a:lnTo>
                      <a:pt x="19798" y="9997"/>
                    </a:lnTo>
                    <a:lnTo>
                      <a:pt x="19798" y="17284"/>
                    </a:lnTo>
                    <a:cubicBezTo>
                      <a:pt x="19798" y="17874"/>
                      <a:pt x="19700" y="18429"/>
                      <a:pt x="19505" y="18949"/>
                    </a:cubicBezTo>
                    <a:cubicBezTo>
                      <a:pt x="19309" y="19469"/>
                      <a:pt x="19049" y="19928"/>
                      <a:pt x="18721" y="20321"/>
                    </a:cubicBezTo>
                    <a:cubicBezTo>
                      <a:pt x="18394" y="20715"/>
                      <a:pt x="18014" y="21027"/>
                      <a:pt x="17583" y="21256"/>
                    </a:cubicBezTo>
                    <a:cubicBezTo>
                      <a:pt x="17153" y="21485"/>
                      <a:pt x="16690" y="21599"/>
                      <a:pt x="16188" y="21599"/>
                    </a:cubicBezTo>
                    <a:lnTo>
                      <a:pt x="3595" y="21599"/>
                    </a:lnTo>
                    <a:cubicBezTo>
                      <a:pt x="3103" y="21599"/>
                      <a:pt x="2635" y="21485"/>
                      <a:pt x="2195" y="21256"/>
                    </a:cubicBezTo>
                    <a:cubicBezTo>
                      <a:pt x="1754" y="21027"/>
                      <a:pt x="1372" y="20715"/>
                      <a:pt x="1052" y="20321"/>
                    </a:cubicBezTo>
                    <a:cubicBezTo>
                      <a:pt x="734" y="19928"/>
                      <a:pt x="477" y="19469"/>
                      <a:pt x="286" y="18949"/>
                    </a:cubicBezTo>
                    <a:cubicBezTo>
                      <a:pt x="95" y="18429"/>
                      <a:pt x="0" y="17874"/>
                      <a:pt x="0" y="17284"/>
                    </a:cubicBezTo>
                    <a:lnTo>
                      <a:pt x="0" y="4315"/>
                    </a:lnTo>
                    <a:cubicBezTo>
                      <a:pt x="0" y="3722"/>
                      <a:pt x="95" y="3164"/>
                      <a:pt x="286" y="2632"/>
                    </a:cubicBezTo>
                    <a:cubicBezTo>
                      <a:pt x="477" y="2106"/>
                      <a:pt x="734" y="1645"/>
                      <a:pt x="1052" y="1263"/>
                    </a:cubicBezTo>
                    <a:cubicBezTo>
                      <a:pt x="1372" y="878"/>
                      <a:pt x="1754" y="572"/>
                      <a:pt x="2195" y="343"/>
                    </a:cubicBezTo>
                    <a:cubicBezTo>
                      <a:pt x="2635" y="114"/>
                      <a:pt x="3103" y="0"/>
                      <a:pt x="3595" y="0"/>
                    </a:cubicBezTo>
                    <a:lnTo>
                      <a:pt x="16188" y="0"/>
                    </a:lnTo>
                    <a:cubicBezTo>
                      <a:pt x="16401" y="0"/>
                      <a:pt x="16605" y="26"/>
                      <a:pt x="16798" y="82"/>
                    </a:cubicBezTo>
                    <a:lnTo>
                      <a:pt x="14608" y="2714"/>
                    </a:lnTo>
                    <a:lnTo>
                      <a:pt x="3595" y="2714"/>
                    </a:lnTo>
                    <a:cubicBezTo>
                      <a:pt x="3228" y="2714"/>
                      <a:pt x="2914" y="2867"/>
                      <a:pt x="2652" y="3184"/>
                    </a:cubicBezTo>
                    <a:cubicBezTo>
                      <a:pt x="2391" y="3496"/>
                      <a:pt x="2261" y="3875"/>
                      <a:pt x="2261" y="4315"/>
                    </a:cubicBezTo>
                    <a:lnTo>
                      <a:pt x="2261" y="17284"/>
                    </a:lnTo>
                    <a:cubicBezTo>
                      <a:pt x="2261" y="17724"/>
                      <a:pt x="2391" y="18101"/>
                      <a:pt x="2652" y="18412"/>
                    </a:cubicBezTo>
                    <a:cubicBezTo>
                      <a:pt x="2914" y="18729"/>
                      <a:pt x="3228" y="18888"/>
                      <a:pt x="3595" y="18888"/>
                    </a:cubicBezTo>
                    <a:lnTo>
                      <a:pt x="16188" y="18888"/>
                    </a:lnTo>
                    <a:cubicBezTo>
                      <a:pt x="16556" y="18888"/>
                      <a:pt x="16874" y="18729"/>
                      <a:pt x="17138" y="18412"/>
                    </a:cubicBezTo>
                    <a:cubicBezTo>
                      <a:pt x="17405" y="18101"/>
                      <a:pt x="17537" y="17724"/>
                      <a:pt x="17537" y="17284"/>
                    </a:cubicBezTo>
                    <a:lnTo>
                      <a:pt x="17537" y="12697"/>
                    </a:lnTo>
                    <a:close/>
                    <a:moveTo>
                      <a:pt x="21333" y="2796"/>
                    </a:moveTo>
                    <a:cubicBezTo>
                      <a:pt x="21514" y="3011"/>
                      <a:pt x="21599" y="3272"/>
                      <a:pt x="21597" y="3578"/>
                    </a:cubicBezTo>
                    <a:cubicBezTo>
                      <a:pt x="21592" y="3881"/>
                      <a:pt x="21504" y="4136"/>
                      <a:pt x="21333" y="4342"/>
                    </a:cubicBezTo>
                    <a:lnTo>
                      <a:pt x="13005" y="14346"/>
                    </a:lnTo>
                    <a:lnTo>
                      <a:pt x="11854" y="15721"/>
                    </a:lnTo>
                    <a:cubicBezTo>
                      <a:pt x="11676" y="15938"/>
                      <a:pt x="11458" y="16044"/>
                      <a:pt x="11206" y="16044"/>
                    </a:cubicBezTo>
                    <a:cubicBezTo>
                      <a:pt x="10951" y="16044"/>
                      <a:pt x="10733" y="15938"/>
                      <a:pt x="10555" y="15721"/>
                    </a:cubicBezTo>
                    <a:lnTo>
                      <a:pt x="9383" y="14346"/>
                    </a:lnTo>
                    <a:lnTo>
                      <a:pt x="4779" y="8787"/>
                    </a:lnTo>
                    <a:cubicBezTo>
                      <a:pt x="4600" y="8573"/>
                      <a:pt x="4507" y="8314"/>
                      <a:pt x="4507" y="8006"/>
                    </a:cubicBezTo>
                    <a:cubicBezTo>
                      <a:pt x="4507" y="7703"/>
                      <a:pt x="4600" y="7441"/>
                      <a:pt x="4779" y="7227"/>
                    </a:cubicBezTo>
                    <a:lnTo>
                      <a:pt x="5927" y="5846"/>
                    </a:lnTo>
                    <a:cubicBezTo>
                      <a:pt x="6106" y="5635"/>
                      <a:pt x="6323" y="5526"/>
                      <a:pt x="6578" y="5526"/>
                    </a:cubicBezTo>
                    <a:cubicBezTo>
                      <a:pt x="6830" y="5526"/>
                      <a:pt x="7043" y="5634"/>
                      <a:pt x="7214" y="5846"/>
                    </a:cubicBezTo>
                    <a:lnTo>
                      <a:pt x="11198" y="10632"/>
                    </a:lnTo>
                    <a:lnTo>
                      <a:pt x="18861" y="1404"/>
                    </a:lnTo>
                    <a:cubicBezTo>
                      <a:pt x="19040" y="1186"/>
                      <a:pt x="19262" y="1084"/>
                      <a:pt x="19524" y="1087"/>
                    </a:cubicBezTo>
                    <a:cubicBezTo>
                      <a:pt x="19786" y="1092"/>
                      <a:pt x="20001" y="1198"/>
                      <a:pt x="20173" y="1404"/>
                    </a:cubicBezTo>
                    <a:lnTo>
                      <a:pt x="21333" y="2796"/>
                    </a:lnTo>
                    <a:close/>
                  </a:path>
                </a:pathLst>
              </a:custGeom>
              <a:grpFill/>
              <a:ln>
                <a:noFill/>
              </a:ln>
              <a:effectLst/>
              <a:ex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37" name="Group 87"/>
            <p:cNvGrpSpPr/>
            <p:nvPr/>
          </p:nvGrpSpPr>
          <p:grpSpPr>
            <a:xfrm>
              <a:off x="6537191" y="4231061"/>
              <a:ext cx="1215733" cy="2209157"/>
              <a:chOff x="6213749" y="4397485"/>
              <a:chExt cx="1327746" cy="2412072"/>
            </a:xfrm>
            <a:grpFill/>
          </p:grpSpPr>
          <p:sp>
            <p:nvSpPr>
              <p:cNvPr id="138" name="Freeform 7"/>
              <p:cNvSpPr>
                <a:spLocks noEditPoints="1"/>
              </p:cNvSpPr>
              <p:nvPr/>
            </p:nvSpPr>
            <p:spPr bwMode="auto">
              <a:xfrm>
                <a:off x="6213749" y="4397485"/>
                <a:ext cx="1327746" cy="2412072"/>
              </a:xfrm>
              <a:custGeom>
                <a:avLst/>
                <a:gdLst>
                  <a:gd name="T0" fmla="*/ 1072 w 1726"/>
                  <a:gd name="T1" fmla="*/ 73 h 3136"/>
                  <a:gd name="T2" fmla="*/ 60 w 1726"/>
                  <a:gd name="T3" fmla="*/ 1513 h 3136"/>
                  <a:gd name="T4" fmla="*/ 57 w 1726"/>
                  <a:gd name="T5" fmla="*/ 3119 h 3136"/>
                  <a:gd name="T6" fmla="*/ 149 w 1726"/>
                  <a:gd name="T7" fmla="*/ 1789 h 3136"/>
                  <a:gd name="T8" fmla="*/ 1072 w 1726"/>
                  <a:gd name="T9" fmla="*/ 1382 h 3136"/>
                  <a:gd name="T10" fmla="*/ 1726 w 1726"/>
                  <a:gd name="T11" fmla="*/ 728 h 3136"/>
                  <a:gd name="T12" fmla="*/ 1072 w 1726"/>
                  <a:gd name="T13" fmla="*/ 73 h 3136"/>
                  <a:gd name="T14" fmla="*/ 1072 w 1726"/>
                  <a:gd name="T15" fmla="*/ 1263 h 3136"/>
                  <a:gd name="T16" fmla="*/ 399 w 1726"/>
                  <a:gd name="T17" fmla="*/ 1365 h 3136"/>
                  <a:gd name="T18" fmla="*/ 209 w 1726"/>
                  <a:gd name="T19" fmla="*/ 1260 h 3136"/>
                  <a:gd name="T20" fmla="*/ 867 w 1726"/>
                  <a:gd name="T21" fmla="*/ 232 h 3136"/>
                  <a:gd name="T22" fmla="*/ 867 w 1726"/>
                  <a:gd name="T23" fmla="*/ 232 h 3136"/>
                  <a:gd name="T24" fmla="*/ 1607 w 1726"/>
                  <a:gd name="T25" fmla="*/ 727 h 3136"/>
                  <a:gd name="T26" fmla="*/ 1072 w 1726"/>
                  <a:gd name="T27" fmla="*/ 1263 h 3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26" h="3136">
                    <a:moveTo>
                      <a:pt x="1072" y="73"/>
                    </a:moveTo>
                    <a:cubicBezTo>
                      <a:pt x="1072" y="73"/>
                      <a:pt x="60" y="0"/>
                      <a:pt x="60" y="1513"/>
                    </a:cubicBezTo>
                    <a:cubicBezTo>
                      <a:pt x="60" y="1513"/>
                      <a:pt x="0" y="3102"/>
                      <a:pt x="57" y="3119"/>
                    </a:cubicBezTo>
                    <a:cubicBezTo>
                      <a:pt x="111" y="3136"/>
                      <a:pt x="75" y="2081"/>
                      <a:pt x="149" y="1789"/>
                    </a:cubicBezTo>
                    <a:cubicBezTo>
                      <a:pt x="255" y="1368"/>
                      <a:pt x="1072" y="1382"/>
                      <a:pt x="1072" y="1382"/>
                    </a:cubicBezTo>
                    <a:cubicBezTo>
                      <a:pt x="1433" y="1382"/>
                      <a:pt x="1726" y="1089"/>
                      <a:pt x="1726" y="728"/>
                    </a:cubicBezTo>
                    <a:cubicBezTo>
                      <a:pt x="1726" y="366"/>
                      <a:pt x="1433" y="73"/>
                      <a:pt x="1072" y="73"/>
                    </a:cubicBezTo>
                    <a:close/>
                    <a:moveTo>
                      <a:pt x="1072" y="1263"/>
                    </a:moveTo>
                    <a:cubicBezTo>
                      <a:pt x="750" y="1254"/>
                      <a:pt x="536" y="1306"/>
                      <a:pt x="399" y="1365"/>
                    </a:cubicBezTo>
                    <a:cubicBezTo>
                      <a:pt x="239" y="1434"/>
                      <a:pt x="196" y="1352"/>
                      <a:pt x="209" y="1260"/>
                    </a:cubicBezTo>
                    <a:cubicBezTo>
                      <a:pt x="265" y="872"/>
                      <a:pt x="424" y="379"/>
                      <a:pt x="867" y="232"/>
                    </a:cubicBezTo>
                    <a:cubicBezTo>
                      <a:pt x="867" y="232"/>
                      <a:pt x="867" y="232"/>
                      <a:pt x="867" y="232"/>
                    </a:cubicBezTo>
                    <a:cubicBezTo>
                      <a:pt x="1262" y="101"/>
                      <a:pt x="1607" y="431"/>
                      <a:pt x="1607" y="727"/>
                    </a:cubicBezTo>
                    <a:cubicBezTo>
                      <a:pt x="1607" y="1023"/>
                      <a:pt x="1367" y="1263"/>
                      <a:pt x="1072" y="1263"/>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9" name="AutoShape 122"/>
              <p:cNvSpPr>
                <a:spLocks/>
              </p:cNvSpPr>
              <p:nvPr/>
            </p:nvSpPr>
            <p:spPr bwMode="auto">
              <a:xfrm>
                <a:off x="6799530" y="4793980"/>
                <a:ext cx="315505" cy="3470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599" y="4921"/>
                    </a:moveTo>
                    <a:lnTo>
                      <a:pt x="21599" y="5871"/>
                    </a:lnTo>
                    <a:cubicBezTo>
                      <a:pt x="21192" y="6052"/>
                      <a:pt x="20518" y="6202"/>
                      <a:pt x="19564" y="6320"/>
                    </a:cubicBezTo>
                    <a:cubicBezTo>
                      <a:pt x="18617" y="6436"/>
                      <a:pt x="17593" y="6522"/>
                      <a:pt x="16494" y="6579"/>
                    </a:cubicBezTo>
                    <a:cubicBezTo>
                      <a:pt x="15398" y="6643"/>
                      <a:pt x="14330" y="6677"/>
                      <a:pt x="13290" y="6683"/>
                    </a:cubicBezTo>
                    <a:cubicBezTo>
                      <a:pt x="12253" y="6692"/>
                      <a:pt x="11427" y="6698"/>
                      <a:pt x="10808" y="6698"/>
                    </a:cubicBezTo>
                    <a:cubicBezTo>
                      <a:pt x="10200" y="6698"/>
                      <a:pt x="9374" y="6692"/>
                      <a:pt x="8326" y="6683"/>
                    </a:cubicBezTo>
                    <a:cubicBezTo>
                      <a:pt x="7276" y="6677"/>
                      <a:pt x="6204" y="6643"/>
                      <a:pt x="5105" y="6579"/>
                    </a:cubicBezTo>
                    <a:cubicBezTo>
                      <a:pt x="4009" y="6522"/>
                      <a:pt x="2993" y="6436"/>
                      <a:pt x="2053" y="6326"/>
                    </a:cubicBezTo>
                    <a:cubicBezTo>
                      <a:pt x="1116" y="6214"/>
                      <a:pt x="442" y="6064"/>
                      <a:pt x="34" y="5871"/>
                    </a:cubicBezTo>
                    <a:cubicBezTo>
                      <a:pt x="10" y="5724"/>
                      <a:pt x="0" y="5566"/>
                      <a:pt x="0" y="5393"/>
                    </a:cubicBezTo>
                    <a:lnTo>
                      <a:pt x="0" y="4921"/>
                    </a:lnTo>
                    <a:lnTo>
                      <a:pt x="0" y="4423"/>
                    </a:lnTo>
                    <a:cubicBezTo>
                      <a:pt x="0" y="4258"/>
                      <a:pt x="10" y="4092"/>
                      <a:pt x="34" y="3924"/>
                    </a:cubicBezTo>
                    <a:cubicBezTo>
                      <a:pt x="307" y="3801"/>
                      <a:pt x="701" y="3688"/>
                      <a:pt x="1213" y="3602"/>
                    </a:cubicBezTo>
                    <a:cubicBezTo>
                      <a:pt x="1717" y="3516"/>
                      <a:pt x="2257" y="3444"/>
                      <a:pt x="2830" y="3389"/>
                    </a:cubicBezTo>
                    <a:cubicBezTo>
                      <a:pt x="3404" y="3334"/>
                      <a:pt x="3971" y="3294"/>
                      <a:pt x="4528" y="3265"/>
                    </a:cubicBezTo>
                    <a:cubicBezTo>
                      <a:pt x="5084" y="3239"/>
                      <a:pt x="5516" y="3213"/>
                      <a:pt x="5827" y="3196"/>
                    </a:cubicBezTo>
                    <a:cubicBezTo>
                      <a:pt x="5737" y="2444"/>
                      <a:pt x="5800" y="1857"/>
                      <a:pt x="6017" y="1431"/>
                    </a:cubicBezTo>
                    <a:cubicBezTo>
                      <a:pt x="6232" y="1010"/>
                      <a:pt x="6560" y="693"/>
                      <a:pt x="7003" y="489"/>
                    </a:cubicBezTo>
                    <a:cubicBezTo>
                      <a:pt x="7441" y="282"/>
                      <a:pt x="7984" y="146"/>
                      <a:pt x="8631" y="86"/>
                    </a:cubicBezTo>
                    <a:cubicBezTo>
                      <a:pt x="9280" y="28"/>
                      <a:pt x="9999" y="0"/>
                      <a:pt x="10808" y="0"/>
                    </a:cubicBezTo>
                    <a:cubicBezTo>
                      <a:pt x="11417" y="0"/>
                      <a:pt x="12021" y="11"/>
                      <a:pt x="12619" y="40"/>
                    </a:cubicBezTo>
                    <a:cubicBezTo>
                      <a:pt x="13221" y="69"/>
                      <a:pt x="13757" y="164"/>
                      <a:pt x="14234" y="319"/>
                    </a:cubicBezTo>
                    <a:cubicBezTo>
                      <a:pt x="14707" y="483"/>
                      <a:pt x="15084" y="734"/>
                      <a:pt x="15367" y="1074"/>
                    </a:cubicBezTo>
                    <a:cubicBezTo>
                      <a:pt x="15647" y="1413"/>
                      <a:pt x="15789" y="1894"/>
                      <a:pt x="15789" y="2519"/>
                    </a:cubicBezTo>
                    <a:lnTo>
                      <a:pt x="15789" y="2850"/>
                    </a:lnTo>
                    <a:cubicBezTo>
                      <a:pt x="15789" y="2963"/>
                      <a:pt x="15775" y="3078"/>
                      <a:pt x="15758" y="3196"/>
                    </a:cubicBezTo>
                    <a:cubicBezTo>
                      <a:pt x="16076" y="3213"/>
                      <a:pt x="16511" y="3239"/>
                      <a:pt x="17061" y="3265"/>
                    </a:cubicBezTo>
                    <a:cubicBezTo>
                      <a:pt x="17611" y="3294"/>
                      <a:pt x="18178" y="3334"/>
                      <a:pt x="18758" y="3389"/>
                    </a:cubicBezTo>
                    <a:cubicBezTo>
                      <a:pt x="19335" y="3443"/>
                      <a:pt x="19885" y="3515"/>
                      <a:pt x="20404" y="3602"/>
                    </a:cubicBezTo>
                    <a:cubicBezTo>
                      <a:pt x="20922" y="3688"/>
                      <a:pt x="21323" y="3801"/>
                      <a:pt x="21596" y="3924"/>
                    </a:cubicBezTo>
                    <a:lnTo>
                      <a:pt x="21596" y="4921"/>
                    </a:lnTo>
                    <a:close/>
                    <a:moveTo>
                      <a:pt x="10812" y="8296"/>
                    </a:moveTo>
                    <a:cubicBezTo>
                      <a:pt x="12236" y="8278"/>
                      <a:pt x="13656" y="8250"/>
                      <a:pt x="15080" y="8215"/>
                    </a:cubicBezTo>
                    <a:cubicBezTo>
                      <a:pt x="16501" y="8178"/>
                      <a:pt x="17925" y="8088"/>
                      <a:pt x="19353" y="7939"/>
                    </a:cubicBezTo>
                    <a:lnTo>
                      <a:pt x="19353" y="19477"/>
                    </a:lnTo>
                    <a:cubicBezTo>
                      <a:pt x="19353" y="20056"/>
                      <a:pt x="19107" y="20557"/>
                      <a:pt x="18620" y="20972"/>
                    </a:cubicBezTo>
                    <a:cubicBezTo>
                      <a:pt x="18133" y="21392"/>
                      <a:pt x="17542" y="21599"/>
                      <a:pt x="16847" y="21599"/>
                    </a:cubicBezTo>
                    <a:lnTo>
                      <a:pt x="4752" y="21599"/>
                    </a:lnTo>
                    <a:cubicBezTo>
                      <a:pt x="4058" y="21599"/>
                      <a:pt x="3460" y="21395"/>
                      <a:pt x="2955" y="20977"/>
                    </a:cubicBezTo>
                    <a:cubicBezTo>
                      <a:pt x="2450" y="20569"/>
                      <a:pt x="2201" y="20068"/>
                      <a:pt x="2201" y="19477"/>
                    </a:cubicBezTo>
                    <a:lnTo>
                      <a:pt x="2201" y="7939"/>
                    </a:lnTo>
                    <a:cubicBezTo>
                      <a:pt x="3560" y="8088"/>
                      <a:pt x="4904" y="8183"/>
                      <a:pt x="6239" y="8229"/>
                    </a:cubicBezTo>
                    <a:cubicBezTo>
                      <a:pt x="7576" y="8273"/>
                      <a:pt x="8917" y="8296"/>
                      <a:pt x="10276" y="8296"/>
                    </a:cubicBezTo>
                    <a:lnTo>
                      <a:pt x="10812" y="8296"/>
                    </a:lnTo>
                    <a:close/>
                    <a:moveTo>
                      <a:pt x="6923" y="10395"/>
                    </a:moveTo>
                    <a:cubicBezTo>
                      <a:pt x="6923" y="10248"/>
                      <a:pt x="6857" y="10119"/>
                      <a:pt x="6733" y="10015"/>
                    </a:cubicBezTo>
                    <a:cubicBezTo>
                      <a:pt x="6605" y="9908"/>
                      <a:pt x="6453" y="9854"/>
                      <a:pt x="6277" y="9854"/>
                    </a:cubicBezTo>
                    <a:lnTo>
                      <a:pt x="5630" y="9854"/>
                    </a:lnTo>
                    <a:cubicBezTo>
                      <a:pt x="5450" y="9854"/>
                      <a:pt x="5305" y="9908"/>
                      <a:pt x="5191" y="10015"/>
                    </a:cubicBezTo>
                    <a:cubicBezTo>
                      <a:pt x="5074" y="10119"/>
                      <a:pt x="5015" y="10248"/>
                      <a:pt x="5015" y="10395"/>
                    </a:cubicBezTo>
                    <a:lnTo>
                      <a:pt x="5015" y="18858"/>
                    </a:lnTo>
                    <a:cubicBezTo>
                      <a:pt x="5015" y="19005"/>
                      <a:pt x="5074" y="19126"/>
                      <a:pt x="5191" y="19224"/>
                    </a:cubicBezTo>
                    <a:cubicBezTo>
                      <a:pt x="5305" y="19319"/>
                      <a:pt x="5450" y="19368"/>
                      <a:pt x="5630" y="19368"/>
                    </a:cubicBezTo>
                    <a:lnTo>
                      <a:pt x="6277" y="19368"/>
                    </a:lnTo>
                    <a:cubicBezTo>
                      <a:pt x="6453" y="19368"/>
                      <a:pt x="6605" y="19319"/>
                      <a:pt x="6733" y="19230"/>
                    </a:cubicBezTo>
                    <a:cubicBezTo>
                      <a:pt x="6857" y="19137"/>
                      <a:pt x="6923" y="19014"/>
                      <a:pt x="6923" y="18858"/>
                    </a:cubicBezTo>
                    <a:lnTo>
                      <a:pt x="6923" y="10395"/>
                    </a:lnTo>
                    <a:close/>
                    <a:moveTo>
                      <a:pt x="8416" y="3141"/>
                    </a:moveTo>
                    <a:cubicBezTo>
                      <a:pt x="10006" y="3121"/>
                      <a:pt x="11607" y="3121"/>
                      <a:pt x="13231" y="3141"/>
                    </a:cubicBezTo>
                    <a:cubicBezTo>
                      <a:pt x="13231" y="3032"/>
                      <a:pt x="13242" y="2925"/>
                      <a:pt x="13266" y="2819"/>
                    </a:cubicBezTo>
                    <a:cubicBezTo>
                      <a:pt x="13286" y="2712"/>
                      <a:pt x="13286" y="2611"/>
                      <a:pt x="13266" y="2519"/>
                    </a:cubicBezTo>
                    <a:lnTo>
                      <a:pt x="13266" y="2315"/>
                    </a:lnTo>
                    <a:cubicBezTo>
                      <a:pt x="12879" y="2222"/>
                      <a:pt x="12471" y="2171"/>
                      <a:pt x="12042" y="2162"/>
                    </a:cubicBezTo>
                    <a:cubicBezTo>
                      <a:pt x="11610" y="2153"/>
                      <a:pt x="11202" y="2148"/>
                      <a:pt x="10819" y="2148"/>
                    </a:cubicBezTo>
                    <a:cubicBezTo>
                      <a:pt x="10411" y="2148"/>
                      <a:pt x="9996" y="2153"/>
                      <a:pt x="9574" y="2162"/>
                    </a:cubicBezTo>
                    <a:cubicBezTo>
                      <a:pt x="9149" y="2171"/>
                      <a:pt x="8741" y="2222"/>
                      <a:pt x="8354" y="2315"/>
                    </a:cubicBezTo>
                    <a:lnTo>
                      <a:pt x="8354" y="2519"/>
                    </a:lnTo>
                    <a:cubicBezTo>
                      <a:pt x="8354" y="2611"/>
                      <a:pt x="8357" y="2715"/>
                      <a:pt x="8371" y="2824"/>
                    </a:cubicBezTo>
                    <a:cubicBezTo>
                      <a:pt x="8375" y="2937"/>
                      <a:pt x="8392" y="3040"/>
                      <a:pt x="8416" y="3141"/>
                    </a:cubicBezTo>
                    <a:moveTo>
                      <a:pt x="11769" y="10395"/>
                    </a:moveTo>
                    <a:cubicBezTo>
                      <a:pt x="11769" y="10248"/>
                      <a:pt x="11707" y="10119"/>
                      <a:pt x="11582" y="10015"/>
                    </a:cubicBezTo>
                    <a:cubicBezTo>
                      <a:pt x="11451" y="9908"/>
                      <a:pt x="11299" y="9854"/>
                      <a:pt x="11123" y="9854"/>
                    </a:cubicBezTo>
                    <a:lnTo>
                      <a:pt x="10476" y="9854"/>
                    </a:lnTo>
                    <a:cubicBezTo>
                      <a:pt x="10300" y="9854"/>
                      <a:pt x="10151" y="9908"/>
                      <a:pt x="10037" y="10015"/>
                    </a:cubicBezTo>
                    <a:cubicBezTo>
                      <a:pt x="9923" y="10119"/>
                      <a:pt x="9865" y="10248"/>
                      <a:pt x="9865" y="10395"/>
                    </a:cubicBezTo>
                    <a:lnTo>
                      <a:pt x="9865" y="18858"/>
                    </a:lnTo>
                    <a:cubicBezTo>
                      <a:pt x="9865" y="19005"/>
                      <a:pt x="9920" y="19126"/>
                      <a:pt x="10030" y="19224"/>
                    </a:cubicBezTo>
                    <a:cubicBezTo>
                      <a:pt x="10141" y="19319"/>
                      <a:pt x="10286" y="19368"/>
                      <a:pt x="10476" y="19368"/>
                    </a:cubicBezTo>
                    <a:lnTo>
                      <a:pt x="11123" y="19368"/>
                    </a:lnTo>
                    <a:cubicBezTo>
                      <a:pt x="11299" y="19368"/>
                      <a:pt x="11451" y="19319"/>
                      <a:pt x="11582" y="19230"/>
                    </a:cubicBezTo>
                    <a:cubicBezTo>
                      <a:pt x="11707" y="19137"/>
                      <a:pt x="11769" y="19014"/>
                      <a:pt x="11769" y="18858"/>
                    </a:cubicBezTo>
                    <a:lnTo>
                      <a:pt x="11769" y="10395"/>
                    </a:lnTo>
                    <a:close/>
                    <a:moveTo>
                      <a:pt x="14683" y="18858"/>
                    </a:moveTo>
                    <a:cubicBezTo>
                      <a:pt x="14683" y="19005"/>
                      <a:pt x="14745" y="19126"/>
                      <a:pt x="14866" y="19224"/>
                    </a:cubicBezTo>
                    <a:cubicBezTo>
                      <a:pt x="14987" y="19319"/>
                      <a:pt x="15143" y="19368"/>
                      <a:pt x="15333" y="19368"/>
                    </a:cubicBezTo>
                    <a:lnTo>
                      <a:pt x="15979" y="19368"/>
                    </a:lnTo>
                    <a:cubicBezTo>
                      <a:pt x="16155" y="19368"/>
                      <a:pt x="16308" y="19319"/>
                      <a:pt x="16432" y="19230"/>
                    </a:cubicBezTo>
                    <a:cubicBezTo>
                      <a:pt x="16560" y="19137"/>
                      <a:pt x="16629" y="19014"/>
                      <a:pt x="16629" y="18858"/>
                    </a:cubicBezTo>
                    <a:lnTo>
                      <a:pt x="16629" y="10395"/>
                    </a:lnTo>
                    <a:cubicBezTo>
                      <a:pt x="16629" y="10248"/>
                      <a:pt x="16560" y="10119"/>
                      <a:pt x="16432" y="10015"/>
                    </a:cubicBezTo>
                    <a:cubicBezTo>
                      <a:pt x="16308" y="9908"/>
                      <a:pt x="16155" y="9854"/>
                      <a:pt x="15979" y="9854"/>
                    </a:cubicBezTo>
                    <a:lnTo>
                      <a:pt x="15333" y="9854"/>
                    </a:lnTo>
                    <a:cubicBezTo>
                      <a:pt x="15153" y="9854"/>
                      <a:pt x="15001" y="9908"/>
                      <a:pt x="14877" y="10015"/>
                    </a:cubicBezTo>
                    <a:cubicBezTo>
                      <a:pt x="14752" y="10119"/>
                      <a:pt x="14683" y="10248"/>
                      <a:pt x="14683" y="10395"/>
                    </a:cubicBezTo>
                    <a:lnTo>
                      <a:pt x="14683" y="18858"/>
                    </a:lnTo>
                    <a:close/>
                  </a:path>
                </a:pathLst>
              </a:custGeom>
              <a:grpFill/>
              <a:ln>
                <a:noFill/>
              </a:ln>
              <a:effectLst/>
              <a:ex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40" name="Group 85"/>
            <p:cNvGrpSpPr/>
            <p:nvPr/>
          </p:nvGrpSpPr>
          <p:grpSpPr>
            <a:xfrm>
              <a:off x="5273024" y="3626846"/>
              <a:ext cx="1321675" cy="2794296"/>
              <a:chOff x="4833107" y="3737773"/>
              <a:chExt cx="1443450" cy="3050957"/>
            </a:xfrm>
            <a:grpFill/>
          </p:grpSpPr>
          <p:sp>
            <p:nvSpPr>
              <p:cNvPr id="141" name="Freeform 11"/>
              <p:cNvSpPr>
                <a:spLocks noEditPoints="1"/>
              </p:cNvSpPr>
              <p:nvPr/>
            </p:nvSpPr>
            <p:spPr bwMode="auto">
              <a:xfrm>
                <a:off x="4833107" y="5517283"/>
                <a:ext cx="1111662" cy="1271447"/>
              </a:xfrm>
              <a:custGeom>
                <a:avLst/>
                <a:gdLst>
                  <a:gd name="T0" fmla="*/ 0 w 1445"/>
                  <a:gd name="T1" fmla="*/ 675 h 1653"/>
                  <a:gd name="T2" fmla="*/ 662 w 1445"/>
                  <a:gd name="T3" fmla="*/ 1329 h 1653"/>
                  <a:gd name="T4" fmla="*/ 1309 w 1445"/>
                  <a:gd name="T5" fmla="*/ 1463 h 1653"/>
                  <a:gd name="T6" fmla="*/ 1387 w 1445"/>
                  <a:gd name="T7" fmla="*/ 1653 h 1653"/>
                  <a:gd name="T8" fmla="*/ 1273 w 1445"/>
                  <a:gd name="T9" fmla="*/ 389 h 1653"/>
                  <a:gd name="T10" fmla="*/ 655 w 1445"/>
                  <a:gd name="T11" fmla="*/ 20 h 1653"/>
                  <a:gd name="T12" fmla="*/ 0 w 1445"/>
                  <a:gd name="T13" fmla="*/ 675 h 1653"/>
                  <a:gd name="T14" fmla="*/ 117 w 1445"/>
                  <a:gd name="T15" fmla="*/ 671 h 1653"/>
                  <a:gd name="T16" fmla="*/ 652 w 1445"/>
                  <a:gd name="T17" fmla="*/ 135 h 1653"/>
                  <a:gd name="T18" fmla="*/ 1108 w 1445"/>
                  <a:gd name="T19" fmla="*/ 389 h 1653"/>
                  <a:gd name="T20" fmla="*/ 1275 w 1445"/>
                  <a:gd name="T21" fmla="*/ 1129 h 1653"/>
                  <a:gd name="T22" fmla="*/ 1121 w 1445"/>
                  <a:gd name="T23" fmla="*/ 1248 h 1653"/>
                  <a:gd name="T24" fmla="*/ 652 w 1445"/>
                  <a:gd name="T25" fmla="*/ 1206 h 1653"/>
                  <a:gd name="T26" fmla="*/ 117 w 1445"/>
                  <a:gd name="T27" fmla="*/ 671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5" h="1653">
                    <a:moveTo>
                      <a:pt x="0" y="675"/>
                    </a:moveTo>
                    <a:cubicBezTo>
                      <a:pt x="0" y="1036"/>
                      <a:pt x="294" y="1329"/>
                      <a:pt x="662" y="1329"/>
                    </a:cubicBezTo>
                    <a:cubicBezTo>
                      <a:pt x="662" y="1329"/>
                      <a:pt x="1224" y="1338"/>
                      <a:pt x="1309" y="1463"/>
                    </a:cubicBezTo>
                    <a:cubicBezTo>
                      <a:pt x="1388" y="1579"/>
                      <a:pt x="1346" y="1653"/>
                      <a:pt x="1387" y="1653"/>
                    </a:cubicBezTo>
                    <a:cubicBezTo>
                      <a:pt x="1445" y="1653"/>
                      <a:pt x="1445" y="703"/>
                      <a:pt x="1273" y="389"/>
                    </a:cubicBezTo>
                    <a:cubicBezTo>
                      <a:pt x="1183" y="224"/>
                      <a:pt x="992" y="39"/>
                      <a:pt x="655" y="20"/>
                    </a:cubicBezTo>
                    <a:cubicBezTo>
                      <a:pt x="294" y="0"/>
                      <a:pt x="0" y="313"/>
                      <a:pt x="0" y="675"/>
                    </a:cubicBezTo>
                    <a:close/>
                    <a:moveTo>
                      <a:pt x="117" y="671"/>
                    </a:moveTo>
                    <a:cubicBezTo>
                      <a:pt x="117" y="375"/>
                      <a:pt x="357" y="135"/>
                      <a:pt x="652" y="135"/>
                    </a:cubicBezTo>
                    <a:cubicBezTo>
                      <a:pt x="845" y="135"/>
                      <a:pt x="1013" y="237"/>
                      <a:pt x="1108" y="389"/>
                    </a:cubicBezTo>
                    <a:cubicBezTo>
                      <a:pt x="1241" y="603"/>
                      <a:pt x="1275" y="923"/>
                      <a:pt x="1275" y="1129"/>
                    </a:cubicBezTo>
                    <a:cubicBezTo>
                      <a:pt x="1275" y="1254"/>
                      <a:pt x="1223" y="1273"/>
                      <a:pt x="1121" y="1248"/>
                    </a:cubicBezTo>
                    <a:cubicBezTo>
                      <a:pt x="1018" y="1223"/>
                      <a:pt x="863" y="1199"/>
                      <a:pt x="652" y="1206"/>
                    </a:cubicBezTo>
                    <a:cubicBezTo>
                      <a:pt x="357" y="1206"/>
                      <a:pt x="117" y="966"/>
                      <a:pt x="117" y="671"/>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2" name="AutoShape 12"/>
              <p:cNvSpPr>
                <a:spLocks/>
              </p:cNvSpPr>
              <p:nvPr/>
            </p:nvSpPr>
            <p:spPr bwMode="auto">
              <a:xfrm>
                <a:off x="6007141" y="3737773"/>
                <a:ext cx="269416" cy="291504"/>
              </a:xfrm>
              <a:custGeom>
                <a:avLst/>
                <a:gdLst>
                  <a:gd name="T0" fmla="+- 0 10802 114"/>
                  <a:gd name="T1" fmla="*/ T0 w 21376"/>
                  <a:gd name="T2" fmla="*/ 10800 h 21600"/>
                  <a:gd name="T3" fmla="+- 0 10802 114"/>
                  <a:gd name="T4" fmla="*/ T3 w 21376"/>
                  <a:gd name="T5" fmla="*/ 10800 h 21600"/>
                  <a:gd name="T6" fmla="+- 0 10802 114"/>
                  <a:gd name="T7" fmla="*/ T6 w 21376"/>
                  <a:gd name="T8" fmla="*/ 10800 h 21600"/>
                  <a:gd name="T9" fmla="+- 0 10802 114"/>
                  <a:gd name="T10" fmla="*/ T9 w 21376"/>
                  <a:gd name="T11" fmla="*/ 10800 h 21600"/>
                </a:gdLst>
                <a:ahLst/>
                <a:cxnLst>
                  <a:cxn ang="0">
                    <a:pos x="T1" y="T2"/>
                  </a:cxn>
                  <a:cxn ang="0">
                    <a:pos x="T4" y="T5"/>
                  </a:cxn>
                  <a:cxn ang="0">
                    <a:pos x="T7" y="T8"/>
                  </a:cxn>
                  <a:cxn ang="0">
                    <a:pos x="T10" y="T11"/>
                  </a:cxn>
                </a:cxnLst>
                <a:rect l="0" t="0" r="r" b="b"/>
                <a:pathLst>
                  <a:path w="21376" h="21600">
                    <a:moveTo>
                      <a:pt x="21036" y="18604"/>
                    </a:moveTo>
                    <a:cubicBezTo>
                      <a:pt x="21454" y="19261"/>
                      <a:pt x="21486" y="19922"/>
                      <a:pt x="21134" y="20586"/>
                    </a:cubicBezTo>
                    <a:cubicBezTo>
                      <a:pt x="20969" y="20915"/>
                      <a:pt x="20731" y="21168"/>
                      <a:pt x="20427" y="21338"/>
                    </a:cubicBezTo>
                    <a:cubicBezTo>
                      <a:pt x="20122" y="21514"/>
                      <a:pt x="19797" y="21599"/>
                      <a:pt x="19455" y="21599"/>
                    </a:cubicBezTo>
                    <a:lnTo>
                      <a:pt x="1928" y="21599"/>
                    </a:lnTo>
                    <a:cubicBezTo>
                      <a:pt x="1585" y="21599"/>
                      <a:pt x="1263" y="21514"/>
                      <a:pt x="965" y="21338"/>
                    </a:cubicBezTo>
                    <a:cubicBezTo>
                      <a:pt x="663" y="21168"/>
                      <a:pt x="425" y="20915"/>
                      <a:pt x="248" y="20586"/>
                    </a:cubicBezTo>
                    <a:cubicBezTo>
                      <a:pt x="-114" y="19914"/>
                      <a:pt x="-80" y="19250"/>
                      <a:pt x="344" y="18604"/>
                    </a:cubicBezTo>
                    <a:lnTo>
                      <a:pt x="7509" y="7313"/>
                    </a:lnTo>
                    <a:lnTo>
                      <a:pt x="7509" y="2167"/>
                    </a:lnTo>
                    <a:lnTo>
                      <a:pt x="6427" y="2167"/>
                    </a:lnTo>
                    <a:cubicBezTo>
                      <a:pt x="6122" y="2167"/>
                      <a:pt x="5870" y="2061"/>
                      <a:pt x="5670" y="1850"/>
                    </a:cubicBezTo>
                    <a:cubicBezTo>
                      <a:pt x="5473" y="1638"/>
                      <a:pt x="5371" y="1380"/>
                      <a:pt x="5371" y="1072"/>
                    </a:cubicBezTo>
                    <a:cubicBezTo>
                      <a:pt x="5371" y="778"/>
                      <a:pt x="5473" y="528"/>
                      <a:pt x="5670" y="320"/>
                    </a:cubicBezTo>
                    <a:cubicBezTo>
                      <a:pt x="5870" y="108"/>
                      <a:pt x="6122" y="0"/>
                      <a:pt x="6427" y="0"/>
                    </a:cubicBezTo>
                    <a:lnTo>
                      <a:pt x="14953" y="0"/>
                    </a:lnTo>
                    <a:cubicBezTo>
                      <a:pt x="15260" y="0"/>
                      <a:pt x="15515" y="108"/>
                      <a:pt x="15724" y="320"/>
                    </a:cubicBezTo>
                    <a:cubicBezTo>
                      <a:pt x="15933" y="528"/>
                      <a:pt x="16038" y="778"/>
                      <a:pt x="16038" y="1072"/>
                    </a:cubicBezTo>
                    <a:cubicBezTo>
                      <a:pt x="16038" y="1380"/>
                      <a:pt x="15933" y="1638"/>
                      <a:pt x="15724" y="1850"/>
                    </a:cubicBezTo>
                    <a:cubicBezTo>
                      <a:pt x="15515" y="2061"/>
                      <a:pt x="15260" y="2167"/>
                      <a:pt x="14953" y="2167"/>
                    </a:cubicBezTo>
                    <a:lnTo>
                      <a:pt x="13900" y="2167"/>
                    </a:lnTo>
                    <a:lnTo>
                      <a:pt x="13900" y="7339"/>
                    </a:lnTo>
                    <a:lnTo>
                      <a:pt x="21036" y="18604"/>
                    </a:lnTo>
                    <a:close/>
                    <a:moveTo>
                      <a:pt x="5261" y="14865"/>
                    </a:moveTo>
                    <a:lnTo>
                      <a:pt x="16122" y="14865"/>
                    </a:lnTo>
                    <a:lnTo>
                      <a:pt x="11773" y="7974"/>
                    </a:lnTo>
                    <a:lnTo>
                      <a:pt x="11773" y="2167"/>
                    </a:lnTo>
                    <a:lnTo>
                      <a:pt x="9635" y="2167"/>
                    </a:lnTo>
                    <a:lnTo>
                      <a:pt x="9635" y="7947"/>
                    </a:lnTo>
                    <a:lnTo>
                      <a:pt x="5261" y="14865"/>
                    </a:lnTo>
                    <a:close/>
                  </a:path>
                </a:pathLst>
              </a:custGeom>
              <a:grpFill/>
              <a:ln>
                <a:noFill/>
              </a:ln>
              <a:effectLst/>
              <a:ex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sp>
        <p:nvSpPr>
          <p:cNvPr id="143" name="AutoShape 66"/>
          <p:cNvSpPr>
            <a:spLocks/>
          </p:cNvSpPr>
          <p:nvPr/>
        </p:nvSpPr>
        <p:spPr bwMode="auto">
          <a:xfrm>
            <a:off x="7025901" y="3794842"/>
            <a:ext cx="165785" cy="191190"/>
          </a:xfrm>
          <a:custGeom>
            <a:avLst/>
            <a:gdLst>
              <a:gd name="T0" fmla="*/ 10799 w 21598"/>
              <a:gd name="T1" fmla="*/ 10800 h 21600"/>
              <a:gd name="T2" fmla="*/ 10799 w 21598"/>
              <a:gd name="T3" fmla="*/ 10800 h 21600"/>
              <a:gd name="T4" fmla="*/ 10799 w 21598"/>
              <a:gd name="T5" fmla="*/ 10800 h 21600"/>
              <a:gd name="T6" fmla="*/ 10799 w 21598"/>
              <a:gd name="T7" fmla="*/ 10800 h 21600"/>
            </a:gdLst>
            <a:ahLst/>
            <a:cxnLst>
              <a:cxn ang="0">
                <a:pos x="T0" y="T1"/>
              </a:cxn>
              <a:cxn ang="0">
                <a:pos x="T2" y="T3"/>
              </a:cxn>
              <a:cxn ang="0">
                <a:pos x="T4" y="T5"/>
              </a:cxn>
              <a:cxn ang="0">
                <a:pos x="T6" y="T7"/>
              </a:cxn>
            </a:cxnLst>
            <a:rect l="0" t="0" r="r" b="b"/>
            <a:pathLst>
              <a:path w="21598" h="21600">
                <a:moveTo>
                  <a:pt x="17537" y="12697"/>
                </a:moveTo>
                <a:lnTo>
                  <a:pt x="19798" y="9997"/>
                </a:lnTo>
                <a:lnTo>
                  <a:pt x="19798" y="17284"/>
                </a:lnTo>
                <a:cubicBezTo>
                  <a:pt x="19798" y="17874"/>
                  <a:pt x="19700" y="18429"/>
                  <a:pt x="19505" y="18949"/>
                </a:cubicBezTo>
                <a:cubicBezTo>
                  <a:pt x="19309" y="19469"/>
                  <a:pt x="19049" y="19928"/>
                  <a:pt x="18721" y="20321"/>
                </a:cubicBezTo>
                <a:cubicBezTo>
                  <a:pt x="18394" y="20715"/>
                  <a:pt x="18014" y="21027"/>
                  <a:pt x="17583" y="21256"/>
                </a:cubicBezTo>
                <a:cubicBezTo>
                  <a:pt x="17153" y="21485"/>
                  <a:pt x="16690" y="21599"/>
                  <a:pt x="16188" y="21599"/>
                </a:cubicBezTo>
                <a:lnTo>
                  <a:pt x="3595" y="21599"/>
                </a:lnTo>
                <a:cubicBezTo>
                  <a:pt x="3103" y="21599"/>
                  <a:pt x="2635" y="21485"/>
                  <a:pt x="2195" y="21256"/>
                </a:cubicBezTo>
                <a:cubicBezTo>
                  <a:pt x="1754" y="21027"/>
                  <a:pt x="1372" y="20715"/>
                  <a:pt x="1052" y="20321"/>
                </a:cubicBezTo>
                <a:cubicBezTo>
                  <a:pt x="734" y="19928"/>
                  <a:pt x="477" y="19469"/>
                  <a:pt x="286" y="18949"/>
                </a:cubicBezTo>
                <a:cubicBezTo>
                  <a:pt x="95" y="18429"/>
                  <a:pt x="0" y="17874"/>
                  <a:pt x="0" y="17284"/>
                </a:cubicBezTo>
                <a:lnTo>
                  <a:pt x="0" y="4315"/>
                </a:lnTo>
                <a:cubicBezTo>
                  <a:pt x="0" y="3722"/>
                  <a:pt x="95" y="3164"/>
                  <a:pt x="286" y="2632"/>
                </a:cubicBezTo>
                <a:cubicBezTo>
                  <a:pt x="477" y="2106"/>
                  <a:pt x="734" y="1645"/>
                  <a:pt x="1052" y="1263"/>
                </a:cubicBezTo>
                <a:cubicBezTo>
                  <a:pt x="1372" y="878"/>
                  <a:pt x="1754" y="572"/>
                  <a:pt x="2195" y="343"/>
                </a:cubicBezTo>
                <a:cubicBezTo>
                  <a:pt x="2635" y="114"/>
                  <a:pt x="3103" y="0"/>
                  <a:pt x="3595" y="0"/>
                </a:cubicBezTo>
                <a:lnTo>
                  <a:pt x="16188" y="0"/>
                </a:lnTo>
                <a:cubicBezTo>
                  <a:pt x="16401" y="0"/>
                  <a:pt x="16605" y="26"/>
                  <a:pt x="16798" y="82"/>
                </a:cubicBezTo>
                <a:lnTo>
                  <a:pt x="14608" y="2714"/>
                </a:lnTo>
                <a:lnTo>
                  <a:pt x="3595" y="2714"/>
                </a:lnTo>
                <a:cubicBezTo>
                  <a:pt x="3228" y="2714"/>
                  <a:pt x="2914" y="2867"/>
                  <a:pt x="2652" y="3184"/>
                </a:cubicBezTo>
                <a:cubicBezTo>
                  <a:pt x="2391" y="3496"/>
                  <a:pt x="2261" y="3875"/>
                  <a:pt x="2261" y="4315"/>
                </a:cubicBezTo>
                <a:lnTo>
                  <a:pt x="2261" y="17284"/>
                </a:lnTo>
                <a:cubicBezTo>
                  <a:pt x="2261" y="17724"/>
                  <a:pt x="2391" y="18101"/>
                  <a:pt x="2652" y="18412"/>
                </a:cubicBezTo>
                <a:cubicBezTo>
                  <a:pt x="2914" y="18729"/>
                  <a:pt x="3228" y="18888"/>
                  <a:pt x="3595" y="18888"/>
                </a:cubicBezTo>
                <a:lnTo>
                  <a:pt x="16188" y="18888"/>
                </a:lnTo>
                <a:cubicBezTo>
                  <a:pt x="16556" y="18888"/>
                  <a:pt x="16874" y="18729"/>
                  <a:pt x="17138" y="18412"/>
                </a:cubicBezTo>
                <a:cubicBezTo>
                  <a:pt x="17405" y="18101"/>
                  <a:pt x="17537" y="17724"/>
                  <a:pt x="17537" y="17284"/>
                </a:cubicBezTo>
                <a:lnTo>
                  <a:pt x="17537" y="12697"/>
                </a:lnTo>
                <a:close/>
                <a:moveTo>
                  <a:pt x="21333" y="2796"/>
                </a:moveTo>
                <a:cubicBezTo>
                  <a:pt x="21514" y="3011"/>
                  <a:pt x="21599" y="3272"/>
                  <a:pt x="21597" y="3578"/>
                </a:cubicBezTo>
                <a:cubicBezTo>
                  <a:pt x="21592" y="3881"/>
                  <a:pt x="21504" y="4136"/>
                  <a:pt x="21333" y="4342"/>
                </a:cubicBezTo>
                <a:lnTo>
                  <a:pt x="13005" y="14346"/>
                </a:lnTo>
                <a:lnTo>
                  <a:pt x="11854" y="15721"/>
                </a:lnTo>
                <a:cubicBezTo>
                  <a:pt x="11676" y="15938"/>
                  <a:pt x="11458" y="16044"/>
                  <a:pt x="11206" y="16044"/>
                </a:cubicBezTo>
                <a:cubicBezTo>
                  <a:pt x="10951" y="16044"/>
                  <a:pt x="10733" y="15938"/>
                  <a:pt x="10555" y="15721"/>
                </a:cubicBezTo>
                <a:lnTo>
                  <a:pt x="9383" y="14346"/>
                </a:lnTo>
                <a:lnTo>
                  <a:pt x="4779" y="8787"/>
                </a:lnTo>
                <a:cubicBezTo>
                  <a:pt x="4600" y="8573"/>
                  <a:pt x="4507" y="8314"/>
                  <a:pt x="4507" y="8006"/>
                </a:cubicBezTo>
                <a:cubicBezTo>
                  <a:pt x="4507" y="7703"/>
                  <a:pt x="4600" y="7441"/>
                  <a:pt x="4779" y="7227"/>
                </a:cubicBezTo>
                <a:lnTo>
                  <a:pt x="5927" y="5846"/>
                </a:lnTo>
                <a:cubicBezTo>
                  <a:pt x="6106" y="5635"/>
                  <a:pt x="6323" y="5526"/>
                  <a:pt x="6578" y="5526"/>
                </a:cubicBezTo>
                <a:cubicBezTo>
                  <a:pt x="6830" y="5526"/>
                  <a:pt x="7043" y="5634"/>
                  <a:pt x="7214" y="5846"/>
                </a:cubicBezTo>
                <a:lnTo>
                  <a:pt x="11198" y="10632"/>
                </a:lnTo>
                <a:lnTo>
                  <a:pt x="18861" y="1404"/>
                </a:lnTo>
                <a:cubicBezTo>
                  <a:pt x="19040" y="1186"/>
                  <a:pt x="19262" y="1084"/>
                  <a:pt x="19524" y="1087"/>
                </a:cubicBezTo>
                <a:cubicBezTo>
                  <a:pt x="19786" y="1092"/>
                  <a:pt x="20001" y="1198"/>
                  <a:pt x="20173" y="1404"/>
                </a:cubicBezTo>
                <a:lnTo>
                  <a:pt x="21333" y="2796"/>
                </a:lnTo>
                <a:close/>
              </a:path>
            </a:pathLst>
          </a:custGeom>
          <a:solidFill>
            <a:schemeClr val="accent1">
              <a:lumMod val="20000"/>
              <a:lumOff val="80000"/>
            </a:schemeClr>
          </a:solidFill>
          <a:ln>
            <a:noFill/>
          </a:ln>
          <a:effectLst/>
          <a:ex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矩形 23"/>
          <p:cNvSpPr/>
          <p:nvPr/>
        </p:nvSpPr>
        <p:spPr>
          <a:xfrm>
            <a:off x="4427984" y="879562"/>
            <a:ext cx="4427984" cy="411766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sz="1000" b="1" dirty="0" smtClean="0"/>
              <a:t>   //</a:t>
            </a:r>
            <a:r>
              <a:rPr lang="zh-CN" altLang="en-US" sz="1000" b="1" dirty="0"/>
              <a:t>定时器</a:t>
            </a:r>
            <a:r>
              <a:rPr lang="en-US" altLang="zh-CN" sz="1000" b="1" dirty="0"/>
              <a:t>TIM2</a:t>
            </a:r>
            <a:r>
              <a:rPr lang="zh-CN" altLang="en-US" sz="1000" b="1" dirty="0"/>
              <a:t>初始化</a:t>
            </a:r>
          </a:p>
          <a:p>
            <a:pPr>
              <a:lnSpc>
                <a:spcPct val="125000"/>
              </a:lnSpc>
            </a:pPr>
            <a:r>
              <a:rPr lang="en-US" altLang="zh-CN" sz="1000" b="1" dirty="0"/>
              <a:t>void </a:t>
            </a:r>
            <a:r>
              <a:rPr lang="en-US" altLang="zh-CN" sz="1000" b="1" dirty="0" err="1"/>
              <a:t>Timer_Init</a:t>
            </a:r>
            <a:r>
              <a:rPr lang="en-US" altLang="zh-CN" sz="1000" b="1" dirty="0"/>
              <a:t>(void)</a:t>
            </a:r>
          </a:p>
          <a:p>
            <a:pPr>
              <a:lnSpc>
                <a:spcPct val="125000"/>
              </a:lnSpc>
            </a:pPr>
            <a:r>
              <a:rPr lang="en-US" altLang="zh-CN" sz="1000" b="1" dirty="0" smtClean="0"/>
              <a:t>{    </a:t>
            </a:r>
            <a:r>
              <a:rPr lang="en-US" altLang="zh-CN" sz="1000" b="1" dirty="0" err="1"/>
              <a:t>TIM_TimeBaseInitTypeDef</a:t>
            </a:r>
            <a:r>
              <a:rPr lang="en-US" altLang="zh-CN" sz="1000" b="1" dirty="0"/>
              <a:t> </a:t>
            </a:r>
            <a:r>
              <a:rPr lang="en-US" altLang="zh-CN" sz="1000" b="1" dirty="0" err="1"/>
              <a:t>TIM_TimeBaseStructure</a:t>
            </a:r>
            <a:r>
              <a:rPr lang="en-US" altLang="zh-CN" sz="1000" b="1" dirty="0"/>
              <a:t>;</a:t>
            </a:r>
          </a:p>
          <a:p>
            <a:pPr>
              <a:lnSpc>
                <a:spcPct val="125000"/>
              </a:lnSpc>
            </a:pPr>
            <a:r>
              <a:rPr lang="en-US" altLang="zh-CN" sz="1000" b="1" dirty="0"/>
              <a:t>    RCC_APB1PeriphClockCmd(RCC_APB1Periph_TIM2,ENABLE); </a:t>
            </a:r>
            <a:r>
              <a:rPr lang="en-US" altLang="zh-CN" sz="1000" b="1" dirty="0" smtClean="0"/>
              <a:t>    </a:t>
            </a:r>
          </a:p>
          <a:p>
            <a:pPr>
              <a:lnSpc>
                <a:spcPct val="125000"/>
              </a:lnSpc>
            </a:pPr>
            <a:r>
              <a:rPr lang="en-US" altLang="zh-CN" sz="1000" b="1" dirty="0"/>
              <a:t> </a:t>
            </a:r>
            <a:r>
              <a:rPr lang="en-US" altLang="zh-CN" sz="1000" b="1" dirty="0" smtClean="0"/>
              <a:t>         //</a:t>
            </a:r>
            <a:r>
              <a:rPr lang="zh-CN" altLang="en-US" sz="1000" b="1" dirty="0"/>
              <a:t>开启定时器</a:t>
            </a:r>
            <a:r>
              <a:rPr lang="en-US" altLang="zh-CN" sz="1000" b="1" dirty="0"/>
              <a:t>TIM2</a:t>
            </a:r>
            <a:r>
              <a:rPr lang="zh-CN" altLang="en-US" sz="1000" b="1" dirty="0"/>
              <a:t>的时钟</a:t>
            </a:r>
          </a:p>
          <a:p>
            <a:pPr>
              <a:lnSpc>
                <a:spcPct val="125000"/>
              </a:lnSpc>
            </a:pPr>
            <a:r>
              <a:rPr lang="zh-CN" altLang="en-US" sz="1000" b="1" dirty="0"/>
              <a:t>    </a:t>
            </a:r>
            <a:r>
              <a:rPr lang="en-US" altLang="zh-CN" sz="1000" b="1" dirty="0" err="1"/>
              <a:t>TIM_TimeBaseStructure.TIM_Period</a:t>
            </a:r>
            <a:r>
              <a:rPr lang="en-US" altLang="zh-CN" sz="1000" b="1" dirty="0"/>
              <a:t> = (36000-1); </a:t>
            </a:r>
            <a:endParaRPr lang="en-US" altLang="zh-CN" sz="1000" b="1" dirty="0" smtClean="0"/>
          </a:p>
          <a:p>
            <a:pPr>
              <a:lnSpc>
                <a:spcPct val="125000"/>
              </a:lnSpc>
            </a:pPr>
            <a:r>
              <a:rPr lang="en-US" altLang="zh-CN" sz="1000" b="1" dirty="0"/>
              <a:t> </a:t>
            </a:r>
            <a:r>
              <a:rPr lang="en-US" altLang="zh-CN" sz="1000" b="1" dirty="0" smtClean="0"/>
              <a:t>         //</a:t>
            </a:r>
            <a:r>
              <a:rPr lang="zh-CN" altLang="en-US" sz="1000" b="1" dirty="0"/>
              <a:t>设置自动重载计数周期值</a:t>
            </a:r>
          </a:p>
          <a:p>
            <a:pPr>
              <a:lnSpc>
                <a:spcPct val="125000"/>
              </a:lnSpc>
            </a:pPr>
            <a:r>
              <a:rPr lang="zh-CN" altLang="en-US" sz="1000" b="1" dirty="0"/>
              <a:t>    </a:t>
            </a:r>
            <a:r>
              <a:rPr lang="en-US" altLang="zh-CN" sz="1000" b="1" dirty="0" err="1"/>
              <a:t>TIM_TimeBaseStructure.TIM_Prescaler</a:t>
            </a:r>
            <a:r>
              <a:rPr lang="en-US" altLang="zh-CN" sz="1000" b="1" dirty="0"/>
              <a:t> = (2000-1</a:t>
            </a:r>
            <a:r>
              <a:rPr lang="en-US" altLang="zh-CN" sz="1000" b="1" dirty="0" smtClean="0"/>
              <a:t>);</a:t>
            </a:r>
          </a:p>
          <a:p>
            <a:pPr>
              <a:lnSpc>
                <a:spcPct val="125000"/>
              </a:lnSpc>
            </a:pPr>
            <a:r>
              <a:rPr lang="en-US" altLang="zh-CN" sz="1000" b="1" dirty="0"/>
              <a:t> </a:t>
            </a:r>
            <a:r>
              <a:rPr lang="en-US" altLang="zh-CN" sz="1000" b="1" dirty="0" smtClean="0"/>
              <a:t>         </a:t>
            </a:r>
            <a:r>
              <a:rPr lang="en-US" altLang="zh-CN" sz="1000" b="1" dirty="0"/>
              <a:t>//</a:t>
            </a:r>
            <a:r>
              <a:rPr lang="zh-CN" altLang="en-US" sz="1000" b="1" dirty="0"/>
              <a:t>设置分频系数</a:t>
            </a:r>
          </a:p>
          <a:p>
            <a:pPr>
              <a:lnSpc>
                <a:spcPct val="125000"/>
              </a:lnSpc>
            </a:pPr>
            <a:r>
              <a:rPr lang="zh-CN" altLang="en-US" sz="1000" b="1" dirty="0"/>
              <a:t>    </a:t>
            </a:r>
            <a:r>
              <a:rPr lang="en-US" altLang="zh-CN" sz="1000" b="1" dirty="0" err="1"/>
              <a:t>TIM_TimeBaseStructure.TIM_ClockDivision</a:t>
            </a:r>
            <a:r>
              <a:rPr lang="en-US" altLang="zh-CN" sz="1000" b="1" dirty="0"/>
              <a:t> = TIM_CKD_DIV1</a:t>
            </a:r>
            <a:r>
              <a:rPr lang="en-US" altLang="zh-CN" sz="1000" b="1" dirty="0" smtClean="0"/>
              <a:t>;</a:t>
            </a:r>
          </a:p>
          <a:p>
            <a:pPr>
              <a:lnSpc>
                <a:spcPct val="125000"/>
              </a:lnSpc>
            </a:pPr>
            <a:r>
              <a:rPr lang="en-US" altLang="zh-CN" sz="1000" b="1" dirty="0"/>
              <a:t> </a:t>
            </a:r>
            <a:r>
              <a:rPr lang="en-US" altLang="zh-CN" sz="1000" b="1" dirty="0" smtClean="0"/>
              <a:t>         </a:t>
            </a:r>
            <a:r>
              <a:rPr lang="en-US" altLang="zh-CN" sz="1000" b="1" dirty="0"/>
              <a:t>//</a:t>
            </a:r>
            <a:r>
              <a:rPr lang="zh-CN" altLang="en-US" sz="1000" b="1" dirty="0"/>
              <a:t>设置时钟分频因子</a:t>
            </a:r>
          </a:p>
          <a:p>
            <a:pPr>
              <a:lnSpc>
                <a:spcPct val="125000"/>
              </a:lnSpc>
            </a:pPr>
            <a:r>
              <a:rPr lang="zh-CN" altLang="en-US" sz="1000" b="1" dirty="0"/>
              <a:t>    </a:t>
            </a:r>
            <a:r>
              <a:rPr lang="en-US" altLang="zh-CN" sz="1000" b="1" dirty="0" err="1"/>
              <a:t>TIM_TimeBaseStructure.TIM_CounterMode</a:t>
            </a:r>
            <a:r>
              <a:rPr lang="en-US" altLang="zh-CN" sz="1000" b="1" dirty="0"/>
              <a:t> = </a:t>
            </a:r>
            <a:r>
              <a:rPr lang="en-US" altLang="zh-CN" sz="1000" b="1" dirty="0" err="1"/>
              <a:t>TIM_CounterMode_Up</a:t>
            </a:r>
            <a:r>
              <a:rPr lang="en-US" altLang="zh-CN" sz="1000" b="1" dirty="0" smtClean="0"/>
              <a:t>; </a:t>
            </a:r>
          </a:p>
          <a:p>
            <a:pPr>
              <a:lnSpc>
                <a:spcPct val="125000"/>
              </a:lnSpc>
            </a:pPr>
            <a:r>
              <a:rPr lang="en-US" altLang="zh-CN" sz="1000" b="1" dirty="0"/>
              <a:t> </a:t>
            </a:r>
            <a:r>
              <a:rPr lang="en-US" altLang="zh-CN" sz="1000" b="1" dirty="0" smtClean="0"/>
              <a:t>          </a:t>
            </a:r>
            <a:r>
              <a:rPr lang="en-US" altLang="zh-CN" sz="1000" b="1" dirty="0"/>
              <a:t>//</a:t>
            </a:r>
            <a:r>
              <a:rPr lang="zh-CN" altLang="en-US" sz="1000" b="1" dirty="0"/>
              <a:t>设置为向上计数方式</a:t>
            </a:r>
          </a:p>
          <a:p>
            <a:pPr>
              <a:lnSpc>
                <a:spcPct val="125000"/>
              </a:lnSpc>
            </a:pPr>
            <a:r>
              <a:rPr lang="zh-CN" altLang="en-US" sz="1000" b="1" dirty="0"/>
              <a:t>    </a:t>
            </a:r>
            <a:r>
              <a:rPr lang="en-US" altLang="zh-CN" sz="1000" b="1" dirty="0" err="1"/>
              <a:t>TIM_TimeBaseInit</a:t>
            </a:r>
            <a:r>
              <a:rPr lang="en-US" altLang="zh-CN" sz="1000" b="1" dirty="0"/>
              <a:t>(TIM2,&amp;TIM_TimeBaseStructure); </a:t>
            </a:r>
            <a:endParaRPr lang="en-US" altLang="zh-CN" sz="1000" b="1" dirty="0" smtClean="0"/>
          </a:p>
          <a:p>
            <a:pPr>
              <a:lnSpc>
                <a:spcPct val="125000"/>
              </a:lnSpc>
            </a:pPr>
            <a:r>
              <a:rPr lang="en-US" altLang="zh-CN" sz="1000" b="1" dirty="0"/>
              <a:t> </a:t>
            </a:r>
            <a:r>
              <a:rPr lang="en-US" altLang="zh-CN" sz="1000" b="1" dirty="0" smtClean="0"/>
              <a:t>         //</a:t>
            </a:r>
            <a:r>
              <a:rPr lang="zh-CN" altLang="en-US" sz="1000" b="1" dirty="0"/>
              <a:t>初始化时钟</a:t>
            </a:r>
            <a:r>
              <a:rPr lang="en-US" altLang="zh-CN" sz="1000" b="1" dirty="0"/>
              <a:t>TIM2</a:t>
            </a:r>
          </a:p>
          <a:p>
            <a:pPr>
              <a:lnSpc>
                <a:spcPct val="125000"/>
              </a:lnSpc>
            </a:pPr>
            <a:r>
              <a:rPr lang="en-US" altLang="zh-CN" sz="1000" b="1" dirty="0" smtClean="0"/>
              <a:t>    </a:t>
            </a:r>
            <a:r>
              <a:rPr lang="en-US" altLang="zh-CN" sz="1000" b="1" dirty="0" err="1" smtClean="0"/>
              <a:t>TIM_ClearFlag</a:t>
            </a:r>
            <a:r>
              <a:rPr lang="en-US" altLang="zh-CN" sz="1000" b="1" dirty="0" smtClean="0"/>
              <a:t>(TIM2,TIM_FLAG_Update</a:t>
            </a:r>
            <a:r>
              <a:rPr lang="en-US" altLang="zh-CN" sz="1000" b="1" dirty="0"/>
              <a:t>); </a:t>
            </a:r>
            <a:endParaRPr lang="en-US" altLang="zh-CN" sz="1000" b="1" dirty="0" smtClean="0"/>
          </a:p>
          <a:p>
            <a:pPr>
              <a:lnSpc>
                <a:spcPct val="125000"/>
              </a:lnSpc>
            </a:pPr>
            <a:r>
              <a:rPr lang="en-US" altLang="zh-CN" sz="1000" b="1" dirty="0"/>
              <a:t> </a:t>
            </a:r>
            <a:r>
              <a:rPr lang="en-US" altLang="zh-CN" sz="1000" b="1" dirty="0" smtClean="0"/>
              <a:t>           //</a:t>
            </a:r>
            <a:r>
              <a:rPr lang="zh-CN" altLang="en-US" sz="1000" b="1" dirty="0"/>
              <a:t>清中断，以免系统启动中断后立即产生中断</a:t>
            </a:r>
          </a:p>
          <a:p>
            <a:pPr>
              <a:lnSpc>
                <a:spcPct val="125000"/>
              </a:lnSpc>
            </a:pPr>
            <a:r>
              <a:rPr lang="zh-CN" altLang="en-US" sz="1000" b="1" dirty="0"/>
              <a:t>    </a:t>
            </a:r>
            <a:r>
              <a:rPr lang="en-US" altLang="zh-CN" sz="1000" b="1" dirty="0" err="1"/>
              <a:t>TIM_ITConfig</a:t>
            </a:r>
            <a:r>
              <a:rPr lang="en-US" altLang="zh-CN" sz="1000" b="1" dirty="0"/>
              <a:t>(TIM2,TIM_IT_Update,ENABLE); </a:t>
            </a:r>
            <a:endParaRPr lang="en-US" altLang="zh-CN" sz="1000" b="1" dirty="0" smtClean="0"/>
          </a:p>
          <a:p>
            <a:pPr>
              <a:lnSpc>
                <a:spcPct val="125000"/>
              </a:lnSpc>
            </a:pPr>
            <a:r>
              <a:rPr lang="en-US" altLang="zh-CN" sz="1000" b="1" dirty="0"/>
              <a:t> </a:t>
            </a:r>
            <a:r>
              <a:rPr lang="en-US" altLang="zh-CN" sz="1000" b="1" dirty="0" smtClean="0"/>
              <a:t>          //</a:t>
            </a:r>
            <a:r>
              <a:rPr lang="zh-CN" altLang="en-US" sz="1000" b="1" dirty="0"/>
              <a:t>使能定时器</a:t>
            </a:r>
            <a:r>
              <a:rPr lang="en-US" altLang="zh-CN" sz="1000" b="1" dirty="0"/>
              <a:t>TIM2</a:t>
            </a:r>
            <a:r>
              <a:rPr lang="zh-CN" altLang="en-US" sz="1000" b="1" dirty="0"/>
              <a:t>的更新中断</a:t>
            </a:r>
          </a:p>
          <a:p>
            <a:pPr>
              <a:lnSpc>
                <a:spcPct val="125000"/>
              </a:lnSpc>
            </a:pPr>
            <a:r>
              <a:rPr lang="zh-CN" altLang="en-US" sz="1000" b="1" dirty="0"/>
              <a:t>    </a:t>
            </a:r>
            <a:r>
              <a:rPr lang="en-US" altLang="zh-CN" sz="1000" b="1" dirty="0" err="1"/>
              <a:t>TIM_Cmd</a:t>
            </a:r>
            <a:r>
              <a:rPr lang="en-US" altLang="zh-CN" sz="1000" b="1" dirty="0"/>
              <a:t>(TIM2,ENABLE); //</a:t>
            </a:r>
            <a:r>
              <a:rPr lang="zh-CN" altLang="en-US" sz="1000" b="1" dirty="0"/>
              <a:t>使能</a:t>
            </a:r>
            <a:r>
              <a:rPr lang="en-US" altLang="zh-CN" sz="1000" b="1" dirty="0"/>
              <a:t>TIM2</a:t>
            </a:r>
            <a:r>
              <a:rPr lang="zh-CN" altLang="en-US" sz="1000" b="1" dirty="0"/>
              <a:t>定时器</a:t>
            </a:r>
          </a:p>
          <a:p>
            <a:pPr>
              <a:lnSpc>
                <a:spcPct val="125000"/>
              </a:lnSpc>
            </a:pPr>
            <a:r>
              <a:rPr lang="en-US" altLang="zh-CN" sz="1000" b="1" dirty="0"/>
              <a:t>}</a:t>
            </a:r>
          </a:p>
        </p:txBody>
      </p:sp>
    </p:spTree>
    <p:extLst>
      <p:ext uri="{BB962C8B-B14F-4D97-AF65-F5344CB8AC3E}">
        <p14:creationId xmlns:p14="http://schemas.microsoft.com/office/powerpoint/2010/main" val="343406887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82402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596130" cy="461665"/>
          </a:xfrm>
          <a:prstGeom prst="rect">
            <a:avLst/>
          </a:prstGeom>
        </p:spPr>
        <p:txBody>
          <a:bodyPr wrap="none">
            <a:spAutoFit/>
          </a:bodyPr>
          <a:lstStyle/>
          <a:p>
            <a:r>
              <a:rPr lang="en-US" altLang="zh-CN" sz="2400" b="1" dirty="0">
                <a:solidFill>
                  <a:schemeClr val="bg1"/>
                </a:solidFill>
              </a:rPr>
              <a:t>9.2.3 </a:t>
            </a:r>
            <a:r>
              <a:rPr lang="zh-CN" altLang="en-US" sz="2400" b="1" dirty="0">
                <a:solidFill>
                  <a:schemeClr val="bg1"/>
                </a:solidFill>
              </a:rPr>
              <a:t>定时器标准外设库应用</a:t>
            </a:r>
            <a:r>
              <a:rPr lang="zh-CN" altLang="en-US" sz="2400" b="1" dirty="0" smtClean="0">
                <a:solidFill>
                  <a:schemeClr val="bg1"/>
                </a:solidFill>
              </a:rPr>
              <a:t>实例</a:t>
            </a:r>
            <a:endParaRPr lang="zh-CN" altLang="zh-CN" sz="2400" b="1" dirty="0">
              <a:solidFill>
                <a:schemeClr val="bg1"/>
              </a:solidFill>
            </a:endParaRPr>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8" name="矩形 77"/>
          <p:cNvSpPr/>
          <p:nvPr/>
        </p:nvSpPr>
        <p:spPr>
          <a:xfrm>
            <a:off x="431540" y="1401155"/>
            <a:ext cx="3865682" cy="330404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sz="1400" b="1" dirty="0"/>
              <a:t>#include "stm32f10x.h"</a:t>
            </a:r>
          </a:p>
          <a:p>
            <a:pPr>
              <a:lnSpc>
                <a:spcPct val="125000"/>
              </a:lnSpc>
            </a:pPr>
            <a:r>
              <a:rPr lang="en-US" altLang="zh-CN" sz="1400" b="1" dirty="0"/>
              <a:t>#include "</a:t>
            </a:r>
            <a:r>
              <a:rPr lang="en-US" altLang="zh-CN" sz="1400" b="1" dirty="0" err="1"/>
              <a:t>led.h</a:t>
            </a:r>
            <a:r>
              <a:rPr lang="en-US" altLang="zh-CN" sz="1400" b="1" dirty="0"/>
              <a:t>"</a:t>
            </a:r>
          </a:p>
          <a:p>
            <a:pPr>
              <a:lnSpc>
                <a:spcPct val="125000"/>
              </a:lnSpc>
            </a:pPr>
            <a:r>
              <a:rPr lang="en-US" altLang="zh-CN" sz="1400" b="1" dirty="0"/>
              <a:t>#include "</a:t>
            </a:r>
            <a:r>
              <a:rPr lang="en-US" altLang="zh-CN" sz="1400" b="1" dirty="0" err="1"/>
              <a:t>Timer.h</a:t>
            </a:r>
            <a:r>
              <a:rPr lang="en-US" altLang="zh-CN" sz="1400" b="1" dirty="0"/>
              <a:t>"</a:t>
            </a:r>
          </a:p>
          <a:p>
            <a:pPr>
              <a:lnSpc>
                <a:spcPct val="125000"/>
              </a:lnSpc>
            </a:pPr>
            <a:endParaRPr lang="en-US" altLang="zh-CN" sz="1400" b="1" dirty="0"/>
          </a:p>
          <a:p>
            <a:pPr>
              <a:lnSpc>
                <a:spcPct val="125000"/>
              </a:lnSpc>
            </a:pPr>
            <a:r>
              <a:rPr lang="en-US" altLang="zh-CN" sz="1400" b="1" dirty="0" err="1"/>
              <a:t>int</a:t>
            </a:r>
            <a:r>
              <a:rPr lang="en-US" altLang="zh-CN" sz="1400" b="1" dirty="0"/>
              <a:t> main(void)</a:t>
            </a:r>
          </a:p>
          <a:p>
            <a:pPr>
              <a:lnSpc>
                <a:spcPct val="125000"/>
              </a:lnSpc>
            </a:pPr>
            <a:r>
              <a:rPr lang="en-US" altLang="zh-CN" sz="1400" b="1" dirty="0"/>
              <a:t>{ </a:t>
            </a:r>
          </a:p>
          <a:p>
            <a:pPr>
              <a:lnSpc>
                <a:spcPct val="125000"/>
              </a:lnSpc>
            </a:pPr>
            <a:r>
              <a:rPr lang="en-US" altLang="zh-CN" sz="1400" b="1" dirty="0" smtClean="0"/>
              <a:t>    </a:t>
            </a:r>
            <a:r>
              <a:rPr lang="en-US" altLang="zh-CN" sz="1400" b="1" dirty="0" err="1" smtClean="0"/>
              <a:t>LED_Init</a:t>
            </a:r>
            <a:r>
              <a:rPr lang="en-US" altLang="zh-CN" sz="1400" b="1" dirty="0"/>
              <a:t>();//LED</a:t>
            </a:r>
            <a:r>
              <a:rPr lang="zh-CN" altLang="en-US" sz="1400" b="1" dirty="0"/>
              <a:t>初始化</a:t>
            </a:r>
          </a:p>
          <a:p>
            <a:pPr>
              <a:lnSpc>
                <a:spcPct val="125000"/>
              </a:lnSpc>
            </a:pPr>
            <a:r>
              <a:rPr lang="zh-CN" altLang="en-US" sz="1400" b="1" dirty="0"/>
              <a:t>    </a:t>
            </a:r>
            <a:r>
              <a:rPr lang="en-US" altLang="zh-CN" sz="1400" b="1" dirty="0" err="1"/>
              <a:t>Timer_Init</a:t>
            </a:r>
            <a:r>
              <a:rPr lang="en-US" altLang="zh-CN" sz="1400" b="1" dirty="0"/>
              <a:t>();//</a:t>
            </a:r>
            <a:r>
              <a:rPr lang="zh-CN" altLang="en-US" sz="1400" b="1" dirty="0"/>
              <a:t>定时器初始化</a:t>
            </a:r>
          </a:p>
          <a:p>
            <a:pPr>
              <a:lnSpc>
                <a:spcPct val="125000"/>
              </a:lnSpc>
            </a:pPr>
            <a:r>
              <a:rPr lang="zh-CN" altLang="en-US" sz="1400" b="1" dirty="0"/>
              <a:t>    </a:t>
            </a:r>
            <a:r>
              <a:rPr lang="en-US" altLang="zh-CN" sz="1400" b="1" dirty="0"/>
              <a:t>TIM2_NVIC_Configuration(); //NVIC</a:t>
            </a:r>
            <a:r>
              <a:rPr lang="zh-CN" altLang="en-US" sz="1400" b="1" dirty="0"/>
              <a:t>配置</a:t>
            </a:r>
          </a:p>
          <a:p>
            <a:pPr>
              <a:lnSpc>
                <a:spcPct val="125000"/>
              </a:lnSpc>
            </a:pPr>
            <a:r>
              <a:rPr lang="zh-CN" altLang="en-US" sz="1400" b="1" dirty="0"/>
              <a:t>    </a:t>
            </a:r>
            <a:r>
              <a:rPr lang="en-US" altLang="zh-CN" sz="1400" b="1" dirty="0"/>
              <a:t>while(1)</a:t>
            </a:r>
          </a:p>
          <a:p>
            <a:pPr>
              <a:lnSpc>
                <a:spcPct val="125000"/>
              </a:lnSpc>
            </a:pPr>
            <a:r>
              <a:rPr lang="en-US" altLang="zh-CN" sz="1400" b="1" dirty="0"/>
              <a:t>     {  } //</a:t>
            </a:r>
            <a:r>
              <a:rPr lang="zh-CN" altLang="en-US" sz="1400" b="1" dirty="0"/>
              <a:t>为空，什么都不做</a:t>
            </a:r>
          </a:p>
          <a:p>
            <a:pPr>
              <a:lnSpc>
                <a:spcPct val="125000"/>
              </a:lnSpc>
            </a:pPr>
            <a:r>
              <a:rPr lang="en-US" altLang="zh-CN" sz="1400" b="1" dirty="0"/>
              <a:t>}</a:t>
            </a:r>
          </a:p>
        </p:txBody>
      </p:sp>
      <p:sp>
        <p:nvSpPr>
          <p:cNvPr id="79" name="矩形 78"/>
          <p:cNvSpPr/>
          <p:nvPr/>
        </p:nvSpPr>
        <p:spPr>
          <a:xfrm>
            <a:off x="348586" y="978282"/>
            <a:ext cx="1803699" cy="369332"/>
          </a:xfrm>
          <a:prstGeom prst="rect">
            <a:avLst/>
          </a:prstGeom>
        </p:spPr>
        <p:txBody>
          <a:bodyPr wrap="none">
            <a:spAutoFit/>
          </a:bodyPr>
          <a:lstStyle/>
          <a:p>
            <a:r>
              <a:rPr lang="en-US" altLang="zh-CN" b="1" dirty="0" smtClean="0">
                <a:solidFill>
                  <a:srgbClr val="C00000"/>
                </a:solidFill>
              </a:rPr>
              <a:t>3.  </a:t>
            </a:r>
            <a:r>
              <a:rPr lang="zh-CN" altLang="en-US" b="1" dirty="0" smtClean="0">
                <a:solidFill>
                  <a:srgbClr val="C00000"/>
                </a:solidFill>
              </a:rPr>
              <a:t>主程序</a:t>
            </a:r>
            <a:r>
              <a:rPr lang="en-US" altLang="zh-CN" b="1" dirty="0" err="1">
                <a:solidFill>
                  <a:srgbClr val="C00000"/>
                </a:solidFill>
              </a:rPr>
              <a:t>main.c</a:t>
            </a:r>
            <a:endParaRPr lang="zh-CN" altLang="en-US" sz="4400" b="1" dirty="0">
              <a:solidFill>
                <a:srgbClr val="C00000"/>
              </a:solidFill>
            </a:endParaRPr>
          </a:p>
        </p:txBody>
      </p:sp>
      <p:grpSp>
        <p:nvGrpSpPr>
          <p:cNvPr id="3" name="组合 2"/>
          <p:cNvGrpSpPr/>
          <p:nvPr/>
        </p:nvGrpSpPr>
        <p:grpSpPr>
          <a:xfrm>
            <a:off x="6741080" y="2226330"/>
            <a:ext cx="1504983" cy="2637055"/>
            <a:chOff x="5137150" y="3268951"/>
            <a:chExt cx="2615774" cy="3975410"/>
          </a:xfrm>
          <a:solidFill>
            <a:schemeClr val="accent1">
              <a:lumMod val="20000"/>
              <a:lumOff val="80000"/>
            </a:schemeClr>
          </a:solidFill>
        </p:grpSpPr>
        <p:sp>
          <p:nvSpPr>
            <p:cNvPr id="129" name="Freeform 5"/>
            <p:cNvSpPr>
              <a:spLocks noEditPoints="1"/>
            </p:cNvSpPr>
            <p:nvPr/>
          </p:nvSpPr>
          <p:spPr bwMode="auto">
            <a:xfrm>
              <a:off x="5896685" y="3268951"/>
              <a:ext cx="1066448" cy="3975410"/>
            </a:xfrm>
            <a:custGeom>
              <a:avLst/>
              <a:gdLst>
                <a:gd name="T0" fmla="*/ 770 w 1514"/>
                <a:gd name="T1" fmla="*/ 0 h 5643"/>
                <a:gd name="T2" fmla="*/ 18 w 1514"/>
                <a:gd name="T3" fmla="*/ 745 h 5643"/>
                <a:gd name="T4" fmla="*/ 702 w 1514"/>
                <a:gd name="T5" fmla="*/ 2271 h 5643"/>
                <a:gd name="T6" fmla="*/ 723 w 1514"/>
                <a:gd name="T7" fmla="*/ 4798 h 5643"/>
                <a:gd name="T8" fmla="*/ 770 w 1514"/>
                <a:gd name="T9" fmla="*/ 5643 h 5643"/>
                <a:gd name="T10" fmla="*/ 816 w 1514"/>
                <a:gd name="T11" fmla="*/ 4803 h 5643"/>
                <a:gd name="T12" fmla="*/ 872 w 1514"/>
                <a:gd name="T13" fmla="*/ 2278 h 5643"/>
                <a:gd name="T14" fmla="*/ 1514 w 1514"/>
                <a:gd name="T15" fmla="*/ 745 h 5643"/>
                <a:gd name="T16" fmla="*/ 770 w 1514"/>
                <a:gd name="T17" fmla="*/ 0 h 5643"/>
                <a:gd name="T18" fmla="*/ 381 w 1514"/>
                <a:gd name="T19" fmla="*/ 1217 h 5643"/>
                <a:gd name="T20" fmla="*/ 159 w 1514"/>
                <a:gd name="T21" fmla="*/ 745 h 5643"/>
                <a:gd name="T22" fmla="*/ 770 w 1514"/>
                <a:gd name="T23" fmla="*/ 133 h 5643"/>
                <a:gd name="T24" fmla="*/ 1382 w 1514"/>
                <a:gd name="T25" fmla="*/ 745 h 5643"/>
                <a:gd name="T26" fmla="*/ 1048 w 1514"/>
                <a:gd name="T27" fmla="*/ 1311 h 5643"/>
                <a:gd name="T28" fmla="*/ 381 w 1514"/>
                <a:gd name="T29" fmla="*/ 1217 h 5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4" h="5643">
                  <a:moveTo>
                    <a:pt x="770" y="0"/>
                  </a:moveTo>
                  <a:cubicBezTo>
                    <a:pt x="359" y="0"/>
                    <a:pt x="0" y="334"/>
                    <a:pt x="18" y="745"/>
                  </a:cubicBezTo>
                  <a:cubicBezTo>
                    <a:pt x="47" y="1432"/>
                    <a:pt x="656" y="1558"/>
                    <a:pt x="702" y="2271"/>
                  </a:cubicBezTo>
                  <a:cubicBezTo>
                    <a:pt x="736" y="2806"/>
                    <a:pt x="723" y="3445"/>
                    <a:pt x="723" y="4798"/>
                  </a:cubicBezTo>
                  <a:cubicBezTo>
                    <a:pt x="723" y="4939"/>
                    <a:pt x="734" y="5643"/>
                    <a:pt x="770" y="5643"/>
                  </a:cubicBezTo>
                  <a:cubicBezTo>
                    <a:pt x="807" y="5643"/>
                    <a:pt x="816" y="4943"/>
                    <a:pt x="816" y="4803"/>
                  </a:cubicBezTo>
                  <a:cubicBezTo>
                    <a:pt x="816" y="3462"/>
                    <a:pt x="842" y="2810"/>
                    <a:pt x="872" y="2278"/>
                  </a:cubicBezTo>
                  <a:cubicBezTo>
                    <a:pt x="912" y="1563"/>
                    <a:pt x="1514" y="1312"/>
                    <a:pt x="1514" y="745"/>
                  </a:cubicBezTo>
                  <a:cubicBezTo>
                    <a:pt x="1514" y="334"/>
                    <a:pt x="1181" y="0"/>
                    <a:pt x="770" y="0"/>
                  </a:cubicBezTo>
                  <a:close/>
                  <a:moveTo>
                    <a:pt x="381" y="1217"/>
                  </a:moveTo>
                  <a:cubicBezTo>
                    <a:pt x="280" y="1111"/>
                    <a:pt x="159" y="935"/>
                    <a:pt x="159" y="745"/>
                  </a:cubicBezTo>
                  <a:cubicBezTo>
                    <a:pt x="159" y="407"/>
                    <a:pt x="432" y="133"/>
                    <a:pt x="770" y="133"/>
                  </a:cubicBezTo>
                  <a:cubicBezTo>
                    <a:pt x="1108" y="133"/>
                    <a:pt x="1382" y="407"/>
                    <a:pt x="1382" y="745"/>
                  </a:cubicBezTo>
                  <a:cubicBezTo>
                    <a:pt x="1382" y="829"/>
                    <a:pt x="1330" y="1116"/>
                    <a:pt x="1048" y="1311"/>
                  </a:cubicBezTo>
                  <a:cubicBezTo>
                    <a:pt x="822" y="1467"/>
                    <a:pt x="603" y="1448"/>
                    <a:pt x="381" y="1217"/>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131" name="Group 84"/>
            <p:cNvGrpSpPr/>
            <p:nvPr/>
          </p:nvGrpSpPr>
          <p:grpSpPr>
            <a:xfrm>
              <a:off x="5137150" y="4235234"/>
              <a:ext cx="1215136" cy="2209157"/>
              <a:chOff x="4684712" y="4402042"/>
              <a:chExt cx="1327095" cy="2412072"/>
            </a:xfrm>
            <a:grpFill/>
          </p:grpSpPr>
          <p:sp>
            <p:nvSpPr>
              <p:cNvPr id="132" name="Freeform 10"/>
              <p:cNvSpPr>
                <a:spLocks noEditPoints="1"/>
              </p:cNvSpPr>
              <p:nvPr/>
            </p:nvSpPr>
            <p:spPr bwMode="auto">
              <a:xfrm>
                <a:off x="4684712" y="4402042"/>
                <a:ext cx="1327095" cy="2412072"/>
              </a:xfrm>
              <a:custGeom>
                <a:avLst/>
                <a:gdLst>
                  <a:gd name="T0" fmla="*/ 0 w 1725"/>
                  <a:gd name="T1" fmla="*/ 728 h 3136"/>
                  <a:gd name="T2" fmla="*/ 654 w 1725"/>
                  <a:gd name="T3" fmla="*/ 1382 h 3136"/>
                  <a:gd name="T4" fmla="*/ 1577 w 1725"/>
                  <a:gd name="T5" fmla="*/ 1789 h 3136"/>
                  <a:gd name="T6" fmla="*/ 1669 w 1725"/>
                  <a:gd name="T7" fmla="*/ 3119 h 3136"/>
                  <a:gd name="T8" fmla="*/ 1666 w 1725"/>
                  <a:gd name="T9" fmla="*/ 1513 h 3136"/>
                  <a:gd name="T10" fmla="*/ 654 w 1725"/>
                  <a:gd name="T11" fmla="*/ 73 h 3136"/>
                  <a:gd name="T12" fmla="*/ 0 w 1725"/>
                  <a:gd name="T13" fmla="*/ 728 h 3136"/>
                  <a:gd name="T14" fmla="*/ 119 w 1725"/>
                  <a:gd name="T15" fmla="*/ 727 h 3136"/>
                  <a:gd name="T16" fmla="*/ 858 w 1725"/>
                  <a:gd name="T17" fmla="*/ 232 h 3136"/>
                  <a:gd name="T18" fmla="*/ 858 w 1725"/>
                  <a:gd name="T19" fmla="*/ 232 h 3136"/>
                  <a:gd name="T20" fmla="*/ 1517 w 1725"/>
                  <a:gd name="T21" fmla="*/ 1260 h 3136"/>
                  <a:gd name="T22" fmla="*/ 1327 w 1725"/>
                  <a:gd name="T23" fmla="*/ 1365 h 3136"/>
                  <a:gd name="T24" fmla="*/ 654 w 1725"/>
                  <a:gd name="T25" fmla="*/ 1263 h 3136"/>
                  <a:gd name="T26" fmla="*/ 119 w 1725"/>
                  <a:gd name="T27" fmla="*/ 727 h 3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25" h="3136">
                    <a:moveTo>
                      <a:pt x="0" y="728"/>
                    </a:moveTo>
                    <a:cubicBezTo>
                      <a:pt x="0" y="1089"/>
                      <a:pt x="293" y="1382"/>
                      <a:pt x="654" y="1382"/>
                    </a:cubicBezTo>
                    <a:cubicBezTo>
                      <a:pt x="654" y="1382"/>
                      <a:pt x="1471" y="1368"/>
                      <a:pt x="1577" y="1789"/>
                    </a:cubicBezTo>
                    <a:cubicBezTo>
                      <a:pt x="1650" y="2081"/>
                      <a:pt x="1614" y="3136"/>
                      <a:pt x="1669" y="3119"/>
                    </a:cubicBezTo>
                    <a:cubicBezTo>
                      <a:pt x="1725" y="3102"/>
                      <a:pt x="1666" y="1513"/>
                      <a:pt x="1666" y="1513"/>
                    </a:cubicBezTo>
                    <a:cubicBezTo>
                      <a:pt x="1666" y="0"/>
                      <a:pt x="654" y="73"/>
                      <a:pt x="654" y="73"/>
                    </a:cubicBezTo>
                    <a:cubicBezTo>
                      <a:pt x="293" y="73"/>
                      <a:pt x="0" y="366"/>
                      <a:pt x="0" y="728"/>
                    </a:cubicBezTo>
                    <a:close/>
                    <a:moveTo>
                      <a:pt x="119" y="727"/>
                    </a:moveTo>
                    <a:cubicBezTo>
                      <a:pt x="119" y="431"/>
                      <a:pt x="464" y="101"/>
                      <a:pt x="858" y="232"/>
                    </a:cubicBezTo>
                    <a:cubicBezTo>
                      <a:pt x="858" y="232"/>
                      <a:pt x="858" y="232"/>
                      <a:pt x="858" y="232"/>
                    </a:cubicBezTo>
                    <a:cubicBezTo>
                      <a:pt x="1302" y="379"/>
                      <a:pt x="1461" y="872"/>
                      <a:pt x="1517" y="1260"/>
                    </a:cubicBezTo>
                    <a:cubicBezTo>
                      <a:pt x="1530" y="1352"/>
                      <a:pt x="1487" y="1434"/>
                      <a:pt x="1327" y="1365"/>
                    </a:cubicBezTo>
                    <a:cubicBezTo>
                      <a:pt x="1190" y="1306"/>
                      <a:pt x="976" y="1254"/>
                      <a:pt x="654" y="1263"/>
                    </a:cubicBezTo>
                    <a:cubicBezTo>
                      <a:pt x="358" y="1263"/>
                      <a:pt x="119" y="1023"/>
                      <a:pt x="119" y="727"/>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3" name="AutoShape 38"/>
              <p:cNvSpPr>
                <a:spLocks/>
              </p:cNvSpPr>
              <p:nvPr/>
            </p:nvSpPr>
            <p:spPr bwMode="auto">
              <a:xfrm>
                <a:off x="5076199" y="4805525"/>
                <a:ext cx="345669" cy="3470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872" y="2850"/>
                    </a:moveTo>
                    <a:cubicBezTo>
                      <a:pt x="18363" y="3806"/>
                      <a:pt x="19524" y="5033"/>
                      <a:pt x="20354" y="6530"/>
                    </a:cubicBezTo>
                    <a:cubicBezTo>
                      <a:pt x="21184" y="8031"/>
                      <a:pt x="21599" y="9635"/>
                      <a:pt x="21599" y="11342"/>
                    </a:cubicBezTo>
                    <a:cubicBezTo>
                      <a:pt x="21599" y="12759"/>
                      <a:pt x="21318" y="14087"/>
                      <a:pt x="20754" y="15328"/>
                    </a:cubicBezTo>
                    <a:cubicBezTo>
                      <a:pt x="20184" y="16569"/>
                      <a:pt x="19415" y="17654"/>
                      <a:pt x="18433" y="18587"/>
                    </a:cubicBezTo>
                    <a:cubicBezTo>
                      <a:pt x="17451" y="19520"/>
                      <a:pt x="16300" y="20255"/>
                      <a:pt x="14984" y="20793"/>
                    </a:cubicBezTo>
                    <a:cubicBezTo>
                      <a:pt x="13669" y="21332"/>
                      <a:pt x="12269" y="21599"/>
                      <a:pt x="10775" y="21599"/>
                    </a:cubicBezTo>
                    <a:cubicBezTo>
                      <a:pt x="9287" y="21599"/>
                      <a:pt x="7890" y="21332"/>
                      <a:pt x="6584" y="20793"/>
                    </a:cubicBezTo>
                    <a:cubicBezTo>
                      <a:pt x="5278" y="20255"/>
                      <a:pt x="4136" y="19520"/>
                      <a:pt x="3160" y="18587"/>
                    </a:cubicBezTo>
                    <a:cubicBezTo>
                      <a:pt x="2184" y="17654"/>
                      <a:pt x="1412" y="16569"/>
                      <a:pt x="845" y="15328"/>
                    </a:cubicBezTo>
                    <a:cubicBezTo>
                      <a:pt x="278" y="14087"/>
                      <a:pt x="0" y="12759"/>
                      <a:pt x="0" y="11342"/>
                    </a:cubicBezTo>
                    <a:cubicBezTo>
                      <a:pt x="0" y="9635"/>
                      <a:pt x="415" y="8031"/>
                      <a:pt x="1245" y="6530"/>
                    </a:cubicBezTo>
                    <a:cubicBezTo>
                      <a:pt x="2075" y="5033"/>
                      <a:pt x="3236" y="3806"/>
                      <a:pt x="4724" y="2850"/>
                    </a:cubicBezTo>
                    <a:cubicBezTo>
                      <a:pt x="4839" y="2761"/>
                      <a:pt x="4975" y="2732"/>
                      <a:pt x="5130" y="2770"/>
                    </a:cubicBezTo>
                    <a:cubicBezTo>
                      <a:pt x="5306" y="2804"/>
                      <a:pt x="5430" y="2879"/>
                      <a:pt x="5493" y="2989"/>
                    </a:cubicBezTo>
                    <a:lnTo>
                      <a:pt x="6800" y="4797"/>
                    </a:lnTo>
                    <a:cubicBezTo>
                      <a:pt x="6896" y="4906"/>
                      <a:pt x="6927" y="5033"/>
                      <a:pt x="6887" y="5174"/>
                    </a:cubicBezTo>
                    <a:cubicBezTo>
                      <a:pt x="6848" y="5318"/>
                      <a:pt x="6769" y="5436"/>
                      <a:pt x="6654" y="5525"/>
                    </a:cubicBezTo>
                    <a:cubicBezTo>
                      <a:pt x="5630" y="6185"/>
                      <a:pt x="4833" y="7026"/>
                      <a:pt x="4269" y="8042"/>
                    </a:cubicBezTo>
                    <a:cubicBezTo>
                      <a:pt x="3703" y="9056"/>
                      <a:pt x="3421" y="10156"/>
                      <a:pt x="3421" y="11342"/>
                    </a:cubicBezTo>
                    <a:cubicBezTo>
                      <a:pt x="3421" y="12298"/>
                      <a:pt x="3612" y="13208"/>
                      <a:pt x="3993" y="14066"/>
                    </a:cubicBezTo>
                    <a:cubicBezTo>
                      <a:pt x="4375" y="14925"/>
                      <a:pt x="4900" y="15667"/>
                      <a:pt x="5569" y="16298"/>
                    </a:cubicBezTo>
                    <a:cubicBezTo>
                      <a:pt x="6236" y="16929"/>
                      <a:pt x="7021" y="17430"/>
                      <a:pt x="7918" y="17796"/>
                    </a:cubicBezTo>
                    <a:cubicBezTo>
                      <a:pt x="8815" y="18161"/>
                      <a:pt x="9769" y="18346"/>
                      <a:pt x="10772" y="18346"/>
                    </a:cubicBezTo>
                    <a:cubicBezTo>
                      <a:pt x="11778" y="18346"/>
                      <a:pt x="12733" y="18161"/>
                      <a:pt x="13639" y="17796"/>
                    </a:cubicBezTo>
                    <a:cubicBezTo>
                      <a:pt x="14542" y="17430"/>
                      <a:pt x="15333" y="16929"/>
                      <a:pt x="16009" y="16298"/>
                    </a:cubicBezTo>
                    <a:cubicBezTo>
                      <a:pt x="16684" y="15668"/>
                      <a:pt x="17215" y="14927"/>
                      <a:pt x="17596" y="14075"/>
                    </a:cubicBezTo>
                    <a:cubicBezTo>
                      <a:pt x="17978" y="13220"/>
                      <a:pt x="18169" y="12307"/>
                      <a:pt x="18169" y="11342"/>
                    </a:cubicBezTo>
                    <a:cubicBezTo>
                      <a:pt x="18169" y="10156"/>
                      <a:pt x="17881" y="9056"/>
                      <a:pt x="17312" y="8042"/>
                    </a:cubicBezTo>
                    <a:cubicBezTo>
                      <a:pt x="16742" y="7023"/>
                      <a:pt x="15951" y="6185"/>
                      <a:pt x="14933" y="5525"/>
                    </a:cubicBezTo>
                    <a:cubicBezTo>
                      <a:pt x="14800" y="5436"/>
                      <a:pt x="14721" y="5324"/>
                      <a:pt x="14703" y="5197"/>
                    </a:cubicBezTo>
                    <a:cubicBezTo>
                      <a:pt x="14663" y="5050"/>
                      <a:pt x="14693" y="4915"/>
                      <a:pt x="14787" y="4797"/>
                    </a:cubicBezTo>
                    <a:lnTo>
                      <a:pt x="16066" y="2989"/>
                    </a:lnTo>
                    <a:cubicBezTo>
                      <a:pt x="16160" y="2879"/>
                      <a:pt x="16284" y="2810"/>
                      <a:pt x="16436" y="2784"/>
                    </a:cubicBezTo>
                    <a:cubicBezTo>
                      <a:pt x="16593" y="2755"/>
                      <a:pt x="16739" y="2778"/>
                      <a:pt x="16872" y="2850"/>
                    </a:cubicBezTo>
                    <a:moveTo>
                      <a:pt x="9663" y="10778"/>
                    </a:moveTo>
                    <a:cubicBezTo>
                      <a:pt x="9509" y="10778"/>
                      <a:pt x="9375" y="10726"/>
                      <a:pt x="9263" y="10625"/>
                    </a:cubicBezTo>
                    <a:cubicBezTo>
                      <a:pt x="9154" y="10524"/>
                      <a:pt x="9096" y="10398"/>
                      <a:pt x="9096" y="10239"/>
                    </a:cubicBezTo>
                    <a:lnTo>
                      <a:pt x="9096" y="535"/>
                    </a:lnTo>
                    <a:cubicBezTo>
                      <a:pt x="9096" y="388"/>
                      <a:pt x="9151" y="264"/>
                      <a:pt x="9257" y="158"/>
                    </a:cubicBezTo>
                    <a:cubicBezTo>
                      <a:pt x="9363" y="48"/>
                      <a:pt x="9496" y="0"/>
                      <a:pt x="9663" y="0"/>
                    </a:cubicBezTo>
                    <a:lnTo>
                      <a:pt x="11942" y="0"/>
                    </a:lnTo>
                    <a:cubicBezTo>
                      <a:pt x="12096" y="0"/>
                      <a:pt x="12230" y="48"/>
                      <a:pt x="12339" y="158"/>
                    </a:cubicBezTo>
                    <a:cubicBezTo>
                      <a:pt x="12451" y="264"/>
                      <a:pt x="12509" y="388"/>
                      <a:pt x="12509" y="535"/>
                    </a:cubicBezTo>
                    <a:lnTo>
                      <a:pt x="12509" y="10239"/>
                    </a:lnTo>
                    <a:cubicBezTo>
                      <a:pt x="12509" y="10386"/>
                      <a:pt x="12454" y="10513"/>
                      <a:pt x="12348" y="10620"/>
                    </a:cubicBezTo>
                    <a:cubicBezTo>
                      <a:pt x="12242" y="10723"/>
                      <a:pt x="12106" y="10778"/>
                      <a:pt x="11942" y="10778"/>
                    </a:cubicBezTo>
                    <a:lnTo>
                      <a:pt x="9663" y="10778"/>
                    </a:lnTo>
                    <a:close/>
                  </a:path>
                </a:pathLst>
              </a:custGeom>
              <a:grpFill/>
              <a:ln>
                <a:noFill/>
              </a:ln>
              <a:effectLst/>
              <a:ex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34" name="Group 86"/>
            <p:cNvGrpSpPr/>
            <p:nvPr/>
          </p:nvGrpSpPr>
          <p:grpSpPr>
            <a:xfrm>
              <a:off x="6594699" y="5256656"/>
              <a:ext cx="1017283" cy="1164487"/>
              <a:chOff x="6276556" y="5517283"/>
              <a:chExt cx="1111011" cy="1271447"/>
            </a:xfrm>
            <a:grpFill/>
          </p:grpSpPr>
          <p:sp>
            <p:nvSpPr>
              <p:cNvPr id="135" name="Freeform 8"/>
              <p:cNvSpPr>
                <a:spLocks noEditPoints="1"/>
              </p:cNvSpPr>
              <p:nvPr/>
            </p:nvSpPr>
            <p:spPr bwMode="auto">
              <a:xfrm>
                <a:off x="6276556" y="5517283"/>
                <a:ext cx="1111011" cy="1271447"/>
              </a:xfrm>
              <a:custGeom>
                <a:avLst/>
                <a:gdLst>
                  <a:gd name="T0" fmla="*/ 790 w 1444"/>
                  <a:gd name="T1" fmla="*/ 20 h 1653"/>
                  <a:gd name="T2" fmla="*/ 172 w 1444"/>
                  <a:gd name="T3" fmla="*/ 389 h 1653"/>
                  <a:gd name="T4" fmla="*/ 58 w 1444"/>
                  <a:gd name="T5" fmla="*/ 1653 h 1653"/>
                  <a:gd name="T6" fmla="*/ 136 w 1444"/>
                  <a:gd name="T7" fmla="*/ 1463 h 1653"/>
                  <a:gd name="T8" fmla="*/ 783 w 1444"/>
                  <a:gd name="T9" fmla="*/ 1329 h 1653"/>
                  <a:gd name="T10" fmla="*/ 1444 w 1444"/>
                  <a:gd name="T11" fmla="*/ 675 h 1653"/>
                  <a:gd name="T12" fmla="*/ 790 w 1444"/>
                  <a:gd name="T13" fmla="*/ 20 h 1653"/>
                  <a:gd name="T14" fmla="*/ 792 w 1444"/>
                  <a:gd name="T15" fmla="*/ 1206 h 1653"/>
                  <a:gd name="T16" fmla="*/ 324 w 1444"/>
                  <a:gd name="T17" fmla="*/ 1248 h 1653"/>
                  <a:gd name="T18" fmla="*/ 170 w 1444"/>
                  <a:gd name="T19" fmla="*/ 1129 h 1653"/>
                  <a:gd name="T20" fmla="*/ 337 w 1444"/>
                  <a:gd name="T21" fmla="*/ 389 h 1653"/>
                  <a:gd name="T22" fmla="*/ 792 w 1444"/>
                  <a:gd name="T23" fmla="*/ 135 h 1653"/>
                  <a:gd name="T24" fmla="*/ 1328 w 1444"/>
                  <a:gd name="T25" fmla="*/ 671 h 1653"/>
                  <a:gd name="T26" fmla="*/ 792 w 1444"/>
                  <a:gd name="T27" fmla="*/ 1206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4" h="1653">
                    <a:moveTo>
                      <a:pt x="790" y="20"/>
                    </a:moveTo>
                    <a:cubicBezTo>
                      <a:pt x="453" y="39"/>
                      <a:pt x="262" y="224"/>
                      <a:pt x="172" y="389"/>
                    </a:cubicBezTo>
                    <a:cubicBezTo>
                      <a:pt x="0" y="703"/>
                      <a:pt x="0" y="1653"/>
                      <a:pt x="58" y="1653"/>
                    </a:cubicBezTo>
                    <a:cubicBezTo>
                      <a:pt x="99" y="1653"/>
                      <a:pt x="57" y="1579"/>
                      <a:pt x="136" y="1463"/>
                    </a:cubicBezTo>
                    <a:cubicBezTo>
                      <a:pt x="221" y="1338"/>
                      <a:pt x="783" y="1329"/>
                      <a:pt x="783" y="1329"/>
                    </a:cubicBezTo>
                    <a:cubicBezTo>
                      <a:pt x="1151" y="1329"/>
                      <a:pt x="1444" y="1036"/>
                      <a:pt x="1444" y="675"/>
                    </a:cubicBezTo>
                    <a:cubicBezTo>
                      <a:pt x="1444" y="313"/>
                      <a:pt x="1151" y="0"/>
                      <a:pt x="790" y="20"/>
                    </a:cubicBezTo>
                    <a:close/>
                    <a:moveTo>
                      <a:pt x="792" y="1206"/>
                    </a:moveTo>
                    <a:cubicBezTo>
                      <a:pt x="582" y="1199"/>
                      <a:pt x="427" y="1223"/>
                      <a:pt x="324" y="1248"/>
                    </a:cubicBezTo>
                    <a:cubicBezTo>
                      <a:pt x="222" y="1273"/>
                      <a:pt x="170" y="1254"/>
                      <a:pt x="170" y="1129"/>
                    </a:cubicBezTo>
                    <a:cubicBezTo>
                      <a:pt x="170" y="923"/>
                      <a:pt x="204" y="603"/>
                      <a:pt x="337" y="389"/>
                    </a:cubicBezTo>
                    <a:cubicBezTo>
                      <a:pt x="432" y="237"/>
                      <a:pt x="600" y="135"/>
                      <a:pt x="792" y="135"/>
                    </a:cubicBezTo>
                    <a:cubicBezTo>
                      <a:pt x="1088" y="135"/>
                      <a:pt x="1328" y="375"/>
                      <a:pt x="1328" y="671"/>
                    </a:cubicBezTo>
                    <a:cubicBezTo>
                      <a:pt x="1328" y="966"/>
                      <a:pt x="1088" y="1206"/>
                      <a:pt x="792" y="1206"/>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6" name="AutoShape 66"/>
              <p:cNvSpPr>
                <a:spLocks/>
              </p:cNvSpPr>
              <p:nvPr/>
            </p:nvSpPr>
            <p:spPr bwMode="auto">
              <a:xfrm>
                <a:off x="6728635" y="5874499"/>
                <a:ext cx="314696" cy="314696"/>
              </a:xfrm>
              <a:custGeom>
                <a:avLst/>
                <a:gdLst>
                  <a:gd name="T0" fmla="*/ 10799 w 21598"/>
                  <a:gd name="T1" fmla="*/ 10800 h 21600"/>
                  <a:gd name="T2" fmla="*/ 10799 w 21598"/>
                  <a:gd name="T3" fmla="*/ 10800 h 21600"/>
                  <a:gd name="T4" fmla="*/ 10799 w 21598"/>
                  <a:gd name="T5" fmla="*/ 10800 h 21600"/>
                  <a:gd name="T6" fmla="*/ 10799 w 21598"/>
                  <a:gd name="T7" fmla="*/ 10800 h 21600"/>
                </a:gdLst>
                <a:ahLst/>
                <a:cxnLst>
                  <a:cxn ang="0">
                    <a:pos x="T0" y="T1"/>
                  </a:cxn>
                  <a:cxn ang="0">
                    <a:pos x="T2" y="T3"/>
                  </a:cxn>
                  <a:cxn ang="0">
                    <a:pos x="T4" y="T5"/>
                  </a:cxn>
                  <a:cxn ang="0">
                    <a:pos x="T6" y="T7"/>
                  </a:cxn>
                </a:cxnLst>
                <a:rect l="0" t="0" r="r" b="b"/>
                <a:pathLst>
                  <a:path w="21598" h="21600">
                    <a:moveTo>
                      <a:pt x="17537" y="12697"/>
                    </a:moveTo>
                    <a:lnTo>
                      <a:pt x="19798" y="9997"/>
                    </a:lnTo>
                    <a:lnTo>
                      <a:pt x="19798" y="17284"/>
                    </a:lnTo>
                    <a:cubicBezTo>
                      <a:pt x="19798" y="17874"/>
                      <a:pt x="19700" y="18429"/>
                      <a:pt x="19505" y="18949"/>
                    </a:cubicBezTo>
                    <a:cubicBezTo>
                      <a:pt x="19309" y="19469"/>
                      <a:pt x="19049" y="19928"/>
                      <a:pt x="18721" y="20321"/>
                    </a:cubicBezTo>
                    <a:cubicBezTo>
                      <a:pt x="18394" y="20715"/>
                      <a:pt x="18014" y="21027"/>
                      <a:pt x="17583" y="21256"/>
                    </a:cubicBezTo>
                    <a:cubicBezTo>
                      <a:pt x="17153" y="21485"/>
                      <a:pt x="16690" y="21599"/>
                      <a:pt x="16188" y="21599"/>
                    </a:cubicBezTo>
                    <a:lnTo>
                      <a:pt x="3595" y="21599"/>
                    </a:lnTo>
                    <a:cubicBezTo>
                      <a:pt x="3103" y="21599"/>
                      <a:pt x="2635" y="21485"/>
                      <a:pt x="2195" y="21256"/>
                    </a:cubicBezTo>
                    <a:cubicBezTo>
                      <a:pt x="1754" y="21027"/>
                      <a:pt x="1372" y="20715"/>
                      <a:pt x="1052" y="20321"/>
                    </a:cubicBezTo>
                    <a:cubicBezTo>
                      <a:pt x="734" y="19928"/>
                      <a:pt x="477" y="19469"/>
                      <a:pt x="286" y="18949"/>
                    </a:cubicBezTo>
                    <a:cubicBezTo>
                      <a:pt x="95" y="18429"/>
                      <a:pt x="0" y="17874"/>
                      <a:pt x="0" y="17284"/>
                    </a:cubicBezTo>
                    <a:lnTo>
                      <a:pt x="0" y="4315"/>
                    </a:lnTo>
                    <a:cubicBezTo>
                      <a:pt x="0" y="3722"/>
                      <a:pt x="95" y="3164"/>
                      <a:pt x="286" y="2632"/>
                    </a:cubicBezTo>
                    <a:cubicBezTo>
                      <a:pt x="477" y="2106"/>
                      <a:pt x="734" y="1645"/>
                      <a:pt x="1052" y="1263"/>
                    </a:cubicBezTo>
                    <a:cubicBezTo>
                      <a:pt x="1372" y="878"/>
                      <a:pt x="1754" y="572"/>
                      <a:pt x="2195" y="343"/>
                    </a:cubicBezTo>
                    <a:cubicBezTo>
                      <a:pt x="2635" y="114"/>
                      <a:pt x="3103" y="0"/>
                      <a:pt x="3595" y="0"/>
                    </a:cubicBezTo>
                    <a:lnTo>
                      <a:pt x="16188" y="0"/>
                    </a:lnTo>
                    <a:cubicBezTo>
                      <a:pt x="16401" y="0"/>
                      <a:pt x="16605" y="26"/>
                      <a:pt x="16798" y="82"/>
                    </a:cubicBezTo>
                    <a:lnTo>
                      <a:pt x="14608" y="2714"/>
                    </a:lnTo>
                    <a:lnTo>
                      <a:pt x="3595" y="2714"/>
                    </a:lnTo>
                    <a:cubicBezTo>
                      <a:pt x="3228" y="2714"/>
                      <a:pt x="2914" y="2867"/>
                      <a:pt x="2652" y="3184"/>
                    </a:cubicBezTo>
                    <a:cubicBezTo>
                      <a:pt x="2391" y="3496"/>
                      <a:pt x="2261" y="3875"/>
                      <a:pt x="2261" y="4315"/>
                    </a:cubicBezTo>
                    <a:lnTo>
                      <a:pt x="2261" y="17284"/>
                    </a:lnTo>
                    <a:cubicBezTo>
                      <a:pt x="2261" y="17724"/>
                      <a:pt x="2391" y="18101"/>
                      <a:pt x="2652" y="18412"/>
                    </a:cubicBezTo>
                    <a:cubicBezTo>
                      <a:pt x="2914" y="18729"/>
                      <a:pt x="3228" y="18888"/>
                      <a:pt x="3595" y="18888"/>
                    </a:cubicBezTo>
                    <a:lnTo>
                      <a:pt x="16188" y="18888"/>
                    </a:lnTo>
                    <a:cubicBezTo>
                      <a:pt x="16556" y="18888"/>
                      <a:pt x="16874" y="18729"/>
                      <a:pt x="17138" y="18412"/>
                    </a:cubicBezTo>
                    <a:cubicBezTo>
                      <a:pt x="17405" y="18101"/>
                      <a:pt x="17537" y="17724"/>
                      <a:pt x="17537" y="17284"/>
                    </a:cubicBezTo>
                    <a:lnTo>
                      <a:pt x="17537" y="12697"/>
                    </a:lnTo>
                    <a:close/>
                    <a:moveTo>
                      <a:pt x="21333" y="2796"/>
                    </a:moveTo>
                    <a:cubicBezTo>
                      <a:pt x="21514" y="3011"/>
                      <a:pt x="21599" y="3272"/>
                      <a:pt x="21597" y="3578"/>
                    </a:cubicBezTo>
                    <a:cubicBezTo>
                      <a:pt x="21592" y="3881"/>
                      <a:pt x="21504" y="4136"/>
                      <a:pt x="21333" y="4342"/>
                    </a:cubicBezTo>
                    <a:lnTo>
                      <a:pt x="13005" y="14346"/>
                    </a:lnTo>
                    <a:lnTo>
                      <a:pt x="11854" y="15721"/>
                    </a:lnTo>
                    <a:cubicBezTo>
                      <a:pt x="11676" y="15938"/>
                      <a:pt x="11458" y="16044"/>
                      <a:pt x="11206" y="16044"/>
                    </a:cubicBezTo>
                    <a:cubicBezTo>
                      <a:pt x="10951" y="16044"/>
                      <a:pt x="10733" y="15938"/>
                      <a:pt x="10555" y="15721"/>
                    </a:cubicBezTo>
                    <a:lnTo>
                      <a:pt x="9383" y="14346"/>
                    </a:lnTo>
                    <a:lnTo>
                      <a:pt x="4779" y="8787"/>
                    </a:lnTo>
                    <a:cubicBezTo>
                      <a:pt x="4600" y="8573"/>
                      <a:pt x="4507" y="8314"/>
                      <a:pt x="4507" y="8006"/>
                    </a:cubicBezTo>
                    <a:cubicBezTo>
                      <a:pt x="4507" y="7703"/>
                      <a:pt x="4600" y="7441"/>
                      <a:pt x="4779" y="7227"/>
                    </a:cubicBezTo>
                    <a:lnTo>
                      <a:pt x="5927" y="5846"/>
                    </a:lnTo>
                    <a:cubicBezTo>
                      <a:pt x="6106" y="5635"/>
                      <a:pt x="6323" y="5526"/>
                      <a:pt x="6578" y="5526"/>
                    </a:cubicBezTo>
                    <a:cubicBezTo>
                      <a:pt x="6830" y="5526"/>
                      <a:pt x="7043" y="5634"/>
                      <a:pt x="7214" y="5846"/>
                    </a:cubicBezTo>
                    <a:lnTo>
                      <a:pt x="11198" y="10632"/>
                    </a:lnTo>
                    <a:lnTo>
                      <a:pt x="18861" y="1404"/>
                    </a:lnTo>
                    <a:cubicBezTo>
                      <a:pt x="19040" y="1186"/>
                      <a:pt x="19262" y="1084"/>
                      <a:pt x="19524" y="1087"/>
                    </a:cubicBezTo>
                    <a:cubicBezTo>
                      <a:pt x="19786" y="1092"/>
                      <a:pt x="20001" y="1198"/>
                      <a:pt x="20173" y="1404"/>
                    </a:cubicBezTo>
                    <a:lnTo>
                      <a:pt x="21333" y="2796"/>
                    </a:lnTo>
                    <a:close/>
                  </a:path>
                </a:pathLst>
              </a:custGeom>
              <a:grpFill/>
              <a:ln>
                <a:noFill/>
              </a:ln>
              <a:effectLst/>
              <a:ex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37" name="Group 87"/>
            <p:cNvGrpSpPr/>
            <p:nvPr/>
          </p:nvGrpSpPr>
          <p:grpSpPr>
            <a:xfrm>
              <a:off x="6537191" y="4231061"/>
              <a:ext cx="1215733" cy="2209157"/>
              <a:chOff x="6213749" y="4397485"/>
              <a:chExt cx="1327746" cy="2412072"/>
            </a:xfrm>
            <a:grpFill/>
          </p:grpSpPr>
          <p:sp>
            <p:nvSpPr>
              <p:cNvPr id="138" name="Freeform 7"/>
              <p:cNvSpPr>
                <a:spLocks noEditPoints="1"/>
              </p:cNvSpPr>
              <p:nvPr/>
            </p:nvSpPr>
            <p:spPr bwMode="auto">
              <a:xfrm>
                <a:off x="6213749" y="4397485"/>
                <a:ext cx="1327746" cy="2412072"/>
              </a:xfrm>
              <a:custGeom>
                <a:avLst/>
                <a:gdLst>
                  <a:gd name="T0" fmla="*/ 1072 w 1726"/>
                  <a:gd name="T1" fmla="*/ 73 h 3136"/>
                  <a:gd name="T2" fmla="*/ 60 w 1726"/>
                  <a:gd name="T3" fmla="*/ 1513 h 3136"/>
                  <a:gd name="T4" fmla="*/ 57 w 1726"/>
                  <a:gd name="T5" fmla="*/ 3119 h 3136"/>
                  <a:gd name="T6" fmla="*/ 149 w 1726"/>
                  <a:gd name="T7" fmla="*/ 1789 h 3136"/>
                  <a:gd name="T8" fmla="*/ 1072 w 1726"/>
                  <a:gd name="T9" fmla="*/ 1382 h 3136"/>
                  <a:gd name="T10" fmla="*/ 1726 w 1726"/>
                  <a:gd name="T11" fmla="*/ 728 h 3136"/>
                  <a:gd name="T12" fmla="*/ 1072 w 1726"/>
                  <a:gd name="T13" fmla="*/ 73 h 3136"/>
                  <a:gd name="T14" fmla="*/ 1072 w 1726"/>
                  <a:gd name="T15" fmla="*/ 1263 h 3136"/>
                  <a:gd name="T16" fmla="*/ 399 w 1726"/>
                  <a:gd name="T17" fmla="*/ 1365 h 3136"/>
                  <a:gd name="T18" fmla="*/ 209 w 1726"/>
                  <a:gd name="T19" fmla="*/ 1260 h 3136"/>
                  <a:gd name="T20" fmla="*/ 867 w 1726"/>
                  <a:gd name="T21" fmla="*/ 232 h 3136"/>
                  <a:gd name="T22" fmla="*/ 867 w 1726"/>
                  <a:gd name="T23" fmla="*/ 232 h 3136"/>
                  <a:gd name="T24" fmla="*/ 1607 w 1726"/>
                  <a:gd name="T25" fmla="*/ 727 h 3136"/>
                  <a:gd name="T26" fmla="*/ 1072 w 1726"/>
                  <a:gd name="T27" fmla="*/ 1263 h 3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26" h="3136">
                    <a:moveTo>
                      <a:pt x="1072" y="73"/>
                    </a:moveTo>
                    <a:cubicBezTo>
                      <a:pt x="1072" y="73"/>
                      <a:pt x="60" y="0"/>
                      <a:pt x="60" y="1513"/>
                    </a:cubicBezTo>
                    <a:cubicBezTo>
                      <a:pt x="60" y="1513"/>
                      <a:pt x="0" y="3102"/>
                      <a:pt x="57" y="3119"/>
                    </a:cubicBezTo>
                    <a:cubicBezTo>
                      <a:pt x="111" y="3136"/>
                      <a:pt x="75" y="2081"/>
                      <a:pt x="149" y="1789"/>
                    </a:cubicBezTo>
                    <a:cubicBezTo>
                      <a:pt x="255" y="1368"/>
                      <a:pt x="1072" y="1382"/>
                      <a:pt x="1072" y="1382"/>
                    </a:cubicBezTo>
                    <a:cubicBezTo>
                      <a:pt x="1433" y="1382"/>
                      <a:pt x="1726" y="1089"/>
                      <a:pt x="1726" y="728"/>
                    </a:cubicBezTo>
                    <a:cubicBezTo>
                      <a:pt x="1726" y="366"/>
                      <a:pt x="1433" y="73"/>
                      <a:pt x="1072" y="73"/>
                    </a:cubicBezTo>
                    <a:close/>
                    <a:moveTo>
                      <a:pt x="1072" y="1263"/>
                    </a:moveTo>
                    <a:cubicBezTo>
                      <a:pt x="750" y="1254"/>
                      <a:pt x="536" y="1306"/>
                      <a:pt x="399" y="1365"/>
                    </a:cubicBezTo>
                    <a:cubicBezTo>
                      <a:pt x="239" y="1434"/>
                      <a:pt x="196" y="1352"/>
                      <a:pt x="209" y="1260"/>
                    </a:cubicBezTo>
                    <a:cubicBezTo>
                      <a:pt x="265" y="872"/>
                      <a:pt x="424" y="379"/>
                      <a:pt x="867" y="232"/>
                    </a:cubicBezTo>
                    <a:cubicBezTo>
                      <a:pt x="867" y="232"/>
                      <a:pt x="867" y="232"/>
                      <a:pt x="867" y="232"/>
                    </a:cubicBezTo>
                    <a:cubicBezTo>
                      <a:pt x="1262" y="101"/>
                      <a:pt x="1607" y="431"/>
                      <a:pt x="1607" y="727"/>
                    </a:cubicBezTo>
                    <a:cubicBezTo>
                      <a:pt x="1607" y="1023"/>
                      <a:pt x="1367" y="1263"/>
                      <a:pt x="1072" y="1263"/>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9" name="AutoShape 122"/>
              <p:cNvSpPr>
                <a:spLocks/>
              </p:cNvSpPr>
              <p:nvPr/>
            </p:nvSpPr>
            <p:spPr bwMode="auto">
              <a:xfrm>
                <a:off x="6799530" y="4793980"/>
                <a:ext cx="315505" cy="3470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599" y="4921"/>
                    </a:moveTo>
                    <a:lnTo>
                      <a:pt x="21599" y="5871"/>
                    </a:lnTo>
                    <a:cubicBezTo>
                      <a:pt x="21192" y="6052"/>
                      <a:pt x="20518" y="6202"/>
                      <a:pt x="19564" y="6320"/>
                    </a:cubicBezTo>
                    <a:cubicBezTo>
                      <a:pt x="18617" y="6436"/>
                      <a:pt x="17593" y="6522"/>
                      <a:pt x="16494" y="6579"/>
                    </a:cubicBezTo>
                    <a:cubicBezTo>
                      <a:pt x="15398" y="6643"/>
                      <a:pt x="14330" y="6677"/>
                      <a:pt x="13290" y="6683"/>
                    </a:cubicBezTo>
                    <a:cubicBezTo>
                      <a:pt x="12253" y="6692"/>
                      <a:pt x="11427" y="6698"/>
                      <a:pt x="10808" y="6698"/>
                    </a:cubicBezTo>
                    <a:cubicBezTo>
                      <a:pt x="10200" y="6698"/>
                      <a:pt x="9374" y="6692"/>
                      <a:pt x="8326" y="6683"/>
                    </a:cubicBezTo>
                    <a:cubicBezTo>
                      <a:pt x="7276" y="6677"/>
                      <a:pt x="6204" y="6643"/>
                      <a:pt x="5105" y="6579"/>
                    </a:cubicBezTo>
                    <a:cubicBezTo>
                      <a:pt x="4009" y="6522"/>
                      <a:pt x="2993" y="6436"/>
                      <a:pt x="2053" y="6326"/>
                    </a:cubicBezTo>
                    <a:cubicBezTo>
                      <a:pt x="1116" y="6214"/>
                      <a:pt x="442" y="6064"/>
                      <a:pt x="34" y="5871"/>
                    </a:cubicBezTo>
                    <a:cubicBezTo>
                      <a:pt x="10" y="5724"/>
                      <a:pt x="0" y="5566"/>
                      <a:pt x="0" y="5393"/>
                    </a:cubicBezTo>
                    <a:lnTo>
                      <a:pt x="0" y="4921"/>
                    </a:lnTo>
                    <a:lnTo>
                      <a:pt x="0" y="4423"/>
                    </a:lnTo>
                    <a:cubicBezTo>
                      <a:pt x="0" y="4258"/>
                      <a:pt x="10" y="4092"/>
                      <a:pt x="34" y="3924"/>
                    </a:cubicBezTo>
                    <a:cubicBezTo>
                      <a:pt x="307" y="3801"/>
                      <a:pt x="701" y="3688"/>
                      <a:pt x="1213" y="3602"/>
                    </a:cubicBezTo>
                    <a:cubicBezTo>
                      <a:pt x="1717" y="3516"/>
                      <a:pt x="2257" y="3444"/>
                      <a:pt x="2830" y="3389"/>
                    </a:cubicBezTo>
                    <a:cubicBezTo>
                      <a:pt x="3404" y="3334"/>
                      <a:pt x="3971" y="3294"/>
                      <a:pt x="4528" y="3265"/>
                    </a:cubicBezTo>
                    <a:cubicBezTo>
                      <a:pt x="5084" y="3239"/>
                      <a:pt x="5516" y="3213"/>
                      <a:pt x="5827" y="3196"/>
                    </a:cubicBezTo>
                    <a:cubicBezTo>
                      <a:pt x="5737" y="2444"/>
                      <a:pt x="5800" y="1857"/>
                      <a:pt x="6017" y="1431"/>
                    </a:cubicBezTo>
                    <a:cubicBezTo>
                      <a:pt x="6232" y="1010"/>
                      <a:pt x="6560" y="693"/>
                      <a:pt x="7003" y="489"/>
                    </a:cubicBezTo>
                    <a:cubicBezTo>
                      <a:pt x="7441" y="282"/>
                      <a:pt x="7984" y="146"/>
                      <a:pt x="8631" y="86"/>
                    </a:cubicBezTo>
                    <a:cubicBezTo>
                      <a:pt x="9280" y="28"/>
                      <a:pt x="9999" y="0"/>
                      <a:pt x="10808" y="0"/>
                    </a:cubicBezTo>
                    <a:cubicBezTo>
                      <a:pt x="11417" y="0"/>
                      <a:pt x="12021" y="11"/>
                      <a:pt x="12619" y="40"/>
                    </a:cubicBezTo>
                    <a:cubicBezTo>
                      <a:pt x="13221" y="69"/>
                      <a:pt x="13757" y="164"/>
                      <a:pt x="14234" y="319"/>
                    </a:cubicBezTo>
                    <a:cubicBezTo>
                      <a:pt x="14707" y="483"/>
                      <a:pt x="15084" y="734"/>
                      <a:pt x="15367" y="1074"/>
                    </a:cubicBezTo>
                    <a:cubicBezTo>
                      <a:pt x="15647" y="1413"/>
                      <a:pt x="15789" y="1894"/>
                      <a:pt x="15789" y="2519"/>
                    </a:cubicBezTo>
                    <a:lnTo>
                      <a:pt x="15789" y="2850"/>
                    </a:lnTo>
                    <a:cubicBezTo>
                      <a:pt x="15789" y="2963"/>
                      <a:pt x="15775" y="3078"/>
                      <a:pt x="15758" y="3196"/>
                    </a:cubicBezTo>
                    <a:cubicBezTo>
                      <a:pt x="16076" y="3213"/>
                      <a:pt x="16511" y="3239"/>
                      <a:pt x="17061" y="3265"/>
                    </a:cubicBezTo>
                    <a:cubicBezTo>
                      <a:pt x="17611" y="3294"/>
                      <a:pt x="18178" y="3334"/>
                      <a:pt x="18758" y="3389"/>
                    </a:cubicBezTo>
                    <a:cubicBezTo>
                      <a:pt x="19335" y="3443"/>
                      <a:pt x="19885" y="3515"/>
                      <a:pt x="20404" y="3602"/>
                    </a:cubicBezTo>
                    <a:cubicBezTo>
                      <a:pt x="20922" y="3688"/>
                      <a:pt x="21323" y="3801"/>
                      <a:pt x="21596" y="3924"/>
                    </a:cubicBezTo>
                    <a:lnTo>
                      <a:pt x="21596" y="4921"/>
                    </a:lnTo>
                    <a:close/>
                    <a:moveTo>
                      <a:pt x="10812" y="8296"/>
                    </a:moveTo>
                    <a:cubicBezTo>
                      <a:pt x="12236" y="8278"/>
                      <a:pt x="13656" y="8250"/>
                      <a:pt x="15080" y="8215"/>
                    </a:cubicBezTo>
                    <a:cubicBezTo>
                      <a:pt x="16501" y="8178"/>
                      <a:pt x="17925" y="8088"/>
                      <a:pt x="19353" y="7939"/>
                    </a:cubicBezTo>
                    <a:lnTo>
                      <a:pt x="19353" y="19477"/>
                    </a:lnTo>
                    <a:cubicBezTo>
                      <a:pt x="19353" y="20056"/>
                      <a:pt x="19107" y="20557"/>
                      <a:pt x="18620" y="20972"/>
                    </a:cubicBezTo>
                    <a:cubicBezTo>
                      <a:pt x="18133" y="21392"/>
                      <a:pt x="17542" y="21599"/>
                      <a:pt x="16847" y="21599"/>
                    </a:cubicBezTo>
                    <a:lnTo>
                      <a:pt x="4752" y="21599"/>
                    </a:lnTo>
                    <a:cubicBezTo>
                      <a:pt x="4058" y="21599"/>
                      <a:pt x="3460" y="21395"/>
                      <a:pt x="2955" y="20977"/>
                    </a:cubicBezTo>
                    <a:cubicBezTo>
                      <a:pt x="2450" y="20569"/>
                      <a:pt x="2201" y="20068"/>
                      <a:pt x="2201" y="19477"/>
                    </a:cubicBezTo>
                    <a:lnTo>
                      <a:pt x="2201" y="7939"/>
                    </a:lnTo>
                    <a:cubicBezTo>
                      <a:pt x="3560" y="8088"/>
                      <a:pt x="4904" y="8183"/>
                      <a:pt x="6239" y="8229"/>
                    </a:cubicBezTo>
                    <a:cubicBezTo>
                      <a:pt x="7576" y="8273"/>
                      <a:pt x="8917" y="8296"/>
                      <a:pt x="10276" y="8296"/>
                    </a:cubicBezTo>
                    <a:lnTo>
                      <a:pt x="10812" y="8296"/>
                    </a:lnTo>
                    <a:close/>
                    <a:moveTo>
                      <a:pt x="6923" y="10395"/>
                    </a:moveTo>
                    <a:cubicBezTo>
                      <a:pt x="6923" y="10248"/>
                      <a:pt x="6857" y="10119"/>
                      <a:pt x="6733" y="10015"/>
                    </a:cubicBezTo>
                    <a:cubicBezTo>
                      <a:pt x="6605" y="9908"/>
                      <a:pt x="6453" y="9854"/>
                      <a:pt x="6277" y="9854"/>
                    </a:cubicBezTo>
                    <a:lnTo>
                      <a:pt x="5630" y="9854"/>
                    </a:lnTo>
                    <a:cubicBezTo>
                      <a:pt x="5450" y="9854"/>
                      <a:pt x="5305" y="9908"/>
                      <a:pt x="5191" y="10015"/>
                    </a:cubicBezTo>
                    <a:cubicBezTo>
                      <a:pt x="5074" y="10119"/>
                      <a:pt x="5015" y="10248"/>
                      <a:pt x="5015" y="10395"/>
                    </a:cubicBezTo>
                    <a:lnTo>
                      <a:pt x="5015" y="18858"/>
                    </a:lnTo>
                    <a:cubicBezTo>
                      <a:pt x="5015" y="19005"/>
                      <a:pt x="5074" y="19126"/>
                      <a:pt x="5191" y="19224"/>
                    </a:cubicBezTo>
                    <a:cubicBezTo>
                      <a:pt x="5305" y="19319"/>
                      <a:pt x="5450" y="19368"/>
                      <a:pt x="5630" y="19368"/>
                    </a:cubicBezTo>
                    <a:lnTo>
                      <a:pt x="6277" y="19368"/>
                    </a:lnTo>
                    <a:cubicBezTo>
                      <a:pt x="6453" y="19368"/>
                      <a:pt x="6605" y="19319"/>
                      <a:pt x="6733" y="19230"/>
                    </a:cubicBezTo>
                    <a:cubicBezTo>
                      <a:pt x="6857" y="19137"/>
                      <a:pt x="6923" y="19014"/>
                      <a:pt x="6923" y="18858"/>
                    </a:cubicBezTo>
                    <a:lnTo>
                      <a:pt x="6923" y="10395"/>
                    </a:lnTo>
                    <a:close/>
                    <a:moveTo>
                      <a:pt x="8416" y="3141"/>
                    </a:moveTo>
                    <a:cubicBezTo>
                      <a:pt x="10006" y="3121"/>
                      <a:pt x="11607" y="3121"/>
                      <a:pt x="13231" y="3141"/>
                    </a:cubicBezTo>
                    <a:cubicBezTo>
                      <a:pt x="13231" y="3032"/>
                      <a:pt x="13242" y="2925"/>
                      <a:pt x="13266" y="2819"/>
                    </a:cubicBezTo>
                    <a:cubicBezTo>
                      <a:pt x="13286" y="2712"/>
                      <a:pt x="13286" y="2611"/>
                      <a:pt x="13266" y="2519"/>
                    </a:cubicBezTo>
                    <a:lnTo>
                      <a:pt x="13266" y="2315"/>
                    </a:lnTo>
                    <a:cubicBezTo>
                      <a:pt x="12879" y="2222"/>
                      <a:pt x="12471" y="2171"/>
                      <a:pt x="12042" y="2162"/>
                    </a:cubicBezTo>
                    <a:cubicBezTo>
                      <a:pt x="11610" y="2153"/>
                      <a:pt x="11202" y="2148"/>
                      <a:pt x="10819" y="2148"/>
                    </a:cubicBezTo>
                    <a:cubicBezTo>
                      <a:pt x="10411" y="2148"/>
                      <a:pt x="9996" y="2153"/>
                      <a:pt x="9574" y="2162"/>
                    </a:cubicBezTo>
                    <a:cubicBezTo>
                      <a:pt x="9149" y="2171"/>
                      <a:pt x="8741" y="2222"/>
                      <a:pt x="8354" y="2315"/>
                    </a:cubicBezTo>
                    <a:lnTo>
                      <a:pt x="8354" y="2519"/>
                    </a:lnTo>
                    <a:cubicBezTo>
                      <a:pt x="8354" y="2611"/>
                      <a:pt x="8357" y="2715"/>
                      <a:pt x="8371" y="2824"/>
                    </a:cubicBezTo>
                    <a:cubicBezTo>
                      <a:pt x="8375" y="2937"/>
                      <a:pt x="8392" y="3040"/>
                      <a:pt x="8416" y="3141"/>
                    </a:cubicBezTo>
                    <a:moveTo>
                      <a:pt x="11769" y="10395"/>
                    </a:moveTo>
                    <a:cubicBezTo>
                      <a:pt x="11769" y="10248"/>
                      <a:pt x="11707" y="10119"/>
                      <a:pt x="11582" y="10015"/>
                    </a:cubicBezTo>
                    <a:cubicBezTo>
                      <a:pt x="11451" y="9908"/>
                      <a:pt x="11299" y="9854"/>
                      <a:pt x="11123" y="9854"/>
                    </a:cubicBezTo>
                    <a:lnTo>
                      <a:pt x="10476" y="9854"/>
                    </a:lnTo>
                    <a:cubicBezTo>
                      <a:pt x="10300" y="9854"/>
                      <a:pt x="10151" y="9908"/>
                      <a:pt x="10037" y="10015"/>
                    </a:cubicBezTo>
                    <a:cubicBezTo>
                      <a:pt x="9923" y="10119"/>
                      <a:pt x="9865" y="10248"/>
                      <a:pt x="9865" y="10395"/>
                    </a:cubicBezTo>
                    <a:lnTo>
                      <a:pt x="9865" y="18858"/>
                    </a:lnTo>
                    <a:cubicBezTo>
                      <a:pt x="9865" y="19005"/>
                      <a:pt x="9920" y="19126"/>
                      <a:pt x="10030" y="19224"/>
                    </a:cubicBezTo>
                    <a:cubicBezTo>
                      <a:pt x="10141" y="19319"/>
                      <a:pt x="10286" y="19368"/>
                      <a:pt x="10476" y="19368"/>
                    </a:cubicBezTo>
                    <a:lnTo>
                      <a:pt x="11123" y="19368"/>
                    </a:lnTo>
                    <a:cubicBezTo>
                      <a:pt x="11299" y="19368"/>
                      <a:pt x="11451" y="19319"/>
                      <a:pt x="11582" y="19230"/>
                    </a:cubicBezTo>
                    <a:cubicBezTo>
                      <a:pt x="11707" y="19137"/>
                      <a:pt x="11769" y="19014"/>
                      <a:pt x="11769" y="18858"/>
                    </a:cubicBezTo>
                    <a:lnTo>
                      <a:pt x="11769" y="10395"/>
                    </a:lnTo>
                    <a:close/>
                    <a:moveTo>
                      <a:pt x="14683" y="18858"/>
                    </a:moveTo>
                    <a:cubicBezTo>
                      <a:pt x="14683" y="19005"/>
                      <a:pt x="14745" y="19126"/>
                      <a:pt x="14866" y="19224"/>
                    </a:cubicBezTo>
                    <a:cubicBezTo>
                      <a:pt x="14987" y="19319"/>
                      <a:pt x="15143" y="19368"/>
                      <a:pt x="15333" y="19368"/>
                    </a:cubicBezTo>
                    <a:lnTo>
                      <a:pt x="15979" y="19368"/>
                    </a:lnTo>
                    <a:cubicBezTo>
                      <a:pt x="16155" y="19368"/>
                      <a:pt x="16308" y="19319"/>
                      <a:pt x="16432" y="19230"/>
                    </a:cubicBezTo>
                    <a:cubicBezTo>
                      <a:pt x="16560" y="19137"/>
                      <a:pt x="16629" y="19014"/>
                      <a:pt x="16629" y="18858"/>
                    </a:cubicBezTo>
                    <a:lnTo>
                      <a:pt x="16629" y="10395"/>
                    </a:lnTo>
                    <a:cubicBezTo>
                      <a:pt x="16629" y="10248"/>
                      <a:pt x="16560" y="10119"/>
                      <a:pt x="16432" y="10015"/>
                    </a:cubicBezTo>
                    <a:cubicBezTo>
                      <a:pt x="16308" y="9908"/>
                      <a:pt x="16155" y="9854"/>
                      <a:pt x="15979" y="9854"/>
                    </a:cubicBezTo>
                    <a:lnTo>
                      <a:pt x="15333" y="9854"/>
                    </a:lnTo>
                    <a:cubicBezTo>
                      <a:pt x="15153" y="9854"/>
                      <a:pt x="15001" y="9908"/>
                      <a:pt x="14877" y="10015"/>
                    </a:cubicBezTo>
                    <a:cubicBezTo>
                      <a:pt x="14752" y="10119"/>
                      <a:pt x="14683" y="10248"/>
                      <a:pt x="14683" y="10395"/>
                    </a:cubicBezTo>
                    <a:lnTo>
                      <a:pt x="14683" y="18858"/>
                    </a:lnTo>
                    <a:close/>
                  </a:path>
                </a:pathLst>
              </a:custGeom>
              <a:grpFill/>
              <a:ln>
                <a:noFill/>
              </a:ln>
              <a:effectLst/>
              <a:ex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40" name="Group 85"/>
            <p:cNvGrpSpPr/>
            <p:nvPr/>
          </p:nvGrpSpPr>
          <p:grpSpPr>
            <a:xfrm>
              <a:off x="5273024" y="3626846"/>
              <a:ext cx="1321675" cy="2794296"/>
              <a:chOff x="4833107" y="3737773"/>
              <a:chExt cx="1443450" cy="3050957"/>
            </a:xfrm>
            <a:grpFill/>
          </p:grpSpPr>
          <p:sp>
            <p:nvSpPr>
              <p:cNvPr id="141" name="Freeform 11"/>
              <p:cNvSpPr>
                <a:spLocks noEditPoints="1"/>
              </p:cNvSpPr>
              <p:nvPr/>
            </p:nvSpPr>
            <p:spPr bwMode="auto">
              <a:xfrm>
                <a:off x="4833107" y="5517283"/>
                <a:ext cx="1111662" cy="1271447"/>
              </a:xfrm>
              <a:custGeom>
                <a:avLst/>
                <a:gdLst>
                  <a:gd name="T0" fmla="*/ 0 w 1445"/>
                  <a:gd name="T1" fmla="*/ 675 h 1653"/>
                  <a:gd name="T2" fmla="*/ 662 w 1445"/>
                  <a:gd name="T3" fmla="*/ 1329 h 1653"/>
                  <a:gd name="T4" fmla="*/ 1309 w 1445"/>
                  <a:gd name="T5" fmla="*/ 1463 h 1653"/>
                  <a:gd name="T6" fmla="*/ 1387 w 1445"/>
                  <a:gd name="T7" fmla="*/ 1653 h 1653"/>
                  <a:gd name="T8" fmla="*/ 1273 w 1445"/>
                  <a:gd name="T9" fmla="*/ 389 h 1653"/>
                  <a:gd name="T10" fmla="*/ 655 w 1445"/>
                  <a:gd name="T11" fmla="*/ 20 h 1653"/>
                  <a:gd name="T12" fmla="*/ 0 w 1445"/>
                  <a:gd name="T13" fmla="*/ 675 h 1653"/>
                  <a:gd name="T14" fmla="*/ 117 w 1445"/>
                  <a:gd name="T15" fmla="*/ 671 h 1653"/>
                  <a:gd name="T16" fmla="*/ 652 w 1445"/>
                  <a:gd name="T17" fmla="*/ 135 h 1653"/>
                  <a:gd name="T18" fmla="*/ 1108 w 1445"/>
                  <a:gd name="T19" fmla="*/ 389 h 1653"/>
                  <a:gd name="T20" fmla="*/ 1275 w 1445"/>
                  <a:gd name="T21" fmla="*/ 1129 h 1653"/>
                  <a:gd name="T22" fmla="*/ 1121 w 1445"/>
                  <a:gd name="T23" fmla="*/ 1248 h 1653"/>
                  <a:gd name="T24" fmla="*/ 652 w 1445"/>
                  <a:gd name="T25" fmla="*/ 1206 h 1653"/>
                  <a:gd name="T26" fmla="*/ 117 w 1445"/>
                  <a:gd name="T27" fmla="*/ 671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5" h="1653">
                    <a:moveTo>
                      <a:pt x="0" y="675"/>
                    </a:moveTo>
                    <a:cubicBezTo>
                      <a:pt x="0" y="1036"/>
                      <a:pt x="294" y="1329"/>
                      <a:pt x="662" y="1329"/>
                    </a:cubicBezTo>
                    <a:cubicBezTo>
                      <a:pt x="662" y="1329"/>
                      <a:pt x="1224" y="1338"/>
                      <a:pt x="1309" y="1463"/>
                    </a:cubicBezTo>
                    <a:cubicBezTo>
                      <a:pt x="1388" y="1579"/>
                      <a:pt x="1346" y="1653"/>
                      <a:pt x="1387" y="1653"/>
                    </a:cubicBezTo>
                    <a:cubicBezTo>
                      <a:pt x="1445" y="1653"/>
                      <a:pt x="1445" y="703"/>
                      <a:pt x="1273" y="389"/>
                    </a:cubicBezTo>
                    <a:cubicBezTo>
                      <a:pt x="1183" y="224"/>
                      <a:pt x="992" y="39"/>
                      <a:pt x="655" y="20"/>
                    </a:cubicBezTo>
                    <a:cubicBezTo>
                      <a:pt x="294" y="0"/>
                      <a:pt x="0" y="313"/>
                      <a:pt x="0" y="675"/>
                    </a:cubicBezTo>
                    <a:close/>
                    <a:moveTo>
                      <a:pt x="117" y="671"/>
                    </a:moveTo>
                    <a:cubicBezTo>
                      <a:pt x="117" y="375"/>
                      <a:pt x="357" y="135"/>
                      <a:pt x="652" y="135"/>
                    </a:cubicBezTo>
                    <a:cubicBezTo>
                      <a:pt x="845" y="135"/>
                      <a:pt x="1013" y="237"/>
                      <a:pt x="1108" y="389"/>
                    </a:cubicBezTo>
                    <a:cubicBezTo>
                      <a:pt x="1241" y="603"/>
                      <a:pt x="1275" y="923"/>
                      <a:pt x="1275" y="1129"/>
                    </a:cubicBezTo>
                    <a:cubicBezTo>
                      <a:pt x="1275" y="1254"/>
                      <a:pt x="1223" y="1273"/>
                      <a:pt x="1121" y="1248"/>
                    </a:cubicBezTo>
                    <a:cubicBezTo>
                      <a:pt x="1018" y="1223"/>
                      <a:pt x="863" y="1199"/>
                      <a:pt x="652" y="1206"/>
                    </a:cubicBezTo>
                    <a:cubicBezTo>
                      <a:pt x="357" y="1206"/>
                      <a:pt x="117" y="966"/>
                      <a:pt x="117" y="671"/>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2" name="AutoShape 12"/>
              <p:cNvSpPr>
                <a:spLocks/>
              </p:cNvSpPr>
              <p:nvPr/>
            </p:nvSpPr>
            <p:spPr bwMode="auto">
              <a:xfrm>
                <a:off x="6007141" y="3737773"/>
                <a:ext cx="269416" cy="291504"/>
              </a:xfrm>
              <a:custGeom>
                <a:avLst/>
                <a:gdLst>
                  <a:gd name="T0" fmla="+- 0 10802 114"/>
                  <a:gd name="T1" fmla="*/ T0 w 21376"/>
                  <a:gd name="T2" fmla="*/ 10800 h 21600"/>
                  <a:gd name="T3" fmla="+- 0 10802 114"/>
                  <a:gd name="T4" fmla="*/ T3 w 21376"/>
                  <a:gd name="T5" fmla="*/ 10800 h 21600"/>
                  <a:gd name="T6" fmla="+- 0 10802 114"/>
                  <a:gd name="T7" fmla="*/ T6 w 21376"/>
                  <a:gd name="T8" fmla="*/ 10800 h 21600"/>
                  <a:gd name="T9" fmla="+- 0 10802 114"/>
                  <a:gd name="T10" fmla="*/ T9 w 21376"/>
                  <a:gd name="T11" fmla="*/ 10800 h 21600"/>
                </a:gdLst>
                <a:ahLst/>
                <a:cxnLst>
                  <a:cxn ang="0">
                    <a:pos x="T1" y="T2"/>
                  </a:cxn>
                  <a:cxn ang="0">
                    <a:pos x="T4" y="T5"/>
                  </a:cxn>
                  <a:cxn ang="0">
                    <a:pos x="T7" y="T8"/>
                  </a:cxn>
                  <a:cxn ang="0">
                    <a:pos x="T10" y="T11"/>
                  </a:cxn>
                </a:cxnLst>
                <a:rect l="0" t="0" r="r" b="b"/>
                <a:pathLst>
                  <a:path w="21376" h="21600">
                    <a:moveTo>
                      <a:pt x="21036" y="18604"/>
                    </a:moveTo>
                    <a:cubicBezTo>
                      <a:pt x="21454" y="19261"/>
                      <a:pt x="21486" y="19922"/>
                      <a:pt x="21134" y="20586"/>
                    </a:cubicBezTo>
                    <a:cubicBezTo>
                      <a:pt x="20969" y="20915"/>
                      <a:pt x="20731" y="21168"/>
                      <a:pt x="20427" y="21338"/>
                    </a:cubicBezTo>
                    <a:cubicBezTo>
                      <a:pt x="20122" y="21514"/>
                      <a:pt x="19797" y="21599"/>
                      <a:pt x="19455" y="21599"/>
                    </a:cubicBezTo>
                    <a:lnTo>
                      <a:pt x="1928" y="21599"/>
                    </a:lnTo>
                    <a:cubicBezTo>
                      <a:pt x="1585" y="21599"/>
                      <a:pt x="1263" y="21514"/>
                      <a:pt x="965" y="21338"/>
                    </a:cubicBezTo>
                    <a:cubicBezTo>
                      <a:pt x="663" y="21168"/>
                      <a:pt x="425" y="20915"/>
                      <a:pt x="248" y="20586"/>
                    </a:cubicBezTo>
                    <a:cubicBezTo>
                      <a:pt x="-114" y="19914"/>
                      <a:pt x="-80" y="19250"/>
                      <a:pt x="344" y="18604"/>
                    </a:cubicBezTo>
                    <a:lnTo>
                      <a:pt x="7509" y="7313"/>
                    </a:lnTo>
                    <a:lnTo>
                      <a:pt x="7509" y="2167"/>
                    </a:lnTo>
                    <a:lnTo>
                      <a:pt x="6427" y="2167"/>
                    </a:lnTo>
                    <a:cubicBezTo>
                      <a:pt x="6122" y="2167"/>
                      <a:pt x="5870" y="2061"/>
                      <a:pt x="5670" y="1850"/>
                    </a:cubicBezTo>
                    <a:cubicBezTo>
                      <a:pt x="5473" y="1638"/>
                      <a:pt x="5371" y="1380"/>
                      <a:pt x="5371" y="1072"/>
                    </a:cubicBezTo>
                    <a:cubicBezTo>
                      <a:pt x="5371" y="778"/>
                      <a:pt x="5473" y="528"/>
                      <a:pt x="5670" y="320"/>
                    </a:cubicBezTo>
                    <a:cubicBezTo>
                      <a:pt x="5870" y="108"/>
                      <a:pt x="6122" y="0"/>
                      <a:pt x="6427" y="0"/>
                    </a:cubicBezTo>
                    <a:lnTo>
                      <a:pt x="14953" y="0"/>
                    </a:lnTo>
                    <a:cubicBezTo>
                      <a:pt x="15260" y="0"/>
                      <a:pt x="15515" y="108"/>
                      <a:pt x="15724" y="320"/>
                    </a:cubicBezTo>
                    <a:cubicBezTo>
                      <a:pt x="15933" y="528"/>
                      <a:pt x="16038" y="778"/>
                      <a:pt x="16038" y="1072"/>
                    </a:cubicBezTo>
                    <a:cubicBezTo>
                      <a:pt x="16038" y="1380"/>
                      <a:pt x="15933" y="1638"/>
                      <a:pt x="15724" y="1850"/>
                    </a:cubicBezTo>
                    <a:cubicBezTo>
                      <a:pt x="15515" y="2061"/>
                      <a:pt x="15260" y="2167"/>
                      <a:pt x="14953" y="2167"/>
                    </a:cubicBezTo>
                    <a:lnTo>
                      <a:pt x="13900" y="2167"/>
                    </a:lnTo>
                    <a:lnTo>
                      <a:pt x="13900" y="7339"/>
                    </a:lnTo>
                    <a:lnTo>
                      <a:pt x="21036" y="18604"/>
                    </a:lnTo>
                    <a:close/>
                    <a:moveTo>
                      <a:pt x="5261" y="14865"/>
                    </a:moveTo>
                    <a:lnTo>
                      <a:pt x="16122" y="14865"/>
                    </a:lnTo>
                    <a:lnTo>
                      <a:pt x="11773" y="7974"/>
                    </a:lnTo>
                    <a:lnTo>
                      <a:pt x="11773" y="2167"/>
                    </a:lnTo>
                    <a:lnTo>
                      <a:pt x="9635" y="2167"/>
                    </a:lnTo>
                    <a:lnTo>
                      <a:pt x="9635" y="7947"/>
                    </a:lnTo>
                    <a:lnTo>
                      <a:pt x="5261" y="14865"/>
                    </a:lnTo>
                    <a:close/>
                  </a:path>
                </a:pathLst>
              </a:custGeom>
              <a:grpFill/>
              <a:ln>
                <a:noFill/>
              </a:ln>
              <a:effectLst/>
              <a:ex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sp>
        <p:nvSpPr>
          <p:cNvPr id="143" name="AutoShape 66"/>
          <p:cNvSpPr>
            <a:spLocks/>
          </p:cNvSpPr>
          <p:nvPr/>
        </p:nvSpPr>
        <p:spPr bwMode="auto">
          <a:xfrm>
            <a:off x="7025901" y="3794842"/>
            <a:ext cx="165785" cy="191190"/>
          </a:xfrm>
          <a:custGeom>
            <a:avLst/>
            <a:gdLst>
              <a:gd name="T0" fmla="*/ 10799 w 21598"/>
              <a:gd name="T1" fmla="*/ 10800 h 21600"/>
              <a:gd name="T2" fmla="*/ 10799 w 21598"/>
              <a:gd name="T3" fmla="*/ 10800 h 21600"/>
              <a:gd name="T4" fmla="*/ 10799 w 21598"/>
              <a:gd name="T5" fmla="*/ 10800 h 21600"/>
              <a:gd name="T6" fmla="*/ 10799 w 21598"/>
              <a:gd name="T7" fmla="*/ 10800 h 21600"/>
            </a:gdLst>
            <a:ahLst/>
            <a:cxnLst>
              <a:cxn ang="0">
                <a:pos x="T0" y="T1"/>
              </a:cxn>
              <a:cxn ang="0">
                <a:pos x="T2" y="T3"/>
              </a:cxn>
              <a:cxn ang="0">
                <a:pos x="T4" y="T5"/>
              </a:cxn>
              <a:cxn ang="0">
                <a:pos x="T6" y="T7"/>
              </a:cxn>
            </a:cxnLst>
            <a:rect l="0" t="0" r="r" b="b"/>
            <a:pathLst>
              <a:path w="21598" h="21600">
                <a:moveTo>
                  <a:pt x="17537" y="12697"/>
                </a:moveTo>
                <a:lnTo>
                  <a:pt x="19798" y="9997"/>
                </a:lnTo>
                <a:lnTo>
                  <a:pt x="19798" y="17284"/>
                </a:lnTo>
                <a:cubicBezTo>
                  <a:pt x="19798" y="17874"/>
                  <a:pt x="19700" y="18429"/>
                  <a:pt x="19505" y="18949"/>
                </a:cubicBezTo>
                <a:cubicBezTo>
                  <a:pt x="19309" y="19469"/>
                  <a:pt x="19049" y="19928"/>
                  <a:pt x="18721" y="20321"/>
                </a:cubicBezTo>
                <a:cubicBezTo>
                  <a:pt x="18394" y="20715"/>
                  <a:pt x="18014" y="21027"/>
                  <a:pt x="17583" y="21256"/>
                </a:cubicBezTo>
                <a:cubicBezTo>
                  <a:pt x="17153" y="21485"/>
                  <a:pt x="16690" y="21599"/>
                  <a:pt x="16188" y="21599"/>
                </a:cubicBezTo>
                <a:lnTo>
                  <a:pt x="3595" y="21599"/>
                </a:lnTo>
                <a:cubicBezTo>
                  <a:pt x="3103" y="21599"/>
                  <a:pt x="2635" y="21485"/>
                  <a:pt x="2195" y="21256"/>
                </a:cubicBezTo>
                <a:cubicBezTo>
                  <a:pt x="1754" y="21027"/>
                  <a:pt x="1372" y="20715"/>
                  <a:pt x="1052" y="20321"/>
                </a:cubicBezTo>
                <a:cubicBezTo>
                  <a:pt x="734" y="19928"/>
                  <a:pt x="477" y="19469"/>
                  <a:pt x="286" y="18949"/>
                </a:cubicBezTo>
                <a:cubicBezTo>
                  <a:pt x="95" y="18429"/>
                  <a:pt x="0" y="17874"/>
                  <a:pt x="0" y="17284"/>
                </a:cubicBezTo>
                <a:lnTo>
                  <a:pt x="0" y="4315"/>
                </a:lnTo>
                <a:cubicBezTo>
                  <a:pt x="0" y="3722"/>
                  <a:pt x="95" y="3164"/>
                  <a:pt x="286" y="2632"/>
                </a:cubicBezTo>
                <a:cubicBezTo>
                  <a:pt x="477" y="2106"/>
                  <a:pt x="734" y="1645"/>
                  <a:pt x="1052" y="1263"/>
                </a:cubicBezTo>
                <a:cubicBezTo>
                  <a:pt x="1372" y="878"/>
                  <a:pt x="1754" y="572"/>
                  <a:pt x="2195" y="343"/>
                </a:cubicBezTo>
                <a:cubicBezTo>
                  <a:pt x="2635" y="114"/>
                  <a:pt x="3103" y="0"/>
                  <a:pt x="3595" y="0"/>
                </a:cubicBezTo>
                <a:lnTo>
                  <a:pt x="16188" y="0"/>
                </a:lnTo>
                <a:cubicBezTo>
                  <a:pt x="16401" y="0"/>
                  <a:pt x="16605" y="26"/>
                  <a:pt x="16798" y="82"/>
                </a:cubicBezTo>
                <a:lnTo>
                  <a:pt x="14608" y="2714"/>
                </a:lnTo>
                <a:lnTo>
                  <a:pt x="3595" y="2714"/>
                </a:lnTo>
                <a:cubicBezTo>
                  <a:pt x="3228" y="2714"/>
                  <a:pt x="2914" y="2867"/>
                  <a:pt x="2652" y="3184"/>
                </a:cubicBezTo>
                <a:cubicBezTo>
                  <a:pt x="2391" y="3496"/>
                  <a:pt x="2261" y="3875"/>
                  <a:pt x="2261" y="4315"/>
                </a:cubicBezTo>
                <a:lnTo>
                  <a:pt x="2261" y="17284"/>
                </a:lnTo>
                <a:cubicBezTo>
                  <a:pt x="2261" y="17724"/>
                  <a:pt x="2391" y="18101"/>
                  <a:pt x="2652" y="18412"/>
                </a:cubicBezTo>
                <a:cubicBezTo>
                  <a:pt x="2914" y="18729"/>
                  <a:pt x="3228" y="18888"/>
                  <a:pt x="3595" y="18888"/>
                </a:cubicBezTo>
                <a:lnTo>
                  <a:pt x="16188" y="18888"/>
                </a:lnTo>
                <a:cubicBezTo>
                  <a:pt x="16556" y="18888"/>
                  <a:pt x="16874" y="18729"/>
                  <a:pt x="17138" y="18412"/>
                </a:cubicBezTo>
                <a:cubicBezTo>
                  <a:pt x="17405" y="18101"/>
                  <a:pt x="17537" y="17724"/>
                  <a:pt x="17537" y="17284"/>
                </a:cubicBezTo>
                <a:lnTo>
                  <a:pt x="17537" y="12697"/>
                </a:lnTo>
                <a:close/>
                <a:moveTo>
                  <a:pt x="21333" y="2796"/>
                </a:moveTo>
                <a:cubicBezTo>
                  <a:pt x="21514" y="3011"/>
                  <a:pt x="21599" y="3272"/>
                  <a:pt x="21597" y="3578"/>
                </a:cubicBezTo>
                <a:cubicBezTo>
                  <a:pt x="21592" y="3881"/>
                  <a:pt x="21504" y="4136"/>
                  <a:pt x="21333" y="4342"/>
                </a:cubicBezTo>
                <a:lnTo>
                  <a:pt x="13005" y="14346"/>
                </a:lnTo>
                <a:lnTo>
                  <a:pt x="11854" y="15721"/>
                </a:lnTo>
                <a:cubicBezTo>
                  <a:pt x="11676" y="15938"/>
                  <a:pt x="11458" y="16044"/>
                  <a:pt x="11206" y="16044"/>
                </a:cubicBezTo>
                <a:cubicBezTo>
                  <a:pt x="10951" y="16044"/>
                  <a:pt x="10733" y="15938"/>
                  <a:pt x="10555" y="15721"/>
                </a:cubicBezTo>
                <a:lnTo>
                  <a:pt x="9383" y="14346"/>
                </a:lnTo>
                <a:lnTo>
                  <a:pt x="4779" y="8787"/>
                </a:lnTo>
                <a:cubicBezTo>
                  <a:pt x="4600" y="8573"/>
                  <a:pt x="4507" y="8314"/>
                  <a:pt x="4507" y="8006"/>
                </a:cubicBezTo>
                <a:cubicBezTo>
                  <a:pt x="4507" y="7703"/>
                  <a:pt x="4600" y="7441"/>
                  <a:pt x="4779" y="7227"/>
                </a:cubicBezTo>
                <a:lnTo>
                  <a:pt x="5927" y="5846"/>
                </a:lnTo>
                <a:cubicBezTo>
                  <a:pt x="6106" y="5635"/>
                  <a:pt x="6323" y="5526"/>
                  <a:pt x="6578" y="5526"/>
                </a:cubicBezTo>
                <a:cubicBezTo>
                  <a:pt x="6830" y="5526"/>
                  <a:pt x="7043" y="5634"/>
                  <a:pt x="7214" y="5846"/>
                </a:cubicBezTo>
                <a:lnTo>
                  <a:pt x="11198" y="10632"/>
                </a:lnTo>
                <a:lnTo>
                  <a:pt x="18861" y="1404"/>
                </a:lnTo>
                <a:cubicBezTo>
                  <a:pt x="19040" y="1186"/>
                  <a:pt x="19262" y="1084"/>
                  <a:pt x="19524" y="1087"/>
                </a:cubicBezTo>
                <a:cubicBezTo>
                  <a:pt x="19786" y="1092"/>
                  <a:pt x="20001" y="1198"/>
                  <a:pt x="20173" y="1404"/>
                </a:cubicBezTo>
                <a:lnTo>
                  <a:pt x="21333" y="2796"/>
                </a:lnTo>
                <a:close/>
              </a:path>
            </a:pathLst>
          </a:custGeom>
          <a:solidFill>
            <a:schemeClr val="accent1">
              <a:lumMod val="20000"/>
              <a:lumOff val="80000"/>
            </a:schemeClr>
          </a:solidFill>
          <a:ln>
            <a:noFill/>
          </a:ln>
          <a:effectLst/>
          <a:ex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矩形 23"/>
          <p:cNvSpPr/>
          <p:nvPr/>
        </p:nvSpPr>
        <p:spPr>
          <a:xfrm>
            <a:off x="4427984" y="1393131"/>
            <a:ext cx="4427984" cy="330404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sz="1400" b="1" dirty="0" smtClean="0"/>
              <a:t>           //</a:t>
            </a:r>
            <a:r>
              <a:rPr lang="zh-CN" altLang="en-US" sz="1400" b="1" dirty="0"/>
              <a:t>定时器</a:t>
            </a:r>
            <a:r>
              <a:rPr lang="en-US" altLang="zh-CN" sz="1400" b="1" dirty="0"/>
              <a:t>TIM2</a:t>
            </a:r>
            <a:r>
              <a:rPr lang="zh-CN" altLang="en-US" sz="1400" b="1" dirty="0"/>
              <a:t>中断处理函数</a:t>
            </a:r>
          </a:p>
          <a:p>
            <a:pPr>
              <a:lnSpc>
                <a:spcPct val="125000"/>
              </a:lnSpc>
            </a:pPr>
            <a:r>
              <a:rPr lang="en-US" altLang="zh-CN" sz="1400" b="1" dirty="0"/>
              <a:t>void TIM2_IRQHandler(void)</a:t>
            </a:r>
          </a:p>
          <a:p>
            <a:pPr>
              <a:lnSpc>
                <a:spcPct val="125000"/>
              </a:lnSpc>
            </a:pPr>
            <a:r>
              <a:rPr lang="en-US" altLang="zh-CN" sz="1400" b="1" dirty="0"/>
              <a:t>{</a:t>
            </a:r>
          </a:p>
          <a:p>
            <a:pPr>
              <a:lnSpc>
                <a:spcPct val="125000"/>
              </a:lnSpc>
            </a:pPr>
            <a:r>
              <a:rPr lang="en-US" altLang="zh-CN" sz="1400" b="1" dirty="0"/>
              <a:t>    if(</a:t>
            </a:r>
            <a:r>
              <a:rPr lang="en-US" altLang="zh-CN" sz="1400" b="1" dirty="0" err="1"/>
              <a:t>TIM_GetITStatus</a:t>
            </a:r>
            <a:r>
              <a:rPr lang="en-US" altLang="zh-CN" sz="1400" b="1" dirty="0"/>
              <a:t>(TIM2,TIM_IT_Update) != RESET)</a:t>
            </a:r>
          </a:p>
          <a:p>
            <a:pPr>
              <a:lnSpc>
                <a:spcPct val="125000"/>
              </a:lnSpc>
            </a:pPr>
            <a:r>
              <a:rPr lang="en-US" altLang="zh-CN" sz="1400" b="1" dirty="0"/>
              <a:t>    {</a:t>
            </a:r>
          </a:p>
          <a:p>
            <a:pPr>
              <a:lnSpc>
                <a:spcPct val="125000"/>
              </a:lnSpc>
            </a:pPr>
            <a:r>
              <a:rPr lang="en-US" altLang="zh-CN" sz="1400" b="1" dirty="0" smtClean="0"/>
              <a:t>               // </a:t>
            </a:r>
            <a:r>
              <a:rPr lang="zh-CN" altLang="en-US" sz="1400" b="1" dirty="0"/>
              <a:t>将</a:t>
            </a:r>
            <a:r>
              <a:rPr lang="en-US" altLang="zh-CN" sz="1400" b="1" dirty="0"/>
              <a:t>LED</a:t>
            </a:r>
            <a:r>
              <a:rPr lang="zh-CN" altLang="en-US" sz="1400" b="1" dirty="0"/>
              <a:t>的状态翻转</a:t>
            </a:r>
          </a:p>
          <a:p>
            <a:pPr>
              <a:lnSpc>
                <a:spcPct val="125000"/>
              </a:lnSpc>
            </a:pPr>
            <a:r>
              <a:rPr lang="en-US" altLang="zh-CN" sz="1400" b="1" dirty="0" smtClean="0"/>
              <a:t>         </a:t>
            </a:r>
            <a:r>
              <a:rPr lang="en-US" altLang="zh-CN" sz="1400" b="1" dirty="0" err="1" smtClean="0"/>
              <a:t>GPIO_WriteBit</a:t>
            </a:r>
            <a:r>
              <a:rPr lang="en-US" altLang="zh-CN" sz="1400" b="1" dirty="0" smtClean="0"/>
              <a:t>(GPIOB,GPIO_Pin_5</a:t>
            </a:r>
            <a:r>
              <a:rPr lang="en-US" altLang="zh-CN" sz="1400" b="1" dirty="0"/>
              <a:t>,(</a:t>
            </a:r>
            <a:r>
              <a:rPr lang="en-US" altLang="zh-CN" sz="1400" b="1" dirty="0" err="1"/>
              <a:t>BitAction</a:t>
            </a:r>
            <a:r>
              <a:rPr lang="en-US" altLang="zh-CN" sz="1400" b="1" dirty="0"/>
              <a:t>)((</a:t>
            </a:r>
            <a:r>
              <a:rPr lang="en-US" altLang="zh-CN" sz="1400" b="1" dirty="0" smtClean="0"/>
              <a:t>1- </a:t>
            </a:r>
            <a:r>
              <a:rPr lang="en-US" altLang="zh-CN" sz="1400" b="1" dirty="0" err="1" smtClean="0"/>
              <a:t>GPIO_ReadOutputDataBit</a:t>
            </a:r>
            <a:r>
              <a:rPr lang="en-US" altLang="zh-CN" sz="1400" b="1" dirty="0" smtClean="0"/>
              <a:t>(GPIOB,GPIO_Pin_5</a:t>
            </a:r>
            <a:r>
              <a:rPr lang="en-US" altLang="zh-CN" sz="1400" b="1" dirty="0"/>
              <a:t>))));</a:t>
            </a:r>
          </a:p>
          <a:p>
            <a:pPr>
              <a:lnSpc>
                <a:spcPct val="125000"/>
              </a:lnSpc>
            </a:pPr>
            <a:r>
              <a:rPr lang="en-US" altLang="zh-CN" sz="1400" b="1" dirty="0"/>
              <a:t>        </a:t>
            </a:r>
            <a:r>
              <a:rPr lang="en-US" altLang="zh-CN" sz="1400" b="1" dirty="0" err="1"/>
              <a:t>TIM_ClearITPendingBit</a:t>
            </a:r>
            <a:r>
              <a:rPr lang="en-US" altLang="zh-CN" sz="1400" b="1" dirty="0"/>
              <a:t>(TIM2,TIM_IT_Update); </a:t>
            </a:r>
            <a:endParaRPr lang="en-US" altLang="zh-CN" sz="1400" b="1" dirty="0" smtClean="0"/>
          </a:p>
          <a:p>
            <a:pPr>
              <a:lnSpc>
                <a:spcPct val="125000"/>
              </a:lnSpc>
            </a:pPr>
            <a:r>
              <a:rPr lang="en-US" altLang="zh-CN" sz="1400" b="1" dirty="0"/>
              <a:t> </a:t>
            </a:r>
            <a:r>
              <a:rPr lang="en-US" altLang="zh-CN" sz="1400" b="1" dirty="0" smtClean="0"/>
              <a:t>              //</a:t>
            </a:r>
            <a:r>
              <a:rPr lang="zh-CN" altLang="en-US" sz="1400" b="1" dirty="0"/>
              <a:t>清除 </a:t>
            </a:r>
            <a:r>
              <a:rPr lang="en-US" altLang="zh-CN" sz="1400" b="1" dirty="0"/>
              <a:t>TIM2 </a:t>
            </a:r>
            <a:r>
              <a:rPr lang="zh-CN" altLang="en-US" sz="1400" b="1" dirty="0"/>
              <a:t>更新中断标志</a:t>
            </a:r>
          </a:p>
          <a:p>
            <a:pPr>
              <a:lnSpc>
                <a:spcPct val="125000"/>
              </a:lnSpc>
            </a:pPr>
            <a:r>
              <a:rPr lang="zh-CN" altLang="en-US" sz="1400" b="1" dirty="0"/>
              <a:t>    </a:t>
            </a:r>
            <a:r>
              <a:rPr lang="en-US" altLang="zh-CN" sz="1400" b="1" dirty="0"/>
              <a:t>}</a:t>
            </a:r>
          </a:p>
          <a:p>
            <a:pPr>
              <a:lnSpc>
                <a:spcPct val="125000"/>
              </a:lnSpc>
            </a:pPr>
            <a:r>
              <a:rPr lang="en-US" altLang="zh-CN" sz="1400" b="1" dirty="0"/>
              <a:t>}</a:t>
            </a:r>
          </a:p>
        </p:txBody>
      </p:sp>
    </p:spTree>
    <p:extLst>
      <p:ext uri="{BB962C8B-B14F-4D97-AF65-F5344CB8AC3E}">
        <p14:creationId xmlns:p14="http://schemas.microsoft.com/office/powerpoint/2010/main" val="406220080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860030"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596130" cy="461665"/>
          </a:xfrm>
          <a:prstGeom prst="rect">
            <a:avLst/>
          </a:prstGeom>
        </p:spPr>
        <p:txBody>
          <a:bodyPr wrap="none">
            <a:spAutoFit/>
          </a:bodyPr>
          <a:lstStyle/>
          <a:p>
            <a:r>
              <a:rPr lang="en-US" altLang="zh-CN" sz="2400" b="1" dirty="0">
                <a:solidFill>
                  <a:schemeClr val="bg1"/>
                </a:solidFill>
              </a:rPr>
              <a:t>9.2.3 </a:t>
            </a:r>
            <a:r>
              <a:rPr lang="zh-CN" altLang="en-US" sz="2400" b="1" dirty="0">
                <a:solidFill>
                  <a:schemeClr val="bg1"/>
                </a:solidFill>
              </a:rPr>
              <a:t>定时器标准外设库应用</a:t>
            </a:r>
            <a:r>
              <a:rPr lang="zh-CN" altLang="en-US" sz="2400" b="1" dirty="0" smtClean="0">
                <a:solidFill>
                  <a:schemeClr val="bg1"/>
                </a:solidFill>
              </a:rPr>
              <a:t>实例</a:t>
            </a:r>
            <a:endParaRPr lang="zh-CN" altLang="zh-CN" sz="2400" b="1" dirty="0">
              <a:solidFill>
                <a:schemeClr val="bg1"/>
              </a:solidFill>
            </a:endParaRPr>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8" name="矩形 77"/>
          <p:cNvSpPr/>
          <p:nvPr/>
        </p:nvSpPr>
        <p:spPr>
          <a:xfrm>
            <a:off x="791580" y="1401155"/>
            <a:ext cx="3865682" cy="3574761"/>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sz="1300" b="1" dirty="0" err="1">
                <a:solidFill>
                  <a:srgbClr val="C00000"/>
                </a:solidFill>
              </a:rPr>
              <a:t>led.c</a:t>
            </a:r>
            <a:r>
              <a:rPr lang="zh-CN" altLang="en-US" sz="1300" b="1" dirty="0">
                <a:solidFill>
                  <a:srgbClr val="C00000"/>
                </a:solidFill>
              </a:rPr>
              <a:t>文件</a:t>
            </a:r>
            <a:r>
              <a:rPr lang="zh-CN" altLang="en-US" sz="1300" b="1" dirty="0"/>
              <a:t>，主要是</a:t>
            </a:r>
            <a:r>
              <a:rPr lang="en-US" altLang="zh-CN" sz="1300" b="1" dirty="0"/>
              <a:t>LED</a:t>
            </a:r>
            <a:r>
              <a:rPr lang="zh-CN" altLang="en-US" sz="1300" b="1" dirty="0"/>
              <a:t>灯的初始化，代码如下</a:t>
            </a:r>
          </a:p>
          <a:p>
            <a:pPr>
              <a:lnSpc>
                <a:spcPct val="125000"/>
              </a:lnSpc>
            </a:pPr>
            <a:r>
              <a:rPr lang="en-US" altLang="zh-CN" sz="1300" b="1" dirty="0"/>
              <a:t>#include "</a:t>
            </a:r>
            <a:r>
              <a:rPr lang="en-US" altLang="zh-CN" sz="1300" b="1" dirty="0" err="1"/>
              <a:t>led.h</a:t>
            </a:r>
            <a:r>
              <a:rPr lang="en-US" altLang="zh-CN" sz="1300" b="1" dirty="0"/>
              <a:t>"</a:t>
            </a:r>
          </a:p>
          <a:p>
            <a:pPr>
              <a:lnSpc>
                <a:spcPct val="125000"/>
              </a:lnSpc>
            </a:pPr>
            <a:r>
              <a:rPr lang="en-US" altLang="zh-CN" sz="1300" b="1" dirty="0"/>
              <a:t>void </a:t>
            </a:r>
            <a:r>
              <a:rPr lang="en-US" altLang="zh-CN" sz="1300" b="1" dirty="0" err="1"/>
              <a:t>LED_Init</a:t>
            </a:r>
            <a:r>
              <a:rPr lang="en-US" altLang="zh-CN" sz="1300" b="1" dirty="0"/>
              <a:t>(void)</a:t>
            </a:r>
          </a:p>
          <a:p>
            <a:pPr>
              <a:lnSpc>
                <a:spcPct val="125000"/>
              </a:lnSpc>
            </a:pPr>
            <a:r>
              <a:rPr lang="en-US" altLang="zh-CN" sz="1300" b="1" dirty="0"/>
              <a:t>{</a:t>
            </a:r>
          </a:p>
          <a:p>
            <a:pPr>
              <a:lnSpc>
                <a:spcPct val="125000"/>
              </a:lnSpc>
            </a:pPr>
            <a:r>
              <a:rPr lang="en-US" altLang="zh-CN" sz="1300" b="1" dirty="0" smtClean="0"/>
              <a:t>   </a:t>
            </a:r>
            <a:r>
              <a:rPr lang="en-US" altLang="zh-CN" sz="1300" b="1" dirty="0" err="1" smtClean="0"/>
              <a:t>GPIO_InitTypeDef</a:t>
            </a:r>
            <a:r>
              <a:rPr lang="en-US" altLang="zh-CN" sz="1300" b="1" dirty="0" smtClean="0"/>
              <a:t> </a:t>
            </a:r>
            <a:r>
              <a:rPr lang="en-US" altLang="zh-CN" sz="1300" b="1" dirty="0" err="1"/>
              <a:t>GPIO_InitStructure</a:t>
            </a:r>
            <a:r>
              <a:rPr lang="en-US" altLang="zh-CN" sz="1300" b="1" dirty="0" smtClean="0"/>
              <a:t>; RCC_APB2PeriphClockCmd(RCC_APB2Periph_GPIOB,ENABLE</a:t>
            </a:r>
            <a:r>
              <a:rPr lang="en-US" altLang="zh-CN" sz="1300" b="1" dirty="0"/>
              <a:t>);</a:t>
            </a:r>
          </a:p>
          <a:p>
            <a:pPr>
              <a:lnSpc>
                <a:spcPct val="125000"/>
              </a:lnSpc>
            </a:pPr>
            <a:r>
              <a:rPr lang="en-US" altLang="zh-CN" sz="1300" b="1" dirty="0" smtClean="0"/>
              <a:t>   </a:t>
            </a:r>
            <a:r>
              <a:rPr lang="en-US" altLang="zh-CN" sz="1300" b="1" dirty="0" err="1" smtClean="0"/>
              <a:t>GPIO_InitStructure.GPIO_Pin</a:t>
            </a:r>
            <a:r>
              <a:rPr lang="en-US" altLang="zh-CN" sz="1300" b="1" dirty="0" smtClean="0"/>
              <a:t> </a:t>
            </a:r>
            <a:r>
              <a:rPr lang="en-US" altLang="zh-CN" sz="1300" b="1" dirty="0"/>
              <a:t>= GPIO_Pin_5;</a:t>
            </a:r>
          </a:p>
          <a:p>
            <a:pPr>
              <a:lnSpc>
                <a:spcPct val="125000"/>
              </a:lnSpc>
            </a:pPr>
            <a:r>
              <a:rPr lang="en-US" altLang="zh-CN" sz="1300" b="1" dirty="0" smtClean="0"/>
              <a:t>   </a:t>
            </a:r>
            <a:r>
              <a:rPr lang="en-US" altLang="zh-CN" sz="1300" b="1" dirty="0" err="1" smtClean="0"/>
              <a:t>GPIO_InitStructure.GPIO_Mode</a:t>
            </a:r>
            <a:r>
              <a:rPr lang="en-US" altLang="zh-CN" sz="1300" b="1" dirty="0" smtClean="0"/>
              <a:t> </a:t>
            </a:r>
            <a:r>
              <a:rPr lang="en-US" altLang="zh-CN" sz="1300" b="1" dirty="0"/>
              <a:t>= </a:t>
            </a:r>
            <a:r>
              <a:rPr lang="en-US" altLang="zh-CN" sz="1300" b="1" dirty="0" err="1"/>
              <a:t>GPIO_Mode_Out_PP</a:t>
            </a:r>
            <a:r>
              <a:rPr lang="en-US" altLang="zh-CN" sz="1300" b="1" dirty="0"/>
              <a:t>;</a:t>
            </a:r>
          </a:p>
          <a:p>
            <a:pPr>
              <a:lnSpc>
                <a:spcPct val="125000"/>
              </a:lnSpc>
            </a:pPr>
            <a:r>
              <a:rPr lang="en-US" altLang="zh-CN" sz="1300" b="1" dirty="0" smtClean="0"/>
              <a:t>   </a:t>
            </a:r>
            <a:r>
              <a:rPr lang="en-US" altLang="zh-CN" sz="1300" b="1" dirty="0" err="1" smtClean="0"/>
              <a:t>GPIO_InitStructure.GPIO_Speed</a:t>
            </a:r>
            <a:r>
              <a:rPr lang="en-US" altLang="zh-CN" sz="1300" b="1" dirty="0" smtClean="0"/>
              <a:t> </a:t>
            </a:r>
            <a:r>
              <a:rPr lang="en-US" altLang="zh-CN" sz="1300" b="1" dirty="0"/>
              <a:t>= GPIO_Speed_50MHz;</a:t>
            </a:r>
          </a:p>
          <a:p>
            <a:pPr>
              <a:lnSpc>
                <a:spcPct val="125000"/>
              </a:lnSpc>
            </a:pPr>
            <a:r>
              <a:rPr lang="en-US" altLang="zh-CN" sz="1300" b="1" dirty="0" smtClean="0"/>
              <a:t>   </a:t>
            </a:r>
            <a:r>
              <a:rPr lang="en-US" altLang="zh-CN" sz="1300" b="1" dirty="0" err="1" smtClean="0"/>
              <a:t>GPIO_Init</a:t>
            </a:r>
            <a:r>
              <a:rPr lang="en-US" altLang="zh-CN" sz="1300" b="1" dirty="0" smtClean="0"/>
              <a:t>(GPIOB</a:t>
            </a:r>
            <a:r>
              <a:rPr lang="en-US" altLang="zh-CN" sz="1300" b="1" dirty="0"/>
              <a:t>,&amp;</a:t>
            </a:r>
            <a:r>
              <a:rPr lang="en-US" altLang="zh-CN" sz="1300" b="1" dirty="0" err="1"/>
              <a:t>GPIO_InitStructure</a:t>
            </a:r>
            <a:r>
              <a:rPr lang="en-US" altLang="zh-CN" sz="1300" b="1" dirty="0"/>
              <a:t>);</a:t>
            </a:r>
          </a:p>
          <a:p>
            <a:pPr>
              <a:lnSpc>
                <a:spcPct val="125000"/>
              </a:lnSpc>
            </a:pPr>
            <a:r>
              <a:rPr lang="en-US" altLang="zh-CN" sz="1300" b="1" dirty="0"/>
              <a:t>}</a:t>
            </a:r>
          </a:p>
        </p:txBody>
      </p:sp>
      <p:sp>
        <p:nvSpPr>
          <p:cNvPr id="79" name="矩形 78"/>
          <p:cNvSpPr/>
          <p:nvPr/>
        </p:nvSpPr>
        <p:spPr>
          <a:xfrm>
            <a:off x="794814" y="978282"/>
            <a:ext cx="2052165" cy="369332"/>
          </a:xfrm>
          <a:prstGeom prst="rect">
            <a:avLst/>
          </a:prstGeom>
        </p:spPr>
        <p:txBody>
          <a:bodyPr wrap="none">
            <a:spAutoFit/>
          </a:bodyPr>
          <a:lstStyle/>
          <a:p>
            <a:r>
              <a:rPr lang="en-US" altLang="zh-CN" b="1" dirty="0">
                <a:solidFill>
                  <a:srgbClr val="C00000"/>
                </a:solidFill>
              </a:rPr>
              <a:t>4</a:t>
            </a:r>
            <a:r>
              <a:rPr lang="zh-CN" altLang="en-US" b="1" dirty="0">
                <a:solidFill>
                  <a:srgbClr val="C00000"/>
                </a:solidFill>
              </a:rPr>
              <a:t>．</a:t>
            </a:r>
            <a:r>
              <a:rPr lang="en-US" altLang="zh-CN" b="1" dirty="0">
                <a:solidFill>
                  <a:srgbClr val="C00000"/>
                </a:solidFill>
              </a:rPr>
              <a:t>LED</a:t>
            </a:r>
            <a:r>
              <a:rPr lang="zh-CN" altLang="en-US" b="1" dirty="0">
                <a:solidFill>
                  <a:srgbClr val="C00000"/>
                </a:solidFill>
              </a:rPr>
              <a:t>相关的程序</a:t>
            </a:r>
            <a:endParaRPr lang="zh-CN" altLang="en-US" sz="4400" b="1" dirty="0">
              <a:solidFill>
                <a:srgbClr val="C00000"/>
              </a:solidFill>
            </a:endParaRPr>
          </a:p>
        </p:txBody>
      </p:sp>
      <p:grpSp>
        <p:nvGrpSpPr>
          <p:cNvPr id="3" name="组合 2"/>
          <p:cNvGrpSpPr/>
          <p:nvPr/>
        </p:nvGrpSpPr>
        <p:grpSpPr>
          <a:xfrm>
            <a:off x="6741080" y="2226330"/>
            <a:ext cx="1504983" cy="2637055"/>
            <a:chOff x="5137150" y="3268951"/>
            <a:chExt cx="2615774" cy="3975410"/>
          </a:xfrm>
          <a:solidFill>
            <a:schemeClr val="accent1">
              <a:lumMod val="20000"/>
              <a:lumOff val="80000"/>
            </a:schemeClr>
          </a:solidFill>
        </p:grpSpPr>
        <p:sp>
          <p:nvSpPr>
            <p:cNvPr id="129" name="Freeform 5"/>
            <p:cNvSpPr>
              <a:spLocks noEditPoints="1"/>
            </p:cNvSpPr>
            <p:nvPr/>
          </p:nvSpPr>
          <p:spPr bwMode="auto">
            <a:xfrm>
              <a:off x="5896685" y="3268951"/>
              <a:ext cx="1066448" cy="3975410"/>
            </a:xfrm>
            <a:custGeom>
              <a:avLst/>
              <a:gdLst>
                <a:gd name="T0" fmla="*/ 770 w 1514"/>
                <a:gd name="T1" fmla="*/ 0 h 5643"/>
                <a:gd name="T2" fmla="*/ 18 w 1514"/>
                <a:gd name="T3" fmla="*/ 745 h 5643"/>
                <a:gd name="T4" fmla="*/ 702 w 1514"/>
                <a:gd name="T5" fmla="*/ 2271 h 5643"/>
                <a:gd name="T6" fmla="*/ 723 w 1514"/>
                <a:gd name="T7" fmla="*/ 4798 h 5643"/>
                <a:gd name="T8" fmla="*/ 770 w 1514"/>
                <a:gd name="T9" fmla="*/ 5643 h 5643"/>
                <a:gd name="T10" fmla="*/ 816 w 1514"/>
                <a:gd name="T11" fmla="*/ 4803 h 5643"/>
                <a:gd name="T12" fmla="*/ 872 w 1514"/>
                <a:gd name="T13" fmla="*/ 2278 h 5643"/>
                <a:gd name="T14" fmla="*/ 1514 w 1514"/>
                <a:gd name="T15" fmla="*/ 745 h 5643"/>
                <a:gd name="T16" fmla="*/ 770 w 1514"/>
                <a:gd name="T17" fmla="*/ 0 h 5643"/>
                <a:gd name="T18" fmla="*/ 381 w 1514"/>
                <a:gd name="T19" fmla="*/ 1217 h 5643"/>
                <a:gd name="T20" fmla="*/ 159 w 1514"/>
                <a:gd name="T21" fmla="*/ 745 h 5643"/>
                <a:gd name="T22" fmla="*/ 770 w 1514"/>
                <a:gd name="T23" fmla="*/ 133 h 5643"/>
                <a:gd name="T24" fmla="*/ 1382 w 1514"/>
                <a:gd name="T25" fmla="*/ 745 h 5643"/>
                <a:gd name="T26" fmla="*/ 1048 w 1514"/>
                <a:gd name="T27" fmla="*/ 1311 h 5643"/>
                <a:gd name="T28" fmla="*/ 381 w 1514"/>
                <a:gd name="T29" fmla="*/ 1217 h 5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4" h="5643">
                  <a:moveTo>
                    <a:pt x="770" y="0"/>
                  </a:moveTo>
                  <a:cubicBezTo>
                    <a:pt x="359" y="0"/>
                    <a:pt x="0" y="334"/>
                    <a:pt x="18" y="745"/>
                  </a:cubicBezTo>
                  <a:cubicBezTo>
                    <a:pt x="47" y="1432"/>
                    <a:pt x="656" y="1558"/>
                    <a:pt x="702" y="2271"/>
                  </a:cubicBezTo>
                  <a:cubicBezTo>
                    <a:pt x="736" y="2806"/>
                    <a:pt x="723" y="3445"/>
                    <a:pt x="723" y="4798"/>
                  </a:cubicBezTo>
                  <a:cubicBezTo>
                    <a:pt x="723" y="4939"/>
                    <a:pt x="734" y="5643"/>
                    <a:pt x="770" y="5643"/>
                  </a:cubicBezTo>
                  <a:cubicBezTo>
                    <a:pt x="807" y="5643"/>
                    <a:pt x="816" y="4943"/>
                    <a:pt x="816" y="4803"/>
                  </a:cubicBezTo>
                  <a:cubicBezTo>
                    <a:pt x="816" y="3462"/>
                    <a:pt x="842" y="2810"/>
                    <a:pt x="872" y="2278"/>
                  </a:cubicBezTo>
                  <a:cubicBezTo>
                    <a:pt x="912" y="1563"/>
                    <a:pt x="1514" y="1312"/>
                    <a:pt x="1514" y="745"/>
                  </a:cubicBezTo>
                  <a:cubicBezTo>
                    <a:pt x="1514" y="334"/>
                    <a:pt x="1181" y="0"/>
                    <a:pt x="770" y="0"/>
                  </a:cubicBezTo>
                  <a:close/>
                  <a:moveTo>
                    <a:pt x="381" y="1217"/>
                  </a:moveTo>
                  <a:cubicBezTo>
                    <a:pt x="280" y="1111"/>
                    <a:pt x="159" y="935"/>
                    <a:pt x="159" y="745"/>
                  </a:cubicBezTo>
                  <a:cubicBezTo>
                    <a:pt x="159" y="407"/>
                    <a:pt x="432" y="133"/>
                    <a:pt x="770" y="133"/>
                  </a:cubicBezTo>
                  <a:cubicBezTo>
                    <a:pt x="1108" y="133"/>
                    <a:pt x="1382" y="407"/>
                    <a:pt x="1382" y="745"/>
                  </a:cubicBezTo>
                  <a:cubicBezTo>
                    <a:pt x="1382" y="829"/>
                    <a:pt x="1330" y="1116"/>
                    <a:pt x="1048" y="1311"/>
                  </a:cubicBezTo>
                  <a:cubicBezTo>
                    <a:pt x="822" y="1467"/>
                    <a:pt x="603" y="1448"/>
                    <a:pt x="381" y="1217"/>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131" name="Group 84"/>
            <p:cNvGrpSpPr/>
            <p:nvPr/>
          </p:nvGrpSpPr>
          <p:grpSpPr>
            <a:xfrm>
              <a:off x="5137150" y="4235234"/>
              <a:ext cx="1215136" cy="2209157"/>
              <a:chOff x="4684712" y="4402042"/>
              <a:chExt cx="1327095" cy="2412072"/>
            </a:xfrm>
            <a:grpFill/>
          </p:grpSpPr>
          <p:sp>
            <p:nvSpPr>
              <p:cNvPr id="132" name="Freeform 10"/>
              <p:cNvSpPr>
                <a:spLocks noEditPoints="1"/>
              </p:cNvSpPr>
              <p:nvPr/>
            </p:nvSpPr>
            <p:spPr bwMode="auto">
              <a:xfrm>
                <a:off x="4684712" y="4402042"/>
                <a:ext cx="1327095" cy="2412072"/>
              </a:xfrm>
              <a:custGeom>
                <a:avLst/>
                <a:gdLst>
                  <a:gd name="T0" fmla="*/ 0 w 1725"/>
                  <a:gd name="T1" fmla="*/ 728 h 3136"/>
                  <a:gd name="T2" fmla="*/ 654 w 1725"/>
                  <a:gd name="T3" fmla="*/ 1382 h 3136"/>
                  <a:gd name="T4" fmla="*/ 1577 w 1725"/>
                  <a:gd name="T5" fmla="*/ 1789 h 3136"/>
                  <a:gd name="T6" fmla="*/ 1669 w 1725"/>
                  <a:gd name="T7" fmla="*/ 3119 h 3136"/>
                  <a:gd name="T8" fmla="*/ 1666 w 1725"/>
                  <a:gd name="T9" fmla="*/ 1513 h 3136"/>
                  <a:gd name="T10" fmla="*/ 654 w 1725"/>
                  <a:gd name="T11" fmla="*/ 73 h 3136"/>
                  <a:gd name="T12" fmla="*/ 0 w 1725"/>
                  <a:gd name="T13" fmla="*/ 728 h 3136"/>
                  <a:gd name="T14" fmla="*/ 119 w 1725"/>
                  <a:gd name="T15" fmla="*/ 727 h 3136"/>
                  <a:gd name="T16" fmla="*/ 858 w 1725"/>
                  <a:gd name="T17" fmla="*/ 232 h 3136"/>
                  <a:gd name="T18" fmla="*/ 858 w 1725"/>
                  <a:gd name="T19" fmla="*/ 232 h 3136"/>
                  <a:gd name="T20" fmla="*/ 1517 w 1725"/>
                  <a:gd name="T21" fmla="*/ 1260 h 3136"/>
                  <a:gd name="T22" fmla="*/ 1327 w 1725"/>
                  <a:gd name="T23" fmla="*/ 1365 h 3136"/>
                  <a:gd name="T24" fmla="*/ 654 w 1725"/>
                  <a:gd name="T25" fmla="*/ 1263 h 3136"/>
                  <a:gd name="T26" fmla="*/ 119 w 1725"/>
                  <a:gd name="T27" fmla="*/ 727 h 3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25" h="3136">
                    <a:moveTo>
                      <a:pt x="0" y="728"/>
                    </a:moveTo>
                    <a:cubicBezTo>
                      <a:pt x="0" y="1089"/>
                      <a:pt x="293" y="1382"/>
                      <a:pt x="654" y="1382"/>
                    </a:cubicBezTo>
                    <a:cubicBezTo>
                      <a:pt x="654" y="1382"/>
                      <a:pt x="1471" y="1368"/>
                      <a:pt x="1577" y="1789"/>
                    </a:cubicBezTo>
                    <a:cubicBezTo>
                      <a:pt x="1650" y="2081"/>
                      <a:pt x="1614" y="3136"/>
                      <a:pt x="1669" y="3119"/>
                    </a:cubicBezTo>
                    <a:cubicBezTo>
                      <a:pt x="1725" y="3102"/>
                      <a:pt x="1666" y="1513"/>
                      <a:pt x="1666" y="1513"/>
                    </a:cubicBezTo>
                    <a:cubicBezTo>
                      <a:pt x="1666" y="0"/>
                      <a:pt x="654" y="73"/>
                      <a:pt x="654" y="73"/>
                    </a:cubicBezTo>
                    <a:cubicBezTo>
                      <a:pt x="293" y="73"/>
                      <a:pt x="0" y="366"/>
                      <a:pt x="0" y="728"/>
                    </a:cubicBezTo>
                    <a:close/>
                    <a:moveTo>
                      <a:pt x="119" y="727"/>
                    </a:moveTo>
                    <a:cubicBezTo>
                      <a:pt x="119" y="431"/>
                      <a:pt x="464" y="101"/>
                      <a:pt x="858" y="232"/>
                    </a:cubicBezTo>
                    <a:cubicBezTo>
                      <a:pt x="858" y="232"/>
                      <a:pt x="858" y="232"/>
                      <a:pt x="858" y="232"/>
                    </a:cubicBezTo>
                    <a:cubicBezTo>
                      <a:pt x="1302" y="379"/>
                      <a:pt x="1461" y="872"/>
                      <a:pt x="1517" y="1260"/>
                    </a:cubicBezTo>
                    <a:cubicBezTo>
                      <a:pt x="1530" y="1352"/>
                      <a:pt x="1487" y="1434"/>
                      <a:pt x="1327" y="1365"/>
                    </a:cubicBezTo>
                    <a:cubicBezTo>
                      <a:pt x="1190" y="1306"/>
                      <a:pt x="976" y="1254"/>
                      <a:pt x="654" y="1263"/>
                    </a:cubicBezTo>
                    <a:cubicBezTo>
                      <a:pt x="358" y="1263"/>
                      <a:pt x="119" y="1023"/>
                      <a:pt x="119" y="727"/>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3" name="AutoShape 38"/>
              <p:cNvSpPr>
                <a:spLocks/>
              </p:cNvSpPr>
              <p:nvPr/>
            </p:nvSpPr>
            <p:spPr bwMode="auto">
              <a:xfrm>
                <a:off x="5076199" y="4805525"/>
                <a:ext cx="345669" cy="3470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872" y="2850"/>
                    </a:moveTo>
                    <a:cubicBezTo>
                      <a:pt x="18363" y="3806"/>
                      <a:pt x="19524" y="5033"/>
                      <a:pt x="20354" y="6530"/>
                    </a:cubicBezTo>
                    <a:cubicBezTo>
                      <a:pt x="21184" y="8031"/>
                      <a:pt x="21599" y="9635"/>
                      <a:pt x="21599" y="11342"/>
                    </a:cubicBezTo>
                    <a:cubicBezTo>
                      <a:pt x="21599" y="12759"/>
                      <a:pt x="21318" y="14087"/>
                      <a:pt x="20754" y="15328"/>
                    </a:cubicBezTo>
                    <a:cubicBezTo>
                      <a:pt x="20184" y="16569"/>
                      <a:pt x="19415" y="17654"/>
                      <a:pt x="18433" y="18587"/>
                    </a:cubicBezTo>
                    <a:cubicBezTo>
                      <a:pt x="17451" y="19520"/>
                      <a:pt x="16300" y="20255"/>
                      <a:pt x="14984" y="20793"/>
                    </a:cubicBezTo>
                    <a:cubicBezTo>
                      <a:pt x="13669" y="21332"/>
                      <a:pt x="12269" y="21599"/>
                      <a:pt x="10775" y="21599"/>
                    </a:cubicBezTo>
                    <a:cubicBezTo>
                      <a:pt x="9287" y="21599"/>
                      <a:pt x="7890" y="21332"/>
                      <a:pt x="6584" y="20793"/>
                    </a:cubicBezTo>
                    <a:cubicBezTo>
                      <a:pt x="5278" y="20255"/>
                      <a:pt x="4136" y="19520"/>
                      <a:pt x="3160" y="18587"/>
                    </a:cubicBezTo>
                    <a:cubicBezTo>
                      <a:pt x="2184" y="17654"/>
                      <a:pt x="1412" y="16569"/>
                      <a:pt x="845" y="15328"/>
                    </a:cubicBezTo>
                    <a:cubicBezTo>
                      <a:pt x="278" y="14087"/>
                      <a:pt x="0" y="12759"/>
                      <a:pt x="0" y="11342"/>
                    </a:cubicBezTo>
                    <a:cubicBezTo>
                      <a:pt x="0" y="9635"/>
                      <a:pt x="415" y="8031"/>
                      <a:pt x="1245" y="6530"/>
                    </a:cubicBezTo>
                    <a:cubicBezTo>
                      <a:pt x="2075" y="5033"/>
                      <a:pt x="3236" y="3806"/>
                      <a:pt x="4724" y="2850"/>
                    </a:cubicBezTo>
                    <a:cubicBezTo>
                      <a:pt x="4839" y="2761"/>
                      <a:pt x="4975" y="2732"/>
                      <a:pt x="5130" y="2770"/>
                    </a:cubicBezTo>
                    <a:cubicBezTo>
                      <a:pt x="5306" y="2804"/>
                      <a:pt x="5430" y="2879"/>
                      <a:pt x="5493" y="2989"/>
                    </a:cubicBezTo>
                    <a:lnTo>
                      <a:pt x="6800" y="4797"/>
                    </a:lnTo>
                    <a:cubicBezTo>
                      <a:pt x="6896" y="4906"/>
                      <a:pt x="6927" y="5033"/>
                      <a:pt x="6887" y="5174"/>
                    </a:cubicBezTo>
                    <a:cubicBezTo>
                      <a:pt x="6848" y="5318"/>
                      <a:pt x="6769" y="5436"/>
                      <a:pt x="6654" y="5525"/>
                    </a:cubicBezTo>
                    <a:cubicBezTo>
                      <a:pt x="5630" y="6185"/>
                      <a:pt x="4833" y="7026"/>
                      <a:pt x="4269" y="8042"/>
                    </a:cubicBezTo>
                    <a:cubicBezTo>
                      <a:pt x="3703" y="9056"/>
                      <a:pt x="3421" y="10156"/>
                      <a:pt x="3421" y="11342"/>
                    </a:cubicBezTo>
                    <a:cubicBezTo>
                      <a:pt x="3421" y="12298"/>
                      <a:pt x="3612" y="13208"/>
                      <a:pt x="3993" y="14066"/>
                    </a:cubicBezTo>
                    <a:cubicBezTo>
                      <a:pt x="4375" y="14925"/>
                      <a:pt x="4900" y="15667"/>
                      <a:pt x="5569" y="16298"/>
                    </a:cubicBezTo>
                    <a:cubicBezTo>
                      <a:pt x="6236" y="16929"/>
                      <a:pt x="7021" y="17430"/>
                      <a:pt x="7918" y="17796"/>
                    </a:cubicBezTo>
                    <a:cubicBezTo>
                      <a:pt x="8815" y="18161"/>
                      <a:pt x="9769" y="18346"/>
                      <a:pt x="10772" y="18346"/>
                    </a:cubicBezTo>
                    <a:cubicBezTo>
                      <a:pt x="11778" y="18346"/>
                      <a:pt x="12733" y="18161"/>
                      <a:pt x="13639" y="17796"/>
                    </a:cubicBezTo>
                    <a:cubicBezTo>
                      <a:pt x="14542" y="17430"/>
                      <a:pt x="15333" y="16929"/>
                      <a:pt x="16009" y="16298"/>
                    </a:cubicBezTo>
                    <a:cubicBezTo>
                      <a:pt x="16684" y="15668"/>
                      <a:pt x="17215" y="14927"/>
                      <a:pt x="17596" y="14075"/>
                    </a:cubicBezTo>
                    <a:cubicBezTo>
                      <a:pt x="17978" y="13220"/>
                      <a:pt x="18169" y="12307"/>
                      <a:pt x="18169" y="11342"/>
                    </a:cubicBezTo>
                    <a:cubicBezTo>
                      <a:pt x="18169" y="10156"/>
                      <a:pt x="17881" y="9056"/>
                      <a:pt x="17312" y="8042"/>
                    </a:cubicBezTo>
                    <a:cubicBezTo>
                      <a:pt x="16742" y="7023"/>
                      <a:pt x="15951" y="6185"/>
                      <a:pt x="14933" y="5525"/>
                    </a:cubicBezTo>
                    <a:cubicBezTo>
                      <a:pt x="14800" y="5436"/>
                      <a:pt x="14721" y="5324"/>
                      <a:pt x="14703" y="5197"/>
                    </a:cubicBezTo>
                    <a:cubicBezTo>
                      <a:pt x="14663" y="5050"/>
                      <a:pt x="14693" y="4915"/>
                      <a:pt x="14787" y="4797"/>
                    </a:cubicBezTo>
                    <a:lnTo>
                      <a:pt x="16066" y="2989"/>
                    </a:lnTo>
                    <a:cubicBezTo>
                      <a:pt x="16160" y="2879"/>
                      <a:pt x="16284" y="2810"/>
                      <a:pt x="16436" y="2784"/>
                    </a:cubicBezTo>
                    <a:cubicBezTo>
                      <a:pt x="16593" y="2755"/>
                      <a:pt x="16739" y="2778"/>
                      <a:pt x="16872" y="2850"/>
                    </a:cubicBezTo>
                    <a:moveTo>
                      <a:pt x="9663" y="10778"/>
                    </a:moveTo>
                    <a:cubicBezTo>
                      <a:pt x="9509" y="10778"/>
                      <a:pt x="9375" y="10726"/>
                      <a:pt x="9263" y="10625"/>
                    </a:cubicBezTo>
                    <a:cubicBezTo>
                      <a:pt x="9154" y="10524"/>
                      <a:pt x="9096" y="10398"/>
                      <a:pt x="9096" y="10239"/>
                    </a:cubicBezTo>
                    <a:lnTo>
                      <a:pt x="9096" y="535"/>
                    </a:lnTo>
                    <a:cubicBezTo>
                      <a:pt x="9096" y="388"/>
                      <a:pt x="9151" y="264"/>
                      <a:pt x="9257" y="158"/>
                    </a:cubicBezTo>
                    <a:cubicBezTo>
                      <a:pt x="9363" y="48"/>
                      <a:pt x="9496" y="0"/>
                      <a:pt x="9663" y="0"/>
                    </a:cubicBezTo>
                    <a:lnTo>
                      <a:pt x="11942" y="0"/>
                    </a:lnTo>
                    <a:cubicBezTo>
                      <a:pt x="12096" y="0"/>
                      <a:pt x="12230" y="48"/>
                      <a:pt x="12339" y="158"/>
                    </a:cubicBezTo>
                    <a:cubicBezTo>
                      <a:pt x="12451" y="264"/>
                      <a:pt x="12509" y="388"/>
                      <a:pt x="12509" y="535"/>
                    </a:cubicBezTo>
                    <a:lnTo>
                      <a:pt x="12509" y="10239"/>
                    </a:lnTo>
                    <a:cubicBezTo>
                      <a:pt x="12509" y="10386"/>
                      <a:pt x="12454" y="10513"/>
                      <a:pt x="12348" y="10620"/>
                    </a:cubicBezTo>
                    <a:cubicBezTo>
                      <a:pt x="12242" y="10723"/>
                      <a:pt x="12106" y="10778"/>
                      <a:pt x="11942" y="10778"/>
                    </a:cubicBezTo>
                    <a:lnTo>
                      <a:pt x="9663" y="10778"/>
                    </a:lnTo>
                    <a:close/>
                  </a:path>
                </a:pathLst>
              </a:custGeom>
              <a:grpFill/>
              <a:ln>
                <a:noFill/>
              </a:ln>
              <a:effectLst/>
              <a:ex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34" name="Group 86"/>
            <p:cNvGrpSpPr/>
            <p:nvPr/>
          </p:nvGrpSpPr>
          <p:grpSpPr>
            <a:xfrm>
              <a:off x="6594699" y="5256656"/>
              <a:ext cx="1017283" cy="1164487"/>
              <a:chOff x="6276556" y="5517283"/>
              <a:chExt cx="1111011" cy="1271447"/>
            </a:xfrm>
            <a:grpFill/>
          </p:grpSpPr>
          <p:sp>
            <p:nvSpPr>
              <p:cNvPr id="135" name="Freeform 8"/>
              <p:cNvSpPr>
                <a:spLocks noEditPoints="1"/>
              </p:cNvSpPr>
              <p:nvPr/>
            </p:nvSpPr>
            <p:spPr bwMode="auto">
              <a:xfrm>
                <a:off x="6276556" y="5517283"/>
                <a:ext cx="1111011" cy="1271447"/>
              </a:xfrm>
              <a:custGeom>
                <a:avLst/>
                <a:gdLst>
                  <a:gd name="T0" fmla="*/ 790 w 1444"/>
                  <a:gd name="T1" fmla="*/ 20 h 1653"/>
                  <a:gd name="T2" fmla="*/ 172 w 1444"/>
                  <a:gd name="T3" fmla="*/ 389 h 1653"/>
                  <a:gd name="T4" fmla="*/ 58 w 1444"/>
                  <a:gd name="T5" fmla="*/ 1653 h 1653"/>
                  <a:gd name="T6" fmla="*/ 136 w 1444"/>
                  <a:gd name="T7" fmla="*/ 1463 h 1653"/>
                  <a:gd name="T8" fmla="*/ 783 w 1444"/>
                  <a:gd name="T9" fmla="*/ 1329 h 1653"/>
                  <a:gd name="T10" fmla="*/ 1444 w 1444"/>
                  <a:gd name="T11" fmla="*/ 675 h 1653"/>
                  <a:gd name="T12" fmla="*/ 790 w 1444"/>
                  <a:gd name="T13" fmla="*/ 20 h 1653"/>
                  <a:gd name="T14" fmla="*/ 792 w 1444"/>
                  <a:gd name="T15" fmla="*/ 1206 h 1653"/>
                  <a:gd name="T16" fmla="*/ 324 w 1444"/>
                  <a:gd name="T17" fmla="*/ 1248 h 1653"/>
                  <a:gd name="T18" fmla="*/ 170 w 1444"/>
                  <a:gd name="T19" fmla="*/ 1129 h 1653"/>
                  <a:gd name="T20" fmla="*/ 337 w 1444"/>
                  <a:gd name="T21" fmla="*/ 389 h 1653"/>
                  <a:gd name="T22" fmla="*/ 792 w 1444"/>
                  <a:gd name="T23" fmla="*/ 135 h 1653"/>
                  <a:gd name="T24" fmla="*/ 1328 w 1444"/>
                  <a:gd name="T25" fmla="*/ 671 h 1653"/>
                  <a:gd name="T26" fmla="*/ 792 w 1444"/>
                  <a:gd name="T27" fmla="*/ 1206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4" h="1653">
                    <a:moveTo>
                      <a:pt x="790" y="20"/>
                    </a:moveTo>
                    <a:cubicBezTo>
                      <a:pt x="453" y="39"/>
                      <a:pt x="262" y="224"/>
                      <a:pt x="172" y="389"/>
                    </a:cubicBezTo>
                    <a:cubicBezTo>
                      <a:pt x="0" y="703"/>
                      <a:pt x="0" y="1653"/>
                      <a:pt x="58" y="1653"/>
                    </a:cubicBezTo>
                    <a:cubicBezTo>
                      <a:pt x="99" y="1653"/>
                      <a:pt x="57" y="1579"/>
                      <a:pt x="136" y="1463"/>
                    </a:cubicBezTo>
                    <a:cubicBezTo>
                      <a:pt x="221" y="1338"/>
                      <a:pt x="783" y="1329"/>
                      <a:pt x="783" y="1329"/>
                    </a:cubicBezTo>
                    <a:cubicBezTo>
                      <a:pt x="1151" y="1329"/>
                      <a:pt x="1444" y="1036"/>
                      <a:pt x="1444" y="675"/>
                    </a:cubicBezTo>
                    <a:cubicBezTo>
                      <a:pt x="1444" y="313"/>
                      <a:pt x="1151" y="0"/>
                      <a:pt x="790" y="20"/>
                    </a:cubicBezTo>
                    <a:close/>
                    <a:moveTo>
                      <a:pt x="792" y="1206"/>
                    </a:moveTo>
                    <a:cubicBezTo>
                      <a:pt x="582" y="1199"/>
                      <a:pt x="427" y="1223"/>
                      <a:pt x="324" y="1248"/>
                    </a:cubicBezTo>
                    <a:cubicBezTo>
                      <a:pt x="222" y="1273"/>
                      <a:pt x="170" y="1254"/>
                      <a:pt x="170" y="1129"/>
                    </a:cubicBezTo>
                    <a:cubicBezTo>
                      <a:pt x="170" y="923"/>
                      <a:pt x="204" y="603"/>
                      <a:pt x="337" y="389"/>
                    </a:cubicBezTo>
                    <a:cubicBezTo>
                      <a:pt x="432" y="237"/>
                      <a:pt x="600" y="135"/>
                      <a:pt x="792" y="135"/>
                    </a:cubicBezTo>
                    <a:cubicBezTo>
                      <a:pt x="1088" y="135"/>
                      <a:pt x="1328" y="375"/>
                      <a:pt x="1328" y="671"/>
                    </a:cubicBezTo>
                    <a:cubicBezTo>
                      <a:pt x="1328" y="966"/>
                      <a:pt x="1088" y="1206"/>
                      <a:pt x="792" y="1206"/>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6" name="AutoShape 66"/>
              <p:cNvSpPr>
                <a:spLocks/>
              </p:cNvSpPr>
              <p:nvPr/>
            </p:nvSpPr>
            <p:spPr bwMode="auto">
              <a:xfrm>
                <a:off x="6728635" y="5874499"/>
                <a:ext cx="314696" cy="314696"/>
              </a:xfrm>
              <a:custGeom>
                <a:avLst/>
                <a:gdLst>
                  <a:gd name="T0" fmla="*/ 10799 w 21598"/>
                  <a:gd name="T1" fmla="*/ 10800 h 21600"/>
                  <a:gd name="T2" fmla="*/ 10799 w 21598"/>
                  <a:gd name="T3" fmla="*/ 10800 h 21600"/>
                  <a:gd name="T4" fmla="*/ 10799 w 21598"/>
                  <a:gd name="T5" fmla="*/ 10800 h 21600"/>
                  <a:gd name="T6" fmla="*/ 10799 w 21598"/>
                  <a:gd name="T7" fmla="*/ 10800 h 21600"/>
                </a:gdLst>
                <a:ahLst/>
                <a:cxnLst>
                  <a:cxn ang="0">
                    <a:pos x="T0" y="T1"/>
                  </a:cxn>
                  <a:cxn ang="0">
                    <a:pos x="T2" y="T3"/>
                  </a:cxn>
                  <a:cxn ang="0">
                    <a:pos x="T4" y="T5"/>
                  </a:cxn>
                  <a:cxn ang="0">
                    <a:pos x="T6" y="T7"/>
                  </a:cxn>
                </a:cxnLst>
                <a:rect l="0" t="0" r="r" b="b"/>
                <a:pathLst>
                  <a:path w="21598" h="21600">
                    <a:moveTo>
                      <a:pt x="17537" y="12697"/>
                    </a:moveTo>
                    <a:lnTo>
                      <a:pt x="19798" y="9997"/>
                    </a:lnTo>
                    <a:lnTo>
                      <a:pt x="19798" y="17284"/>
                    </a:lnTo>
                    <a:cubicBezTo>
                      <a:pt x="19798" y="17874"/>
                      <a:pt x="19700" y="18429"/>
                      <a:pt x="19505" y="18949"/>
                    </a:cubicBezTo>
                    <a:cubicBezTo>
                      <a:pt x="19309" y="19469"/>
                      <a:pt x="19049" y="19928"/>
                      <a:pt x="18721" y="20321"/>
                    </a:cubicBezTo>
                    <a:cubicBezTo>
                      <a:pt x="18394" y="20715"/>
                      <a:pt x="18014" y="21027"/>
                      <a:pt x="17583" y="21256"/>
                    </a:cubicBezTo>
                    <a:cubicBezTo>
                      <a:pt x="17153" y="21485"/>
                      <a:pt x="16690" y="21599"/>
                      <a:pt x="16188" y="21599"/>
                    </a:cubicBezTo>
                    <a:lnTo>
                      <a:pt x="3595" y="21599"/>
                    </a:lnTo>
                    <a:cubicBezTo>
                      <a:pt x="3103" y="21599"/>
                      <a:pt x="2635" y="21485"/>
                      <a:pt x="2195" y="21256"/>
                    </a:cubicBezTo>
                    <a:cubicBezTo>
                      <a:pt x="1754" y="21027"/>
                      <a:pt x="1372" y="20715"/>
                      <a:pt x="1052" y="20321"/>
                    </a:cubicBezTo>
                    <a:cubicBezTo>
                      <a:pt x="734" y="19928"/>
                      <a:pt x="477" y="19469"/>
                      <a:pt x="286" y="18949"/>
                    </a:cubicBezTo>
                    <a:cubicBezTo>
                      <a:pt x="95" y="18429"/>
                      <a:pt x="0" y="17874"/>
                      <a:pt x="0" y="17284"/>
                    </a:cubicBezTo>
                    <a:lnTo>
                      <a:pt x="0" y="4315"/>
                    </a:lnTo>
                    <a:cubicBezTo>
                      <a:pt x="0" y="3722"/>
                      <a:pt x="95" y="3164"/>
                      <a:pt x="286" y="2632"/>
                    </a:cubicBezTo>
                    <a:cubicBezTo>
                      <a:pt x="477" y="2106"/>
                      <a:pt x="734" y="1645"/>
                      <a:pt x="1052" y="1263"/>
                    </a:cubicBezTo>
                    <a:cubicBezTo>
                      <a:pt x="1372" y="878"/>
                      <a:pt x="1754" y="572"/>
                      <a:pt x="2195" y="343"/>
                    </a:cubicBezTo>
                    <a:cubicBezTo>
                      <a:pt x="2635" y="114"/>
                      <a:pt x="3103" y="0"/>
                      <a:pt x="3595" y="0"/>
                    </a:cubicBezTo>
                    <a:lnTo>
                      <a:pt x="16188" y="0"/>
                    </a:lnTo>
                    <a:cubicBezTo>
                      <a:pt x="16401" y="0"/>
                      <a:pt x="16605" y="26"/>
                      <a:pt x="16798" y="82"/>
                    </a:cubicBezTo>
                    <a:lnTo>
                      <a:pt x="14608" y="2714"/>
                    </a:lnTo>
                    <a:lnTo>
                      <a:pt x="3595" y="2714"/>
                    </a:lnTo>
                    <a:cubicBezTo>
                      <a:pt x="3228" y="2714"/>
                      <a:pt x="2914" y="2867"/>
                      <a:pt x="2652" y="3184"/>
                    </a:cubicBezTo>
                    <a:cubicBezTo>
                      <a:pt x="2391" y="3496"/>
                      <a:pt x="2261" y="3875"/>
                      <a:pt x="2261" y="4315"/>
                    </a:cubicBezTo>
                    <a:lnTo>
                      <a:pt x="2261" y="17284"/>
                    </a:lnTo>
                    <a:cubicBezTo>
                      <a:pt x="2261" y="17724"/>
                      <a:pt x="2391" y="18101"/>
                      <a:pt x="2652" y="18412"/>
                    </a:cubicBezTo>
                    <a:cubicBezTo>
                      <a:pt x="2914" y="18729"/>
                      <a:pt x="3228" y="18888"/>
                      <a:pt x="3595" y="18888"/>
                    </a:cubicBezTo>
                    <a:lnTo>
                      <a:pt x="16188" y="18888"/>
                    </a:lnTo>
                    <a:cubicBezTo>
                      <a:pt x="16556" y="18888"/>
                      <a:pt x="16874" y="18729"/>
                      <a:pt x="17138" y="18412"/>
                    </a:cubicBezTo>
                    <a:cubicBezTo>
                      <a:pt x="17405" y="18101"/>
                      <a:pt x="17537" y="17724"/>
                      <a:pt x="17537" y="17284"/>
                    </a:cubicBezTo>
                    <a:lnTo>
                      <a:pt x="17537" y="12697"/>
                    </a:lnTo>
                    <a:close/>
                    <a:moveTo>
                      <a:pt x="21333" y="2796"/>
                    </a:moveTo>
                    <a:cubicBezTo>
                      <a:pt x="21514" y="3011"/>
                      <a:pt x="21599" y="3272"/>
                      <a:pt x="21597" y="3578"/>
                    </a:cubicBezTo>
                    <a:cubicBezTo>
                      <a:pt x="21592" y="3881"/>
                      <a:pt x="21504" y="4136"/>
                      <a:pt x="21333" y="4342"/>
                    </a:cubicBezTo>
                    <a:lnTo>
                      <a:pt x="13005" y="14346"/>
                    </a:lnTo>
                    <a:lnTo>
                      <a:pt x="11854" y="15721"/>
                    </a:lnTo>
                    <a:cubicBezTo>
                      <a:pt x="11676" y="15938"/>
                      <a:pt x="11458" y="16044"/>
                      <a:pt x="11206" y="16044"/>
                    </a:cubicBezTo>
                    <a:cubicBezTo>
                      <a:pt x="10951" y="16044"/>
                      <a:pt x="10733" y="15938"/>
                      <a:pt x="10555" y="15721"/>
                    </a:cubicBezTo>
                    <a:lnTo>
                      <a:pt x="9383" y="14346"/>
                    </a:lnTo>
                    <a:lnTo>
                      <a:pt x="4779" y="8787"/>
                    </a:lnTo>
                    <a:cubicBezTo>
                      <a:pt x="4600" y="8573"/>
                      <a:pt x="4507" y="8314"/>
                      <a:pt x="4507" y="8006"/>
                    </a:cubicBezTo>
                    <a:cubicBezTo>
                      <a:pt x="4507" y="7703"/>
                      <a:pt x="4600" y="7441"/>
                      <a:pt x="4779" y="7227"/>
                    </a:cubicBezTo>
                    <a:lnTo>
                      <a:pt x="5927" y="5846"/>
                    </a:lnTo>
                    <a:cubicBezTo>
                      <a:pt x="6106" y="5635"/>
                      <a:pt x="6323" y="5526"/>
                      <a:pt x="6578" y="5526"/>
                    </a:cubicBezTo>
                    <a:cubicBezTo>
                      <a:pt x="6830" y="5526"/>
                      <a:pt x="7043" y="5634"/>
                      <a:pt x="7214" y="5846"/>
                    </a:cubicBezTo>
                    <a:lnTo>
                      <a:pt x="11198" y="10632"/>
                    </a:lnTo>
                    <a:lnTo>
                      <a:pt x="18861" y="1404"/>
                    </a:lnTo>
                    <a:cubicBezTo>
                      <a:pt x="19040" y="1186"/>
                      <a:pt x="19262" y="1084"/>
                      <a:pt x="19524" y="1087"/>
                    </a:cubicBezTo>
                    <a:cubicBezTo>
                      <a:pt x="19786" y="1092"/>
                      <a:pt x="20001" y="1198"/>
                      <a:pt x="20173" y="1404"/>
                    </a:cubicBezTo>
                    <a:lnTo>
                      <a:pt x="21333" y="2796"/>
                    </a:lnTo>
                    <a:close/>
                  </a:path>
                </a:pathLst>
              </a:custGeom>
              <a:grpFill/>
              <a:ln>
                <a:noFill/>
              </a:ln>
              <a:effectLst/>
              <a:ex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37" name="Group 87"/>
            <p:cNvGrpSpPr/>
            <p:nvPr/>
          </p:nvGrpSpPr>
          <p:grpSpPr>
            <a:xfrm>
              <a:off x="6537191" y="4231061"/>
              <a:ext cx="1215733" cy="2209157"/>
              <a:chOff x="6213749" y="4397485"/>
              <a:chExt cx="1327746" cy="2412072"/>
            </a:xfrm>
            <a:grpFill/>
          </p:grpSpPr>
          <p:sp>
            <p:nvSpPr>
              <p:cNvPr id="138" name="Freeform 7"/>
              <p:cNvSpPr>
                <a:spLocks noEditPoints="1"/>
              </p:cNvSpPr>
              <p:nvPr/>
            </p:nvSpPr>
            <p:spPr bwMode="auto">
              <a:xfrm>
                <a:off x="6213749" y="4397485"/>
                <a:ext cx="1327746" cy="2412072"/>
              </a:xfrm>
              <a:custGeom>
                <a:avLst/>
                <a:gdLst>
                  <a:gd name="T0" fmla="*/ 1072 w 1726"/>
                  <a:gd name="T1" fmla="*/ 73 h 3136"/>
                  <a:gd name="T2" fmla="*/ 60 w 1726"/>
                  <a:gd name="T3" fmla="*/ 1513 h 3136"/>
                  <a:gd name="T4" fmla="*/ 57 w 1726"/>
                  <a:gd name="T5" fmla="*/ 3119 h 3136"/>
                  <a:gd name="T6" fmla="*/ 149 w 1726"/>
                  <a:gd name="T7" fmla="*/ 1789 h 3136"/>
                  <a:gd name="T8" fmla="*/ 1072 w 1726"/>
                  <a:gd name="T9" fmla="*/ 1382 h 3136"/>
                  <a:gd name="T10" fmla="*/ 1726 w 1726"/>
                  <a:gd name="T11" fmla="*/ 728 h 3136"/>
                  <a:gd name="T12" fmla="*/ 1072 w 1726"/>
                  <a:gd name="T13" fmla="*/ 73 h 3136"/>
                  <a:gd name="T14" fmla="*/ 1072 w 1726"/>
                  <a:gd name="T15" fmla="*/ 1263 h 3136"/>
                  <a:gd name="T16" fmla="*/ 399 w 1726"/>
                  <a:gd name="T17" fmla="*/ 1365 h 3136"/>
                  <a:gd name="T18" fmla="*/ 209 w 1726"/>
                  <a:gd name="T19" fmla="*/ 1260 h 3136"/>
                  <a:gd name="T20" fmla="*/ 867 w 1726"/>
                  <a:gd name="T21" fmla="*/ 232 h 3136"/>
                  <a:gd name="T22" fmla="*/ 867 w 1726"/>
                  <a:gd name="T23" fmla="*/ 232 h 3136"/>
                  <a:gd name="T24" fmla="*/ 1607 w 1726"/>
                  <a:gd name="T25" fmla="*/ 727 h 3136"/>
                  <a:gd name="T26" fmla="*/ 1072 w 1726"/>
                  <a:gd name="T27" fmla="*/ 1263 h 3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26" h="3136">
                    <a:moveTo>
                      <a:pt x="1072" y="73"/>
                    </a:moveTo>
                    <a:cubicBezTo>
                      <a:pt x="1072" y="73"/>
                      <a:pt x="60" y="0"/>
                      <a:pt x="60" y="1513"/>
                    </a:cubicBezTo>
                    <a:cubicBezTo>
                      <a:pt x="60" y="1513"/>
                      <a:pt x="0" y="3102"/>
                      <a:pt x="57" y="3119"/>
                    </a:cubicBezTo>
                    <a:cubicBezTo>
                      <a:pt x="111" y="3136"/>
                      <a:pt x="75" y="2081"/>
                      <a:pt x="149" y="1789"/>
                    </a:cubicBezTo>
                    <a:cubicBezTo>
                      <a:pt x="255" y="1368"/>
                      <a:pt x="1072" y="1382"/>
                      <a:pt x="1072" y="1382"/>
                    </a:cubicBezTo>
                    <a:cubicBezTo>
                      <a:pt x="1433" y="1382"/>
                      <a:pt x="1726" y="1089"/>
                      <a:pt x="1726" y="728"/>
                    </a:cubicBezTo>
                    <a:cubicBezTo>
                      <a:pt x="1726" y="366"/>
                      <a:pt x="1433" y="73"/>
                      <a:pt x="1072" y="73"/>
                    </a:cubicBezTo>
                    <a:close/>
                    <a:moveTo>
                      <a:pt x="1072" y="1263"/>
                    </a:moveTo>
                    <a:cubicBezTo>
                      <a:pt x="750" y="1254"/>
                      <a:pt x="536" y="1306"/>
                      <a:pt x="399" y="1365"/>
                    </a:cubicBezTo>
                    <a:cubicBezTo>
                      <a:pt x="239" y="1434"/>
                      <a:pt x="196" y="1352"/>
                      <a:pt x="209" y="1260"/>
                    </a:cubicBezTo>
                    <a:cubicBezTo>
                      <a:pt x="265" y="872"/>
                      <a:pt x="424" y="379"/>
                      <a:pt x="867" y="232"/>
                    </a:cubicBezTo>
                    <a:cubicBezTo>
                      <a:pt x="867" y="232"/>
                      <a:pt x="867" y="232"/>
                      <a:pt x="867" y="232"/>
                    </a:cubicBezTo>
                    <a:cubicBezTo>
                      <a:pt x="1262" y="101"/>
                      <a:pt x="1607" y="431"/>
                      <a:pt x="1607" y="727"/>
                    </a:cubicBezTo>
                    <a:cubicBezTo>
                      <a:pt x="1607" y="1023"/>
                      <a:pt x="1367" y="1263"/>
                      <a:pt x="1072" y="1263"/>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9" name="AutoShape 122"/>
              <p:cNvSpPr>
                <a:spLocks/>
              </p:cNvSpPr>
              <p:nvPr/>
            </p:nvSpPr>
            <p:spPr bwMode="auto">
              <a:xfrm>
                <a:off x="6799530" y="4793980"/>
                <a:ext cx="315505" cy="3470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599" y="4921"/>
                    </a:moveTo>
                    <a:lnTo>
                      <a:pt x="21599" y="5871"/>
                    </a:lnTo>
                    <a:cubicBezTo>
                      <a:pt x="21192" y="6052"/>
                      <a:pt x="20518" y="6202"/>
                      <a:pt x="19564" y="6320"/>
                    </a:cubicBezTo>
                    <a:cubicBezTo>
                      <a:pt x="18617" y="6436"/>
                      <a:pt x="17593" y="6522"/>
                      <a:pt x="16494" y="6579"/>
                    </a:cubicBezTo>
                    <a:cubicBezTo>
                      <a:pt x="15398" y="6643"/>
                      <a:pt x="14330" y="6677"/>
                      <a:pt x="13290" y="6683"/>
                    </a:cubicBezTo>
                    <a:cubicBezTo>
                      <a:pt x="12253" y="6692"/>
                      <a:pt x="11427" y="6698"/>
                      <a:pt x="10808" y="6698"/>
                    </a:cubicBezTo>
                    <a:cubicBezTo>
                      <a:pt x="10200" y="6698"/>
                      <a:pt x="9374" y="6692"/>
                      <a:pt x="8326" y="6683"/>
                    </a:cubicBezTo>
                    <a:cubicBezTo>
                      <a:pt x="7276" y="6677"/>
                      <a:pt x="6204" y="6643"/>
                      <a:pt x="5105" y="6579"/>
                    </a:cubicBezTo>
                    <a:cubicBezTo>
                      <a:pt x="4009" y="6522"/>
                      <a:pt x="2993" y="6436"/>
                      <a:pt x="2053" y="6326"/>
                    </a:cubicBezTo>
                    <a:cubicBezTo>
                      <a:pt x="1116" y="6214"/>
                      <a:pt x="442" y="6064"/>
                      <a:pt x="34" y="5871"/>
                    </a:cubicBezTo>
                    <a:cubicBezTo>
                      <a:pt x="10" y="5724"/>
                      <a:pt x="0" y="5566"/>
                      <a:pt x="0" y="5393"/>
                    </a:cubicBezTo>
                    <a:lnTo>
                      <a:pt x="0" y="4921"/>
                    </a:lnTo>
                    <a:lnTo>
                      <a:pt x="0" y="4423"/>
                    </a:lnTo>
                    <a:cubicBezTo>
                      <a:pt x="0" y="4258"/>
                      <a:pt x="10" y="4092"/>
                      <a:pt x="34" y="3924"/>
                    </a:cubicBezTo>
                    <a:cubicBezTo>
                      <a:pt x="307" y="3801"/>
                      <a:pt x="701" y="3688"/>
                      <a:pt x="1213" y="3602"/>
                    </a:cubicBezTo>
                    <a:cubicBezTo>
                      <a:pt x="1717" y="3516"/>
                      <a:pt x="2257" y="3444"/>
                      <a:pt x="2830" y="3389"/>
                    </a:cubicBezTo>
                    <a:cubicBezTo>
                      <a:pt x="3404" y="3334"/>
                      <a:pt x="3971" y="3294"/>
                      <a:pt x="4528" y="3265"/>
                    </a:cubicBezTo>
                    <a:cubicBezTo>
                      <a:pt x="5084" y="3239"/>
                      <a:pt x="5516" y="3213"/>
                      <a:pt x="5827" y="3196"/>
                    </a:cubicBezTo>
                    <a:cubicBezTo>
                      <a:pt x="5737" y="2444"/>
                      <a:pt x="5800" y="1857"/>
                      <a:pt x="6017" y="1431"/>
                    </a:cubicBezTo>
                    <a:cubicBezTo>
                      <a:pt x="6232" y="1010"/>
                      <a:pt x="6560" y="693"/>
                      <a:pt x="7003" y="489"/>
                    </a:cubicBezTo>
                    <a:cubicBezTo>
                      <a:pt x="7441" y="282"/>
                      <a:pt x="7984" y="146"/>
                      <a:pt x="8631" y="86"/>
                    </a:cubicBezTo>
                    <a:cubicBezTo>
                      <a:pt x="9280" y="28"/>
                      <a:pt x="9999" y="0"/>
                      <a:pt x="10808" y="0"/>
                    </a:cubicBezTo>
                    <a:cubicBezTo>
                      <a:pt x="11417" y="0"/>
                      <a:pt x="12021" y="11"/>
                      <a:pt x="12619" y="40"/>
                    </a:cubicBezTo>
                    <a:cubicBezTo>
                      <a:pt x="13221" y="69"/>
                      <a:pt x="13757" y="164"/>
                      <a:pt x="14234" y="319"/>
                    </a:cubicBezTo>
                    <a:cubicBezTo>
                      <a:pt x="14707" y="483"/>
                      <a:pt x="15084" y="734"/>
                      <a:pt x="15367" y="1074"/>
                    </a:cubicBezTo>
                    <a:cubicBezTo>
                      <a:pt x="15647" y="1413"/>
                      <a:pt x="15789" y="1894"/>
                      <a:pt x="15789" y="2519"/>
                    </a:cubicBezTo>
                    <a:lnTo>
                      <a:pt x="15789" y="2850"/>
                    </a:lnTo>
                    <a:cubicBezTo>
                      <a:pt x="15789" y="2963"/>
                      <a:pt x="15775" y="3078"/>
                      <a:pt x="15758" y="3196"/>
                    </a:cubicBezTo>
                    <a:cubicBezTo>
                      <a:pt x="16076" y="3213"/>
                      <a:pt x="16511" y="3239"/>
                      <a:pt x="17061" y="3265"/>
                    </a:cubicBezTo>
                    <a:cubicBezTo>
                      <a:pt x="17611" y="3294"/>
                      <a:pt x="18178" y="3334"/>
                      <a:pt x="18758" y="3389"/>
                    </a:cubicBezTo>
                    <a:cubicBezTo>
                      <a:pt x="19335" y="3443"/>
                      <a:pt x="19885" y="3515"/>
                      <a:pt x="20404" y="3602"/>
                    </a:cubicBezTo>
                    <a:cubicBezTo>
                      <a:pt x="20922" y="3688"/>
                      <a:pt x="21323" y="3801"/>
                      <a:pt x="21596" y="3924"/>
                    </a:cubicBezTo>
                    <a:lnTo>
                      <a:pt x="21596" y="4921"/>
                    </a:lnTo>
                    <a:close/>
                    <a:moveTo>
                      <a:pt x="10812" y="8296"/>
                    </a:moveTo>
                    <a:cubicBezTo>
                      <a:pt x="12236" y="8278"/>
                      <a:pt x="13656" y="8250"/>
                      <a:pt x="15080" y="8215"/>
                    </a:cubicBezTo>
                    <a:cubicBezTo>
                      <a:pt x="16501" y="8178"/>
                      <a:pt x="17925" y="8088"/>
                      <a:pt x="19353" y="7939"/>
                    </a:cubicBezTo>
                    <a:lnTo>
                      <a:pt x="19353" y="19477"/>
                    </a:lnTo>
                    <a:cubicBezTo>
                      <a:pt x="19353" y="20056"/>
                      <a:pt x="19107" y="20557"/>
                      <a:pt x="18620" y="20972"/>
                    </a:cubicBezTo>
                    <a:cubicBezTo>
                      <a:pt x="18133" y="21392"/>
                      <a:pt x="17542" y="21599"/>
                      <a:pt x="16847" y="21599"/>
                    </a:cubicBezTo>
                    <a:lnTo>
                      <a:pt x="4752" y="21599"/>
                    </a:lnTo>
                    <a:cubicBezTo>
                      <a:pt x="4058" y="21599"/>
                      <a:pt x="3460" y="21395"/>
                      <a:pt x="2955" y="20977"/>
                    </a:cubicBezTo>
                    <a:cubicBezTo>
                      <a:pt x="2450" y="20569"/>
                      <a:pt x="2201" y="20068"/>
                      <a:pt x="2201" y="19477"/>
                    </a:cubicBezTo>
                    <a:lnTo>
                      <a:pt x="2201" y="7939"/>
                    </a:lnTo>
                    <a:cubicBezTo>
                      <a:pt x="3560" y="8088"/>
                      <a:pt x="4904" y="8183"/>
                      <a:pt x="6239" y="8229"/>
                    </a:cubicBezTo>
                    <a:cubicBezTo>
                      <a:pt x="7576" y="8273"/>
                      <a:pt x="8917" y="8296"/>
                      <a:pt x="10276" y="8296"/>
                    </a:cubicBezTo>
                    <a:lnTo>
                      <a:pt x="10812" y="8296"/>
                    </a:lnTo>
                    <a:close/>
                    <a:moveTo>
                      <a:pt x="6923" y="10395"/>
                    </a:moveTo>
                    <a:cubicBezTo>
                      <a:pt x="6923" y="10248"/>
                      <a:pt x="6857" y="10119"/>
                      <a:pt x="6733" y="10015"/>
                    </a:cubicBezTo>
                    <a:cubicBezTo>
                      <a:pt x="6605" y="9908"/>
                      <a:pt x="6453" y="9854"/>
                      <a:pt x="6277" y="9854"/>
                    </a:cubicBezTo>
                    <a:lnTo>
                      <a:pt x="5630" y="9854"/>
                    </a:lnTo>
                    <a:cubicBezTo>
                      <a:pt x="5450" y="9854"/>
                      <a:pt x="5305" y="9908"/>
                      <a:pt x="5191" y="10015"/>
                    </a:cubicBezTo>
                    <a:cubicBezTo>
                      <a:pt x="5074" y="10119"/>
                      <a:pt x="5015" y="10248"/>
                      <a:pt x="5015" y="10395"/>
                    </a:cubicBezTo>
                    <a:lnTo>
                      <a:pt x="5015" y="18858"/>
                    </a:lnTo>
                    <a:cubicBezTo>
                      <a:pt x="5015" y="19005"/>
                      <a:pt x="5074" y="19126"/>
                      <a:pt x="5191" y="19224"/>
                    </a:cubicBezTo>
                    <a:cubicBezTo>
                      <a:pt x="5305" y="19319"/>
                      <a:pt x="5450" y="19368"/>
                      <a:pt x="5630" y="19368"/>
                    </a:cubicBezTo>
                    <a:lnTo>
                      <a:pt x="6277" y="19368"/>
                    </a:lnTo>
                    <a:cubicBezTo>
                      <a:pt x="6453" y="19368"/>
                      <a:pt x="6605" y="19319"/>
                      <a:pt x="6733" y="19230"/>
                    </a:cubicBezTo>
                    <a:cubicBezTo>
                      <a:pt x="6857" y="19137"/>
                      <a:pt x="6923" y="19014"/>
                      <a:pt x="6923" y="18858"/>
                    </a:cubicBezTo>
                    <a:lnTo>
                      <a:pt x="6923" y="10395"/>
                    </a:lnTo>
                    <a:close/>
                    <a:moveTo>
                      <a:pt x="8416" y="3141"/>
                    </a:moveTo>
                    <a:cubicBezTo>
                      <a:pt x="10006" y="3121"/>
                      <a:pt x="11607" y="3121"/>
                      <a:pt x="13231" y="3141"/>
                    </a:cubicBezTo>
                    <a:cubicBezTo>
                      <a:pt x="13231" y="3032"/>
                      <a:pt x="13242" y="2925"/>
                      <a:pt x="13266" y="2819"/>
                    </a:cubicBezTo>
                    <a:cubicBezTo>
                      <a:pt x="13286" y="2712"/>
                      <a:pt x="13286" y="2611"/>
                      <a:pt x="13266" y="2519"/>
                    </a:cubicBezTo>
                    <a:lnTo>
                      <a:pt x="13266" y="2315"/>
                    </a:lnTo>
                    <a:cubicBezTo>
                      <a:pt x="12879" y="2222"/>
                      <a:pt x="12471" y="2171"/>
                      <a:pt x="12042" y="2162"/>
                    </a:cubicBezTo>
                    <a:cubicBezTo>
                      <a:pt x="11610" y="2153"/>
                      <a:pt x="11202" y="2148"/>
                      <a:pt x="10819" y="2148"/>
                    </a:cubicBezTo>
                    <a:cubicBezTo>
                      <a:pt x="10411" y="2148"/>
                      <a:pt x="9996" y="2153"/>
                      <a:pt x="9574" y="2162"/>
                    </a:cubicBezTo>
                    <a:cubicBezTo>
                      <a:pt x="9149" y="2171"/>
                      <a:pt x="8741" y="2222"/>
                      <a:pt x="8354" y="2315"/>
                    </a:cubicBezTo>
                    <a:lnTo>
                      <a:pt x="8354" y="2519"/>
                    </a:lnTo>
                    <a:cubicBezTo>
                      <a:pt x="8354" y="2611"/>
                      <a:pt x="8357" y="2715"/>
                      <a:pt x="8371" y="2824"/>
                    </a:cubicBezTo>
                    <a:cubicBezTo>
                      <a:pt x="8375" y="2937"/>
                      <a:pt x="8392" y="3040"/>
                      <a:pt x="8416" y="3141"/>
                    </a:cubicBezTo>
                    <a:moveTo>
                      <a:pt x="11769" y="10395"/>
                    </a:moveTo>
                    <a:cubicBezTo>
                      <a:pt x="11769" y="10248"/>
                      <a:pt x="11707" y="10119"/>
                      <a:pt x="11582" y="10015"/>
                    </a:cubicBezTo>
                    <a:cubicBezTo>
                      <a:pt x="11451" y="9908"/>
                      <a:pt x="11299" y="9854"/>
                      <a:pt x="11123" y="9854"/>
                    </a:cubicBezTo>
                    <a:lnTo>
                      <a:pt x="10476" y="9854"/>
                    </a:lnTo>
                    <a:cubicBezTo>
                      <a:pt x="10300" y="9854"/>
                      <a:pt x="10151" y="9908"/>
                      <a:pt x="10037" y="10015"/>
                    </a:cubicBezTo>
                    <a:cubicBezTo>
                      <a:pt x="9923" y="10119"/>
                      <a:pt x="9865" y="10248"/>
                      <a:pt x="9865" y="10395"/>
                    </a:cubicBezTo>
                    <a:lnTo>
                      <a:pt x="9865" y="18858"/>
                    </a:lnTo>
                    <a:cubicBezTo>
                      <a:pt x="9865" y="19005"/>
                      <a:pt x="9920" y="19126"/>
                      <a:pt x="10030" y="19224"/>
                    </a:cubicBezTo>
                    <a:cubicBezTo>
                      <a:pt x="10141" y="19319"/>
                      <a:pt x="10286" y="19368"/>
                      <a:pt x="10476" y="19368"/>
                    </a:cubicBezTo>
                    <a:lnTo>
                      <a:pt x="11123" y="19368"/>
                    </a:lnTo>
                    <a:cubicBezTo>
                      <a:pt x="11299" y="19368"/>
                      <a:pt x="11451" y="19319"/>
                      <a:pt x="11582" y="19230"/>
                    </a:cubicBezTo>
                    <a:cubicBezTo>
                      <a:pt x="11707" y="19137"/>
                      <a:pt x="11769" y="19014"/>
                      <a:pt x="11769" y="18858"/>
                    </a:cubicBezTo>
                    <a:lnTo>
                      <a:pt x="11769" y="10395"/>
                    </a:lnTo>
                    <a:close/>
                    <a:moveTo>
                      <a:pt x="14683" y="18858"/>
                    </a:moveTo>
                    <a:cubicBezTo>
                      <a:pt x="14683" y="19005"/>
                      <a:pt x="14745" y="19126"/>
                      <a:pt x="14866" y="19224"/>
                    </a:cubicBezTo>
                    <a:cubicBezTo>
                      <a:pt x="14987" y="19319"/>
                      <a:pt x="15143" y="19368"/>
                      <a:pt x="15333" y="19368"/>
                    </a:cubicBezTo>
                    <a:lnTo>
                      <a:pt x="15979" y="19368"/>
                    </a:lnTo>
                    <a:cubicBezTo>
                      <a:pt x="16155" y="19368"/>
                      <a:pt x="16308" y="19319"/>
                      <a:pt x="16432" y="19230"/>
                    </a:cubicBezTo>
                    <a:cubicBezTo>
                      <a:pt x="16560" y="19137"/>
                      <a:pt x="16629" y="19014"/>
                      <a:pt x="16629" y="18858"/>
                    </a:cubicBezTo>
                    <a:lnTo>
                      <a:pt x="16629" y="10395"/>
                    </a:lnTo>
                    <a:cubicBezTo>
                      <a:pt x="16629" y="10248"/>
                      <a:pt x="16560" y="10119"/>
                      <a:pt x="16432" y="10015"/>
                    </a:cubicBezTo>
                    <a:cubicBezTo>
                      <a:pt x="16308" y="9908"/>
                      <a:pt x="16155" y="9854"/>
                      <a:pt x="15979" y="9854"/>
                    </a:cubicBezTo>
                    <a:lnTo>
                      <a:pt x="15333" y="9854"/>
                    </a:lnTo>
                    <a:cubicBezTo>
                      <a:pt x="15153" y="9854"/>
                      <a:pt x="15001" y="9908"/>
                      <a:pt x="14877" y="10015"/>
                    </a:cubicBezTo>
                    <a:cubicBezTo>
                      <a:pt x="14752" y="10119"/>
                      <a:pt x="14683" y="10248"/>
                      <a:pt x="14683" y="10395"/>
                    </a:cubicBezTo>
                    <a:lnTo>
                      <a:pt x="14683" y="18858"/>
                    </a:lnTo>
                    <a:close/>
                  </a:path>
                </a:pathLst>
              </a:custGeom>
              <a:grpFill/>
              <a:ln>
                <a:noFill/>
              </a:ln>
              <a:effectLst/>
              <a:ex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40" name="Group 85"/>
            <p:cNvGrpSpPr/>
            <p:nvPr/>
          </p:nvGrpSpPr>
          <p:grpSpPr>
            <a:xfrm>
              <a:off x="5273024" y="3626846"/>
              <a:ext cx="1321675" cy="2794296"/>
              <a:chOff x="4833107" y="3737773"/>
              <a:chExt cx="1443450" cy="3050957"/>
            </a:xfrm>
            <a:grpFill/>
          </p:grpSpPr>
          <p:sp>
            <p:nvSpPr>
              <p:cNvPr id="141" name="Freeform 11"/>
              <p:cNvSpPr>
                <a:spLocks noEditPoints="1"/>
              </p:cNvSpPr>
              <p:nvPr/>
            </p:nvSpPr>
            <p:spPr bwMode="auto">
              <a:xfrm>
                <a:off x="4833107" y="5517283"/>
                <a:ext cx="1111662" cy="1271447"/>
              </a:xfrm>
              <a:custGeom>
                <a:avLst/>
                <a:gdLst>
                  <a:gd name="T0" fmla="*/ 0 w 1445"/>
                  <a:gd name="T1" fmla="*/ 675 h 1653"/>
                  <a:gd name="T2" fmla="*/ 662 w 1445"/>
                  <a:gd name="T3" fmla="*/ 1329 h 1653"/>
                  <a:gd name="T4" fmla="*/ 1309 w 1445"/>
                  <a:gd name="T5" fmla="*/ 1463 h 1653"/>
                  <a:gd name="T6" fmla="*/ 1387 w 1445"/>
                  <a:gd name="T7" fmla="*/ 1653 h 1653"/>
                  <a:gd name="T8" fmla="*/ 1273 w 1445"/>
                  <a:gd name="T9" fmla="*/ 389 h 1653"/>
                  <a:gd name="T10" fmla="*/ 655 w 1445"/>
                  <a:gd name="T11" fmla="*/ 20 h 1653"/>
                  <a:gd name="T12" fmla="*/ 0 w 1445"/>
                  <a:gd name="T13" fmla="*/ 675 h 1653"/>
                  <a:gd name="T14" fmla="*/ 117 w 1445"/>
                  <a:gd name="T15" fmla="*/ 671 h 1653"/>
                  <a:gd name="T16" fmla="*/ 652 w 1445"/>
                  <a:gd name="T17" fmla="*/ 135 h 1653"/>
                  <a:gd name="T18" fmla="*/ 1108 w 1445"/>
                  <a:gd name="T19" fmla="*/ 389 h 1653"/>
                  <a:gd name="T20" fmla="*/ 1275 w 1445"/>
                  <a:gd name="T21" fmla="*/ 1129 h 1653"/>
                  <a:gd name="T22" fmla="*/ 1121 w 1445"/>
                  <a:gd name="T23" fmla="*/ 1248 h 1653"/>
                  <a:gd name="T24" fmla="*/ 652 w 1445"/>
                  <a:gd name="T25" fmla="*/ 1206 h 1653"/>
                  <a:gd name="T26" fmla="*/ 117 w 1445"/>
                  <a:gd name="T27" fmla="*/ 671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5" h="1653">
                    <a:moveTo>
                      <a:pt x="0" y="675"/>
                    </a:moveTo>
                    <a:cubicBezTo>
                      <a:pt x="0" y="1036"/>
                      <a:pt x="294" y="1329"/>
                      <a:pt x="662" y="1329"/>
                    </a:cubicBezTo>
                    <a:cubicBezTo>
                      <a:pt x="662" y="1329"/>
                      <a:pt x="1224" y="1338"/>
                      <a:pt x="1309" y="1463"/>
                    </a:cubicBezTo>
                    <a:cubicBezTo>
                      <a:pt x="1388" y="1579"/>
                      <a:pt x="1346" y="1653"/>
                      <a:pt x="1387" y="1653"/>
                    </a:cubicBezTo>
                    <a:cubicBezTo>
                      <a:pt x="1445" y="1653"/>
                      <a:pt x="1445" y="703"/>
                      <a:pt x="1273" y="389"/>
                    </a:cubicBezTo>
                    <a:cubicBezTo>
                      <a:pt x="1183" y="224"/>
                      <a:pt x="992" y="39"/>
                      <a:pt x="655" y="20"/>
                    </a:cubicBezTo>
                    <a:cubicBezTo>
                      <a:pt x="294" y="0"/>
                      <a:pt x="0" y="313"/>
                      <a:pt x="0" y="675"/>
                    </a:cubicBezTo>
                    <a:close/>
                    <a:moveTo>
                      <a:pt x="117" y="671"/>
                    </a:moveTo>
                    <a:cubicBezTo>
                      <a:pt x="117" y="375"/>
                      <a:pt x="357" y="135"/>
                      <a:pt x="652" y="135"/>
                    </a:cubicBezTo>
                    <a:cubicBezTo>
                      <a:pt x="845" y="135"/>
                      <a:pt x="1013" y="237"/>
                      <a:pt x="1108" y="389"/>
                    </a:cubicBezTo>
                    <a:cubicBezTo>
                      <a:pt x="1241" y="603"/>
                      <a:pt x="1275" y="923"/>
                      <a:pt x="1275" y="1129"/>
                    </a:cubicBezTo>
                    <a:cubicBezTo>
                      <a:pt x="1275" y="1254"/>
                      <a:pt x="1223" y="1273"/>
                      <a:pt x="1121" y="1248"/>
                    </a:cubicBezTo>
                    <a:cubicBezTo>
                      <a:pt x="1018" y="1223"/>
                      <a:pt x="863" y="1199"/>
                      <a:pt x="652" y="1206"/>
                    </a:cubicBezTo>
                    <a:cubicBezTo>
                      <a:pt x="357" y="1206"/>
                      <a:pt x="117" y="966"/>
                      <a:pt x="117" y="671"/>
                    </a:cubicBezTo>
                    <a:close/>
                  </a:path>
                </a:pathLst>
              </a:custGeom>
              <a:grpFill/>
              <a:ln>
                <a:noFill/>
              </a:ln>
            </p:spPr>
            <p:txBody>
              <a:bodyPr vert="horz" wrap="square" lIns="41874" tIns="20937" rIns="41874" bIns="20937" numCol="1" anchor="t" anchorCtr="0" compatLnSpc="1">
                <a:prstTxWarp prst="textNoShape">
                  <a:avLst/>
                </a:prstTxWarp>
              </a:bodyPr>
              <a:lstStyle/>
              <a:p>
                <a:pPr algn="just">
                  <a:lnSpc>
                    <a:spcPct val="120000"/>
                  </a:lnSpc>
                </a:pPr>
                <a:endParaRPr lang="id-ID"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2" name="AutoShape 12"/>
              <p:cNvSpPr>
                <a:spLocks/>
              </p:cNvSpPr>
              <p:nvPr/>
            </p:nvSpPr>
            <p:spPr bwMode="auto">
              <a:xfrm>
                <a:off x="6007141" y="3737773"/>
                <a:ext cx="269416" cy="291504"/>
              </a:xfrm>
              <a:custGeom>
                <a:avLst/>
                <a:gdLst>
                  <a:gd name="T0" fmla="+- 0 10802 114"/>
                  <a:gd name="T1" fmla="*/ T0 w 21376"/>
                  <a:gd name="T2" fmla="*/ 10800 h 21600"/>
                  <a:gd name="T3" fmla="+- 0 10802 114"/>
                  <a:gd name="T4" fmla="*/ T3 w 21376"/>
                  <a:gd name="T5" fmla="*/ 10800 h 21600"/>
                  <a:gd name="T6" fmla="+- 0 10802 114"/>
                  <a:gd name="T7" fmla="*/ T6 w 21376"/>
                  <a:gd name="T8" fmla="*/ 10800 h 21600"/>
                  <a:gd name="T9" fmla="+- 0 10802 114"/>
                  <a:gd name="T10" fmla="*/ T9 w 21376"/>
                  <a:gd name="T11" fmla="*/ 10800 h 21600"/>
                </a:gdLst>
                <a:ahLst/>
                <a:cxnLst>
                  <a:cxn ang="0">
                    <a:pos x="T1" y="T2"/>
                  </a:cxn>
                  <a:cxn ang="0">
                    <a:pos x="T4" y="T5"/>
                  </a:cxn>
                  <a:cxn ang="0">
                    <a:pos x="T7" y="T8"/>
                  </a:cxn>
                  <a:cxn ang="0">
                    <a:pos x="T10" y="T11"/>
                  </a:cxn>
                </a:cxnLst>
                <a:rect l="0" t="0" r="r" b="b"/>
                <a:pathLst>
                  <a:path w="21376" h="21600">
                    <a:moveTo>
                      <a:pt x="21036" y="18604"/>
                    </a:moveTo>
                    <a:cubicBezTo>
                      <a:pt x="21454" y="19261"/>
                      <a:pt x="21486" y="19922"/>
                      <a:pt x="21134" y="20586"/>
                    </a:cubicBezTo>
                    <a:cubicBezTo>
                      <a:pt x="20969" y="20915"/>
                      <a:pt x="20731" y="21168"/>
                      <a:pt x="20427" y="21338"/>
                    </a:cubicBezTo>
                    <a:cubicBezTo>
                      <a:pt x="20122" y="21514"/>
                      <a:pt x="19797" y="21599"/>
                      <a:pt x="19455" y="21599"/>
                    </a:cubicBezTo>
                    <a:lnTo>
                      <a:pt x="1928" y="21599"/>
                    </a:lnTo>
                    <a:cubicBezTo>
                      <a:pt x="1585" y="21599"/>
                      <a:pt x="1263" y="21514"/>
                      <a:pt x="965" y="21338"/>
                    </a:cubicBezTo>
                    <a:cubicBezTo>
                      <a:pt x="663" y="21168"/>
                      <a:pt x="425" y="20915"/>
                      <a:pt x="248" y="20586"/>
                    </a:cubicBezTo>
                    <a:cubicBezTo>
                      <a:pt x="-114" y="19914"/>
                      <a:pt x="-80" y="19250"/>
                      <a:pt x="344" y="18604"/>
                    </a:cubicBezTo>
                    <a:lnTo>
                      <a:pt x="7509" y="7313"/>
                    </a:lnTo>
                    <a:lnTo>
                      <a:pt x="7509" y="2167"/>
                    </a:lnTo>
                    <a:lnTo>
                      <a:pt x="6427" y="2167"/>
                    </a:lnTo>
                    <a:cubicBezTo>
                      <a:pt x="6122" y="2167"/>
                      <a:pt x="5870" y="2061"/>
                      <a:pt x="5670" y="1850"/>
                    </a:cubicBezTo>
                    <a:cubicBezTo>
                      <a:pt x="5473" y="1638"/>
                      <a:pt x="5371" y="1380"/>
                      <a:pt x="5371" y="1072"/>
                    </a:cubicBezTo>
                    <a:cubicBezTo>
                      <a:pt x="5371" y="778"/>
                      <a:pt x="5473" y="528"/>
                      <a:pt x="5670" y="320"/>
                    </a:cubicBezTo>
                    <a:cubicBezTo>
                      <a:pt x="5870" y="108"/>
                      <a:pt x="6122" y="0"/>
                      <a:pt x="6427" y="0"/>
                    </a:cubicBezTo>
                    <a:lnTo>
                      <a:pt x="14953" y="0"/>
                    </a:lnTo>
                    <a:cubicBezTo>
                      <a:pt x="15260" y="0"/>
                      <a:pt x="15515" y="108"/>
                      <a:pt x="15724" y="320"/>
                    </a:cubicBezTo>
                    <a:cubicBezTo>
                      <a:pt x="15933" y="528"/>
                      <a:pt x="16038" y="778"/>
                      <a:pt x="16038" y="1072"/>
                    </a:cubicBezTo>
                    <a:cubicBezTo>
                      <a:pt x="16038" y="1380"/>
                      <a:pt x="15933" y="1638"/>
                      <a:pt x="15724" y="1850"/>
                    </a:cubicBezTo>
                    <a:cubicBezTo>
                      <a:pt x="15515" y="2061"/>
                      <a:pt x="15260" y="2167"/>
                      <a:pt x="14953" y="2167"/>
                    </a:cubicBezTo>
                    <a:lnTo>
                      <a:pt x="13900" y="2167"/>
                    </a:lnTo>
                    <a:lnTo>
                      <a:pt x="13900" y="7339"/>
                    </a:lnTo>
                    <a:lnTo>
                      <a:pt x="21036" y="18604"/>
                    </a:lnTo>
                    <a:close/>
                    <a:moveTo>
                      <a:pt x="5261" y="14865"/>
                    </a:moveTo>
                    <a:lnTo>
                      <a:pt x="16122" y="14865"/>
                    </a:lnTo>
                    <a:lnTo>
                      <a:pt x="11773" y="7974"/>
                    </a:lnTo>
                    <a:lnTo>
                      <a:pt x="11773" y="2167"/>
                    </a:lnTo>
                    <a:lnTo>
                      <a:pt x="9635" y="2167"/>
                    </a:lnTo>
                    <a:lnTo>
                      <a:pt x="9635" y="7947"/>
                    </a:lnTo>
                    <a:lnTo>
                      <a:pt x="5261" y="14865"/>
                    </a:lnTo>
                    <a:close/>
                  </a:path>
                </a:pathLst>
              </a:custGeom>
              <a:grpFill/>
              <a:ln>
                <a:noFill/>
              </a:ln>
              <a:effectLst/>
              <a:ex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sp>
        <p:nvSpPr>
          <p:cNvPr id="143" name="AutoShape 66"/>
          <p:cNvSpPr>
            <a:spLocks/>
          </p:cNvSpPr>
          <p:nvPr/>
        </p:nvSpPr>
        <p:spPr bwMode="auto">
          <a:xfrm>
            <a:off x="7025901" y="3794842"/>
            <a:ext cx="165785" cy="191190"/>
          </a:xfrm>
          <a:custGeom>
            <a:avLst/>
            <a:gdLst>
              <a:gd name="T0" fmla="*/ 10799 w 21598"/>
              <a:gd name="T1" fmla="*/ 10800 h 21600"/>
              <a:gd name="T2" fmla="*/ 10799 w 21598"/>
              <a:gd name="T3" fmla="*/ 10800 h 21600"/>
              <a:gd name="T4" fmla="*/ 10799 w 21598"/>
              <a:gd name="T5" fmla="*/ 10800 h 21600"/>
              <a:gd name="T6" fmla="*/ 10799 w 21598"/>
              <a:gd name="T7" fmla="*/ 10800 h 21600"/>
            </a:gdLst>
            <a:ahLst/>
            <a:cxnLst>
              <a:cxn ang="0">
                <a:pos x="T0" y="T1"/>
              </a:cxn>
              <a:cxn ang="0">
                <a:pos x="T2" y="T3"/>
              </a:cxn>
              <a:cxn ang="0">
                <a:pos x="T4" y="T5"/>
              </a:cxn>
              <a:cxn ang="0">
                <a:pos x="T6" y="T7"/>
              </a:cxn>
            </a:cxnLst>
            <a:rect l="0" t="0" r="r" b="b"/>
            <a:pathLst>
              <a:path w="21598" h="21600">
                <a:moveTo>
                  <a:pt x="17537" y="12697"/>
                </a:moveTo>
                <a:lnTo>
                  <a:pt x="19798" y="9997"/>
                </a:lnTo>
                <a:lnTo>
                  <a:pt x="19798" y="17284"/>
                </a:lnTo>
                <a:cubicBezTo>
                  <a:pt x="19798" y="17874"/>
                  <a:pt x="19700" y="18429"/>
                  <a:pt x="19505" y="18949"/>
                </a:cubicBezTo>
                <a:cubicBezTo>
                  <a:pt x="19309" y="19469"/>
                  <a:pt x="19049" y="19928"/>
                  <a:pt x="18721" y="20321"/>
                </a:cubicBezTo>
                <a:cubicBezTo>
                  <a:pt x="18394" y="20715"/>
                  <a:pt x="18014" y="21027"/>
                  <a:pt x="17583" y="21256"/>
                </a:cubicBezTo>
                <a:cubicBezTo>
                  <a:pt x="17153" y="21485"/>
                  <a:pt x="16690" y="21599"/>
                  <a:pt x="16188" y="21599"/>
                </a:cubicBezTo>
                <a:lnTo>
                  <a:pt x="3595" y="21599"/>
                </a:lnTo>
                <a:cubicBezTo>
                  <a:pt x="3103" y="21599"/>
                  <a:pt x="2635" y="21485"/>
                  <a:pt x="2195" y="21256"/>
                </a:cubicBezTo>
                <a:cubicBezTo>
                  <a:pt x="1754" y="21027"/>
                  <a:pt x="1372" y="20715"/>
                  <a:pt x="1052" y="20321"/>
                </a:cubicBezTo>
                <a:cubicBezTo>
                  <a:pt x="734" y="19928"/>
                  <a:pt x="477" y="19469"/>
                  <a:pt x="286" y="18949"/>
                </a:cubicBezTo>
                <a:cubicBezTo>
                  <a:pt x="95" y="18429"/>
                  <a:pt x="0" y="17874"/>
                  <a:pt x="0" y="17284"/>
                </a:cubicBezTo>
                <a:lnTo>
                  <a:pt x="0" y="4315"/>
                </a:lnTo>
                <a:cubicBezTo>
                  <a:pt x="0" y="3722"/>
                  <a:pt x="95" y="3164"/>
                  <a:pt x="286" y="2632"/>
                </a:cubicBezTo>
                <a:cubicBezTo>
                  <a:pt x="477" y="2106"/>
                  <a:pt x="734" y="1645"/>
                  <a:pt x="1052" y="1263"/>
                </a:cubicBezTo>
                <a:cubicBezTo>
                  <a:pt x="1372" y="878"/>
                  <a:pt x="1754" y="572"/>
                  <a:pt x="2195" y="343"/>
                </a:cubicBezTo>
                <a:cubicBezTo>
                  <a:pt x="2635" y="114"/>
                  <a:pt x="3103" y="0"/>
                  <a:pt x="3595" y="0"/>
                </a:cubicBezTo>
                <a:lnTo>
                  <a:pt x="16188" y="0"/>
                </a:lnTo>
                <a:cubicBezTo>
                  <a:pt x="16401" y="0"/>
                  <a:pt x="16605" y="26"/>
                  <a:pt x="16798" y="82"/>
                </a:cubicBezTo>
                <a:lnTo>
                  <a:pt x="14608" y="2714"/>
                </a:lnTo>
                <a:lnTo>
                  <a:pt x="3595" y="2714"/>
                </a:lnTo>
                <a:cubicBezTo>
                  <a:pt x="3228" y="2714"/>
                  <a:pt x="2914" y="2867"/>
                  <a:pt x="2652" y="3184"/>
                </a:cubicBezTo>
                <a:cubicBezTo>
                  <a:pt x="2391" y="3496"/>
                  <a:pt x="2261" y="3875"/>
                  <a:pt x="2261" y="4315"/>
                </a:cubicBezTo>
                <a:lnTo>
                  <a:pt x="2261" y="17284"/>
                </a:lnTo>
                <a:cubicBezTo>
                  <a:pt x="2261" y="17724"/>
                  <a:pt x="2391" y="18101"/>
                  <a:pt x="2652" y="18412"/>
                </a:cubicBezTo>
                <a:cubicBezTo>
                  <a:pt x="2914" y="18729"/>
                  <a:pt x="3228" y="18888"/>
                  <a:pt x="3595" y="18888"/>
                </a:cubicBezTo>
                <a:lnTo>
                  <a:pt x="16188" y="18888"/>
                </a:lnTo>
                <a:cubicBezTo>
                  <a:pt x="16556" y="18888"/>
                  <a:pt x="16874" y="18729"/>
                  <a:pt x="17138" y="18412"/>
                </a:cubicBezTo>
                <a:cubicBezTo>
                  <a:pt x="17405" y="18101"/>
                  <a:pt x="17537" y="17724"/>
                  <a:pt x="17537" y="17284"/>
                </a:cubicBezTo>
                <a:lnTo>
                  <a:pt x="17537" y="12697"/>
                </a:lnTo>
                <a:close/>
                <a:moveTo>
                  <a:pt x="21333" y="2796"/>
                </a:moveTo>
                <a:cubicBezTo>
                  <a:pt x="21514" y="3011"/>
                  <a:pt x="21599" y="3272"/>
                  <a:pt x="21597" y="3578"/>
                </a:cubicBezTo>
                <a:cubicBezTo>
                  <a:pt x="21592" y="3881"/>
                  <a:pt x="21504" y="4136"/>
                  <a:pt x="21333" y="4342"/>
                </a:cubicBezTo>
                <a:lnTo>
                  <a:pt x="13005" y="14346"/>
                </a:lnTo>
                <a:lnTo>
                  <a:pt x="11854" y="15721"/>
                </a:lnTo>
                <a:cubicBezTo>
                  <a:pt x="11676" y="15938"/>
                  <a:pt x="11458" y="16044"/>
                  <a:pt x="11206" y="16044"/>
                </a:cubicBezTo>
                <a:cubicBezTo>
                  <a:pt x="10951" y="16044"/>
                  <a:pt x="10733" y="15938"/>
                  <a:pt x="10555" y="15721"/>
                </a:cubicBezTo>
                <a:lnTo>
                  <a:pt x="9383" y="14346"/>
                </a:lnTo>
                <a:lnTo>
                  <a:pt x="4779" y="8787"/>
                </a:lnTo>
                <a:cubicBezTo>
                  <a:pt x="4600" y="8573"/>
                  <a:pt x="4507" y="8314"/>
                  <a:pt x="4507" y="8006"/>
                </a:cubicBezTo>
                <a:cubicBezTo>
                  <a:pt x="4507" y="7703"/>
                  <a:pt x="4600" y="7441"/>
                  <a:pt x="4779" y="7227"/>
                </a:cubicBezTo>
                <a:lnTo>
                  <a:pt x="5927" y="5846"/>
                </a:lnTo>
                <a:cubicBezTo>
                  <a:pt x="6106" y="5635"/>
                  <a:pt x="6323" y="5526"/>
                  <a:pt x="6578" y="5526"/>
                </a:cubicBezTo>
                <a:cubicBezTo>
                  <a:pt x="6830" y="5526"/>
                  <a:pt x="7043" y="5634"/>
                  <a:pt x="7214" y="5846"/>
                </a:cubicBezTo>
                <a:lnTo>
                  <a:pt x="11198" y="10632"/>
                </a:lnTo>
                <a:lnTo>
                  <a:pt x="18861" y="1404"/>
                </a:lnTo>
                <a:cubicBezTo>
                  <a:pt x="19040" y="1186"/>
                  <a:pt x="19262" y="1084"/>
                  <a:pt x="19524" y="1087"/>
                </a:cubicBezTo>
                <a:cubicBezTo>
                  <a:pt x="19786" y="1092"/>
                  <a:pt x="20001" y="1198"/>
                  <a:pt x="20173" y="1404"/>
                </a:cubicBezTo>
                <a:lnTo>
                  <a:pt x="21333" y="2796"/>
                </a:lnTo>
                <a:close/>
              </a:path>
            </a:pathLst>
          </a:custGeom>
          <a:solidFill>
            <a:schemeClr val="accent1">
              <a:lumMod val="20000"/>
              <a:lumOff val="80000"/>
            </a:schemeClr>
          </a:solidFill>
          <a:ln>
            <a:noFill/>
          </a:ln>
          <a:effectLst/>
          <a:extLst/>
        </p:spPr>
        <p:txBody>
          <a:bodyPr lIns="23262" tIns="23262" rIns="23262" bIns="23262" anchor="ctr"/>
          <a:lstStyle/>
          <a:p>
            <a:pPr algn="just" defTabSz="418644">
              <a:lnSpc>
                <a:spcPct val="120000"/>
              </a:lnSpc>
              <a:defRPr/>
            </a:pPr>
            <a:endParaRPr lang="es-ES" sz="800" dirty="0">
              <a:solidFill>
                <a:srgbClr val="44CEB9"/>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矩形 23"/>
          <p:cNvSpPr/>
          <p:nvPr/>
        </p:nvSpPr>
        <p:spPr>
          <a:xfrm>
            <a:off x="5291449" y="1766596"/>
            <a:ext cx="2899556" cy="267765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50000"/>
              </a:lnSpc>
            </a:pPr>
            <a:r>
              <a:rPr lang="en-US" altLang="zh-CN" sz="1400" b="1" dirty="0" err="1" smtClean="0">
                <a:solidFill>
                  <a:srgbClr val="C00000"/>
                </a:solidFill>
              </a:rPr>
              <a:t>led.h</a:t>
            </a:r>
            <a:r>
              <a:rPr lang="zh-CN" altLang="zh-CN" sz="1400" b="1" dirty="0">
                <a:solidFill>
                  <a:srgbClr val="C00000"/>
                </a:solidFill>
              </a:rPr>
              <a:t>头文件</a:t>
            </a:r>
            <a:r>
              <a:rPr lang="zh-CN" altLang="zh-CN" sz="1400" b="1" dirty="0"/>
              <a:t>，代码如下：</a:t>
            </a:r>
          </a:p>
          <a:p>
            <a:pPr>
              <a:lnSpc>
                <a:spcPct val="150000"/>
              </a:lnSpc>
            </a:pPr>
            <a:r>
              <a:rPr lang="en-US" altLang="zh-CN" sz="1400" b="1" dirty="0"/>
              <a:t>#</a:t>
            </a:r>
            <a:r>
              <a:rPr lang="en-US" altLang="zh-CN" sz="1400" b="1" dirty="0" err="1"/>
              <a:t>ifndef</a:t>
            </a:r>
            <a:r>
              <a:rPr lang="en-US" altLang="zh-CN" sz="1400" b="1" dirty="0"/>
              <a:t> __LED_H</a:t>
            </a:r>
            <a:endParaRPr lang="zh-CN" altLang="zh-CN" sz="1400" b="1" dirty="0"/>
          </a:p>
          <a:p>
            <a:pPr>
              <a:lnSpc>
                <a:spcPct val="150000"/>
              </a:lnSpc>
            </a:pPr>
            <a:r>
              <a:rPr lang="en-US" altLang="zh-CN" sz="1400" b="1" dirty="0"/>
              <a:t>#define __LED_H</a:t>
            </a:r>
            <a:endParaRPr lang="zh-CN" altLang="zh-CN" sz="1400" b="1" dirty="0"/>
          </a:p>
          <a:p>
            <a:pPr>
              <a:lnSpc>
                <a:spcPct val="150000"/>
              </a:lnSpc>
            </a:pPr>
            <a:r>
              <a:rPr lang="en-US" altLang="zh-CN" sz="1400" b="1" dirty="0"/>
              <a:t> </a:t>
            </a:r>
            <a:endParaRPr lang="zh-CN" altLang="zh-CN" sz="1400" b="1" dirty="0"/>
          </a:p>
          <a:p>
            <a:pPr>
              <a:lnSpc>
                <a:spcPct val="150000"/>
              </a:lnSpc>
            </a:pPr>
            <a:r>
              <a:rPr lang="en-US" altLang="zh-CN" sz="1400" b="1" dirty="0"/>
              <a:t>#include "stm32f10x.h"</a:t>
            </a:r>
            <a:endParaRPr lang="zh-CN" altLang="zh-CN" sz="1400" b="1" dirty="0"/>
          </a:p>
          <a:p>
            <a:pPr>
              <a:lnSpc>
                <a:spcPct val="150000"/>
              </a:lnSpc>
            </a:pPr>
            <a:r>
              <a:rPr lang="en-US" altLang="zh-CN" sz="1400" b="1" dirty="0"/>
              <a:t>void </a:t>
            </a:r>
            <a:r>
              <a:rPr lang="en-US" altLang="zh-CN" sz="1400" b="1" dirty="0" err="1"/>
              <a:t>LED_Init</a:t>
            </a:r>
            <a:r>
              <a:rPr lang="en-US" altLang="zh-CN" sz="1400" b="1" dirty="0"/>
              <a:t>(void);</a:t>
            </a:r>
            <a:endParaRPr lang="zh-CN" altLang="zh-CN" sz="1400" b="1" dirty="0"/>
          </a:p>
          <a:p>
            <a:pPr>
              <a:lnSpc>
                <a:spcPct val="150000"/>
              </a:lnSpc>
            </a:pPr>
            <a:r>
              <a:rPr lang="en-US" altLang="zh-CN" sz="1400" b="1" dirty="0"/>
              <a:t> </a:t>
            </a:r>
            <a:endParaRPr lang="zh-CN" altLang="zh-CN" sz="1400" b="1" dirty="0"/>
          </a:p>
          <a:p>
            <a:pPr>
              <a:lnSpc>
                <a:spcPct val="150000"/>
              </a:lnSpc>
            </a:pPr>
            <a:r>
              <a:rPr lang="en-US" altLang="zh-CN" sz="1400" b="1" dirty="0"/>
              <a:t>#</a:t>
            </a:r>
            <a:r>
              <a:rPr lang="en-US" altLang="zh-CN" sz="1400" b="1" dirty="0" err="1"/>
              <a:t>endif</a:t>
            </a:r>
            <a:endParaRPr lang="zh-CN" altLang="zh-CN" sz="1400" b="1" dirty="0"/>
          </a:p>
        </p:txBody>
      </p:sp>
    </p:spTree>
    <p:extLst>
      <p:ext uri="{BB962C8B-B14F-4D97-AF65-F5344CB8AC3E}">
        <p14:creationId xmlns:p14="http://schemas.microsoft.com/office/powerpoint/2010/main" val="193501656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4463988" y="1239602"/>
            <a:ext cx="4500500" cy="2808312"/>
          </a:xfrm>
          <a:prstGeom prst="rect">
            <a:avLst/>
          </a:prstGeom>
          <a:ln>
            <a:prstDash val="sysDot"/>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5" name="矩形 4"/>
          <p:cNvSpPr/>
          <p:nvPr/>
        </p:nvSpPr>
        <p:spPr>
          <a:xfrm>
            <a:off x="0" y="339503"/>
            <a:ext cx="169464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1597938" cy="461665"/>
          </a:xfrm>
          <a:prstGeom prst="rect">
            <a:avLst/>
          </a:prstGeom>
        </p:spPr>
        <p:txBody>
          <a:bodyPr wrap="none">
            <a:spAutoFit/>
          </a:bodyPr>
          <a:lstStyle/>
          <a:p>
            <a:r>
              <a:rPr lang="en-GB" altLang="zh-CN" sz="2400" b="1" dirty="0">
                <a:solidFill>
                  <a:schemeClr val="bg1"/>
                </a:solidFill>
                <a:latin typeface="微软雅黑" pitchFamily="34" charset="-122"/>
                <a:ea typeface="微软雅黑" pitchFamily="34" charset="-122"/>
              </a:rPr>
              <a:t>9.3 PWM</a:t>
            </a:r>
            <a:endParaRPr lang="zh-CN" altLang="zh-CN" sz="2400" b="1" dirty="0">
              <a:solidFill>
                <a:schemeClr val="bg1"/>
              </a:solidFill>
              <a:latin typeface="微软雅黑" pitchFamily="34" charset="-122"/>
              <a:ea typeface="微软雅黑" pitchFamily="34" charset="-122"/>
            </a:endParaRP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矩形 7"/>
          <p:cNvSpPr/>
          <p:nvPr/>
        </p:nvSpPr>
        <p:spPr>
          <a:xfrm>
            <a:off x="560545" y="2787774"/>
            <a:ext cx="3831435" cy="2169825"/>
          </a:xfrm>
          <a:prstGeom prst="rect">
            <a:avLst/>
          </a:prstGeom>
          <a:solidFill>
            <a:schemeClr val="accent3">
              <a:lumMod val="40000"/>
              <a:lumOff val="60000"/>
            </a:schemeClr>
          </a:solidFill>
        </p:spPr>
        <p:txBody>
          <a:bodyPr wrap="square">
            <a:spAutoFit/>
          </a:bodyPr>
          <a:lstStyle/>
          <a:p>
            <a:pPr>
              <a:lnSpc>
                <a:spcPct val="125000"/>
              </a:lnSpc>
            </a:pPr>
            <a:r>
              <a:rPr lang="zh-CN" altLang="en-US" b="1" dirty="0" smtClean="0"/>
              <a:t>    广泛</a:t>
            </a:r>
            <a:r>
              <a:rPr lang="zh-CN" altLang="en-US" b="1" dirty="0"/>
              <a:t>应用于电力电子技术中，比如</a:t>
            </a:r>
            <a:r>
              <a:rPr lang="en-US" altLang="zh-CN" b="1" dirty="0"/>
              <a:t>PWM</a:t>
            </a:r>
            <a:r>
              <a:rPr lang="zh-CN" altLang="en-US" b="1" dirty="0"/>
              <a:t>控制技术在逆变电路中的</a:t>
            </a:r>
            <a:r>
              <a:rPr lang="zh-CN" altLang="en-US" b="1" dirty="0" smtClean="0"/>
              <a:t>应用；</a:t>
            </a:r>
            <a:endParaRPr lang="en-US" altLang="zh-CN" b="1" dirty="0" smtClean="0"/>
          </a:p>
          <a:p>
            <a:pPr>
              <a:lnSpc>
                <a:spcPct val="125000"/>
              </a:lnSpc>
            </a:pPr>
            <a:r>
              <a:rPr lang="en-US" altLang="zh-CN" b="1" dirty="0"/>
              <a:t> </a:t>
            </a:r>
            <a:r>
              <a:rPr lang="en-US" altLang="zh-CN" b="1" dirty="0" smtClean="0"/>
              <a:t>   PWM</a:t>
            </a:r>
            <a:r>
              <a:rPr lang="zh-CN" altLang="en-US" b="1" dirty="0" smtClean="0"/>
              <a:t>还应用</a:t>
            </a:r>
            <a:r>
              <a:rPr lang="zh-CN" altLang="en-US" b="1" dirty="0"/>
              <a:t>于直流电机调速，如变频空调的交直流变频调速，除实现调速外，还具有节能等特性</a:t>
            </a:r>
            <a:r>
              <a:rPr lang="zh-CN" altLang="en-US" b="1" dirty="0" smtClean="0"/>
              <a:t>。</a:t>
            </a:r>
            <a:endParaRPr lang="zh-CN" altLang="en-US" b="1" dirty="0"/>
          </a:p>
        </p:txBody>
      </p:sp>
      <p:sp>
        <p:nvSpPr>
          <p:cNvPr id="9" name="矩形 8"/>
          <p:cNvSpPr/>
          <p:nvPr/>
        </p:nvSpPr>
        <p:spPr>
          <a:xfrm>
            <a:off x="4788024" y="3087856"/>
            <a:ext cx="3996444" cy="754694"/>
          </a:xfrm>
          <a:prstGeom prst="rect">
            <a:avLst/>
          </a:prstGeom>
        </p:spPr>
        <p:txBody>
          <a:bodyPr wrap="square">
            <a:spAutoFit/>
          </a:bodyPr>
          <a:lstStyle/>
          <a:p>
            <a:pPr lvl="0" algn="ctr">
              <a:lnSpc>
                <a:spcPct val="125000"/>
              </a:lnSpc>
            </a:pPr>
            <a:r>
              <a:rPr lang="zh-CN" altLang="en-US" b="1" dirty="0">
                <a:solidFill>
                  <a:prstClr val="black"/>
                </a:solidFill>
              </a:rPr>
              <a:t>周期为</a:t>
            </a:r>
            <a:r>
              <a:rPr lang="en-US" altLang="zh-CN" b="1" dirty="0">
                <a:solidFill>
                  <a:prstClr val="black"/>
                </a:solidFill>
              </a:rPr>
              <a:t>10ms</a:t>
            </a:r>
            <a:r>
              <a:rPr lang="zh-CN" altLang="en-US" b="1" dirty="0">
                <a:solidFill>
                  <a:prstClr val="black"/>
                </a:solidFill>
              </a:rPr>
              <a:t>（频率为</a:t>
            </a:r>
            <a:r>
              <a:rPr lang="en-US" altLang="zh-CN" b="1" dirty="0">
                <a:solidFill>
                  <a:prstClr val="black"/>
                </a:solidFill>
              </a:rPr>
              <a:t>100Hz</a:t>
            </a:r>
            <a:r>
              <a:rPr lang="zh-CN" altLang="en-US" b="1" dirty="0" smtClean="0">
                <a:solidFill>
                  <a:prstClr val="black"/>
                </a:solidFill>
              </a:rPr>
              <a:t>）</a:t>
            </a:r>
            <a:endParaRPr lang="en-US" altLang="zh-CN" b="1" dirty="0" smtClean="0">
              <a:solidFill>
                <a:prstClr val="black"/>
              </a:solidFill>
            </a:endParaRPr>
          </a:p>
          <a:p>
            <a:pPr lvl="0" algn="ctr">
              <a:lnSpc>
                <a:spcPct val="125000"/>
              </a:lnSpc>
            </a:pPr>
            <a:r>
              <a:rPr lang="zh-CN" altLang="en-US" b="1" dirty="0" smtClean="0">
                <a:solidFill>
                  <a:prstClr val="black"/>
                </a:solidFill>
              </a:rPr>
              <a:t>的</a:t>
            </a:r>
            <a:r>
              <a:rPr lang="en-US" altLang="zh-CN" b="1" dirty="0">
                <a:solidFill>
                  <a:prstClr val="black"/>
                </a:solidFill>
              </a:rPr>
              <a:t>PWM</a:t>
            </a:r>
            <a:r>
              <a:rPr lang="zh-CN" altLang="en-US" b="1" dirty="0" smtClean="0">
                <a:solidFill>
                  <a:prstClr val="black"/>
                </a:solidFill>
              </a:rPr>
              <a:t>波形</a:t>
            </a:r>
            <a:endParaRPr lang="zh-CN" altLang="en-US" b="1" dirty="0">
              <a:solidFill>
                <a:prstClr val="black"/>
              </a:solidFill>
            </a:endParaRPr>
          </a:p>
        </p:txBody>
      </p:sp>
      <p:sp>
        <p:nvSpPr>
          <p:cNvPr id="11" name="矩形 10"/>
          <p:cNvSpPr/>
          <p:nvPr/>
        </p:nvSpPr>
        <p:spPr>
          <a:xfrm>
            <a:off x="575555" y="915566"/>
            <a:ext cx="3816425" cy="1823576"/>
          </a:xfrm>
          <a:prstGeom prst="rect">
            <a:avLst/>
          </a:prstGeom>
          <a:solidFill>
            <a:schemeClr val="accent1">
              <a:lumMod val="20000"/>
              <a:lumOff val="80000"/>
            </a:schemeClr>
          </a:solidFill>
        </p:spPr>
        <p:txBody>
          <a:bodyPr wrap="square">
            <a:spAutoFit/>
          </a:bodyPr>
          <a:lstStyle/>
          <a:p>
            <a:pPr>
              <a:lnSpc>
                <a:spcPct val="125000"/>
              </a:lnSpc>
            </a:pPr>
            <a:r>
              <a:rPr lang="en-US" altLang="zh-CN" b="1" dirty="0"/>
              <a:t>     PWM</a:t>
            </a:r>
            <a:r>
              <a:rPr lang="zh-CN" altLang="en-US" b="1" dirty="0"/>
              <a:t>（</a:t>
            </a:r>
            <a:r>
              <a:rPr lang="en-US" altLang="zh-CN" b="1" dirty="0"/>
              <a:t>Pulse Width Modulation</a:t>
            </a:r>
            <a:r>
              <a:rPr lang="zh-CN" altLang="en-US" b="1" dirty="0"/>
              <a:t>，脉冲宽度调制）是一种利用脉冲宽度即占空比实现对模拟信号进行控制的技术，即是对模拟信号电平进行数字表示的方法。</a:t>
            </a:r>
          </a:p>
        </p:txBody>
      </p:sp>
      <p:sp>
        <p:nvSpPr>
          <p:cNvPr id="12" name="Rectangle 14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3" name="对象 12"/>
          <p:cNvGraphicFramePr>
            <a:graphicFrameLocks noChangeAspect="1"/>
          </p:cNvGraphicFramePr>
          <p:nvPr>
            <p:extLst>
              <p:ext uri="{D42A27DB-BD31-4B8C-83A1-F6EECF244321}">
                <p14:modId xmlns:p14="http://schemas.microsoft.com/office/powerpoint/2010/main" val="3205018384"/>
              </p:ext>
            </p:extLst>
          </p:nvPr>
        </p:nvGraphicFramePr>
        <p:xfrm>
          <a:off x="4572000" y="1563638"/>
          <a:ext cx="4315884" cy="1296144"/>
        </p:xfrm>
        <a:graphic>
          <a:graphicData uri="http://schemas.openxmlformats.org/presentationml/2006/ole">
            <mc:AlternateContent xmlns:mc="http://schemas.openxmlformats.org/markup-compatibility/2006">
              <mc:Choice xmlns:v="urn:schemas-microsoft-com:vml" Requires="v">
                <p:oleObj spid="_x0000_s60650" name="Visio" r:id="rId3" imgW="2991429" imgH="892003" progId="Visio.Drawing.11">
                  <p:embed/>
                </p:oleObj>
              </mc:Choice>
              <mc:Fallback>
                <p:oleObj name="Visio" r:id="rId3" imgW="2991429" imgH="892003" progId="Visio.Drawing.11">
                  <p:embed/>
                  <p:pic>
                    <p:nvPicPr>
                      <p:cNvPr id="0" name="Object 1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1563638"/>
                        <a:ext cx="4315884" cy="1296144"/>
                      </a:xfrm>
                      <a:prstGeom prst="rect">
                        <a:avLst/>
                      </a:prstGeom>
                      <a:noFill/>
                    </p:spPr>
                  </p:pic>
                </p:oleObj>
              </mc:Fallback>
            </mc:AlternateContent>
          </a:graphicData>
        </a:graphic>
      </p:graphicFrame>
    </p:spTree>
    <p:extLst>
      <p:ext uri="{BB962C8B-B14F-4D97-AF65-F5344CB8AC3E}">
        <p14:creationId xmlns:p14="http://schemas.microsoft.com/office/powerpoint/2010/main" val="69883124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339503"/>
            <a:ext cx="169464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1597938" cy="461665"/>
          </a:xfrm>
          <a:prstGeom prst="rect">
            <a:avLst/>
          </a:prstGeom>
        </p:spPr>
        <p:txBody>
          <a:bodyPr wrap="none">
            <a:spAutoFit/>
          </a:bodyPr>
          <a:lstStyle/>
          <a:p>
            <a:r>
              <a:rPr lang="en-GB" altLang="zh-CN" sz="2400" b="1" dirty="0">
                <a:solidFill>
                  <a:schemeClr val="bg1"/>
                </a:solidFill>
                <a:latin typeface="微软雅黑" pitchFamily="34" charset="-122"/>
                <a:ea typeface="微软雅黑" pitchFamily="34" charset="-122"/>
              </a:rPr>
              <a:t>9.3 PWM</a:t>
            </a:r>
            <a:endParaRPr lang="zh-CN" altLang="zh-CN" sz="2400" b="1" dirty="0">
              <a:solidFill>
                <a:schemeClr val="bg1"/>
              </a:solidFill>
              <a:latin typeface="微软雅黑" pitchFamily="34" charset="-122"/>
              <a:ea typeface="微软雅黑" pitchFamily="34" charset="-122"/>
            </a:endParaRP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矩形 10"/>
          <p:cNvSpPr/>
          <p:nvPr/>
        </p:nvSpPr>
        <p:spPr>
          <a:xfrm>
            <a:off x="572309" y="1095586"/>
            <a:ext cx="3816425" cy="1823576"/>
          </a:xfrm>
          <a:prstGeom prst="rect">
            <a:avLst/>
          </a:prstGeom>
          <a:solidFill>
            <a:schemeClr val="accent1">
              <a:lumMod val="20000"/>
              <a:lumOff val="80000"/>
            </a:schemeClr>
          </a:solidFill>
        </p:spPr>
        <p:txBody>
          <a:bodyPr wrap="square">
            <a:spAutoFit/>
          </a:bodyPr>
          <a:lstStyle/>
          <a:p>
            <a:pPr>
              <a:lnSpc>
                <a:spcPct val="125000"/>
              </a:lnSpc>
            </a:pPr>
            <a:r>
              <a:rPr lang="zh-CN" altLang="en-US" b="1" dirty="0" smtClean="0"/>
              <a:t>    占空比</a:t>
            </a:r>
            <a:r>
              <a:rPr lang="zh-CN" altLang="en-US" b="1" dirty="0"/>
              <a:t>（</a:t>
            </a:r>
            <a:r>
              <a:rPr lang="en-US" altLang="zh-CN" b="1" dirty="0"/>
              <a:t>Duty Cycle</a:t>
            </a:r>
            <a:r>
              <a:rPr lang="zh-CN" altLang="en-US" b="1" dirty="0"/>
              <a:t>），是指在一个周期内，高电平时间占整个信号周期的百分比，即高电平时间与周期的比值： </a:t>
            </a:r>
          </a:p>
          <a:p>
            <a:pPr algn="ctr">
              <a:lnSpc>
                <a:spcPct val="125000"/>
              </a:lnSpc>
            </a:pPr>
            <a:r>
              <a:rPr lang="zh-CN" altLang="en-US" b="1" dirty="0"/>
              <a:t>占空比</a:t>
            </a:r>
            <a:r>
              <a:rPr lang="en-US" altLang="zh-CN" b="1" dirty="0"/>
              <a:t>=</a:t>
            </a:r>
            <a:r>
              <a:rPr lang="en-US" altLang="zh-CN" b="1" dirty="0" err="1"/>
              <a:t>Tp</a:t>
            </a:r>
            <a:r>
              <a:rPr lang="en-US" altLang="zh-CN" b="1" dirty="0"/>
              <a:t>/T</a:t>
            </a:r>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2322488078"/>
              </p:ext>
            </p:extLst>
          </p:nvPr>
        </p:nvGraphicFramePr>
        <p:xfrm>
          <a:off x="770331" y="3183819"/>
          <a:ext cx="3009581" cy="1320872"/>
        </p:xfrm>
        <a:graphic>
          <a:graphicData uri="http://schemas.openxmlformats.org/presentationml/2006/ole">
            <mc:AlternateContent xmlns:mc="http://schemas.openxmlformats.org/markup-compatibility/2006">
              <mc:Choice xmlns:v="urn:schemas-microsoft-com:vml" Requires="v">
                <p:oleObj spid="_x0000_s85178" name="Visio" r:id="rId3" imgW="1717345" imgH="743674" progId="Visio.Drawing.11">
                  <p:embed/>
                </p:oleObj>
              </mc:Choice>
              <mc:Fallback>
                <p:oleObj name="Visio" r:id="rId3" imgW="1717345" imgH="743674"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0331" y="3183819"/>
                        <a:ext cx="3009581" cy="1320872"/>
                      </a:xfrm>
                      <a:prstGeom prst="rect">
                        <a:avLst/>
                      </a:prstGeom>
                      <a:noFill/>
                    </p:spPr>
                  </p:pic>
                </p:oleObj>
              </mc:Fallback>
            </mc:AlternateContent>
          </a:graphicData>
        </a:graphic>
      </p:graphicFrame>
      <p:sp>
        <p:nvSpPr>
          <p:cNvPr id="12"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3" name="对象 12"/>
          <p:cNvGraphicFramePr>
            <a:graphicFrameLocks noChangeAspect="1"/>
          </p:cNvGraphicFramePr>
          <p:nvPr>
            <p:extLst>
              <p:ext uri="{D42A27DB-BD31-4B8C-83A1-F6EECF244321}">
                <p14:modId xmlns:p14="http://schemas.microsoft.com/office/powerpoint/2010/main" val="350534850"/>
              </p:ext>
            </p:extLst>
          </p:nvPr>
        </p:nvGraphicFramePr>
        <p:xfrm>
          <a:off x="4644008" y="1275606"/>
          <a:ext cx="4049799" cy="1728192"/>
        </p:xfrm>
        <a:graphic>
          <a:graphicData uri="http://schemas.openxmlformats.org/presentationml/2006/ole">
            <mc:AlternateContent xmlns:mc="http://schemas.openxmlformats.org/markup-compatibility/2006">
              <mc:Choice xmlns:v="urn:schemas-microsoft-com:vml" Requires="v">
                <p:oleObj spid="_x0000_s85179" name="Visio" r:id="rId5" imgW="3712194" imgH="1591077" progId="Visio.Drawing.11">
                  <p:embed/>
                </p:oleObj>
              </mc:Choice>
              <mc:Fallback>
                <p:oleObj name="Visio" r:id="rId5" imgW="3712194" imgH="1591077" progId="Visio.Drawing.11">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4008" y="1275606"/>
                        <a:ext cx="4049799" cy="1728192"/>
                      </a:xfrm>
                      <a:prstGeom prst="rect">
                        <a:avLst/>
                      </a:prstGeom>
                      <a:noFill/>
                    </p:spPr>
                  </p:pic>
                </p:oleObj>
              </mc:Fallback>
            </mc:AlternateContent>
          </a:graphicData>
        </a:graphic>
      </p:graphicFrame>
      <p:sp>
        <p:nvSpPr>
          <p:cNvPr id="14" name="矩形 13"/>
          <p:cNvSpPr/>
          <p:nvPr/>
        </p:nvSpPr>
        <p:spPr>
          <a:xfrm>
            <a:off x="5472100" y="3245938"/>
            <a:ext cx="2579552" cy="369332"/>
          </a:xfrm>
          <a:prstGeom prst="rect">
            <a:avLst/>
          </a:prstGeom>
        </p:spPr>
        <p:txBody>
          <a:bodyPr wrap="none">
            <a:spAutoFit/>
          </a:bodyPr>
          <a:lstStyle/>
          <a:p>
            <a:r>
              <a:rPr lang="zh-CN" altLang="en-US" b="1" dirty="0"/>
              <a:t>不同占空比的</a:t>
            </a:r>
            <a:r>
              <a:rPr lang="en-GB" altLang="zh-CN" b="1" dirty="0"/>
              <a:t>PWM</a:t>
            </a:r>
            <a:r>
              <a:rPr lang="zh-CN" altLang="en-US" b="1" dirty="0"/>
              <a:t>波形</a:t>
            </a:r>
          </a:p>
        </p:txBody>
      </p:sp>
    </p:spTree>
    <p:extLst>
      <p:ext uri="{BB962C8B-B14F-4D97-AF65-F5344CB8AC3E}">
        <p14:creationId xmlns:p14="http://schemas.microsoft.com/office/powerpoint/2010/main" val="259014766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339503"/>
            <a:ext cx="169464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1597938" cy="461665"/>
          </a:xfrm>
          <a:prstGeom prst="rect">
            <a:avLst/>
          </a:prstGeom>
        </p:spPr>
        <p:txBody>
          <a:bodyPr wrap="none">
            <a:spAutoFit/>
          </a:bodyPr>
          <a:lstStyle/>
          <a:p>
            <a:r>
              <a:rPr lang="en-GB" altLang="zh-CN" sz="2400" b="1" dirty="0">
                <a:solidFill>
                  <a:schemeClr val="bg1"/>
                </a:solidFill>
                <a:latin typeface="微软雅黑" pitchFamily="34" charset="-122"/>
                <a:ea typeface="微软雅黑" pitchFamily="34" charset="-122"/>
              </a:rPr>
              <a:t>9.3 PWM</a:t>
            </a:r>
            <a:endParaRPr lang="zh-CN" altLang="zh-CN" sz="2400" b="1" dirty="0">
              <a:solidFill>
                <a:schemeClr val="bg1"/>
              </a:solidFill>
              <a:latin typeface="微软雅黑" pitchFamily="34" charset="-122"/>
              <a:ea typeface="微软雅黑" pitchFamily="34" charset="-122"/>
            </a:endParaRP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5" name="Freeform 6"/>
          <p:cNvSpPr>
            <a:spLocks/>
          </p:cNvSpPr>
          <p:nvPr/>
        </p:nvSpPr>
        <p:spPr bwMode="auto">
          <a:xfrm>
            <a:off x="1656659" y="1503589"/>
            <a:ext cx="745953" cy="686830"/>
          </a:xfrm>
          <a:custGeom>
            <a:avLst/>
            <a:gdLst>
              <a:gd name="T0" fmla="*/ 593 w 593"/>
              <a:gd name="T1" fmla="*/ 248 h 546"/>
              <a:gd name="T2" fmla="*/ 295 w 593"/>
              <a:gd name="T3" fmla="*/ 546 h 546"/>
              <a:gd name="T4" fmla="*/ 0 w 593"/>
              <a:gd name="T5" fmla="*/ 248 h 546"/>
              <a:gd name="T6" fmla="*/ 0 w 593"/>
              <a:gd name="T7" fmla="*/ 0 h 546"/>
              <a:gd name="T8" fmla="*/ 295 w 593"/>
              <a:gd name="T9" fmla="*/ 298 h 546"/>
              <a:gd name="T10" fmla="*/ 593 w 593"/>
              <a:gd name="T11" fmla="*/ 0 h 546"/>
              <a:gd name="T12" fmla="*/ 593 w 593"/>
              <a:gd name="T13" fmla="*/ 248 h 546"/>
            </a:gdLst>
            <a:ahLst/>
            <a:cxnLst>
              <a:cxn ang="0">
                <a:pos x="T0" y="T1"/>
              </a:cxn>
              <a:cxn ang="0">
                <a:pos x="T2" y="T3"/>
              </a:cxn>
              <a:cxn ang="0">
                <a:pos x="T4" y="T5"/>
              </a:cxn>
              <a:cxn ang="0">
                <a:pos x="T6" y="T7"/>
              </a:cxn>
              <a:cxn ang="0">
                <a:pos x="T8" y="T9"/>
              </a:cxn>
              <a:cxn ang="0">
                <a:pos x="T10" y="T11"/>
              </a:cxn>
              <a:cxn ang="0">
                <a:pos x="T12" y="T13"/>
              </a:cxn>
            </a:cxnLst>
            <a:rect l="0" t="0" r="r" b="b"/>
            <a:pathLst>
              <a:path w="593" h="546">
                <a:moveTo>
                  <a:pt x="593" y="248"/>
                </a:moveTo>
                <a:lnTo>
                  <a:pt x="295" y="546"/>
                </a:lnTo>
                <a:lnTo>
                  <a:pt x="0" y="248"/>
                </a:lnTo>
                <a:lnTo>
                  <a:pt x="0" y="0"/>
                </a:lnTo>
                <a:lnTo>
                  <a:pt x="295" y="298"/>
                </a:lnTo>
                <a:lnTo>
                  <a:pt x="593" y="0"/>
                </a:lnTo>
                <a:lnTo>
                  <a:pt x="593" y="248"/>
                </a:lnTo>
                <a:close/>
              </a:path>
            </a:pathLst>
          </a:custGeom>
          <a:solidFill>
            <a:schemeClr val="accent5">
              <a:lumMod val="75000"/>
            </a:schemeClr>
          </a:solidFill>
          <a:ln w="25400" cap="flat" cmpd="sng" algn="ctr">
            <a:noFill/>
            <a:prstDash val="solid"/>
            <a:miter lim="800000"/>
          </a:ln>
          <a:effectLst>
            <a:outerShdw blurRad="139700" dist="38100" dir="5400000" sx="90000" sy="-19000" rotWithShape="0">
              <a:sysClr val="windowText" lastClr="000000">
                <a:alpha val="10000"/>
              </a:sys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0" normalizeH="0" baseline="0" noProof="0">
              <a:ln>
                <a:noFill/>
              </a:ln>
              <a:solidFill>
                <a:srgbClr val="FEFABC"/>
              </a:solidFill>
              <a:effectLst/>
              <a:uLnTx/>
              <a:uFillTx/>
              <a:latin typeface="思源黑体旧字形 ExtraLight" panose="020B0200000000000000" pitchFamily="34" charset="-128"/>
              <a:ea typeface="思源黑体旧字形 ExtraLight" panose="020B0200000000000000" pitchFamily="34" charset="-128"/>
              <a:cs typeface="+mn-cs"/>
              <a:sym typeface="思源黑体旧字形 ExtraLight" panose="020B0200000000000000" pitchFamily="34" charset="-128"/>
            </a:endParaRPr>
          </a:p>
        </p:txBody>
      </p:sp>
      <p:sp>
        <p:nvSpPr>
          <p:cNvPr id="16" name="Freeform 7"/>
          <p:cNvSpPr>
            <a:spLocks/>
          </p:cNvSpPr>
          <p:nvPr/>
        </p:nvSpPr>
        <p:spPr bwMode="auto">
          <a:xfrm>
            <a:off x="1644609" y="2504852"/>
            <a:ext cx="745953" cy="685572"/>
          </a:xfrm>
          <a:custGeom>
            <a:avLst/>
            <a:gdLst>
              <a:gd name="T0" fmla="*/ 593 w 593"/>
              <a:gd name="T1" fmla="*/ 248 h 545"/>
              <a:gd name="T2" fmla="*/ 295 w 593"/>
              <a:gd name="T3" fmla="*/ 545 h 545"/>
              <a:gd name="T4" fmla="*/ 0 w 593"/>
              <a:gd name="T5" fmla="*/ 248 h 545"/>
              <a:gd name="T6" fmla="*/ 0 w 593"/>
              <a:gd name="T7" fmla="*/ 0 h 545"/>
              <a:gd name="T8" fmla="*/ 295 w 593"/>
              <a:gd name="T9" fmla="*/ 297 h 545"/>
              <a:gd name="T10" fmla="*/ 593 w 593"/>
              <a:gd name="T11" fmla="*/ 0 h 545"/>
              <a:gd name="T12" fmla="*/ 593 w 593"/>
              <a:gd name="T13" fmla="*/ 248 h 545"/>
            </a:gdLst>
            <a:ahLst/>
            <a:cxnLst>
              <a:cxn ang="0">
                <a:pos x="T0" y="T1"/>
              </a:cxn>
              <a:cxn ang="0">
                <a:pos x="T2" y="T3"/>
              </a:cxn>
              <a:cxn ang="0">
                <a:pos x="T4" y="T5"/>
              </a:cxn>
              <a:cxn ang="0">
                <a:pos x="T6" y="T7"/>
              </a:cxn>
              <a:cxn ang="0">
                <a:pos x="T8" y="T9"/>
              </a:cxn>
              <a:cxn ang="0">
                <a:pos x="T10" y="T11"/>
              </a:cxn>
              <a:cxn ang="0">
                <a:pos x="T12" y="T13"/>
              </a:cxn>
            </a:cxnLst>
            <a:rect l="0" t="0" r="r" b="b"/>
            <a:pathLst>
              <a:path w="593" h="545">
                <a:moveTo>
                  <a:pt x="593" y="248"/>
                </a:moveTo>
                <a:lnTo>
                  <a:pt x="295" y="545"/>
                </a:lnTo>
                <a:lnTo>
                  <a:pt x="0" y="248"/>
                </a:lnTo>
                <a:lnTo>
                  <a:pt x="0" y="0"/>
                </a:lnTo>
                <a:lnTo>
                  <a:pt x="295" y="297"/>
                </a:lnTo>
                <a:lnTo>
                  <a:pt x="593" y="0"/>
                </a:lnTo>
                <a:lnTo>
                  <a:pt x="593" y="248"/>
                </a:lnTo>
                <a:close/>
              </a:path>
            </a:pathLst>
          </a:custGeom>
          <a:solidFill>
            <a:schemeClr val="accent3">
              <a:lumMod val="75000"/>
            </a:schemeClr>
          </a:solidFill>
          <a:ln w="25400" cap="flat" cmpd="sng" algn="ctr">
            <a:noFill/>
            <a:prstDash val="solid"/>
            <a:miter lim="800000"/>
          </a:ln>
          <a:effectLst>
            <a:outerShdw blurRad="139700" dist="38100" dir="5400000" sx="90000" sy="-19000" rotWithShape="0">
              <a:sysClr val="windowText" lastClr="000000">
                <a:alpha val="10000"/>
              </a:sys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0" normalizeH="0" baseline="0" noProof="0">
              <a:ln>
                <a:noFill/>
              </a:ln>
              <a:solidFill>
                <a:srgbClr val="FEFABC"/>
              </a:solidFill>
              <a:effectLst/>
              <a:uLnTx/>
              <a:uFillTx/>
              <a:latin typeface="思源黑体旧字形 ExtraLight" panose="020B0200000000000000" pitchFamily="34" charset="-128"/>
              <a:ea typeface="思源黑体旧字形 ExtraLight" panose="020B0200000000000000" pitchFamily="34" charset="-128"/>
              <a:cs typeface="+mn-cs"/>
              <a:sym typeface="思源黑体旧字形 ExtraLight" panose="020B0200000000000000" pitchFamily="34" charset="-128"/>
            </a:endParaRPr>
          </a:p>
        </p:txBody>
      </p:sp>
      <p:sp>
        <p:nvSpPr>
          <p:cNvPr id="17" name="Freeform 8"/>
          <p:cNvSpPr>
            <a:spLocks/>
          </p:cNvSpPr>
          <p:nvPr/>
        </p:nvSpPr>
        <p:spPr bwMode="auto">
          <a:xfrm>
            <a:off x="1633270" y="3482172"/>
            <a:ext cx="745953" cy="686830"/>
          </a:xfrm>
          <a:custGeom>
            <a:avLst/>
            <a:gdLst>
              <a:gd name="T0" fmla="*/ 593 w 593"/>
              <a:gd name="T1" fmla="*/ 248 h 546"/>
              <a:gd name="T2" fmla="*/ 295 w 593"/>
              <a:gd name="T3" fmla="*/ 546 h 546"/>
              <a:gd name="T4" fmla="*/ 0 w 593"/>
              <a:gd name="T5" fmla="*/ 248 h 546"/>
              <a:gd name="T6" fmla="*/ 0 w 593"/>
              <a:gd name="T7" fmla="*/ 0 h 546"/>
              <a:gd name="T8" fmla="*/ 295 w 593"/>
              <a:gd name="T9" fmla="*/ 298 h 546"/>
              <a:gd name="T10" fmla="*/ 593 w 593"/>
              <a:gd name="T11" fmla="*/ 0 h 546"/>
              <a:gd name="T12" fmla="*/ 593 w 593"/>
              <a:gd name="T13" fmla="*/ 248 h 546"/>
            </a:gdLst>
            <a:ahLst/>
            <a:cxnLst>
              <a:cxn ang="0">
                <a:pos x="T0" y="T1"/>
              </a:cxn>
              <a:cxn ang="0">
                <a:pos x="T2" y="T3"/>
              </a:cxn>
              <a:cxn ang="0">
                <a:pos x="T4" y="T5"/>
              </a:cxn>
              <a:cxn ang="0">
                <a:pos x="T6" y="T7"/>
              </a:cxn>
              <a:cxn ang="0">
                <a:pos x="T8" y="T9"/>
              </a:cxn>
              <a:cxn ang="0">
                <a:pos x="T10" y="T11"/>
              </a:cxn>
              <a:cxn ang="0">
                <a:pos x="T12" y="T13"/>
              </a:cxn>
            </a:cxnLst>
            <a:rect l="0" t="0" r="r" b="b"/>
            <a:pathLst>
              <a:path w="593" h="546">
                <a:moveTo>
                  <a:pt x="593" y="248"/>
                </a:moveTo>
                <a:lnTo>
                  <a:pt x="295" y="546"/>
                </a:lnTo>
                <a:lnTo>
                  <a:pt x="0" y="248"/>
                </a:lnTo>
                <a:lnTo>
                  <a:pt x="0" y="0"/>
                </a:lnTo>
                <a:lnTo>
                  <a:pt x="295" y="298"/>
                </a:lnTo>
                <a:lnTo>
                  <a:pt x="593" y="0"/>
                </a:lnTo>
                <a:lnTo>
                  <a:pt x="593" y="248"/>
                </a:lnTo>
                <a:close/>
              </a:path>
            </a:pathLst>
          </a:custGeom>
          <a:solidFill>
            <a:schemeClr val="accent6">
              <a:lumMod val="75000"/>
            </a:schemeClr>
          </a:solidFill>
          <a:ln w="25400" cap="flat" cmpd="sng" algn="ctr">
            <a:noFill/>
            <a:prstDash val="solid"/>
            <a:miter lim="800000"/>
          </a:ln>
          <a:effectLst>
            <a:outerShdw blurRad="139700" dist="38100" dir="5400000" sx="90000" sy="-19000" rotWithShape="0">
              <a:sysClr val="windowText" lastClr="000000">
                <a:alpha val="10000"/>
              </a:sys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0" normalizeH="0" baseline="0" noProof="0">
              <a:ln>
                <a:noFill/>
              </a:ln>
              <a:solidFill>
                <a:srgbClr val="FEFABC"/>
              </a:solidFill>
              <a:effectLst/>
              <a:uLnTx/>
              <a:uFillTx/>
              <a:latin typeface="思源黑体旧字形 ExtraLight" panose="020B0200000000000000" pitchFamily="34" charset="-128"/>
              <a:ea typeface="思源黑体旧字形 ExtraLight" panose="020B0200000000000000" pitchFamily="34" charset="-128"/>
              <a:cs typeface="+mn-cs"/>
              <a:sym typeface="思源黑体旧字形 ExtraLight" panose="020B0200000000000000" pitchFamily="34" charset="-128"/>
            </a:endParaRPr>
          </a:p>
        </p:txBody>
      </p:sp>
      <p:sp>
        <p:nvSpPr>
          <p:cNvPr id="18" name="Freeform 13"/>
          <p:cNvSpPr>
            <a:spLocks/>
          </p:cNvSpPr>
          <p:nvPr/>
        </p:nvSpPr>
        <p:spPr bwMode="auto">
          <a:xfrm>
            <a:off x="1879675" y="2523390"/>
            <a:ext cx="275822" cy="173728"/>
          </a:xfrm>
          <a:custGeom>
            <a:avLst/>
            <a:gdLst/>
            <a:ahLst/>
            <a:cxnLst/>
            <a:rect l="l" t="t" r="r" b="b"/>
            <a:pathLst>
              <a:path w="686185" h="432198">
                <a:moveTo>
                  <a:pt x="101600" y="338535"/>
                </a:moveTo>
                <a:lnTo>
                  <a:pt x="101600" y="432198"/>
                </a:lnTo>
                <a:lnTo>
                  <a:pt x="30163" y="432198"/>
                </a:lnTo>
                <a:lnTo>
                  <a:pt x="30163" y="402036"/>
                </a:lnTo>
                <a:close/>
                <a:moveTo>
                  <a:pt x="206375" y="236935"/>
                </a:moveTo>
                <a:lnTo>
                  <a:pt x="206375" y="432198"/>
                </a:lnTo>
                <a:lnTo>
                  <a:pt x="134938" y="432198"/>
                </a:lnTo>
                <a:lnTo>
                  <a:pt x="134938" y="305198"/>
                </a:lnTo>
                <a:close/>
                <a:moveTo>
                  <a:pt x="520700" y="187723"/>
                </a:moveTo>
                <a:lnTo>
                  <a:pt x="520700" y="432198"/>
                </a:lnTo>
                <a:lnTo>
                  <a:pt x="446088" y="432198"/>
                </a:lnTo>
                <a:lnTo>
                  <a:pt x="446088" y="255986"/>
                </a:lnTo>
                <a:close/>
                <a:moveTo>
                  <a:pt x="341313" y="176610"/>
                </a:moveTo>
                <a:lnTo>
                  <a:pt x="363538" y="198835"/>
                </a:lnTo>
                <a:lnTo>
                  <a:pt x="415925" y="255985"/>
                </a:lnTo>
                <a:lnTo>
                  <a:pt x="415925" y="432198"/>
                </a:lnTo>
                <a:lnTo>
                  <a:pt x="363538" y="432198"/>
                </a:lnTo>
                <a:lnTo>
                  <a:pt x="341313" y="432198"/>
                </a:lnTo>
                <a:close/>
                <a:moveTo>
                  <a:pt x="311150" y="140098"/>
                </a:moveTo>
                <a:lnTo>
                  <a:pt x="311150" y="143273"/>
                </a:lnTo>
                <a:lnTo>
                  <a:pt x="311150" y="432198"/>
                </a:lnTo>
                <a:lnTo>
                  <a:pt x="239713" y="432198"/>
                </a:lnTo>
                <a:lnTo>
                  <a:pt x="239713" y="206773"/>
                </a:lnTo>
                <a:close/>
                <a:moveTo>
                  <a:pt x="625475" y="90885"/>
                </a:moveTo>
                <a:lnTo>
                  <a:pt x="625475" y="432198"/>
                </a:lnTo>
                <a:lnTo>
                  <a:pt x="550863" y="432198"/>
                </a:lnTo>
                <a:lnTo>
                  <a:pt x="550863" y="157560"/>
                </a:lnTo>
                <a:close/>
                <a:moveTo>
                  <a:pt x="666509" y="976"/>
                </a:moveTo>
                <a:cubicBezTo>
                  <a:pt x="681486" y="-2777"/>
                  <a:pt x="688975" y="4730"/>
                  <a:pt x="685231" y="15991"/>
                </a:cubicBezTo>
                <a:cubicBezTo>
                  <a:pt x="681486" y="31005"/>
                  <a:pt x="677742" y="49774"/>
                  <a:pt x="673998" y="61034"/>
                </a:cubicBezTo>
                <a:lnTo>
                  <a:pt x="670253" y="64788"/>
                </a:lnTo>
                <a:cubicBezTo>
                  <a:pt x="666509" y="76049"/>
                  <a:pt x="659020" y="79803"/>
                  <a:pt x="651531" y="68542"/>
                </a:cubicBezTo>
                <a:cubicBezTo>
                  <a:pt x="644042" y="64788"/>
                  <a:pt x="640298" y="61034"/>
                  <a:pt x="640298" y="57281"/>
                </a:cubicBezTo>
                <a:cubicBezTo>
                  <a:pt x="640287" y="57291"/>
                  <a:pt x="638821" y="58656"/>
                  <a:pt x="430610" y="252470"/>
                </a:cubicBezTo>
                <a:cubicBezTo>
                  <a:pt x="430599" y="252458"/>
                  <a:pt x="429766" y="251578"/>
                  <a:pt x="363210" y="181151"/>
                </a:cubicBezTo>
                <a:cubicBezTo>
                  <a:pt x="363202" y="181142"/>
                  <a:pt x="362552" y="180444"/>
                  <a:pt x="310787" y="124846"/>
                </a:cubicBezTo>
                <a:cubicBezTo>
                  <a:pt x="310773" y="124860"/>
                  <a:pt x="308720" y="126761"/>
                  <a:pt x="14977" y="398861"/>
                </a:cubicBezTo>
                <a:cubicBezTo>
                  <a:pt x="14973" y="398858"/>
                  <a:pt x="14886" y="398792"/>
                  <a:pt x="13105" y="397454"/>
                </a:cubicBezTo>
                <a:lnTo>
                  <a:pt x="0" y="387600"/>
                </a:lnTo>
                <a:cubicBezTo>
                  <a:pt x="15" y="387586"/>
                  <a:pt x="2181" y="385572"/>
                  <a:pt x="310787" y="98571"/>
                </a:cubicBezTo>
                <a:cubicBezTo>
                  <a:pt x="310796" y="98580"/>
                  <a:pt x="311449" y="99281"/>
                  <a:pt x="363210" y="154875"/>
                </a:cubicBezTo>
                <a:cubicBezTo>
                  <a:pt x="363221" y="154887"/>
                  <a:pt x="364066" y="155781"/>
                  <a:pt x="430610" y="226194"/>
                </a:cubicBezTo>
                <a:cubicBezTo>
                  <a:pt x="430620" y="226185"/>
                  <a:pt x="432012" y="224897"/>
                  <a:pt x="625320" y="46020"/>
                </a:cubicBezTo>
                <a:cubicBezTo>
                  <a:pt x="621576" y="42266"/>
                  <a:pt x="621576" y="38513"/>
                  <a:pt x="617831" y="34759"/>
                </a:cubicBezTo>
                <a:lnTo>
                  <a:pt x="614087" y="31005"/>
                </a:lnTo>
                <a:cubicBezTo>
                  <a:pt x="606598" y="23498"/>
                  <a:pt x="610342" y="15991"/>
                  <a:pt x="621576" y="12237"/>
                </a:cubicBezTo>
                <a:cubicBezTo>
                  <a:pt x="636553" y="8484"/>
                  <a:pt x="655275" y="4730"/>
                  <a:pt x="666509" y="976"/>
                </a:cubicBezTo>
                <a:close/>
              </a:path>
            </a:pathLst>
          </a:custGeom>
          <a:solidFill>
            <a:schemeClr val="accent3">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思源黑体旧字形 ExtraLight" panose="020B0200000000000000" pitchFamily="34" charset="-128"/>
              <a:ea typeface="思源黑体旧字形 ExtraLight" panose="020B0200000000000000" pitchFamily="34" charset="-128"/>
              <a:cs typeface="+mn-cs"/>
              <a:sym typeface="思源黑体旧字形 ExtraLight" panose="020B0200000000000000" pitchFamily="34" charset="-128"/>
            </a:endParaRPr>
          </a:p>
        </p:txBody>
      </p:sp>
      <p:sp>
        <p:nvSpPr>
          <p:cNvPr id="19" name="Freeform 20"/>
          <p:cNvSpPr>
            <a:spLocks/>
          </p:cNvSpPr>
          <p:nvPr/>
        </p:nvSpPr>
        <p:spPr bwMode="auto">
          <a:xfrm>
            <a:off x="1930235" y="1503589"/>
            <a:ext cx="198801" cy="233226"/>
          </a:xfrm>
          <a:custGeom>
            <a:avLst/>
            <a:gdLst/>
            <a:ahLst/>
            <a:cxnLst/>
            <a:rect l="l" t="t" r="r" b="b"/>
            <a:pathLst>
              <a:path w="422194" h="495300">
                <a:moveTo>
                  <a:pt x="221309" y="211137"/>
                </a:moveTo>
                <a:cubicBezTo>
                  <a:pt x="228811" y="211137"/>
                  <a:pt x="236313" y="218615"/>
                  <a:pt x="236313" y="226093"/>
                </a:cubicBezTo>
                <a:cubicBezTo>
                  <a:pt x="236313" y="229832"/>
                  <a:pt x="236313" y="233571"/>
                  <a:pt x="232562" y="237310"/>
                </a:cubicBezTo>
                <a:cubicBezTo>
                  <a:pt x="232562" y="237310"/>
                  <a:pt x="232562" y="237310"/>
                  <a:pt x="243815" y="349480"/>
                </a:cubicBezTo>
                <a:cubicBezTo>
                  <a:pt x="243815" y="349480"/>
                  <a:pt x="243815" y="349480"/>
                  <a:pt x="221309" y="409304"/>
                </a:cubicBezTo>
                <a:cubicBezTo>
                  <a:pt x="221309" y="409304"/>
                  <a:pt x="221309" y="409304"/>
                  <a:pt x="262570" y="304612"/>
                </a:cubicBezTo>
                <a:cubicBezTo>
                  <a:pt x="262570" y="304612"/>
                  <a:pt x="262570" y="304612"/>
                  <a:pt x="300080" y="214876"/>
                </a:cubicBezTo>
                <a:cubicBezTo>
                  <a:pt x="300080" y="214876"/>
                  <a:pt x="300080" y="214876"/>
                  <a:pt x="333838" y="214876"/>
                </a:cubicBezTo>
                <a:cubicBezTo>
                  <a:pt x="352593" y="218615"/>
                  <a:pt x="390103" y="226093"/>
                  <a:pt x="408858" y="270961"/>
                </a:cubicBezTo>
                <a:cubicBezTo>
                  <a:pt x="423862" y="297134"/>
                  <a:pt x="423862" y="409304"/>
                  <a:pt x="420111" y="495300"/>
                </a:cubicBezTo>
                <a:cubicBezTo>
                  <a:pt x="420111" y="495300"/>
                  <a:pt x="420111" y="495300"/>
                  <a:pt x="352593" y="495300"/>
                </a:cubicBezTo>
                <a:cubicBezTo>
                  <a:pt x="352593" y="495300"/>
                  <a:pt x="352593" y="495300"/>
                  <a:pt x="348842" y="330785"/>
                </a:cubicBezTo>
                <a:cubicBezTo>
                  <a:pt x="348842" y="330785"/>
                  <a:pt x="348842" y="329850"/>
                  <a:pt x="347436" y="329383"/>
                </a:cubicBezTo>
                <a:lnTo>
                  <a:pt x="337589" y="330785"/>
                </a:lnTo>
                <a:lnTo>
                  <a:pt x="333838" y="327046"/>
                </a:lnTo>
                <a:cubicBezTo>
                  <a:pt x="333838" y="327046"/>
                  <a:pt x="333838" y="327046"/>
                  <a:pt x="337589" y="495300"/>
                </a:cubicBezTo>
                <a:cubicBezTo>
                  <a:pt x="337589" y="495300"/>
                  <a:pt x="337589" y="495300"/>
                  <a:pt x="213807" y="495300"/>
                </a:cubicBezTo>
                <a:cubicBezTo>
                  <a:pt x="213807" y="495300"/>
                  <a:pt x="213807" y="495300"/>
                  <a:pt x="86273" y="495300"/>
                </a:cubicBezTo>
                <a:cubicBezTo>
                  <a:pt x="86273" y="495300"/>
                  <a:pt x="86273" y="495300"/>
                  <a:pt x="86273" y="330785"/>
                </a:cubicBezTo>
                <a:cubicBezTo>
                  <a:pt x="75050" y="327056"/>
                  <a:pt x="75020" y="330765"/>
                  <a:pt x="75020" y="330785"/>
                </a:cubicBezTo>
                <a:cubicBezTo>
                  <a:pt x="75020" y="330785"/>
                  <a:pt x="75020" y="330785"/>
                  <a:pt x="71269" y="495300"/>
                </a:cubicBezTo>
                <a:cubicBezTo>
                  <a:pt x="71269" y="495300"/>
                  <a:pt x="71269" y="495300"/>
                  <a:pt x="0" y="495300"/>
                </a:cubicBezTo>
                <a:cubicBezTo>
                  <a:pt x="0" y="409304"/>
                  <a:pt x="0" y="297134"/>
                  <a:pt x="11253" y="270961"/>
                </a:cubicBezTo>
                <a:cubicBezTo>
                  <a:pt x="22506" y="233571"/>
                  <a:pt x="56265" y="218615"/>
                  <a:pt x="86273" y="214876"/>
                </a:cubicBezTo>
                <a:cubicBezTo>
                  <a:pt x="86273" y="214876"/>
                  <a:pt x="86273" y="214876"/>
                  <a:pt x="142538" y="214876"/>
                </a:cubicBezTo>
                <a:cubicBezTo>
                  <a:pt x="142538" y="214876"/>
                  <a:pt x="142538" y="214876"/>
                  <a:pt x="180048" y="300873"/>
                </a:cubicBezTo>
                <a:cubicBezTo>
                  <a:pt x="180048" y="300873"/>
                  <a:pt x="180048" y="300873"/>
                  <a:pt x="195052" y="345741"/>
                </a:cubicBezTo>
                <a:cubicBezTo>
                  <a:pt x="195052" y="345741"/>
                  <a:pt x="195052" y="345741"/>
                  <a:pt x="206305" y="237310"/>
                </a:cubicBezTo>
                <a:cubicBezTo>
                  <a:pt x="206305" y="233571"/>
                  <a:pt x="202554" y="229832"/>
                  <a:pt x="202554" y="226093"/>
                </a:cubicBezTo>
                <a:cubicBezTo>
                  <a:pt x="202554" y="222354"/>
                  <a:pt x="206305" y="214876"/>
                  <a:pt x="213807" y="214876"/>
                </a:cubicBezTo>
                <a:cubicBezTo>
                  <a:pt x="213807" y="211137"/>
                  <a:pt x="217558" y="211137"/>
                  <a:pt x="221309" y="211137"/>
                </a:cubicBezTo>
                <a:close/>
                <a:moveTo>
                  <a:pt x="213438" y="0"/>
                </a:moveTo>
                <a:lnTo>
                  <a:pt x="220954" y="0"/>
                </a:lnTo>
                <a:cubicBezTo>
                  <a:pt x="269810" y="0"/>
                  <a:pt x="311150" y="41474"/>
                  <a:pt x="311150" y="90488"/>
                </a:cubicBezTo>
                <a:cubicBezTo>
                  <a:pt x="311150" y="139502"/>
                  <a:pt x="269810" y="180975"/>
                  <a:pt x="220954" y="180975"/>
                </a:cubicBezTo>
                <a:cubicBezTo>
                  <a:pt x="217196" y="180975"/>
                  <a:pt x="213438" y="180975"/>
                  <a:pt x="213438" y="177205"/>
                </a:cubicBezTo>
                <a:cubicBezTo>
                  <a:pt x="164582" y="173435"/>
                  <a:pt x="127000" y="135731"/>
                  <a:pt x="127000" y="90488"/>
                </a:cubicBezTo>
                <a:cubicBezTo>
                  <a:pt x="127000" y="41474"/>
                  <a:pt x="164582" y="3771"/>
                  <a:pt x="213438" y="0"/>
                </a:cubicBezTo>
                <a:close/>
              </a:path>
            </a:pathLst>
          </a:custGeom>
          <a:solidFill>
            <a:schemeClr val="accent5">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思源黑体旧字形 ExtraLight" panose="020B0200000000000000" pitchFamily="34" charset="-128"/>
              <a:ea typeface="思源黑体旧字形 ExtraLight" panose="020B0200000000000000" pitchFamily="34" charset="-128"/>
              <a:cs typeface="+mn-cs"/>
              <a:sym typeface="思源黑体旧字形 ExtraLight" panose="020B0200000000000000" pitchFamily="34" charset="-128"/>
            </a:endParaRPr>
          </a:p>
        </p:txBody>
      </p:sp>
      <p:sp>
        <p:nvSpPr>
          <p:cNvPr id="20" name="Freeform 22"/>
          <p:cNvSpPr>
            <a:spLocks noEditPoints="1"/>
          </p:cNvSpPr>
          <p:nvPr/>
        </p:nvSpPr>
        <p:spPr bwMode="auto">
          <a:xfrm>
            <a:off x="1931724" y="3503695"/>
            <a:ext cx="149045" cy="258424"/>
          </a:xfrm>
          <a:custGeom>
            <a:avLst/>
            <a:gdLst>
              <a:gd name="T0" fmla="*/ 45 w 105"/>
              <a:gd name="T1" fmla="*/ 139 h 182"/>
              <a:gd name="T2" fmla="*/ 45 w 105"/>
              <a:gd name="T3" fmla="*/ 96 h 182"/>
              <a:gd name="T4" fmla="*/ 14 w 105"/>
              <a:gd name="T5" fmla="*/ 79 h 182"/>
              <a:gd name="T6" fmla="*/ 4 w 105"/>
              <a:gd name="T7" fmla="*/ 51 h 182"/>
              <a:gd name="T8" fmla="*/ 15 w 105"/>
              <a:gd name="T9" fmla="*/ 23 h 182"/>
              <a:gd name="T10" fmla="*/ 45 w 105"/>
              <a:gd name="T11" fmla="*/ 10 h 182"/>
              <a:gd name="T12" fmla="*/ 45 w 105"/>
              <a:gd name="T13" fmla="*/ 0 h 182"/>
              <a:gd name="T14" fmla="*/ 60 w 105"/>
              <a:gd name="T15" fmla="*/ 0 h 182"/>
              <a:gd name="T16" fmla="*/ 60 w 105"/>
              <a:gd name="T17" fmla="*/ 10 h 182"/>
              <a:gd name="T18" fmla="*/ 87 w 105"/>
              <a:gd name="T19" fmla="*/ 21 h 182"/>
              <a:gd name="T20" fmla="*/ 100 w 105"/>
              <a:gd name="T21" fmla="*/ 45 h 182"/>
              <a:gd name="T22" fmla="*/ 73 w 105"/>
              <a:gd name="T23" fmla="*/ 49 h 182"/>
              <a:gd name="T24" fmla="*/ 60 w 105"/>
              <a:gd name="T25" fmla="*/ 32 h 182"/>
              <a:gd name="T26" fmla="*/ 60 w 105"/>
              <a:gd name="T27" fmla="*/ 72 h 182"/>
              <a:gd name="T28" fmla="*/ 95 w 105"/>
              <a:gd name="T29" fmla="*/ 89 h 182"/>
              <a:gd name="T30" fmla="*/ 105 w 105"/>
              <a:gd name="T31" fmla="*/ 116 h 182"/>
              <a:gd name="T32" fmla="*/ 93 w 105"/>
              <a:gd name="T33" fmla="*/ 147 h 182"/>
              <a:gd name="T34" fmla="*/ 60 w 105"/>
              <a:gd name="T35" fmla="*/ 163 h 182"/>
              <a:gd name="T36" fmla="*/ 60 w 105"/>
              <a:gd name="T37" fmla="*/ 182 h 182"/>
              <a:gd name="T38" fmla="*/ 45 w 105"/>
              <a:gd name="T39" fmla="*/ 182 h 182"/>
              <a:gd name="T40" fmla="*/ 45 w 105"/>
              <a:gd name="T41" fmla="*/ 163 h 182"/>
              <a:gd name="T42" fmla="*/ 14 w 105"/>
              <a:gd name="T43" fmla="*/ 150 h 182"/>
              <a:gd name="T44" fmla="*/ 0 w 105"/>
              <a:gd name="T45" fmla="*/ 119 h 182"/>
              <a:gd name="T46" fmla="*/ 28 w 105"/>
              <a:gd name="T47" fmla="*/ 116 h 182"/>
              <a:gd name="T48" fmla="*/ 34 w 105"/>
              <a:gd name="T49" fmla="*/ 130 h 182"/>
              <a:gd name="T50" fmla="*/ 45 w 105"/>
              <a:gd name="T51" fmla="*/ 139 h 182"/>
              <a:gd name="T52" fmla="*/ 45 w 105"/>
              <a:gd name="T53" fmla="*/ 32 h 182"/>
              <a:gd name="T54" fmla="*/ 35 w 105"/>
              <a:gd name="T55" fmla="*/ 39 h 182"/>
              <a:gd name="T56" fmla="*/ 31 w 105"/>
              <a:gd name="T57" fmla="*/ 50 h 182"/>
              <a:gd name="T58" fmla="*/ 34 w 105"/>
              <a:gd name="T59" fmla="*/ 60 h 182"/>
              <a:gd name="T60" fmla="*/ 45 w 105"/>
              <a:gd name="T61" fmla="*/ 67 h 182"/>
              <a:gd name="T62" fmla="*/ 45 w 105"/>
              <a:gd name="T63" fmla="*/ 32 h 182"/>
              <a:gd name="T64" fmla="*/ 60 w 105"/>
              <a:gd name="T65" fmla="*/ 140 h 182"/>
              <a:gd name="T66" fmla="*/ 73 w 105"/>
              <a:gd name="T67" fmla="*/ 133 h 182"/>
              <a:gd name="T68" fmla="*/ 78 w 105"/>
              <a:gd name="T69" fmla="*/ 120 h 182"/>
              <a:gd name="T70" fmla="*/ 74 w 105"/>
              <a:gd name="T71" fmla="*/ 108 h 182"/>
              <a:gd name="T72" fmla="*/ 60 w 105"/>
              <a:gd name="T73" fmla="*/ 101 h 182"/>
              <a:gd name="T74" fmla="*/ 60 w 105"/>
              <a:gd name="T75" fmla="*/ 140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5" h="182">
                <a:moveTo>
                  <a:pt x="45" y="139"/>
                </a:moveTo>
                <a:cubicBezTo>
                  <a:pt x="45" y="96"/>
                  <a:pt x="45" y="96"/>
                  <a:pt x="45" y="96"/>
                </a:cubicBezTo>
                <a:cubicBezTo>
                  <a:pt x="31" y="92"/>
                  <a:pt x="20" y="87"/>
                  <a:pt x="14" y="79"/>
                </a:cubicBezTo>
                <a:cubicBezTo>
                  <a:pt x="7" y="71"/>
                  <a:pt x="4" y="62"/>
                  <a:pt x="4" y="51"/>
                </a:cubicBezTo>
                <a:cubicBezTo>
                  <a:pt x="4" y="40"/>
                  <a:pt x="8" y="30"/>
                  <a:pt x="15" y="23"/>
                </a:cubicBezTo>
                <a:cubicBezTo>
                  <a:pt x="22" y="15"/>
                  <a:pt x="32" y="11"/>
                  <a:pt x="45" y="10"/>
                </a:cubicBezTo>
                <a:cubicBezTo>
                  <a:pt x="45" y="0"/>
                  <a:pt x="45" y="0"/>
                  <a:pt x="45" y="0"/>
                </a:cubicBezTo>
                <a:cubicBezTo>
                  <a:pt x="60" y="0"/>
                  <a:pt x="60" y="0"/>
                  <a:pt x="60" y="0"/>
                </a:cubicBezTo>
                <a:cubicBezTo>
                  <a:pt x="60" y="10"/>
                  <a:pt x="60" y="10"/>
                  <a:pt x="60" y="10"/>
                </a:cubicBezTo>
                <a:cubicBezTo>
                  <a:pt x="72" y="11"/>
                  <a:pt x="81" y="15"/>
                  <a:pt x="87" y="21"/>
                </a:cubicBezTo>
                <a:cubicBezTo>
                  <a:pt x="94" y="27"/>
                  <a:pt x="99" y="35"/>
                  <a:pt x="100" y="45"/>
                </a:cubicBezTo>
                <a:cubicBezTo>
                  <a:pt x="73" y="49"/>
                  <a:pt x="73" y="49"/>
                  <a:pt x="73" y="49"/>
                </a:cubicBezTo>
                <a:cubicBezTo>
                  <a:pt x="71" y="41"/>
                  <a:pt x="67" y="35"/>
                  <a:pt x="60" y="32"/>
                </a:cubicBezTo>
                <a:cubicBezTo>
                  <a:pt x="60" y="72"/>
                  <a:pt x="60" y="72"/>
                  <a:pt x="60" y="72"/>
                </a:cubicBezTo>
                <a:cubicBezTo>
                  <a:pt x="77" y="76"/>
                  <a:pt x="89" y="82"/>
                  <a:pt x="95" y="89"/>
                </a:cubicBezTo>
                <a:cubicBezTo>
                  <a:pt x="102" y="96"/>
                  <a:pt x="105" y="105"/>
                  <a:pt x="105" y="116"/>
                </a:cubicBezTo>
                <a:cubicBezTo>
                  <a:pt x="105" y="128"/>
                  <a:pt x="101" y="139"/>
                  <a:pt x="93" y="147"/>
                </a:cubicBezTo>
                <a:cubicBezTo>
                  <a:pt x="85" y="156"/>
                  <a:pt x="74" y="161"/>
                  <a:pt x="60" y="163"/>
                </a:cubicBezTo>
                <a:cubicBezTo>
                  <a:pt x="60" y="182"/>
                  <a:pt x="60" y="182"/>
                  <a:pt x="60" y="182"/>
                </a:cubicBezTo>
                <a:cubicBezTo>
                  <a:pt x="45" y="182"/>
                  <a:pt x="45" y="182"/>
                  <a:pt x="45" y="182"/>
                </a:cubicBezTo>
                <a:cubicBezTo>
                  <a:pt x="45" y="163"/>
                  <a:pt x="45" y="163"/>
                  <a:pt x="45" y="163"/>
                </a:cubicBezTo>
                <a:cubicBezTo>
                  <a:pt x="32" y="162"/>
                  <a:pt x="22" y="157"/>
                  <a:pt x="14" y="150"/>
                </a:cubicBezTo>
                <a:cubicBezTo>
                  <a:pt x="7" y="143"/>
                  <a:pt x="2" y="132"/>
                  <a:pt x="0" y="119"/>
                </a:cubicBezTo>
                <a:cubicBezTo>
                  <a:pt x="28" y="116"/>
                  <a:pt x="28" y="116"/>
                  <a:pt x="28" y="116"/>
                </a:cubicBezTo>
                <a:cubicBezTo>
                  <a:pt x="29" y="122"/>
                  <a:pt x="31" y="126"/>
                  <a:pt x="34" y="130"/>
                </a:cubicBezTo>
                <a:cubicBezTo>
                  <a:pt x="37" y="134"/>
                  <a:pt x="41" y="137"/>
                  <a:pt x="45" y="139"/>
                </a:cubicBezTo>
                <a:close/>
                <a:moveTo>
                  <a:pt x="45" y="32"/>
                </a:moveTo>
                <a:cubicBezTo>
                  <a:pt x="40" y="33"/>
                  <a:pt x="37" y="36"/>
                  <a:pt x="35" y="39"/>
                </a:cubicBezTo>
                <a:cubicBezTo>
                  <a:pt x="32" y="42"/>
                  <a:pt x="31" y="46"/>
                  <a:pt x="31" y="50"/>
                </a:cubicBezTo>
                <a:cubicBezTo>
                  <a:pt x="31" y="53"/>
                  <a:pt x="32" y="57"/>
                  <a:pt x="34" y="60"/>
                </a:cubicBezTo>
                <a:cubicBezTo>
                  <a:pt x="36" y="63"/>
                  <a:pt x="40" y="65"/>
                  <a:pt x="45" y="67"/>
                </a:cubicBezTo>
                <a:lnTo>
                  <a:pt x="45" y="32"/>
                </a:lnTo>
                <a:close/>
                <a:moveTo>
                  <a:pt x="60" y="140"/>
                </a:moveTo>
                <a:cubicBezTo>
                  <a:pt x="66" y="139"/>
                  <a:pt x="70" y="137"/>
                  <a:pt x="73" y="133"/>
                </a:cubicBezTo>
                <a:cubicBezTo>
                  <a:pt x="77" y="129"/>
                  <a:pt x="78" y="125"/>
                  <a:pt x="78" y="120"/>
                </a:cubicBezTo>
                <a:cubicBezTo>
                  <a:pt x="78" y="115"/>
                  <a:pt x="77" y="111"/>
                  <a:pt x="74" y="108"/>
                </a:cubicBezTo>
                <a:cubicBezTo>
                  <a:pt x="71" y="105"/>
                  <a:pt x="67" y="102"/>
                  <a:pt x="60" y="101"/>
                </a:cubicBezTo>
                <a:lnTo>
                  <a:pt x="60" y="140"/>
                </a:lnTo>
                <a:close/>
              </a:path>
            </a:pathLst>
          </a:custGeom>
          <a:solidFill>
            <a:schemeClr val="accent6">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思源黑体旧字形 ExtraLight" panose="020B0200000000000000" pitchFamily="34" charset="-128"/>
              <a:ea typeface="思源黑体旧字形 ExtraLight" panose="020B0200000000000000" pitchFamily="34" charset="-128"/>
              <a:cs typeface="+mn-cs"/>
              <a:sym typeface="思源黑体旧字形 ExtraLight" panose="020B0200000000000000" pitchFamily="34" charset="-128"/>
            </a:endParaRPr>
          </a:p>
        </p:txBody>
      </p:sp>
      <p:sp>
        <p:nvSpPr>
          <p:cNvPr id="21" name="TextBox 28"/>
          <p:cNvSpPr txBox="1"/>
          <p:nvPr/>
        </p:nvSpPr>
        <p:spPr>
          <a:xfrm>
            <a:off x="2699792" y="1652239"/>
            <a:ext cx="2589170" cy="461665"/>
          </a:xfrm>
          <a:prstGeom prst="rect">
            <a:avLst/>
          </a:prstGeom>
          <a:noFill/>
        </p:spPr>
        <p:txBody>
          <a:bodyPr wrap="none" tIns="0" bIns="0" rtlCol="0" anchor="t">
            <a:spAutoFit/>
          </a:bodyPr>
          <a:lstStyle/>
          <a:p>
            <a:pPr>
              <a:lnSpc>
                <a:spcPct val="150000"/>
              </a:lnSpc>
            </a:pPr>
            <a:r>
              <a:rPr lang="en-US" altLang="zh-CN" sz="2000" b="1" dirty="0" smtClean="0">
                <a:solidFill>
                  <a:schemeClr val="accent5">
                    <a:lumMod val="75000"/>
                  </a:schemeClr>
                </a:solidFill>
                <a:latin typeface="思源黑体旧字形 ExtraLight" panose="020B0200000000000000" pitchFamily="34" charset="-128"/>
                <a:ea typeface="思源黑体旧字形 ExtraLight" panose="020B0200000000000000" pitchFamily="34" charset="-128"/>
                <a:cs typeface="华文黑体" pitchFamily="2" charset="-122"/>
                <a:sym typeface="思源黑体旧字形 ExtraLight" panose="020B0200000000000000" pitchFamily="34" charset="-128"/>
              </a:rPr>
              <a:t>9.3.1 PWM</a:t>
            </a:r>
            <a:r>
              <a:rPr lang="zh-CN" altLang="en-US" sz="2000" b="1" dirty="0">
                <a:solidFill>
                  <a:schemeClr val="accent5">
                    <a:lumMod val="75000"/>
                  </a:schemeClr>
                </a:solidFill>
                <a:latin typeface="思源黑体旧字形 ExtraLight" panose="020B0200000000000000" pitchFamily="34" charset="-128"/>
                <a:ea typeface="思源黑体旧字形 ExtraLight" panose="020B0200000000000000" pitchFamily="34" charset="-128"/>
                <a:cs typeface="华文黑体" pitchFamily="2" charset="-122"/>
                <a:sym typeface="思源黑体旧字形 ExtraLight" panose="020B0200000000000000" pitchFamily="34" charset="-128"/>
              </a:rPr>
              <a:t>的工作原理</a:t>
            </a:r>
          </a:p>
        </p:txBody>
      </p:sp>
      <p:sp>
        <p:nvSpPr>
          <p:cNvPr id="22" name="TextBox 29"/>
          <p:cNvSpPr txBox="1"/>
          <p:nvPr/>
        </p:nvSpPr>
        <p:spPr>
          <a:xfrm>
            <a:off x="2625627" y="2578470"/>
            <a:ext cx="5256585" cy="324641"/>
          </a:xfrm>
          <a:prstGeom prst="rect">
            <a:avLst/>
          </a:prstGeom>
          <a:noFill/>
        </p:spPr>
        <p:txBody>
          <a:bodyPr wrap="square" rtlCol="0">
            <a:spAutoFit/>
          </a:bodyPr>
          <a:lstStyle/>
          <a:p>
            <a:pPr lvl="0">
              <a:lnSpc>
                <a:spcPct val="125000"/>
              </a:lnSpc>
            </a:pPr>
            <a:r>
              <a:rPr lang="zh-CN" altLang="en-US" sz="1400" b="1" kern="0" dirty="0" smtClean="0">
                <a:latin typeface="+mn-ea"/>
                <a:sym typeface="思源黑体旧字形 ExtraLight" panose="020B0200000000000000" pitchFamily="34" charset="-128"/>
              </a:rPr>
              <a:t>  </a:t>
            </a:r>
            <a:endParaRPr kumimoji="0" lang="zh-CN" altLang="en-US" sz="1400" b="1" i="0" u="none" strike="noStrike" kern="0" cap="none" spc="0" normalizeH="0" baseline="0" noProof="0" dirty="0">
              <a:ln>
                <a:noFill/>
              </a:ln>
              <a:effectLst/>
              <a:uLnTx/>
              <a:uFillTx/>
              <a:latin typeface="+mn-ea"/>
              <a:sym typeface="思源黑体旧字形 ExtraLight" panose="020B0200000000000000" pitchFamily="34" charset="-128"/>
            </a:endParaRPr>
          </a:p>
        </p:txBody>
      </p:sp>
      <p:cxnSp>
        <p:nvCxnSpPr>
          <p:cNvPr id="23" name="直接箭头连接符 22"/>
          <p:cNvCxnSpPr/>
          <p:nvPr/>
        </p:nvCxnSpPr>
        <p:spPr>
          <a:xfrm flipV="1">
            <a:off x="2029636" y="2190418"/>
            <a:ext cx="5926740" cy="1"/>
          </a:xfrm>
          <a:prstGeom prst="straightConnector1">
            <a:avLst/>
          </a:prstGeom>
          <a:noFill/>
          <a:ln w="6350" cap="flat" cmpd="sng" algn="ctr">
            <a:solidFill>
              <a:sysClr val="window" lastClr="FFFFFF">
                <a:lumMod val="65000"/>
              </a:sysClr>
            </a:solidFill>
            <a:prstDash val="solid"/>
            <a:miter lim="800000"/>
            <a:headEnd type="oval" w="med" len="med"/>
            <a:tailEnd type="triangle" w="med" len="med"/>
          </a:ln>
          <a:effectLst/>
        </p:spPr>
      </p:cxnSp>
      <p:cxnSp>
        <p:nvCxnSpPr>
          <p:cNvPr id="24" name="直接箭头连接符 23"/>
          <p:cNvCxnSpPr>
            <a:stCxn id="16" idx="1"/>
          </p:cNvCxnSpPr>
          <p:nvPr/>
        </p:nvCxnSpPr>
        <p:spPr>
          <a:xfrm>
            <a:off x="2015699" y="3190424"/>
            <a:ext cx="5866513" cy="0"/>
          </a:xfrm>
          <a:prstGeom prst="straightConnector1">
            <a:avLst/>
          </a:prstGeom>
          <a:noFill/>
          <a:ln w="6350" cap="flat" cmpd="sng" algn="ctr">
            <a:solidFill>
              <a:sysClr val="window" lastClr="FFFFFF">
                <a:lumMod val="65000"/>
              </a:sysClr>
            </a:solidFill>
            <a:prstDash val="solid"/>
            <a:miter lim="800000"/>
            <a:headEnd type="oval" w="med" len="med"/>
            <a:tailEnd type="triangle" w="med" len="med"/>
          </a:ln>
          <a:effectLst/>
        </p:spPr>
      </p:cxnSp>
      <p:cxnSp>
        <p:nvCxnSpPr>
          <p:cNvPr id="25" name="直接箭头连接符 24"/>
          <p:cNvCxnSpPr>
            <a:stCxn id="17" idx="1"/>
          </p:cNvCxnSpPr>
          <p:nvPr/>
        </p:nvCxnSpPr>
        <p:spPr>
          <a:xfrm>
            <a:off x="2004360" y="4169002"/>
            <a:ext cx="5952016" cy="0"/>
          </a:xfrm>
          <a:prstGeom prst="straightConnector1">
            <a:avLst/>
          </a:prstGeom>
          <a:noFill/>
          <a:ln w="6350" cap="flat" cmpd="sng" algn="ctr">
            <a:solidFill>
              <a:sysClr val="window" lastClr="FFFFFF">
                <a:lumMod val="65000"/>
              </a:sysClr>
            </a:solidFill>
            <a:prstDash val="solid"/>
            <a:miter lim="800000"/>
            <a:headEnd type="oval" w="med" len="med"/>
            <a:tailEnd type="triangle" w="med" len="med"/>
          </a:ln>
          <a:effectLst/>
        </p:spPr>
      </p:cxnSp>
      <p:sp>
        <p:nvSpPr>
          <p:cNvPr id="26" name="TextBox 28"/>
          <p:cNvSpPr txBox="1"/>
          <p:nvPr/>
        </p:nvSpPr>
        <p:spPr>
          <a:xfrm>
            <a:off x="2718370" y="2652873"/>
            <a:ext cx="4115229" cy="389530"/>
          </a:xfrm>
          <a:prstGeom prst="rect">
            <a:avLst/>
          </a:prstGeom>
          <a:noFill/>
        </p:spPr>
        <p:txBody>
          <a:bodyPr wrap="none" tIns="0" bIns="0" rtlCol="0" anchor="t">
            <a:spAutoFit/>
          </a:bodyPr>
          <a:lstStyle/>
          <a:p>
            <a:pPr>
              <a:lnSpc>
                <a:spcPct val="150000"/>
              </a:lnSpc>
            </a:pPr>
            <a:r>
              <a:rPr lang="en-US" altLang="zh-CN" sz="2000" b="1" dirty="0">
                <a:solidFill>
                  <a:schemeClr val="accent3">
                    <a:lumMod val="75000"/>
                  </a:schemeClr>
                </a:solidFill>
                <a:latin typeface="思源黑体旧字形 ExtraLight" panose="020B0200000000000000" pitchFamily="34" charset="-128"/>
                <a:ea typeface="思源黑体旧字形 ExtraLight" panose="020B0200000000000000" pitchFamily="34" charset="-128"/>
                <a:cs typeface="华文黑体" pitchFamily="2" charset="-122"/>
                <a:sym typeface="思源黑体旧字形 ExtraLight" panose="020B0200000000000000" pitchFamily="34" charset="-128"/>
              </a:rPr>
              <a:t>9.3.2 PWM</a:t>
            </a:r>
            <a:r>
              <a:rPr lang="zh-CN" altLang="en-US" sz="2000" b="1" dirty="0">
                <a:solidFill>
                  <a:schemeClr val="accent3">
                    <a:lumMod val="75000"/>
                  </a:schemeClr>
                </a:solidFill>
                <a:latin typeface="思源黑体旧字形 ExtraLight" panose="020B0200000000000000" pitchFamily="34" charset="-128"/>
                <a:ea typeface="思源黑体旧字形 ExtraLight" panose="020B0200000000000000" pitchFamily="34" charset="-128"/>
                <a:cs typeface="华文黑体" pitchFamily="2" charset="-122"/>
                <a:sym typeface="思源黑体旧字形 ExtraLight" panose="020B0200000000000000" pitchFamily="34" charset="-128"/>
              </a:rPr>
              <a:t>标准外设库输出配置过程</a:t>
            </a:r>
          </a:p>
        </p:txBody>
      </p:sp>
      <p:sp>
        <p:nvSpPr>
          <p:cNvPr id="27" name="TextBox 28"/>
          <p:cNvSpPr txBox="1"/>
          <p:nvPr/>
        </p:nvSpPr>
        <p:spPr>
          <a:xfrm>
            <a:off x="2738072" y="3630822"/>
            <a:ext cx="3621504" cy="389530"/>
          </a:xfrm>
          <a:prstGeom prst="rect">
            <a:avLst/>
          </a:prstGeom>
          <a:noFill/>
        </p:spPr>
        <p:txBody>
          <a:bodyPr wrap="none" tIns="0" bIns="0" rtlCol="0" anchor="t">
            <a:spAutoFit/>
          </a:bodyPr>
          <a:lstStyle/>
          <a:p>
            <a:pPr>
              <a:lnSpc>
                <a:spcPct val="150000"/>
              </a:lnSpc>
            </a:pPr>
            <a:r>
              <a:rPr lang="en-US" altLang="zh-CN" sz="2000" b="1" dirty="0">
                <a:solidFill>
                  <a:schemeClr val="accent6">
                    <a:lumMod val="75000"/>
                  </a:schemeClr>
                </a:solidFill>
                <a:latin typeface="思源黑体旧字形 ExtraLight" panose="020B0200000000000000" pitchFamily="34" charset="-128"/>
                <a:ea typeface="思源黑体旧字形 ExtraLight" panose="020B0200000000000000" pitchFamily="34" charset="-128"/>
                <a:cs typeface="华文黑体" pitchFamily="2" charset="-122"/>
                <a:sym typeface="思源黑体旧字形 ExtraLight" panose="020B0200000000000000" pitchFamily="34" charset="-128"/>
              </a:rPr>
              <a:t>9.3.3 PWM</a:t>
            </a:r>
            <a:r>
              <a:rPr lang="zh-CN" altLang="en-US" sz="2000" b="1" dirty="0">
                <a:solidFill>
                  <a:schemeClr val="accent6">
                    <a:lumMod val="75000"/>
                  </a:schemeClr>
                </a:solidFill>
                <a:latin typeface="思源黑体旧字形 ExtraLight" panose="020B0200000000000000" pitchFamily="34" charset="-128"/>
                <a:ea typeface="思源黑体旧字形 ExtraLight" panose="020B0200000000000000" pitchFamily="34" charset="-128"/>
                <a:cs typeface="华文黑体" pitchFamily="2" charset="-122"/>
                <a:sym typeface="思源黑体旧字形 ExtraLight" panose="020B0200000000000000" pitchFamily="34" charset="-128"/>
              </a:rPr>
              <a:t>标准外设库应用实例</a:t>
            </a:r>
          </a:p>
        </p:txBody>
      </p:sp>
    </p:spTree>
    <p:extLst>
      <p:ext uri="{BB962C8B-B14F-4D97-AF65-F5344CB8AC3E}">
        <p14:creationId xmlns:p14="http://schemas.microsoft.com/office/powerpoint/2010/main" val="2074274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par>
                                <p:cTn id="8" presetID="22" presetClass="entr" presetSubtype="8"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wipe(left)">
                                      <p:cBhvr>
                                        <p:cTn id="10" dur="500"/>
                                        <p:tgtEl>
                                          <p:spTgt spid="24"/>
                                        </p:tgtEl>
                                      </p:cBhvr>
                                    </p:animEffect>
                                  </p:childTnLst>
                                </p:cTn>
                              </p:par>
                              <p:par>
                                <p:cTn id="11" presetID="22" presetClass="entr" presetSubtype="8"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wipe(left)">
                                      <p:cBhvr>
                                        <p:cTn id="13" dur="500"/>
                                        <p:tgtEl>
                                          <p:spTgt spid="25"/>
                                        </p:tgtEl>
                                      </p:cBhvr>
                                    </p:animEffect>
                                  </p:childTnLst>
                                </p:cTn>
                              </p:par>
                              <p:par>
                                <p:cTn id="14" presetID="2" presetClass="entr" presetSubtype="2" decel="100000" fill="hold" grpId="0" nodeType="withEffect">
                                  <p:stCondLst>
                                    <p:cond delay="0"/>
                                  </p:stCondLst>
                                  <p:childTnLst>
                                    <p:set>
                                      <p:cBhvr>
                                        <p:cTn id="15" dur="1" fill="hold">
                                          <p:stCondLst>
                                            <p:cond delay="0"/>
                                          </p:stCondLst>
                                        </p:cTn>
                                        <p:tgtEl>
                                          <p:spTgt spid="21"/>
                                        </p:tgtEl>
                                        <p:attrNameLst>
                                          <p:attrName>style.visibility</p:attrName>
                                        </p:attrNameLst>
                                      </p:cBhvr>
                                      <p:to>
                                        <p:strVal val="visible"/>
                                      </p:to>
                                    </p:set>
                                    <p:anim calcmode="lin" valueType="num">
                                      <p:cBhvr additive="base">
                                        <p:cTn id="16" dur="1000" fill="hold"/>
                                        <p:tgtEl>
                                          <p:spTgt spid="21"/>
                                        </p:tgtEl>
                                        <p:attrNameLst>
                                          <p:attrName>ppt_x</p:attrName>
                                        </p:attrNameLst>
                                      </p:cBhvr>
                                      <p:tavLst>
                                        <p:tav tm="0">
                                          <p:val>
                                            <p:strVal val="1+#ppt_w/2"/>
                                          </p:val>
                                        </p:tav>
                                        <p:tav tm="100000">
                                          <p:val>
                                            <p:strVal val="#ppt_x"/>
                                          </p:val>
                                        </p:tav>
                                      </p:tavLst>
                                    </p:anim>
                                    <p:anim calcmode="lin" valueType="num">
                                      <p:cBhvr additive="base">
                                        <p:cTn id="17" dur="1000" fill="hold"/>
                                        <p:tgtEl>
                                          <p:spTgt spid="21"/>
                                        </p:tgtEl>
                                        <p:attrNameLst>
                                          <p:attrName>ppt_y</p:attrName>
                                        </p:attrNameLst>
                                      </p:cBhvr>
                                      <p:tavLst>
                                        <p:tav tm="0">
                                          <p:val>
                                            <p:strVal val="#ppt_y"/>
                                          </p:val>
                                        </p:tav>
                                        <p:tav tm="100000">
                                          <p:val>
                                            <p:strVal val="#ppt_y"/>
                                          </p:val>
                                        </p:tav>
                                      </p:tavLst>
                                    </p:anim>
                                  </p:childTnLst>
                                </p:cTn>
                              </p:par>
                            </p:childTnLst>
                          </p:cTn>
                        </p:par>
                        <p:par>
                          <p:cTn id="18" fill="hold">
                            <p:stCondLst>
                              <p:cond delay="1000"/>
                            </p:stCondLst>
                            <p:childTnLst>
                              <p:par>
                                <p:cTn id="19" presetID="53" presetClass="entr" presetSubtype="16" fill="hold" grpId="0" nodeType="afterEffect">
                                  <p:stCondLst>
                                    <p:cond delay="0"/>
                                  </p:stCondLst>
                                  <p:childTnLst>
                                    <p:set>
                                      <p:cBhvr>
                                        <p:cTn id="20" dur="1" fill="hold">
                                          <p:stCondLst>
                                            <p:cond delay="0"/>
                                          </p:stCondLst>
                                        </p:cTn>
                                        <p:tgtEl>
                                          <p:spTgt spid="22"/>
                                        </p:tgtEl>
                                        <p:attrNameLst>
                                          <p:attrName>style.visibility</p:attrName>
                                        </p:attrNameLst>
                                      </p:cBhvr>
                                      <p:to>
                                        <p:strVal val="visible"/>
                                      </p:to>
                                    </p:set>
                                    <p:anim calcmode="lin" valueType="num">
                                      <p:cBhvr>
                                        <p:cTn id="21" dur="500" fill="hold"/>
                                        <p:tgtEl>
                                          <p:spTgt spid="22"/>
                                        </p:tgtEl>
                                        <p:attrNameLst>
                                          <p:attrName>ppt_w</p:attrName>
                                        </p:attrNameLst>
                                      </p:cBhvr>
                                      <p:tavLst>
                                        <p:tav tm="0">
                                          <p:val>
                                            <p:fltVal val="0"/>
                                          </p:val>
                                        </p:tav>
                                        <p:tav tm="100000">
                                          <p:val>
                                            <p:strVal val="#ppt_w"/>
                                          </p:val>
                                        </p:tav>
                                      </p:tavLst>
                                    </p:anim>
                                    <p:anim calcmode="lin" valueType="num">
                                      <p:cBhvr>
                                        <p:cTn id="22" dur="500" fill="hold"/>
                                        <p:tgtEl>
                                          <p:spTgt spid="22"/>
                                        </p:tgtEl>
                                        <p:attrNameLst>
                                          <p:attrName>ppt_h</p:attrName>
                                        </p:attrNameLst>
                                      </p:cBhvr>
                                      <p:tavLst>
                                        <p:tav tm="0">
                                          <p:val>
                                            <p:fltVal val="0"/>
                                          </p:val>
                                        </p:tav>
                                        <p:tav tm="100000">
                                          <p:val>
                                            <p:strVal val="#ppt_h"/>
                                          </p:val>
                                        </p:tav>
                                      </p:tavLst>
                                    </p:anim>
                                    <p:animEffect transition="in" filter="fade">
                                      <p:cBhvr>
                                        <p:cTn id="23" dur="500"/>
                                        <p:tgtEl>
                                          <p:spTgt spid="22"/>
                                        </p:tgtEl>
                                      </p:cBhvr>
                                    </p:animEffect>
                                  </p:childTnLst>
                                </p:cTn>
                              </p:par>
                              <p:par>
                                <p:cTn id="24" presetID="2" presetClass="entr" presetSubtype="2" decel="100000" fill="hold" grpId="0" nodeType="withEffect">
                                  <p:stCondLst>
                                    <p:cond delay="0"/>
                                  </p:stCondLst>
                                  <p:childTnLst>
                                    <p:set>
                                      <p:cBhvr>
                                        <p:cTn id="25" dur="1" fill="hold">
                                          <p:stCondLst>
                                            <p:cond delay="0"/>
                                          </p:stCondLst>
                                        </p:cTn>
                                        <p:tgtEl>
                                          <p:spTgt spid="26"/>
                                        </p:tgtEl>
                                        <p:attrNameLst>
                                          <p:attrName>style.visibility</p:attrName>
                                        </p:attrNameLst>
                                      </p:cBhvr>
                                      <p:to>
                                        <p:strVal val="visible"/>
                                      </p:to>
                                    </p:set>
                                    <p:anim calcmode="lin" valueType="num">
                                      <p:cBhvr additive="base">
                                        <p:cTn id="26" dur="1000" fill="hold"/>
                                        <p:tgtEl>
                                          <p:spTgt spid="26"/>
                                        </p:tgtEl>
                                        <p:attrNameLst>
                                          <p:attrName>ppt_x</p:attrName>
                                        </p:attrNameLst>
                                      </p:cBhvr>
                                      <p:tavLst>
                                        <p:tav tm="0">
                                          <p:val>
                                            <p:strVal val="1+#ppt_w/2"/>
                                          </p:val>
                                        </p:tav>
                                        <p:tav tm="100000">
                                          <p:val>
                                            <p:strVal val="#ppt_x"/>
                                          </p:val>
                                        </p:tav>
                                      </p:tavLst>
                                    </p:anim>
                                    <p:anim calcmode="lin" valueType="num">
                                      <p:cBhvr additive="base">
                                        <p:cTn id="27" dur="1000" fill="hold"/>
                                        <p:tgtEl>
                                          <p:spTgt spid="26"/>
                                        </p:tgtEl>
                                        <p:attrNameLst>
                                          <p:attrName>ppt_y</p:attrName>
                                        </p:attrNameLst>
                                      </p:cBhvr>
                                      <p:tavLst>
                                        <p:tav tm="0">
                                          <p:val>
                                            <p:strVal val="#ppt_y"/>
                                          </p:val>
                                        </p:tav>
                                        <p:tav tm="100000">
                                          <p:val>
                                            <p:strVal val="#ppt_y"/>
                                          </p:val>
                                        </p:tav>
                                      </p:tavLst>
                                    </p:anim>
                                  </p:childTnLst>
                                </p:cTn>
                              </p:par>
                              <p:par>
                                <p:cTn id="28" presetID="2" presetClass="entr" presetSubtype="2" decel="100000" fill="hold" grpId="0" nodeType="withEffect">
                                  <p:stCondLst>
                                    <p:cond delay="0"/>
                                  </p:stCondLst>
                                  <p:childTnLst>
                                    <p:set>
                                      <p:cBhvr>
                                        <p:cTn id="29" dur="1" fill="hold">
                                          <p:stCondLst>
                                            <p:cond delay="0"/>
                                          </p:stCondLst>
                                        </p:cTn>
                                        <p:tgtEl>
                                          <p:spTgt spid="27"/>
                                        </p:tgtEl>
                                        <p:attrNameLst>
                                          <p:attrName>style.visibility</p:attrName>
                                        </p:attrNameLst>
                                      </p:cBhvr>
                                      <p:to>
                                        <p:strVal val="visible"/>
                                      </p:to>
                                    </p:set>
                                    <p:anim calcmode="lin" valueType="num">
                                      <p:cBhvr additive="base">
                                        <p:cTn id="30" dur="1000" fill="hold"/>
                                        <p:tgtEl>
                                          <p:spTgt spid="27"/>
                                        </p:tgtEl>
                                        <p:attrNameLst>
                                          <p:attrName>ppt_x</p:attrName>
                                        </p:attrNameLst>
                                      </p:cBhvr>
                                      <p:tavLst>
                                        <p:tav tm="0">
                                          <p:val>
                                            <p:strVal val="1+#ppt_w/2"/>
                                          </p:val>
                                        </p:tav>
                                        <p:tav tm="100000">
                                          <p:val>
                                            <p:strVal val="#ppt_x"/>
                                          </p:val>
                                        </p:tav>
                                      </p:tavLst>
                                    </p:anim>
                                    <p:anim calcmode="lin" valueType="num">
                                      <p:cBhvr additive="base">
                                        <p:cTn id="31" dur="1000" fill="hold"/>
                                        <p:tgtEl>
                                          <p:spTgt spid="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6" grpId="0"/>
      <p:bldP spid="2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5112058"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945778" cy="461665"/>
          </a:xfrm>
          <a:prstGeom prst="rect">
            <a:avLst/>
          </a:prstGeom>
        </p:spPr>
        <p:txBody>
          <a:bodyPr wrap="none">
            <a:spAutoFit/>
          </a:bodyPr>
          <a:lstStyle/>
          <a:p>
            <a:r>
              <a:rPr lang="en-US" altLang="zh-CN" sz="2400" b="1" dirty="0">
                <a:solidFill>
                  <a:schemeClr val="bg1"/>
                </a:solidFill>
              </a:rPr>
              <a:t>9.3.1 STM32</a:t>
            </a:r>
            <a:r>
              <a:rPr lang="zh-CN" altLang="en-US" sz="2400" b="1" dirty="0">
                <a:solidFill>
                  <a:schemeClr val="bg1"/>
                </a:solidFill>
              </a:rPr>
              <a:t>定时器</a:t>
            </a:r>
            <a:r>
              <a:rPr lang="en-US" altLang="zh-CN" sz="2400" b="1" dirty="0">
                <a:solidFill>
                  <a:schemeClr val="bg1"/>
                </a:solidFill>
              </a:rPr>
              <a:t>PWM</a:t>
            </a:r>
            <a:r>
              <a:rPr lang="zh-CN" altLang="en-US" sz="2400" b="1" dirty="0">
                <a:solidFill>
                  <a:schemeClr val="bg1"/>
                </a:solidFill>
              </a:rPr>
              <a:t>的工作原理</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8" name="矩形 17"/>
          <p:cNvSpPr/>
          <p:nvPr/>
        </p:nvSpPr>
        <p:spPr>
          <a:xfrm>
            <a:off x="963081" y="1038413"/>
            <a:ext cx="7567038" cy="3563155"/>
          </a:xfrm>
          <a:prstGeom prst="rect">
            <a:avLst/>
          </a:prstGeom>
          <a:solidFill>
            <a:schemeClr val="bg1"/>
          </a:solidFill>
        </p:spPr>
        <p:txBody>
          <a:bodyPr wrap="square">
            <a:spAutoFit/>
          </a:bodyPr>
          <a:lstStyle/>
          <a:p>
            <a:pPr marL="285750" indent="-285750">
              <a:lnSpc>
                <a:spcPct val="125000"/>
              </a:lnSpc>
              <a:spcBef>
                <a:spcPts val="600"/>
              </a:spcBef>
              <a:buBlip>
                <a:blip r:embed="rId2"/>
              </a:buBlip>
            </a:pPr>
            <a:r>
              <a:rPr lang="en-US" altLang="zh-CN" b="1" dirty="0" smtClean="0"/>
              <a:t>STM32</a:t>
            </a:r>
            <a:r>
              <a:rPr lang="zh-CN" altLang="en-US" b="1" dirty="0"/>
              <a:t>的定时器</a:t>
            </a:r>
            <a:r>
              <a:rPr lang="zh-CN" altLang="en-US" b="1" dirty="0">
                <a:solidFill>
                  <a:srgbClr val="C00000"/>
                </a:solidFill>
              </a:rPr>
              <a:t>除了</a:t>
            </a:r>
            <a:r>
              <a:rPr lang="en-US" altLang="zh-CN" b="1" dirty="0">
                <a:solidFill>
                  <a:srgbClr val="C00000"/>
                </a:solidFill>
              </a:rPr>
              <a:t>TIM6</a:t>
            </a:r>
            <a:r>
              <a:rPr lang="zh-CN" altLang="en-US" b="1" dirty="0">
                <a:solidFill>
                  <a:srgbClr val="C00000"/>
                </a:solidFill>
              </a:rPr>
              <a:t>和</a:t>
            </a:r>
            <a:r>
              <a:rPr lang="en-US" altLang="zh-CN" b="1" dirty="0">
                <a:solidFill>
                  <a:srgbClr val="C00000"/>
                </a:solidFill>
              </a:rPr>
              <a:t>TIM7</a:t>
            </a:r>
            <a:r>
              <a:rPr lang="zh-CN" altLang="en-US" b="1" dirty="0"/>
              <a:t>，其他定时器都可以用来产生</a:t>
            </a:r>
            <a:r>
              <a:rPr lang="en-US" altLang="zh-CN" b="1" dirty="0"/>
              <a:t>PWM</a:t>
            </a:r>
            <a:r>
              <a:rPr lang="zh-CN" altLang="en-US" b="1" dirty="0" smtClean="0"/>
              <a:t>输出；</a:t>
            </a:r>
            <a:endParaRPr lang="en-US" altLang="zh-CN" b="1" dirty="0" smtClean="0"/>
          </a:p>
          <a:p>
            <a:pPr marL="285750" indent="-285750">
              <a:lnSpc>
                <a:spcPct val="125000"/>
              </a:lnSpc>
              <a:spcBef>
                <a:spcPts val="600"/>
              </a:spcBef>
              <a:buBlip>
                <a:blip r:embed="rId2"/>
              </a:buBlip>
            </a:pPr>
            <a:r>
              <a:rPr lang="zh-CN" altLang="en-US" b="1" dirty="0" smtClean="0"/>
              <a:t>高级</a:t>
            </a:r>
            <a:r>
              <a:rPr lang="zh-CN" altLang="en-US" b="1" dirty="0"/>
              <a:t>定时器</a:t>
            </a:r>
            <a:r>
              <a:rPr lang="en-US" altLang="zh-CN" b="1" dirty="0">
                <a:solidFill>
                  <a:srgbClr val="C00000"/>
                </a:solidFill>
              </a:rPr>
              <a:t>TIM1</a:t>
            </a:r>
            <a:r>
              <a:rPr lang="zh-CN" altLang="en-US" b="1" dirty="0">
                <a:solidFill>
                  <a:srgbClr val="C00000"/>
                </a:solidFill>
              </a:rPr>
              <a:t>和</a:t>
            </a:r>
            <a:r>
              <a:rPr lang="en-US" altLang="zh-CN" b="1" dirty="0">
                <a:solidFill>
                  <a:srgbClr val="C00000"/>
                </a:solidFill>
              </a:rPr>
              <a:t>TIM8</a:t>
            </a:r>
            <a:r>
              <a:rPr lang="zh-CN" altLang="en-US" b="1" dirty="0"/>
              <a:t>可以同时产生多达</a:t>
            </a:r>
            <a:r>
              <a:rPr lang="en-US" altLang="zh-CN" b="1" dirty="0">
                <a:solidFill>
                  <a:srgbClr val="C00000"/>
                </a:solidFill>
              </a:rPr>
              <a:t>7</a:t>
            </a:r>
            <a:r>
              <a:rPr lang="zh-CN" altLang="en-US" b="1" dirty="0"/>
              <a:t>路的</a:t>
            </a:r>
            <a:r>
              <a:rPr lang="en-US" altLang="zh-CN" b="1" dirty="0"/>
              <a:t>PWM</a:t>
            </a:r>
            <a:r>
              <a:rPr lang="zh-CN" altLang="en-US" b="1" dirty="0" smtClean="0"/>
              <a:t>输出；</a:t>
            </a:r>
            <a:endParaRPr lang="en-US" altLang="zh-CN" b="1" dirty="0" smtClean="0"/>
          </a:p>
          <a:p>
            <a:pPr marL="285750" indent="-285750">
              <a:lnSpc>
                <a:spcPct val="125000"/>
              </a:lnSpc>
              <a:spcBef>
                <a:spcPts val="600"/>
              </a:spcBef>
              <a:buBlip>
                <a:blip r:embed="rId2"/>
              </a:buBlip>
            </a:pPr>
            <a:r>
              <a:rPr lang="zh-CN" altLang="en-US" b="1" dirty="0" smtClean="0">
                <a:solidFill>
                  <a:srgbClr val="C00000"/>
                </a:solidFill>
              </a:rPr>
              <a:t>通用定时器</a:t>
            </a:r>
            <a:r>
              <a:rPr lang="zh-CN" altLang="en-US" b="1" dirty="0" smtClean="0"/>
              <a:t>能</a:t>
            </a:r>
            <a:r>
              <a:rPr lang="zh-CN" altLang="en-US" b="1" dirty="0"/>
              <a:t>同时产生多达</a:t>
            </a:r>
            <a:r>
              <a:rPr lang="en-US" altLang="zh-CN" b="1" dirty="0">
                <a:solidFill>
                  <a:srgbClr val="C00000"/>
                </a:solidFill>
              </a:rPr>
              <a:t>4</a:t>
            </a:r>
            <a:r>
              <a:rPr lang="zh-CN" altLang="en-US" b="1" dirty="0"/>
              <a:t>路的</a:t>
            </a:r>
            <a:r>
              <a:rPr lang="en-US" altLang="zh-CN" b="1" dirty="0"/>
              <a:t>PWM</a:t>
            </a:r>
            <a:r>
              <a:rPr lang="zh-CN" altLang="en-US" b="1" dirty="0" smtClean="0"/>
              <a:t>输出；</a:t>
            </a:r>
            <a:endParaRPr lang="zh-CN" altLang="en-US" b="1" dirty="0"/>
          </a:p>
          <a:p>
            <a:pPr marL="285750" indent="-285750">
              <a:lnSpc>
                <a:spcPct val="125000"/>
              </a:lnSpc>
              <a:spcBef>
                <a:spcPts val="600"/>
              </a:spcBef>
              <a:buBlip>
                <a:blip r:embed="rId2"/>
              </a:buBlip>
            </a:pPr>
            <a:r>
              <a:rPr lang="en-US" altLang="zh-CN" b="1" dirty="0"/>
              <a:t>STM32</a:t>
            </a:r>
            <a:r>
              <a:rPr lang="zh-CN" altLang="en-US" b="1" dirty="0"/>
              <a:t>中每个定时器有</a:t>
            </a:r>
            <a:r>
              <a:rPr lang="en-US" altLang="zh-CN" b="1" dirty="0">
                <a:solidFill>
                  <a:srgbClr val="C00000"/>
                </a:solidFill>
              </a:rPr>
              <a:t>4</a:t>
            </a:r>
            <a:r>
              <a:rPr lang="zh-CN" altLang="en-US" b="1" dirty="0"/>
              <a:t>个输入通道：</a:t>
            </a:r>
            <a:r>
              <a:rPr lang="en-US" altLang="zh-CN" b="1" dirty="0" smtClean="0"/>
              <a:t>TIMx_CH1~TIMx_CH4</a:t>
            </a:r>
            <a:r>
              <a:rPr lang="zh-CN" altLang="en-US" b="1" dirty="0" smtClean="0"/>
              <a:t>；</a:t>
            </a:r>
            <a:endParaRPr lang="en-US" altLang="zh-CN" b="1" dirty="0" smtClean="0"/>
          </a:p>
          <a:p>
            <a:pPr marL="285750" indent="-285750">
              <a:lnSpc>
                <a:spcPct val="125000"/>
              </a:lnSpc>
              <a:spcBef>
                <a:spcPts val="600"/>
              </a:spcBef>
              <a:buBlip>
                <a:blip r:embed="rId2"/>
              </a:buBlip>
            </a:pPr>
            <a:r>
              <a:rPr lang="zh-CN" altLang="en-US" b="1" dirty="0" smtClean="0"/>
              <a:t>每个</a:t>
            </a:r>
            <a:r>
              <a:rPr lang="zh-CN" altLang="en-US" b="1" dirty="0"/>
              <a:t>通道对应</a:t>
            </a:r>
            <a:r>
              <a:rPr lang="en-US" altLang="zh-CN" b="1" dirty="0"/>
              <a:t>1</a:t>
            </a:r>
            <a:r>
              <a:rPr lang="zh-CN" altLang="en-US" b="1" dirty="0"/>
              <a:t>个捕获</a:t>
            </a:r>
            <a:r>
              <a:rPr lang="en-US" altLang="zh-CN" b="1" dirty="0"/>
              <a:t>/</a:t>
            </a:r>
            <a:r>
              <a:rPr lang="zh-CN" altLang="en-US" b="1" dirty="0"/>
              <a:t>比较寄存器</a:t>
            </a:r>
            <a:r>
              <a:rPr lang="en-US" altLang="zh-CN" b="1" dirty="0" err="1"/>
              <a:t>TIMx_CRRx</a:t>
            </a:r>
            <a:r>
              <a:rPr lang="zh-CN" altLang="en-US" b="1" dirty="0"/>
              <a:t>，将寄存器值和计数器值相</a:t>
            </a:r>
            <a:r>
              <a:rPr lang="zh-CN" altLang="en-US" b="1" dirty="0">
                <a:solidFill>
                  <a:srgbClr val="C00000"/>
                </a:solidFill>
              </a:rPr>
              <a:t>比较</a:t>
            </a:r>
            <a:r>
              <a:rPr lang="zh-CN" altLang="en-US" b="1" dirty="0"/>
              <a:t>，通过比较结果输出高低电平，从而得到</a:t>
            </a:r>
            <a:r>
              <a:rPr lang="en-US" altLang="zh-CN" b="1" dirty="0"/>
              <a:t>PWM</a:t>
            </a:r>
            <a:r>
              <a:rPr lang="zh-CN" altLang="en-US" b="1" dirty="0" smtClean="0"/>
              <a:t>信号；</a:t>
            </a:r>
            <a:endParaRPr lang="en-US" altLang="zh-CN" b="1" dirty="0" smtClean="0"/>
          </a:p>
          <a:p>
            <a:pPr marL="285750" indent="-285750">
              <a:lnSpc>
                <a:spcPct val="125000"/>
              </a:lnSpc>
              <a:spcBef>
                <a:spcPts val="600"/>
              </a:spcBef>
              <a:buBlip>
                <a:blip r:embed="rId2"/>
              </a:buBlip>
            </a:pPr>
            <a:r>
              <a:rPr lang="zh-CN" altLang="en-US" b="1" dirty="0" smtClean="0"/>
              <a:t>脉冲宽度调制模式可以</a:t>
            </a:r>
            <a:r>
              <a:rPr lang="zh-CN" altLang="en-US" b="1" dirty="0"/>
              <a:t>产生一个由</a:t>
            </a:r>
            <a:r>
              <a:rPr lang="en-US" altLang="zh-CN" b="1" dirty="0" err="1"/>
              <a:t>TIMx_ARR</a:t>
            </a:r>
            <a:r>
              <a:rPr lang="zh-CN" altLang="en-US" b="1" dirty="0"/>
              <a:t>寄存器确定</a:t>
            </a:r>
            <a:r>
              <a:rPr lang="zh-CN" altLang="en-US" b="1" dirty="0">
                <a:solidFill>
                  <a:srgbClr val="C00000"/>
                </a:solidFill>
              </a:rPr>
              <a:t>频率</a:t>
            </a:r>
            <a:r>
              <a:rPr lang="zh-CN" altLang="en-US" b="1" dirty="0"/>
              <a:t>、由</a:t>
            </a:r>
            <a:r>
              <a:rPr lang="en-US" altLang="zh-CN" b="1" dirty="0" err="1"/>
              <a:t>TIMx_CCRx</a:t>
            </a:r>
            <a:r>
              <a:rPr lang="zh-CN" altLang="en-US" b="1" dirty="0"/>
              <a:t>寄存器确定</a:t>
            </a:r>
            <a:r>
              <a:rPr lang="zh-CN" altLang="en-US" b="1" dirty="0">
                <a:solidFill>
                  <a:srgbClr val="C00000"/>
                </a:solidFill>
              </a:rPr>
              <a:t>占空比</a:t>
            </a:r>
            <a:r>
              <a:rPr lang="zh-CN" altLang="en-US" b="1" dirty="0"/>
              <a:t>的信号</a:t>
            </a:r>
            <a:r>
              <a:rPr lang="zh-CN" altLang="en-US" b="1" dirty="0" smtClean="0"/>
              <a:t>。</a:t>
            </a:r>
            <a:endParaRPr lang="zh-CN" altLang="en-US" b="1" dirty="0"/>
          </a:p>
        </p:txBody>
      </p:sp>
    </p:spTree>
    <p:extLst>
      <p:ext uri="{BB962C8B-B14F-4D97-AF65-F5344CB8AC3E}">
        <p14:creationId xmlns:p14="http://schemas.microsoft.com/office/powerpoint/2010/main" val="141987337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3455874"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142207" cy="461665"/>
          </a:xfrm>
          <a:prstGeom prst="rect">
            <a:avLst/>
          </a:prstGeom>
        </p:spPr>
        <p:txBody>
          <a:bodyPr wrap="none">
            <a:spAutoFit/>
          </a:bodyPr>
          <a:lstStyle/>
          <a:p>
            <a:r>
              <a:rPr lang="en-US" altLang="zh-CN" sz="2400" b="1" dirty="0">
                <a:solidFill>
                  <a:schemeClr val="bg1"/>
                </a:solidFill>
              </a:rPr>
              <a:t>9.3.1 </a:t>
            </a:r>
            <a:r>
              <a:rPr lang="en-US" altLang="zh-CN" sz="2400" b="1" dirty="0" smtClean="0">
                <a:solidFill>
                  <a:schemeClr val="bg1"/>
                </a:solidFill>
              </a:rPr>
              <a:t>PWM</a:t>
            </a:r>
            <a:r>
              <a:rPr lang="zh-CN" altLang="en-US" sz="2400" b="1" dirty="0">
                <a:solidFill>
                  <a:schemeClr val="bg1"/>
                </a:solidFill>
              </a:rPr>
              <a:t>的工作原理</a:t>
            </a:r>
            <a:endParaRPr lang="zh-CN" altLang="zh-CN" sz="2400" b="1" dirty="0">
              <a:solidFill>
                <a:schemeClr val="bg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8" name="矩形 17"/>
          <p:cNvSpPr/>
          <p:nvPr/>
        </p:nvSpPr>
        <p:spPr>
          <a:xfrm>
            <a:off x="4465328" y="1095586"/>
            <a:ext cx="4366423" cy="3708708"/>
          </a:xfrm>
          <a:prstGeom prst="rect">
            <a:avLst/>
          </a:prstGeom>
          <a:ln>
            <a:solidFill>
              <a:srgbClr val="D38583"/>
            </a:solidFill>
          </a:ln>
        </p:spPr>
        <p:style>
          <a:lnRef idx="2">
            <a:schemeClr val="accent2"/>
          </a:lnRef>
          <a:fillRef idx="1">
            <a:schemeClr val="lt1"/>
          </a:fillRef>
          <a:effectRef idx="0">
            <a:schemeClr val="accent2"/>
          </a:effectRef>
          <a:fontRef idx="minor">
            <a:schemeClr val="dk1"/>
          </a:fontRef>
        </p:style>
        <p:txBody>
          <a:bodyPr wrap="square">
            <a:spAutoFit/>
          </a:bodyPr>
          <a:lstStyle/>
          <a:p>
            <a:pPr marL="285750" indent="-285750">
              <a:lnSpc>
                <a:spcPct val="125000"/>
              </a:lnSpc>
              <a:spcBef>
                <a:spcPts val="600"/>
              </a:spcBef>
              <a:buBlip>
                <a:blip r:embed="rId3"/>
              </a:buBlip>
            </a:pPr>
            <a:r>
              <a:rPr lang="zh-CN" altLang="en-US" b="1" dirty="0"/>
              <a:t>在</a:t>
            </a:r>
            <a:r>
              <a:rPr lang="en-US" altLang="zh-CN" b="1" dirty="0"/>
              <a:t>PWM</a:t>
            </a:r>
            <a:r>
              <a:rPr lang="zh-CN" altLang="en-US" b="1" dirty="0"/>
              <a:t>的一个周期内，定时器从</a:t>
            </a:r>
            <a:r>
              <a:rPr lang="en-US" altLang="zh-CN" b="1" dirty="0"/>
              <a:t>0</a:t>
            </a:r>
            <a:r>
              <a:rPr lang="zh-CN" altLang="en-US" b="1" dirty="0"/>
              <a:t>开始向上计数，在</a:t>
            </a:r>
            <a:r>
              <a:rPr lang="en-US" altLang="zh-CN" b="1" dirty="0"/>
              <a:t>0-t1</a:t>
            </a:r>
            <a:r>
              <a:rPr lang="zh-CN" altLang="en-US" b="1" dirty="0"/>
              <a:t>时间段，定时器计数器</a:t>
            </a:r>
            <a:r>
              <a:rPr lang="en-US" altLang="zh-CN" b="1" dirty="0" err="1"/>
              <a:t>TIMx_CNT</a:t>
            </a:r>
            <a:r>
              <a:rPr lang="zh-CN" altLang="en-US" b="1" dirty="0"/>
              <a:t>值小于</a:t>
            </a:r>
            <a:r>
              <a:rPr lang="en-US" altLang="zh-CN" b="1" dirty="0" err="1"/>
              <a:t>TIMx_CCRx</a:t>
            </a:r>
            <a:r>
              <a:rPr lang="zh-CN" altLang="en-US" b="1" dirty="0"/>
              <a:t>值，输出低电平</a:t>
            </a:r>
            <a:r>
              <a:rPr lang="zh-CN" altLang="en-US" b="1" dirty="0" smtClean="0"/>
              <a:t>；</a:t>
            </a:r>
            <a:endParaRPr lang="en-US" altLang="zh-CN" b="1" dirty="0" smtClean="0"/>
          </a:p>
          <a:p>
            <a:pPr marL="285750" indent="-285750">
              <a:lnSpc>
                <a:spcPct val="125000"/>
              </a:lnSpc>
              <a:spcBef>
                <a:spcPts val="600"/>
              </a:spcBef>
              <a:buBlip>
                <a:blip r:embed="rId3"/>
              </a:buBlip>
            </a:pPr>
            <a:r>
              <a:rPr lang="zh-CN" altLang="en-US" b="1" dirty="0" smtClean="0"/>
              <a:t>在</a:t>
            </a:r>
            <a:r>
              <a:rPr lang="en-US" altLang="zh-CN" b="1" dirty="0"/>
              <a:t>t1-t2</a:t>
            </a:r>
            <a:r>
              <a:rPr lang="zh-CN" altLang="en-US" b="1" dirty="0"/>
              <a:t>时间段，定时器计数器</a:t>
            </a:r>
            <a:r>
              <a:rPr lang="en-US" altLang="zh-CN" b="1" dirty="0" err="1"/>
              <a:t>TIMx_CNT</a:t>
            </a:r>
            <a:r>
              <a:rPr lang="zh-CN" altLang="en-US" b="1" dirty="0"/>
              <a:t>值大于</a:t>
            </a:r>
            <a:r>
              <a:rPr lang="en-US" altLang="zh-CN" b="1" dirty="0" err="1"/>
              <a:t>TIMx_CCRx</a:t>
            </a:r>
            <a:r>
              <a:rPr lang="zh-CN" altLang="en-US" b="1" dirty="0"/>
              <a:t>值，输出高电平</a:t>
            </a:r>
            <a:r>
              <a:rPr lang="zh-CN" altLang="en-US" b="1" dirty="0" smtClean="0"/>
              <a:t>；</a:t>
            </a:r>
            <a:endParaRPr lang="en-US" altLang="zh-CN" b="1" dirty="0" smtClean="0"/>
          </a:p>
          <a:p>
            <a:pPr marL="285750" indent="-285750">
              <a:lnSpc>
                <a:spcPct val="125000"/>
              </a:lnSpc>
              <a:spcBef>
                <a:spcPts val="600"/>
              </a:spcBef>
              <a:buBlip>
                <a:blip r:embed="rId3"/>
              </a:buBlip>
            </a:pPr>
            <a:r>
              <a:rPr lang="zh-CN" altLang="en-US" b="1" dirty="0" smtClean="0"/>
              <a:t>当</a:t>
            </a:r>
            <a:r>
              <a:rPr lang="zh-CN" altLang="en-US" b="1" dirty="0"/>
              <a:t>定时器计数器的值</a:t>
            </a:r>
            <a:r>
              <a:rPr lang="en-US" altLang="zh-CN" b="1" dirty="0" err="1"/>
              <a:t>TIMx_CNT</a:t>
            </a:r>
            <a:r>
              <a:rPr lang="zh-CN" altLang="en-US" b="1" dirty="0"/>
              <a:t>达到</a:t>
            </a:r>
            <a:r>
              <a:rPr lang="en-US" altLang="zh-CN" b="1" dirty="0"/>
              <a:t>ARR</a:t>
            </a:r>
            <a:r>
              <a:rPr lang="zh-CN" altLang="en-US" b="1" dirty="0"/>
              <a:t>时，定时器溢出，重新从</a:t>
            </a:r>
            <a:r>
              <a:rPr lang="en-US" altLang="zh-CN" b="1" dirty="0"/>
              <a:t>0</a:t>
            </a:r>
            <a:r>
              <a:rPr lang="zh-CN" altLang="en-US" b="1" dirty="0"/>
              <a:t>开始向上计数，如此循环</a:t>
            </a:r>
            <a:r>
              <a:rPr lang="zh-CN" altLang="en-US" b="1" dirty="0" smtClean="0"/>
              <a:t>。</a:t>
            </a:r>
            <a:endParaRPr lang="en-US" altLang="zh-CN" b="1" dirty="0" smtClean="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842165157"/>
              </p:ext>
            </p:extLst>
          </p:nvPr>
        </p:nvGraphicFramePr>
        <p:xfrm>
          <a:off x="323528" y="1491630"/>
          <a:ext cx="4156273" cy="2412268"/>
        </p:xfrm>
        <a:graphic>
          <a:graphicData uri="http://schemas.openxmlformats.org/presentationml/2006/ole">
            <mc:AlternateContent xmlns:mc="http://schemas.openxmlformats.org/markup-compatibility/2006">
              <mc:Choice xmlns:v="urn:schemas-microsoft-com:vml" Requires="v">
                <p:oleObj spid="_x0000_s90201" name="Visio" r:id="rId4" imgW="2428658" imgH="1410649" progId="Visio.Drawing.11">
                  <p:embed/>
                </p:oleObj>
              </mc:Choice>
              <mc:Fallback>
                <p:oleObj name="Visio" r:id="rId4" imgW="2428658" imgH="1410649"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528" y="1491630"/>
                        <a:ext cx="4156273" cy="2412268"/>
                      </a:xfrm>
                      <a:prstGeom prst="rect">
                        <a:avLst/>
                      </a:prstGeom>
                      <a:noFill/>
                    </p:spPr>
                  </p:pic>
                </p:oleObj>
              </mc:Fallback>
            </mc:AlternateContent>
          </a:graphicData>
        </a:graphic>
      </p:graphicFrame>
    </p:spTree>
    <p:extLst>
      <p:ext uri="{BB962C8B-B14F-4D97-AF65-F5344CB8AC3E}">
        <p14:creationId xmlns:p14="http://schemas.microsoft.com/office/powerpoint/2010/main" val="170376993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514806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998484" cy="461665"/>
          </a:xfrm>
          <a:prstGeom prst="rect">
            <a:avLst/>
          </a:prstGeom>
        </p:spPr>
        <p:txBody>
          <a:bodyPr wrap="none">
            <a:spAutoFit/>
          </a:bodyPr>
          <a:lstStyle/>
          <a:p>
            <a:r>
              <a:rPr lang="en-US" altLang="zh-CN" sz="2400" b="1" dirty="0">
                <a:solidFill>
                  <a:schemeClr val="bg1"/>
                </a:solidFill>
              </a:rPr>
              <a:t>9.3.2 PWM</a:t>
            </a:r>
            <a:r>
              <a:rPr lang="zh-CN" altLang="en-US" sz="2400" b="1" dirty="0">
                <a:solidFill>
                  <a:schemeClr val="bg1"/>
                </a:solidFill>
              </a:rPr>
              <a:t>标准外设库输出配置过程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图示 2"/>
          <p:cNvGraphicFramePr/>
          <p:nvPr>
            <p:extLst>
              <p:ext uri="{D42A27DB-BD31-4B8C-83A1-F6EECF244321}">
                <p14:modId xmlns:p14="http://schemas.microsoft.com/office/powerpoint/2010/main" val="1507295003"/>
              </p:ext>
            </p:extLst>
          </p:nvPr>
        </p:nvGraphicFramePr>
        <p:xfrm>
          <a:off x="863080" y="1167594"/>
          <a:ext cx="8280920" cy="33843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矩形 4"/>
          <p:cNvSpPr/>
          <p:nvPr/>
        </p:nvSpPr>
        <p:spPr>
          <a:xfrm>
            <a:off x="5292080" y="1059582"/>
            <a:ext cx="3276859" cy="369332"/>
          </a:xfrm>
          <a:prstGeom prst="rect">
            <a:avLst/>
          </a:prstGeom>
        </p:spPr>
        <p:txBody>
          <a:bodyPr wrap="none">
            <a:spAutoFit/>
          </a:bodyPr>
          <a:lstStyle/>
          <a:p>
            <a:r>
              <a:rPr lang="en-US" altLang="zh-CN" b="1" dirty="0" err="1">
                <a:solidFill>
                  <a:srgbClr val="C00000"/>
                </a:solidFill>
              </a:rPr>
              <a:t>PWM</a:t>
            </a:r>
            <a:r>
              <a:rPr lang="zh-CN" altLang="en-US" b="1" dirty="0">
                <a:solidFill>
                  <a:srgbClr val="C00000"/>
                </a:solidFill>
              </a:rPr>
              <a:t>标准外设库输出配置步骤</a:t>
            </a:r>
          </a:p>
        </p:txBody>
      </p:sp>
      <p:grpSp>
        <p:nvGrpSpPr>
          <p:cNvPr id="10" name="Group 61"/>
          <p:cNvGrpSpPr/>
          <p:nvPr/>
        </p:nvGrpSpPr>
        <p:grpSpPr>
          <a:xfrm>
            <a:off x="1115616" y="3507854"/>
            <a:ext cx="1221203" cy="1075561"/>
            <a:chOff x="4958468" y="3328177"/>
            <a:chExt cx="2986020" cy="2997870"/>
          </a:xfrm>
          <a:solidFill>
            <a:schemeClr val="accent5">
              <a:lumMod val="20000"/>
              <a:lumOff val="80000"/>
            </a:schemeClr>
          </a:solidFill>
        </p:grpSpPr>
        <p:sp>
          <p:nvSpPr>
            <p:cNvPr id="11" name="Freeform 491"/>
            <p:cNvSpPr>
              <a:spLocks noEditPoints="1"/>
            </p:cNvSpPr>
            <p:nvPr/>
          </p:nvSpPr>
          <p:spPr bwMode="auto">
            <a:xfrm>
              <a:off x="4958468" y="3328177"/>
              <a:ext cx="2986020" cy="2997870"/>
            </a:xfrm>
            <a:custGeom>
              <a:avLst/>
              <a:gdLst>
                <a:gd name="T0" fmla="*/ 1407 w 1705"/>
                <a:gd name="T1" fmla="*/ 204 h 1712"/>
                <a:gd name="T2" fmla="*/ 1345 w 1705"/>
                <a:gd name="T3" fmla="*/ 201 h 1712"/>
                <a:gd name="T4" fmla="*/ 1229 w 1705"/>
                <a:gd name="T5" fmla="*/ 290 h 1712"/>
                <a:gd name="T6" fmla="*/ 1107 w 1705"/>
                <a:gd name="T7" fmla="*/ 310 h 1712"/>
                <a:gd name="T8" fmla="*/ 1012 w 1705"/>
                <a:gd name="T9" fmla="*/ 230 h 1712"/>
                <a:gd name="T10" fmla="*/ 986 w 1705"/>
                <a:gd name="T11" fmla="*/ 40 h 1712"/>
                <a:gd name="T12" fmla="*/ 946 w 1705"/>
                <a:gd name="T13" fmla="*/ 0 h 1712"/>
                <a:gd name="T14" fmla="*/ 777 w 1705"/>
                <a:gd name="T15" fmla="*/ 0 h 1712"/>
                <a:gd name="T16" fmla="*/ 728 w 1705"/>
                <a:gd name="T17" fmla="*/ 54 h 1712"/>
                <a:gd name="T18" fmla="*/ 702 w 1705"/>
                <a:gd name="T19" fmla="*/ 227 h 1712"/>
                <a:gd name="T20" fmla="*/ 628 w 1705"/>
                <a:gd name="T21" fmla="*/ 299 h 1712"/>
                <a:gd name="T22" fmla="*/ 537 w 1705"/>
                <a:gd name="T23" fmla="*/ 313 h 1712"/>
                <a:gd name="T24" fmla="*/ 365 w 1705"/>
                <a:gd name="T25" fmla="*/ 184 h 1712"/>
                <a:gd name="T26" fmla="*/ 312 w 1705"/>
                <a:gd name="T27" fmla="*/ 187 h 1712"/>
                <a:gd name="T28" fmla="*/ 193 w 1705"/>
                <a:gd name="T29" fmla="*/ 307 h 1712"/>
                <a:gd name="T30" fmla="*/ 193 w 1705"/>
                <a:gd name="T31" fmla="*/ 367 h 1712"/>
                <a:gd name="T32" fmla="*/ 314 w 1705"/>
                <a:gd name="T33" fmla="*/ 525 h 1712"/>
                <a:gd name="T34" fmla="*/ 304 w 1705"/>
                <a:gd name="T35" fmla="*/ 607 h 1712"/>
                <a:gd name="T36" fmla="*/ 241 w 1705"/>
                <a:gd name="T37" fmla="*/ 696 h 1712"/>
                <a:gd name="T38" fmla="*/ 46 w 1705"/>
                <a:gd name="T39" fmla="*/ 720 h 1712"/>
                <a:gd name="T40" fmla="*/ 4 w 1705"/>
                <a:gd name="T41" fmla="*/ 755 h 1712"/>
                <a:gd name="T42" fmla="*/ 0 w 1705"/>
                <a:gd name="T43" fmla="*/ 936 h 1712"/>
                <a:gd name="T44" fmla="*/ 51 w 1705"/>
                <a:gd name="T45" fmla="*/ 986 h 1712"/>
                <a:gd name="T46" fmla="*/ 217 w 1705"/>
                <a:gd name="T47" fmla="*/ 1012 h 1712"/>
                <a:gd name="T48" fmla="*/ 298 w 1705"/>
                <a:gd name="T49" fmla="*/ 1089 h 1712"/>
                <a:gd name="T50" fmla="*/ 300 w 1705"/>
                <a:gd name="T51" fmla="*/ 1189 h 1712"/>
                <a:gd name="T52" fmla="*/ 190 w 1705"/>
                <a:gd name="T53" fmla="*/ 1322 h 1712"/>
                <a:gd name="T54" fmla="*/ 194 w 1705"/>
                <a:gd name="T55" fmla="*/ 1407 h 1712"/>
                <a:gd name="T56" fmla="*/ 297 w 1705"/>
                <a:gd name="T57" fmla="*/ 1514 h 1712"/>
                <a:gd name="T58" fmla="*/ 372 w 1705"/>
                <a:gd name="T59" fmla="*/ 1515 h 1712"/>
                <a:gd name="T60" fmla="*/ 505 w 1705"/>
                <a:gd name="T61" fmla="*/ 1417 h 1712"/>
                <a:gd name="T62" fmla="*/ 623 w 1705"/>
                <a:gd name="T63" fmla="*/ 1421 h 1712"/>
                <a:gd name="T64" fmla="*/ 693 w 1705"/>
                <a:gd name="T65" fmla="*/ 1490 h 1712"/>
                <a:gd name="T66" fmla="*/ 716 w 1705"/>
                <a:gd name="T67" fmla="*/ 1655 h 1712"/>
                <a:gd name="T68" fmla="*/ 771 w 1705"/>
                <a:gd name="T69" fmla="*/ 1712 h 1712"/>
                <a:gd name="T70" fmla="*/ 922 w 1705"/>
                <a:gd name="T71" fmla="*/ 1712 h 1712"/>
                <a:gd name="T72" fmla="*/ 980 w 1705"/>
                <a:gd name="T73" fmla="*/ 1663 h 1712"/>
                <a:gd name="T74" fmla="*/ 1007 w 1705"/>
                <a:gd name="T75" fmla="*/ 1486 h 1712"/>
                <a:gd name="T76" fmla="*/ 1103 w 1705"/>
                <a:gd name="T77" fmla="*/ 1408 h 1712"/>
                <a:gd name="T78" fmla="*/ 1194 w 1705"/>
                <a:gd name="T79" fmla="*/ 1422 h 1712"/>
                <a:gd name="T80" fmla="*/ 1324 w 1705"/>
                <a:gd name="T81" fmla="*/ 1523 h 1712"/>
                <a:gd name="T82" fmla="*/ 1393 w 1705"/>
                <a:gd name="T83" fmla="*/ 1521 h 1712"/>
                <a:gd name="T84" fmla="*/ 1505 w 1705"/>
                <a:gd name="T85" fmla="*/ 1410 h 1712"/>
                <a:gd name="T86" fmla="*/ 1516 w 1705"/>
                <a:gd name="T87" fmla="*/ 1341 h 1712"/>
                <a:gd name="T88" fmla="*/ 1406 w 1705"/>
                <a:gd name="T89" fmla="*/ 1195 h 1712"/>
                <a:gd name="T90" fmla="*/ 1414 w 1705"/>
                <a:gd name="T91" fmla="*/ 1085 h 1712"/>
                <a:gd name="T92" fmla="*/ 1501 w 1705"/>
                <a:gd name="T93" fmla="*/ 1012 h 1712"/>
                <a:gd name="T94" fmla="*/ 1649 w 1705"/>
                <a:gd name="T95" fmla="*/ 995 h 1712"/>
                <a:gd name="T96" fmla="*/ 1701 w 1705"/>
                <a:gd name="T97" fmla="*/ 954 h 1712"/>
                <a:gd name="T98" fmla="*/ 1705 w 1705"/>
                <a:gd name="T99" fmla="*/ 778 h 1712"/>
                <a:gd name="T100" fmla="*/ 1662 w 1705"/>
                <a:gd name="T101" fmla="*/ 732 h 1712"/>
                <a:gd name="T102" fmla="*/ 1455 w 1705"/>
                <a:gd name="T103" fmla="*/ 692 h 1712"/>
                <a:gd name="T104" fmla="*/ 1404 w 1705"/>
                <a:gd name="T105" fmla="*/ 608 h 1712"/>
                <a:gd name="T106" fmla="*/ 1412 w 1705"/>
                <a:gd name="T107" fmla="*/ 517 h 1712"/>
                <a:gd name="T108" fmla="*/ 1504 w 1705"/>
                <a:gd name="T109" fmla="*/ 396 h 1712"/>
                <a:gd name="T110" fmla="*/ 1521 w 1705"/>
                <a:gd name="T111" fmla="*/ 332 h 1712"/>
                <a:gd name="T112" fmla="*/ 1407 w 1705"/>
                <a:gd name="T113" fmla="*/ 204 h 1712"/>
                <a:gd name="T114" fmla="*/ 996 w 1705"/>
                <a:gd name="T115" fmla="*/ 1003 h 1712"/>
                <a:gd name="T116" fmla="*/ 703 w 1705"/>
                <a:gd name="T117" fmla="*/ 1002 h 1712"/>
                <a:gd name="T118" fmla="*/ 705 w 1705"/>
                <a:gd name="T119" fmla="*/ 710 h 1712"/>
                <a:gd name="T120" fmla="*/ 997 w 1705"/>
                <a:gd name="T121" fmla="*/ 711 h 1712"/>
                <a:gd name="T122" fmla="*/ 996 w 1705"/>
                <a:gd name="T123" fmla="*/ 1003 h 1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5" h="1712">
                  <a:moveTo>
                    <a:pt x="1407" y="204"/>
                  </a:moveTo>
                  <a:cubicBezTo>
                    <a:pt x="1376" y="174"/>
                    <a:pt x="1345" y="201"/>
                    <a:pt x="1345" y="201"/>
                  </a:cubicBezTo>
                  <a:cubicBezTo>
                    <a:pt x="1345" y="201"/>
                    <a:pt x="1289" y="241"/>
                    <a:pt x="1229" y="290"/>
                  </a:cubicBezTo>
                  <a:cubicBezTo>
                    <a:pt x="1169" y="338"/>
                    <a:pt x="1107" y="310"/>
                    <a:pt x="1107" y="310"/>
                  </a:cubicBezTo>
                  <a:cubicBezTo>
                    <a:pt x="1015" y="289"/>
                    <a:pt x="1012" y="230"/>
                    <a:pt x="1012" y="230"/>
                  </a:cubicBezTo>
                  <a:cubicBezTo>
                    <a:pt x="986" y="40"/>
                    <a:pt x="986" y="40"/>
                    <a:pt x="986" y="40"/>
                  </a:cubicBezTo>
                  <a:cubicBezTo>
                    <a:pt x="980" y="1"/>
                    <a:pt x="946" y="0"/>
                    <a:pt x="946" y="0"/>
                  </a:cubicBezTo>
                  <a:cubicBezTo>
                    <a:pt x="777" y="0"/>
                    <a:pt x="777" y="0"/>
                    <a:pt x="777" y="0"/>
                  </a:cubicBezTo>
                  <a:cubicBezTo>
                    <a:pt x="730" y="2"/>
                    <a:pt x="728" y="54"/>
                    <a:pt x="728" y="54"/>
                  </a:cubicBezTo>
                  <a:cubicBezTo>
                    <a:pt x="702" y="227"/>
                    <a:pt x="702" y="227"/>
                    <a:pt x="702" y="227"/>
                  </a:cubicBezTo>
                  <a:cubicBezTo>
                    <a:pt x="696" y="258"/>
                    <a:pt x="628" y="299"/>
                    <a:pt x="628" y="299"/>
                  </a:cubicBezTo>
                  <a:cubicBezTo>
                    <a:pt x="589" y="322"/>
                    <a:pt x="537" y="313"/>
                    <a:pt x="537" y="313"/>
                  </a:cubicBezTo>
                  <a:cubicBezTo>
                    <a:pt x="365" y="184"/>
                    <a:pt x="365" y="184"/>
                    <a:pt x="365" y="184"/>
                  </a:cubicBezTo>
                  <a:cubicBezTo>
                    <a:pt x="342" y="166"/>
                    <a:pt x="312" y="187"/>
                    <a:pt x="312" y="187"/>
                  </a:cubicBezTo>
                  <a:cubicBezTo>
                    <a:pt x="193" y="307"/>
                    <a:pt x="193" y="307"/>
                    <a:pt x="193" y="307"/>
                  </a:cubicBezTo>
                  <a:cubicBezTo>
                    <a:pt x="165" y="336"/>
                    <a:pt x="193" y="367"/>
                    <a:pt x="193" y="367"/>
                  </a:cubicBezTo>
                  <a:cubicBezTo>
                    <a:pt x="199" y="374"/>
                    <a:pt x="314" y="525"/>
                    <a:pt x="314" y="525"/>
                  </a:cubicBezTo>
                  <a:cubicBezTo>
                    <a:pt x="322" y="545"/>
                    <a:pt x="304" y="607"/>
                    <a:pt x="304" y="607"/>
                  </a:cubicBezTo>
                  <a:cubicBezTo>
                    <a:pt x="292" y="669"/>
                    <a:pt x="241" y="696"/>
                    <a:pt x="241" y="696"/>
                  </a:cubicBezTo>
                  <a:cubicBezTo>
                    <a:pt x="46" y="720"/>
                    <a:pt x="46" y="720"/>
                    <a:pt x="46" y="720"/>
                  </a:cubicBezTo>
                  <a:cubicBezTo>
                    <a:pt x="16" y="720"/>
                    <a:pt x="4" y="755"/>
                    <a:pt x="4" y="755"/>
                  </a:cubicBezTo>
                  <a:cubicBezTo>
                    <a:pt x="0" y="936"/>
                    <a:pt x="0" y="936"/>
                    <a:pt x="0" y="936"/>
                  </a:cubicBezTo>
                  <a:cubicBezTo>
                    <a:pt x="2" y="977"/>
                    <a:pt x="51" y="986"/>
                    <a:pt x="51" y="986"/>
                  </a:cubicBezTo>
                  <a:cubicBezTo>
                    <a:pt x="217" y="1012"/>
                    <a:pt x="217" y="1012"/>
                    <a:pt x="217" y="1012"/>
                  </a:cubicBezTo>
                  <a:cubicBezTo>
                    <a:pt x="268" y="1014"/>
                    <a:pt x="298" y="1089"/>
                    <a:pt x="298" y="1089"/>
                  </a:cubicBezTo>
                  <a:cubicBezTo>
                    <a:pt x="321" y="1136"/>
                    <a:pt x="300" y="1189"/>
                    <a:pt x="300" y="1189"/>
                  </a:cubicBezTo>
                  <a:cubicBezTo>
                    <a:pt x="190" y="1322"/>
                    <a:pt x="190" y="1322"/>
                    <a:pt x="190" y="1322"/>
                  </a:cubicBezTo>
                  <a:cubicBezTo>
                    <a:pt x="152" y="1368"/>
                    <a:pt x="194" y="1407"/>
                    <a:pt x="194" y="1407"/>
                  </a:cubicBezTo>
                  <a:cubicBezTo>
                    <a:pt x="297" y="1514"/>
                    <a:pt x="297" y="1514"/>
                    <a:pt x="297" y="1514"/>
                  </a:cubicBezTo>
                  <a:cubicBezTo>
                    <a:pt x="335" y="1550"/>
                    <a:pt x="372" y="1515"/>
                    <a:pt x="372" y="1515"/>
                  </a:cubicBezTo>
                  <a:cubicBezTo>
                    <a:pt x="505" y="1417"/>
                    <a:pt x="505" y="1417"/>
                    <a:pt x="505" y="1417"/>
                  </a:cubicBezTo>
                  <a:cubicBezTo>
                    <a:pt x="551" y="1380"/>
                    <a:pt x="623" y="1421"/>
                    <a:pt x="623" y="1421"/>
                  </a:cubicBezTo>
                  <a:cubicBezTo>
                    <a:pt x="691" y="1446"/>
                    <a:pt x="693" y="1490"/>
                    <a:pt x="693" y="1490"/>
                  </a:cubicBezTo>
                  <a:cubicBezTo>
                    <a:pt x="716" y="1655"/>
                    <a:pt x="716" y="1655"/>
                    <a:pt x="716" y="1655"/>
                  </a:cubicBezTo>
                  <a:cubicBezTo>
                    <a:pt x="718" y="1709"/>
                    <a:pt x="771" y="1712"/>
                    <a:pt x="771" y="1712"/>
                  </a:cubicBezTo>
                  <a:cubicBezTo>
                    <a:pt x="922" y="1712"/>
                    <a:pt x="922" y="1712"/>
                    <a:pt x="922" y="1712"/>
                  </a:cubicBezTo>
                  <a:cubicBezTo>
                    <a:pt x="981" y="1703"/>
                    <a:pt x="980" y="1663"/>
                    <a:pt x="980" y="1663"/>
                  </a:cubicBezTo>
                  <a:cubicBezTo>
                    <a:pt x="1007" y="1486"/>
                    <a:pt x="1007" y="1486"/>
                    <a:pt x="1007" y="1486"/>
                  </a:cubicBezTo>
                  <a:cubicBezTo>
                    <a:pt x="1016" y="1422"/>
                    <a:pt x="1103" y="1408"/>
                    <a:pt x="1103" y="1408"/>
                  </a:cubicBezTo>
                  <a:cubicBezTo>
                    <a:pt x="1163" y="1387"/>
                    <a:pt x="1194" y="1422"/>
                    <a:pt x="1194" y="1422"/>
                  </a:cubicBezTo>
                  <a:cubicBezTo>
                    <a:pt x="1324" y="1523"/>
                    <a:pt x="1324" y="1523"/>
                    <a:pt x="1324" y="1523"/>
                  </a:cubicBezTo>
                  <a:cubicBezTo>
                    <a:pt x="1353" y="1549"/>
                    <a:pt x="1393" y="1521"/>
                    <a:pt x="1393" y="1521"/>
                  </a:cubicBezTo>
                  <a:cubicBezTo>
                    <a:pt x="1505" y="1410"/>
                    <a:pt x="1505" y="1410"/>
                    <a:pt x="1505" y="1410"/>
                  </a:cubicBezTo>
                  <a:cubicBezTo>
                    <a:pt x="1546" y="1372"/>
                    <a:pt x="1516" y="1341"/>
                    <a:pt x="1516" y="1341"/>
                  </a:cubicBezTo>
                  <a:cubicBezTo>
                    <a:pt x="1406" y="1195"/>
                    <a:pt x="1406" y="1195"/>
                    <a:pt x="1406" y="1195"/>
                  </a:cubicBezTo>
                  <a:cubicBezTo>
                    <a:pt x="1378" y="1154"/>
                    <a:pt x="1414" y="1085"/>
                    <a:pt x="1414" y="1085"/>
                  </a:cubicBezTo>
                  <a:cubicBezTo>
                    <a:pt x="1439" y="1013"/>
                    <a:pt x="1501" y="1012"/>
                    <a:pt x="1501" y="1012"/>
                  </a:cubicBezTo>
                  <a:cubicBezTo>
                    <a:pt x="1649" y="995"/>
                    <a:pt x="1649" y="995"/>
                    <a:pt x="1649" y="995"/>
                  </a:cubicBezTo>
                  <a:cubicBezTo>
                    <a:pt x="1688" y="998"/>
                    <a:pt x="1701" y="954"/>
                    <a:pt x="1701" y="954"/>
                  </a:cubicBezTo>
                  <a:cubicBezTo>
                    <a:pt x="1705" y="778"/>
                    <a:pt x="1705" y="778"/>
                    <a:pt x="1705" y="778"/>
                  </a:cubicBezTo>
                  <a:cubicBezTo>
                    <a:pt x="1700" y="733"/>
                    <a:pt x="1662" y="732"/>
                    <a:pt x="1662" y="732"/>
                  </a:cubicBezTo>
                  <a:cubicBezTo>
                    <a:pt x="1455" y="692"/>
                    <a:pt x="1455" y="692"/>
                    <a:pt x="1455" y="692"/>
                  </a:cubicBezTo>
                  <a:cubicBezTo>
                    <a:pt x="1420" y="683"/>
                    <a:pt x="1404" y="608"/>
                    <a:pt x="1404" y="608"/>
                  </a:cubicBezTo>
                  <a:cubicBezTo>
                    <a:pt x="1384" y="551"/>
                    <a:pt x="1412" y="517"/>
                    <a:pt x="1412" y="517"/>
                  </a:cubicBezTo>
                  <a:cubicBezTo>
                    <a:pt x="1504" y="396"/>
                    <a:pt x="1504" y="396"/>
                    <a:pt x="1504" y="396"/>
                  </a:cubicBezTo>
                  <a:cubicBezTo>
                    <a:pt x="1544" y="354"/>
                    <a:pt x="1521" y="332"/>
                    <a:pt x="1521" y="332"/>
                  </a:cubicBezTo>
                  <a:cubicBezTo>
                    <a:pt x="1521" y="332"/>
                    <a:pt x="1438" y="234"/>
                    <a:pt x="1407" y="204"/>
                  </a:cubicBezTo>
                  <a:close/>
                  <a:moveTo>
                    <a:pt x="996" y="1003"/>
                  </a:moveTo>
                  <a:cubicBezTo>
                    <a:pt x="915" y="1084"/>
                    <a:pt x="784" y="1083"/>
                    <a:pt x="703" y="1002"/>
                  </a:cubicBezTo>
                  <a:cubicBezTo>
                    <a:pt x="623" y="921"/>
                    <a:pt x="624" y="790"/>
                    <a:pt x="705" y="710"/>
                  </a:cubicBezTo>
                  <a:cubicBezTo>
                    <a:pt x="786" y="629"/>
                    <a:pt x="917" y="630"/>
                    <a:pt x="997" y="711"/>
                  </a:cubicBezTo>
                  <a:cubicBezTo>
                    <a:pt x="1077" y="792"/>
                    <a:pt x="1077" y="923"/>
                    <a:pt x="996" y="1003"/>
                  </a:cubicBezTo>
                  <a:close/>
                </a:path>
              </a:pathLst>
            </a:custGeom>
            <a:grpFill/>
            <a:ln>
              <a:noFill/>
            </a:ln>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Freeform 495"/>
            <p:cNvSpPr>
              <a:spLocks/>
            </p:cNvSpPr>
            <p:nvPr/>
          </p:nvSpPr>
          <p:spPr bwMode="auto">
            <a:xfrm>
              <a:off x="5791621" y="5558806"/>
              <a:ext cx="124417" cy="14071"/>
            </a:xfrm>
            <a:custGeom>
              <a:avLst/>
              <a:gdLst>
                <a:gd name="T0" fmla="*/ 68 w 71"/>
                <a:gd name="T1" fmla="*/ 0 h 8"/>
                <a:gd name="T2" fmla="*/ 2 w 71"/>
                <a:gd name="T3" fmla="*/ 0 h 8"/>
                <a:gd name="T4" fmla="*/ 0 w 71"/>
                <a:gd name="T5" fmla="*/ 4 h 8"/>
                <a:gd name="T6" fmla="*/ 4 w 71"/>
                <a:gd name="T7" fmla="*/ 7 h 8"/>
                <a:gd name="T8" fmla="*/ 8 w 71"/>
                <a:gd name="T9" fmla="*/ 7 h 8"/>
                <a:gd name="T10" fmla="*/ 8 w 71"/>
                <a:gd name="T11" fmla="*/ 7 h 8"/>
                <a:gd name="T12" fmla="*/ 62 w 71"/>
                <a:gd name="T13" fmla="*/ 7 h 8"/>
                <a:gd name="T14" fmla="*/ 68 w 71"/>
                <a:gd name="T15" fmla="*/ 7 h 8"/>
                <a:gd name="T16" fmla="*/ 71 w 71"/>
                <a:gd name="T17" fmla="*/ 4 h 8"/>
                <a:gd name="T18" fmla="*/ 68 w 71"/>
                <a:gd name="T19"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 h="8">
                  <a:moveTo>
                    <a:pt x="68" y="0"/>
                  </a:moveTo>
                  <a:cubicBezTo>
                    <a:pt x="2" y="0"/>
                    <a:pt x="2" y="0"/>
                    <a:pt x="2" y="0"/>
                  </a:cubicBezTo>
                  <a:cubicBezTo>
                    <a:pt x="2" y="0"/>
                    <a:pt x="0" y="0"/>
                    <a:pt x="0" y="4"/>
                  </a:cubicBezTo>
                  <a:cubicBezTo>
                    <a:pt x="0" y="8"/>
                    <a:pt x="4" y="7"/>
                    <a:pt x="4" y="7"/>
                  </a:cubicBezTo>
                  <a:cubicBezTo>
                    <a:pt x="8" y="7"/>
                    <a:pt x="8" y="7"/>
                    <a:pt x="8" y="7"/>
                  </a:cubicBezTo>
                  <a:cubicBezTo>
                    <a:pt x="8" y="7"/>
                    <a:pt x="8" y="7"/>
                    <a:pt x="8" y="7"/>
                  </a:cubicBezTo>
                  <a:cubicBezTo>
                    <a:pt x="62" y="7"/>
                    <a:pt x="62" y="7"/>
                    <a:pt x="62" y="7"/>
                  </a:cubicBezTo>
                  <a:cubicBezTo>
                    <a:pt x="68" y="7"/>
                    <a:pt x="68" y="7"/>
                    <a:pt x="68" y="7"/>
                  </a:cubicBezTo>
                  <a:cubicBezTo>
                    <a:pt x="68" y="7"/>
                    <a:pt x="71" y="6"/>
                    <a:pt x="71" y="4"/>
                  </a:cubicBezTo>
                  <a:cubicBezTo>
                    <a:pt x="71" y="1"/>
                    <a:pt x="68" y="0"/>
                    <a:pt x="6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Freeform 496"/>
            <p:cNvSpPr>
              <a:spLocks/>
            </p:cNvSpPr>
            <p:nvPr/>
          </p:nvSpPr>
          <p:spPr bwMode="auto">
            <a:xfrm>
              <a:off x="5784956" y="5539550"/>
              <a:ext cx="136267" cy="14071"/>
            </a:xfrm>
            <a:custGeom>
              <a:avLst/>
              <a:gdLst>
                <a:gd name="T0" fmla="*/ 75 w 78"/>
                <a:gd name="T1" fmla="*/ 0 h 8"/>
                <a:gd name="T2" fmla="*/ 3 w 78"/>
                <a:gd name="T3" fmla="*/ 0 h 8"/>
                <a:gd name="T4" fmla="*/ 0 w 78"/>
                <a:gd name="T5" fmla="*/ 4 h 8"/>
                <a:gd name="T6" fmla="*/ 6 w 78"/>
                <a:gd name="T7" fmla="*/ 7 h 8"/>
                <a:gd name="T8" fmla="*/ 72 w 78"/>
                <a:gd name="T9" fmla="*/ 7 h 8"/>
                <a:gd name="T10" fmla="*/ 75 w 78"/>
                <a:gd name="T11" fmla="*/ 7 h 8"/>
                <a:gd name="T12" fmla="*/ 78 w 78"/>
                <a:gd name="T13" fmla="*/ 3 h 8"/>
                <a:gd name="T14" fmla="*/ 75 w 7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8">
                  <a:moveTo>
                    <a:pt x="75" y="0"/>
                  </a:moveTo>
                  <a:cubicBezTo>
                    <a:pt x="3" y="0"/>
                    <a:pt x="3" y="0"/>
                    <a:pt x="3" y="0"/>
                  </a:cubicBezTo>
                  <a:cubicBezTo>
                    <a:pt x="3" y="0"/>
                    <a:pt x="0" y="0"/>
                    <a:pt x="0" y="4"/>
                  </a:cubicBezTo>
                  <a:cubicBezTo>
                    <a:pt x="0" y="8"/>
                    <a:pt x="6" y="7"/>
                    <a:pt x="6" y="7"/>
                  </a:cubicBezTo>
                  <a:cubicBezTo>
                    <a:pt x="72" y="7"/>
                    <a:pt x="72" y="7"/>
                    <a:pt x="72" y="7"/>
                  </a:cubicBezTo>
                  <a:cubicBezTo>
                    <a:pt x="75" y="7"/>
                    <a:pt x="75" y="7"/>
                    <a:pt x="75" y="7"/>
                  </a:cubicBezTo>
                  <a:cubicBezTo>
                    <a:pt x="75" y="7"/>
                    <a:pt x="78" y="7"/>
                    <a:pt x="78" y="3"/>
                  </a:cubicBezTo>
                  <a:cubicBezTo>
                    <a:pt x="78" y="0"/>
                    <a:pt x="75" y="0"/>
                    <a:pt x="7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497"/>
            <p:cNvSpPr>
              <a:spLocks/>
            </p:cNvSpPr>
            <p:nvPr/>
          </p:nvSpPr>
          <p:spPr bwMode="auto">
            <a:xfrm>
              <a:off x="5784956" y="5501040"/>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498"/>
            <p:cNvSpPr>
              <a:spLocks/>
            </p:cNvSpPr>
            <p:nvPr/>
          </p:nvSpPr>
          <p:spPr bwMode="auto">
            <a:xfrm>
              <a:off x="5784956" y="5520295"/>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Freeform 499"/>
            <p:cNvSpPr>
              <a:spLocks noEditPoints="1"/>
            </p:cNvSpPr>
            <p:nvPr/>
          </p:nvSpPr>
          <p:spPr bwMode="auto">
            <a:xfrm>
              <a:off x="5690161" y="5090018"/>
              <a:ext cx="324374" cy="402135"/>
            </a:xfrm>
            <a:custGeom>
              <a:avLst/>
              <a:gdLst>
                <a:gd name="T0" fmla="*/ 94 w 185"/>
                <a:gd name="T1" fmla="*/ 0 h 230"/>
                <a:gd name="T2" fmla="*/ 87 w 185"/>
                <a:gd name="T3" fmla="*/ 0 h 230"/>
                <a:gd name="T4" fmla="*/ 8 w 185"/>
                <a:gd name="T5" fmla="*/ 51 h 230"/>
                <a:gd name="T6" fmla="*/ 0 w 185"/>
                <a:gd name="T7" fmla="*/ 92 h 230"/>
                <a:gd name="T8" fmla="*/ 9 w 185"/>
                <a:gd name="T9" fmla="*/ 133 h 230"/>
                <a:gd name="T10" fmla="*/ 25 w 185"/>
                <a:gd name="T11" fmla="*/ 163 h 230"/>
                <a:gd name="T12" fmla="*/ 40 w 185"/>
                <a:gd name="T13" fmla="*/ 193 h 230"/>
                <a:gd name="T14" fmla="*/ 43 w 185"/>
                <a:gd name="T15" fmla="*/ 213 h 230"/>
                <a:gd name="T16" fmla="*/ 55 w 185"/>
                <a:gd name="T17" fmla="*/ 230 h 230"/>
                <a:gd name="T18" fmla="*/ 134 w 185"/>
                <a:gd name="T19" fmla="*/ 229 h 230"/>
                <a:gd name="T20" fmla="*/ 145 w 185"/>
                <a:gd name="T21" fmla="*/ 193 h 230"/>
                <a:gd name="T22" fmla="*/ 160 w 185"/>
                <a:gd name="T23" fmla="*/ 163 h 230"/>
                <a:gd name="T24" fmla="*/ 185 w 185"/>
                <a:gd name="T25" fmla="*/ 92 h 230"/>
                <a:gd name="T26" fmla="*/ 185 w 185"/>
                <a:gd name="T27" fmla="*/ 89 h 230"/>
                <a:gd name="T28" fmla="*/ 176 w 185"/>
                <a:gd name="T29" fmla="*/ 92 h 230"/>
                <a:gd name="T30" fmla="*/ 152 w 185"/>
                <a:gd name="T31" fmla="*/ 158 h 230"/>
                <a:gd name="T32" fmla="*/ 148 w 185"/>
                <a:gd name="T33" fmla="*/ 164 h 230"/>
                <a:gd name="T34" fmla="*/ 148 w 185"/>
                <a:gd name="T35" fmla="*/ 141 h 230"/>
                <a:gd name="T36" fmla="*/ 141 w 185"/>
                <a:gd name="T37" fmla="*/ 122 h 230"/>
                <a:gd name="T38" fmla="*/ 107 w 185"/>
                <a:gd name="T39" fmla="*/ 101 h 230"/>
                <a:gd name="T40" fmla="*/ 101 w 185"/>
                <a:gd name="T41" fmla="*/ 137 h 230"/>
                <a:gd name="T42" fmla="*/ 97 w 185"/>
                <a:gd name="T43" fmla="*/ 117 h 230"/>
                <a:gd name="T44" fmla="*/ 89 w 185"/>
                <a:gd name="T45" fmla="*/ 126 h 230"/>
                <a:gd name="T46" fmla="*/ 85 w 185"/>
                <a:gd name="T47" fmla="*/ 141 h 230"/>
                <a:gd name="T48" fmla="*/ 80 w 185"/>
                <a:gd name="T49" fmla="*/ 101 h 230"/>
                <a:gd name="T50" fmla="*/ 93 w 185"/>
                <a:gd name="T51" fmla="*/ 113 h 230"/>
                <a:gd name="T52" fmla="*/ 107 w 185"/>
                <a:gd name="T53" fmla="*/ 101 h 230"/>
                <a:gd name="T54" fmla="*/ 110 w 185"/>
                <a:gd name="T55" fmla="*/ 85 h 230"/>
                <a:gd name="T56" fmla="*/ 90 w 185"/>
                <a:gd name="T57" fmla="*/ 44 h 230"/>
                <a:gd name="T58" fmla="*/ 77 w 185"/>
                <a:gd name="T59" fmla="*/ 83 h 230"/>
                <a:gd name="T60" fmla="*/ 80 w 185"/>
                <a:gd name="T61" fmla="*/ 99 h 230"/>
                <a:gd name="T62" fmla="*/ 47 w 185"/>
                <a:gd name="T63" fmla="*/ 119 h 230"/>
                <a:gd name="T64" fmla="*/ 38 w 185"/>
                <a:gd name="T65" fmla="*/ 141 h 230"/>
                <a:gd name="T66" fmla="*/ 36 w 185"/>
                <a:gd name="T67" fmla="*/ 159 h 230"/>
                <a:gd name="T68" fmla="*/ 33 w 185"/>
                <a:gd name="T69" fmla="*/ 159 h 230"/>
                <a:gd name="T70" fmla="*/ 17 w 185"/>
                <a:gd name="T71" fmla="*/ 129 h 230"/>
                <a:gd name="T72" fmla="*/ 9 w 185"/>
                <a:gd name="T73" fmla="*/ 87 h 230"/>
                <a:gd name="T74" fmla="*/ 33 w 185"/>
                <a:gd name="T75" fmla="*/ 33 h 230"/>
                <a:gd name="T76" fmla="*/ 93 w 185"/>
                <a:gd name="T77" fmla="*/ 9 h 230"/>
                <a:gd name="T78" fmla="*/ 176 w 185"/>
                <a:gd name="T79" fmla="*/ 9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5" h="230">
                  <a:moveTo>
                    <a:pt x="158" y="26"/>
                  </a:moveTo>
                  <a:cubicBezTo>
                    <a:pt x="142" y="10"/>
                    <a:pt x="120" y="1"/>
                    <a:pt x="94" y="0"/>
                  </a:cubicBezTo>
                  <a:cubicBezTo>
                    <a:pt x="94" y="0"/>
                    <a:pt x="94" y="0"/>
                    <a:pt x="93" y="0"/>
                  </a:cubicBezTo>
                  <a:cubicBezTo>
                    <a:pt x="87" y="0"/>
                    <a:pt x="87" y="0"/>
                    <a:pt x="87" y="0"/>
                  </a:cubicBezTo>
                  <a:cubicBezTo>
                    <a:pt x="63" y="0"/>
                    <a:pt x="44" y="9"/>
                    <a:pt x="27" y="26"/>
                  </a:cubicBezTo>
                  <a:cubicBezTo>
                    <a:pt x="20" y="33"/>
                    <a:pt x="13" y="40"/>
                    <a:pt x="8" y="51"/>
                  </a:cubicBezTo>
                  <a:cubicBezTo>
                    <a:pt x="3" y="62"/>
                    <a:pt x="0" y="74"/>
                    <a:pt x="0" y="87"/>
                  </a:cubicBezTo>
                  <a:cubicBezTo>
                    <a:pt x="0" y="92"/>
                    <a:pt x="0" y="92"/>
                    <a:pt x="0" y="92"/>
                  </a:cubicBezTo>
                  <a:cubicBezTo>
                    <a:pt x="0" y="93"/>
                    <a:pt x="0" y="93"/>
                    <a:pt x="0" y="93"/>
                  </a:cubicBezTo>
                  <a:cubicBezTo>
                    <a:pt x="1" y="109"/>
                    <a:pt x="4" y="122"/>
                    <a:pt x="9" y="133"/>
                  </a:cubicBezTo>
                  <a:cubicBezTo>
                    <a:pt x="13" y="142"/>
                    <a:pt x="18" y="151"/>
                    <a:pt x="23" y="160"/>
                  </a:cubicBezTo>
                  <a:cubicBezTo>
                    <a:pt x="25" y="163"/>
                    <a:pt x="25" y="163"/>
                    <a:pt x="25" y="163"/>
                  </a:cubicBezTo>
                  <a:cubicBezTo>
                    <a:pt x="26" y="165"/>
                    <a:pt x="27" y="167"/>
                    <a:pt x="28" y="169"/>
                  </a:cubicBezTo>
                  <a:cubicBezTo>
                    <a:pt x="33" y="177"/>
                    <a:pt x="37" y="184"/>
                    <a:pt x="40" y="193"/>
                  </a:cubicBezTo>
                  <a:cubicBezTo>
                    <a:pt x="41" y="197"/>
                    <a:pt x="41" y="201"/>
                    <a:pt x="42" y="205"/>
                  </a:cubicBezTo>
                  <a:cubicBezTo>
                    <a:pt x="42" y="208"/>
                    <a:pt x="42" y="210"/>
                    <a:pt x="43" y="213"/>
                  </a:cubicBezTo>
                  <a:cubicBezTo>
                    <a:pt x="44" y="220"/>
                    <a:pt x="49" y="225"/>
                    <a:pt x="52" y="229"/>
                  </a:cubicBezTo>
                  <a:cubicBezTo>
                    <a:pt x="53" y="230"/>
                    <a:pt x="54" y="230"/>
                    <a:pt x="55" y="230"/>
                  </a:cubicBezTo>
                  <a:cubicBezTo>
                    <a:pt x="130" y="230"/>
                    <a:pt x="130" y="230"/>
                    <a:pt x="130" y="230"/>
                  </a:cubicBezTo>
                  <a:cubicBezTo>
                    <a:pt x="132" y="230"/>
                    <a:pt x="133" y="230"/>
                    <a:pt x="134" y="229"/>
                  </a:cubicBezTo>
                  <a:cubicBezTo>
                    <a:pt x="140" y="223"/>
                    <a:pt x="141" y="214"/>
                    <a:pt x="142" y="205"/>
                  </a:cubicBezTo>
                  <a:cubicBezTo>
                    <a:pt x="143" y="201"/>
                    <a:pt x="144" y="197"/>
                    <a:pt x="145" y="193"/>
                  </a:cubicBezTo>
                  <a:cubicBezTo>
                    <a:pt x="148" y="185"/>
                    <a:pt x="152" y="176"/>
                    <a:pt x="156" y="168"/>
                  </a:cubicBezTo>
                  <a:cubicBezTo>
                    <a:pt x="158" y="166"/>
                    <a:pt x="159" y="164"/>
                    <a:pt x="160" y="163"/>
                  </a:cubicBezTo>
                  <a:cubicBezTo>
                    <a:pt x="161" y="160"/>
                    <a:pt x="162" y="157"/>
                    <a:pt x="164" y="155"/>
                  </a:cubicBezTo>
                  <a:cubicBezTo>
                    <a:pt x="173" y="137"/>
                    <a:pt x="184" y="119"/>
                    <a:pt x="185" y="92"/>
                  </a:cubicBezTo>
                  <a:cubicBezTo>
                    <a:pt x="185" y="92"/>
                    <a:pt x="185" y="92"/>
                    <a:pt x="185" y="92"/>
                  </a:cubicBezTo>
                  <a:cubicBezTo>
                    <a:pt x="185" y="89"/>
                    <a:pt x="185" y="89"/>
                    <a:pt x="185" y="89"/>
                  </a:cubicBezTo>
                  <a:cubicBezTo>
                    <a:pt x="184" y="64"/>
                    <a:pt x="175" y="43"/>
                    <a:pt x="158" y="26"/>
                  </a:cubicBezTo>
                  <a:close/>
                  <a:moveTo>
                    <a:pt x="176" y="92"/>
                  </a:moveTo>
                  <a:cubicBezTo>
                    <a:pt x="174" y="116"/>
                    <a:pt x="165" y="133"/>
                    <a:pt x="156" y="150"/>
                  </a:cubicBezTo>
                  <a:cubicBezTo>
                    <a:pt x="154" y="153"/>
                    <a:pt x="153" y="156"/>
                    <a:pt x="152" y="158"/>
                  </a:cubicBezTo>
                  <a:cubicBezTo>
                    <a:pt x="151" y="160"/>
                    <a:pt x="149" y="162"/>
                    <a:pt x="148" y="164"/>
                  </a:cubicBezTo>
                  <a:cubicBezTo>
                    <a:pt x="148" y="164"/>
                    <a:pt x="148" y="164"/>
                    <a:pt x="148" y="164"/>
                  </a:cubicBezTo>
                  <a:cubicBezTo>
                    <a:pt x="148" y="161"/>
                    <a:pt x="148" y="159"/>
                    <a:pt x="149" y="154"/>
                  </a:cubicBezTo>
                  <a:cubicBezTo>
                    <a:pt x="150" y="148"/>
                    <a:pt x="148" y="144"/>
                    <a:pt x="148" y="141"/>
                  </a:cubicBezTo>
                  <a:cubicBezTo>
                    <a:pt x="147" y="137"/>
                    <a:pt x="145" y="129"/>
                    <a:pt x="145" y="129"/>
                  </a:cubicBezTo>
                  <a:cubicBezTo>
                    <a:pt x="145" y="120"/>
                    <a:pt x="141" y="122"/>
                    <a:pt x="141" y="122"/>
                  </a:cubicBezTo>
                  <a:cubicBezTo>
                    <a:pt x="139" y="118"/>
                    <a:pt x="117" y="110"/>
                    <a:pt x="117" y="110"/>
                  </a:cubicBezTo>
                  <a:cubicBezTo>
                    <a:pt x="107" y="101"/>
                    <a:pt x="107" y="101"/>
                    <a:pt x="107" y="101"/>
                  </a:cubicBezTo>
                  <a:cubicBezTo>
                    <a:pt x="109" y="103"/>
                    <a:pt x="109" y="103"/>
                    <a:pt x="109" y="103"/>
                  </a:cubicBezTo>
                  <a:cubicBezTo>
                    <a:pt x="109" y="111"/>
                    <a:pt x="101" y="137"/>
                    <a:pt x="101" y="137"/>
                  </a:cubicBezTo>
                  <a:cubicBezTo>
                    <a:pt x="102" y="134"/>
                    <a:pt x="96" y="124"/>
                    <a:pt x="96" y="124"/>
                  </a:cubicBezTo>
                  <a:cubicBezTo>
                    <a:pt x="95" y="123"/>
                    <a:pt x="97" y="117"/>
                    <a:pt x="97" y="117"/>
                  </a:cubicBezTo>
                  <a:cubicBezTo>
                    <a:pt x="90" y="109"/>
                    <a:pt x="86" y="118"/>
                    <a:pt x="86" y="118"/>
                  </a:cubicBezTo>
                  <a:cubicBezTo>
                    <a:pt x="85" y="120"/>
                    <a:pt x="89" y="126"/>
                    <a:pt x="89" y="126"/>
                  </a:cubicBezTo>
                  <a:cubicBezTo>
                    <a:pt x="88" y="127"/>
                    <a:pt x="88" y="133"/>
                    <a:pt x="88" y="133"/>
                  </a:cubicBezTo>
                  <a:cubicBezTo>
                    <a:pt x="87" y="135"/>
                    <a:pt x="85" y="141"/>
                    <a:pt x="85" y="141"/>
                  </a:cubicBezTo>
                  <a:cubicBezTo>
                    <a:pt x="80" y="128"/>
                    <a:pt x="78" y="103"/>
                    <a:pt x="78" y="103"/>
                  </a:cubicBezTo>
                  <a:cubicBezTo>
                    <a:pt x="77" y="102"/>
                    <a:pt x="80" y="101"/>
                    <a:pt x="80" y="101"/>
                  </a:cubicBezTo>
                  <a:cubicBezTo>
                    <a:pt x="82" y="104"/>
                    <a:pt x="82" y="104"/>
                    <a:pt x="82" y="104"/>
                  </a:cubicBezTo>
                  <a:cubicBezTo>
                    <a:pt x="84" y="108"/>
                    <a:pt x="93" y="113"/>
                    <a:pt x="93" y="113"/>
                  </a:cubicBezTo>
                  <a:cubicBezTo>
                    <a:pt x="102" y="107"/>
                    <a:pt x="102" y="107"/>
                    <a:pt x="102" y="107"/>
                  </a:cubicBezTo>
                  <a:cubicBezTo>
                    <a:pt x="108" y="104"/>
                    <a:pt x="107" y="101"/>
                    <a:pt x="107" y="101"/>
                  </a:cubicBezTo>
                  <a:cubicBezTo>
                    <a:pt x="106" y="100"/>
                    <a:pt x="106" y="94"/>
                    <a:pt x="106" y="94"/>
                  </a:cubicBezTo>
                  <a:cubicBezTo>
                    <a:pt x="107" y="93"/>
                    <a:pt x="110" y="85"/>
                    <a:pt x="110" y="85"/>
                  </a:cubicBezTo>
                  <a:cubicBezTo>
                    <a:pt x="114" y="80"/>
                    <a:pt x="113" y="71"/>
                    <a:pt x="113" y="71"/>
                  </a:cubicBezTo>
                  <a:cubicBezTo>
                    <a:pt x="119" y="41"/>
                    <a:pt x="90" y="44"/>
                    <a:pt x="90" y="44"/>
                  </a:cubicBezTo>
                  <a:cubicBezTo>
                    <a:pt x="69" y="46"/>
                    <a:pt x="75" y="72"/>
                    <a:pt x="75" y="72"/>
                  </a:cubicBezTo>
                  <a:cubicBezTo>
                    <a:pt x="72" y="73"/>
                    <a:pt x="77" y="83"/>
                    <a:pt x="77" y="83"/>
                  </a:cubicBezTo>
                  <a:cubicBezTo>
                    <a:pt x="76" y="84"/>
                    <a:pt x="79" y="91"/>
                    <a:pt x="79" y="91"/>
                  </a:cubicBezTo>
                  <a:cubicBezTo>
                    <a:pt x="80" y="99"/>
                    <a:pt x="80" y="99"/>
                    <a:pt x="80" y="99"/>
                  </a:cubicBezTo>
                  <a:cubicBezTo>
                    <a:pt x="78" y="100"/>
                    <a:pt x="71" y="109"/>
                    <a:pt x="71" y="109"/>
                  </a:cubicBezTo>
                  <a:cubicBezTo>
                    <a:pt x="59" y="109"/>
                    <a:pt x="47" y="119"/>
                    <a:pt x="47" y="119"/>
                  </a:cubicBezTo>
                  <a:cubicBezTo>
                    <a:pt x="40" y="118"/>
                    <a:pt x="41" y="123"/>
                    <a:pt x="41" y="129"/>
                  </a:cubicBezTo>
                  <a:cubicBezTo>
                    <a:pt x="41" y="134"/>
                    <a:pt x="41" y="133"/>
                    <a:pt x="38" y="141"/>
                  </a:cubicBezTo>
                  <a:cubicBezTo>
                    <a:pt x="35" y="148"/>
                    <a:pt x="39" y="144"/>
                    <a:pt x="37" y="148"/>
                  </a:cubicBezTo>
                  <a:cubicBezTo>
                    <a:pt x="36" y="151"/>
                    <a:pt x="36" y="154"/>
                    <a:pt x="36" y="159"/>
                  </a:cubicBezTo>
                  <a:cubicBezTo>
                    <a:pt x="36" y="160"/>
                    <a:pt x="36" y="162"/>
                    <a:pt x="36" y="163"/>
                  </a:cubicBezTo>
                  <a:cubicBezTo>
                    <a:pt x="35" y="162"/>
                    <a:pt x="34" y="160"/>
                    <a:pt x="33" y="159"/>
                  </a:cubicBezTo>
                  <a:cubicBezTo>
                    <a:pt x="31" y="155"/>
                    <a:pt x="31" y="155"/>
                    <a:pt x="31" y="155"/>
                  </a:cubicBezTo>
                  <a:cubicBezTo>
                    <a:pt x="26" y="147"/>
                    <a:pt x="21" y="138"/>
                    <a:pt x="17" y="129"/>
                  </a:cubicBezTo>
                  <a:cubicBezTo>
                    <a:pt x="12" y="119"/>
                    <a:pt x="10" y="108"/>
                    <a:pt x="9" y="92"/>
                  </a:cubicBezTo>
                  <a:cubicBezTo>
                    <a:pt x="9" y="87"/>
                    <a:pt x="9" y="87"/>
                    <a:pt x="9" y="87"/>
                  </a:cubicBezTo>
                  <a:cubicBezTo>
                    <a:pt x="10" y="75"/>
                    <a:pt x="12" y="65"/>
                    <a:pt x="17" y="55"/>
                  </a:cubicBezTo>
                  <a:cubicBezTo>
                    <a:pt x="21" y="46"/>
                    <a:pt x="27" y="39"/>
                    <a:pt x="33" y="33"/>
                  </a:cubicBezTo>
                  <a:cubicBezTo>
                    <a:pt x="48" y="17"/>
                    <a:pt x="66" y="10"/>
                    <a:pt x="87" y="9"/>
                  </a:cubicBezTo>
                  <a:cubicBezTo>
                    <a:pt x="93" y="9"/>
                    <a:pt x="93" y="9"/>
                    <a:pt x="93" y="9"/>
                  </a:cubicBezTo>
                  <a:cubicBezTo>
                    <a:pt x="117" y="10"/>
                    <a:pt x="137" y="18"/>
                    <a:pt x="151" y="32"/>
                  </a:cubicBezTo>
                  <a:cubicBezTo>
                    <a:pt x="167" y="48"/>
                    <a:pt x="175" y="67"/>
                    <a:pt x="176" y="90"/>
                  </a:cubicBezTo>
                  <a:lnTo>
                    <a:pt x="176" y="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Freeform 500"/>
            <p:cNvSpPr>
              <a:spLocks/>
            </p:cNvSpPr>
            <p:nvPr/>
          </p:nvSpPr>
          <p:spPr bwMode="auto">
            <a:xfrm>
              <a:off x="6883236" y="5084093"/>
              <a:ext cx="430277" cy="369550"/>
            </a:xfrm>
            <a:custGeom>
              <a:avLst/>
              <a:gdLst>
                <a:gd name="T0" fmla="*/ 164 w 246"/>
                <a:gd name="T1" fmla="*/ 0 h 211"/>
                <a:gd name="T2" fmla="*/ 81 w 246"/>
                <a:gd name="T3" fmla="*/ 0 h 211"/>
                <a:gd name="T4" fmla="*/ 0 w 246"/>
                <a:gd name="T5" fmla="*/ 68 h 211"/>
                <a:gd name="T6" fmla="*/ 25 w 246"/>
                <a:gd name="T7" fmla="*/ 68 h 211"/>
                <a:gd name="T8" fmla="*/ 84 w 246"/>
                <a:gd name="T9" fmla="*/ 23 h 211"/>
                <a:gd name="T10" fmla="*/ 161 w 246"/>
                <a:gd name="T11" fmla="*/ 23 h 211"/>
                <a:gd name="T12" fmla="*/ 222 w 246"/>
                <a:gd name="T13" fmla="*/ 85 h 211"/>
                <a:gd name="T14" fmla="*/ 161 w 246"/>
                <a:gd name="T15" fmla="*/ 146 h 211"/>
                <a:gd name="T16" fmla="*/ 123 w 246"/>
                <a:gd name="T17" fmla="*/ 146 h 211"/>
                <a:gd name="T18" fmla="*/ 123 w 246"/>
                <a:gd name="T19" fmla="*/ 155 h 211"/>
                <a:gd name="T20" fmla="*/ 123 w 246"/>
                <a:gd name="T21" fmla="*/ 160 h 211"/>
                <a:gd name="T22" fmla="*/ 123 w 246"/>
                <a:gd name="T23" fmla="*/ 168 h 211"/>
                <a:gd name="T24" fmla="*/ 139 w 246"/>
                <a:gd name="T25" fmla="*/ 168 h 211"/>
                <a:gd name="T26" fmla="*/ 189 w 246"/>
                <a:gd name="T27" fmla="*/ 211 h 211"/>
                <a:gd name="T28" fmla="*/ 186 w 246"/>
                <a:gd name="T29" fmla="*/ 165 h 211"/>
                <a:gd name="T30" fmla="*/ 246 w 246"/>
                <a:gd name="T31" fmla="*/ 86 h 211"/>
                <a:gd name="T32" fmla="*/ 246 w 246"/>
                <a:gd name="T33" fmla="*/ 82 h 211"/>
                <a:gd name="T34" fmla="*/ 164 w 246"/>
                <a:gd name="T35"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6" h="211">
                  <a:moveTo>
                    <a:pt x="164" y="0"/>
                  </a:moveTo>
                  <a:cubicBezTo>
                    <a:pt x="81" y="0"/>
                    <a:pt x="81" y="0"/>
                    <a:pt x="81" y="0"/>
                  </a:cubicBezTo>
                  <a:cubicBezTo>
                    <a:pt x="41" y="0"/>
                    <a:pt x="7" y="29"/>
                    <a:pt x="0" y="68"/>
                  </a:cubicBezTo>
                  <a:cubicBezTo>
                    <a:pt x="25" y="68"/>
                    <a:pt x="25" y="68"/>
                    <a:pt x="25" y="68"/>
                  </a:cubicBezTo>
                  <a:cubicBezTo>
                    <a:pt x="33" y="42"/>
                    <a:pt x="56" y="23"/>
                    <a:pt x="84" y="23"/>
                  </a:cubicBezTo>
                  <a:cubicBezTo>
                    <a:pt x="161" y="23"/>
                    <a:pt x="161" y="23"/>
                    <a:pt x="161" y="23"/>
                  </a:cubicBezTo>
                  <a:cubicBezTo>
                    <a:pt x="195" y="23"/>
                    <a:pt x="222" y="51"/>
                    <a:pt x="222" y="85"/>
                  </a:cubicBezTo>
                  <a:cubicBezTo>
                    <a:pt x="222" y="119"/>
                    <a:pt x="195" y="146"/>
                    <a:pt x="161" y="146"/>
                  </a:cubicBezTo>
                  <a:cubicBezTo>
                    <a:pt x="123" y="146"/>
                    <a:pt x="123" y="146"/>
                    <a:pt x="123" y="146"/>
                  </a:cubicBezTo>
                  <a:cubicBezTo>
                    <a:pt x="123" y="149"/>
                    <a:pt x="123" y="152"/>
                    <a:pt x="123" y="155"/>
                  </a:cubicBezTo>
                  <a:cubicBezTo>
                    <a:pt x="123" y="160"/>
                    <a:pt x="123" y="160"/>
                    <a:pt x="123" y="160"/>
                  </a:cubicBezTo>
                  <a:cubicBezTo>
                    <a:pt x="123" y="162"/>
                    <a:pt x="123" y="165"/>
                    <a:pt x="123" y="168"/>
                  </a:cubicBezTo>
                  <a:cubicBezTo>
                    <a:pt x="139" y="168"/>
                    <a:pt x="139" y="168"/>
                    <a:pt x="139" y="168"/>
                  </a:cubicBezTo>
                  <a:cubicBezTo>
                    <a:pt x="189" y="211"/>
                    <a:pt x="189" y="211"/>
                    <a:pt x="189" y="211"/>
                  </a:cubicBezTo>
                  <a:cubicBezTo>
                    <a:pt x="186" y="165"/>
                    <a:pt x="186" y="165"/>
                    <a:pt x="186" y="165"/>
                  </a:cubicBezTo>
                  <a:cubicBezTo>
                    <a:pt x="220" y="156"/>
                    <a:pt x="246" y="124"/>
                    <a:pt x="246" y="86"/>
                  </a:cubicBezTo>
                  <a:cubicBezTo>
                    <a:pt x="246" y="82"/>
                    <a:pt x="246" y="82"/>
                    <a:pt x="246" y="82"/>
                  </a:cubicBezTo>
                  <a:cubicBezTo>
                    <a:pt x="246" y="37"/>
                    <a:pt x="210" y="0"/>
                    <a:pt x="16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501"/>
            <p:cNvSpPr>
              <a:spLocks/>
            </p:cNvSpPr>
            <p:nvPr/>
          </p:nvSpPr>
          <p:spPr bwMode="auto">
            <a:xfrm>
              <a:off x="6866944" y="5366255"/>
              <a:ext cx="17774" cy="39991"/>
            </a:xfrm>
            <a:custGeom>
              <a:avLst/>
              <a:gdLst>
                <a:gd name="T0" fmla="*/ 0 w 10"/>
                <a:gd name="T1" fmla="*/ 0 h 23"/>
                <a:gd name="T2" fmla="*/ 0 w 10"/>
                <a:gd name="T3" fmla="*/ 23 h 23"/>
                <a:gd name="T4" fmla="*/ 8 w 10"/>
                <a:gd name="T5" fmla="*/ 19 h 23"/>
                <a:gd name="T6" fmla="*/ 10 w 10"/>
                <a:gd name="T7" fmla="*/ 11 h 23"/>
                <a:gd name="T8" fmla="*/ 8 w 10"/>
                <a:gd name="T9" fmla="*/ 4 h 23"/>
                <a:gd name="T10" fmla="*/ 0 w 10"/>
                <a:gd name="T11" fmla="*/ 0 h 23"/>
              </a:gdLst>
              <a:ahLst/>
              <a:cxnLst>
                <a:cxn ang="0">
                  <a:pos x="T0" y="T1"/>
                </a:cxn>
                <a:cxn ang="0">
                  <a:pos x="T2" y="T3"/>
                </a:cxn>
                <a:cxn ang="0">
                  <a:pos x="T4" y="T5"/>
                </a:cxn>
                <a:cxn ang="0">
                  <a:pos x="T6" y="T7"/>
                </a:cxn>
                <a:cxn ang="0">
                  <a:pos x="T8" y="T9"/>
                </a:cxn>
                <a:cxn ang="0">
                  <a:pos x="T10" y="T11"/>
                </a:cxn>
              </a:cxnLst>
              <a:rect l="0" t="0" r="r" b="b"/>
              <a:pathLst>
                <a:path w="10" h="23">
                  <a:moveTo>
                    <a:pt x="0" y="0"/>
                  </a:moveTo>
                  <a:cubicBezTo>
                    <a:pt x="0" y="23"/>
                    <a:pt x="0" y="23"/>
                    <a:pt x="0" y="23"/>
                  </a:cubicBezTo>
                  <a:cubicBezTo>
                    <a:pt x="3" y="22"/>
                    <a:pt x="6" y="21"/>
                    <a:pt x="8" y="19"/>
                  </a:cubicBezTo>
                  <a:cubicBezTo>
                    <a:pt x="9" y="17"/>
                    <a:pt x="10" y="14"/>
                    <a:pt x="10" y="11"/>
                  </a:cubicBezTo>
                  <a:cubicBezTo>
                    <a:pt x="10" y="8"/>
                    <a:pt x="10" y="6"/>
                    <a:pt x="8" y="4"/>
                  </a:cubicBezTo>
                  <a:cubicBezTo>
                    <a:pt x="7" y="3"/>
                    <a:pt x="4"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Freeform 502"/>
            <p:cNvSpPr>
              <a:spLocks noEditPoints="1"/>
            </p:cNvSpPr>
            <p:nvPr/>
          </p:nvSpPr>
          <p:spPr bwMode="auto">
            <a:xfrm>
              <a:off x="6775852" y="5277385"/>
              <a:ext cx="174036" cy="173296"/>
            </a:xfrm>
            <a:custGeom>
              <a:avLst/>
              <a:gdLst>
                <a:gd name="T0" fmla="*/ 50 w 99"/>
                <a:gd name="T1" fmla="*/ 0 h 99"/>
                <a:gd name="T2" fmla="*/ 0 w 99"/>
                <a:gd name="T3" fmla="*/ 49 h 99"/>
                <a:gd name="T4" fmla="*/ 50 w 99"/>
                <a:gd name="T5" fmla="*/ 99 h 99"/>
                <a:gd name="T6" fmla="*/ 99 w 99"/>
                <a:gd name="T7" fmla="*/ 49 h 99"/>
                <a:gd name="T8" fmla="*/ 50 w 99"/>
                <a:gd name="T9" fmla="*/ 0 h 99"/>
                <a:gd name="T10" fmla="*/ 65 w 99"/>
                <a:gd name="T11" fmla="*/ 74 h 99"/>
                <a:gd name="T12" fmla="*/ 52 w 99"/>
                <a:gd name="T13" fmla="*/ 80 h 99"/>
                <a:gd name="T14" fmla="*/ 52 w 99"/>
                <a:gd name="T15" fmla="*/ 87 h 99"/>
                <a:gd name="T16" fmla="*/ 48 w 99"/>
                <a:gd name="T17" fmla="*/ 87 h 99"/>
                <a:gd name="T18" fmla="*/ 48 w 99"/>
                <a:gd name="T19" fmla="*/ 80 h 99"/>
                <a:gd name="T20" fmla="*/ 39 w 99"/>
                <a:gd name="T21" fmla="*/ 77 h 99"/>
                <a:gd name="T22" fmla="*/ 33 w 99"/>
                <a:gd name="T23" fmla="*/ 72 h 99"/>
                <a:gd name="T24" fmla="*/ 30 w 99"/>
                <a:gd name="T25" fmla="*/ 62 h 99"/>
                <a:gd name="T26" fmla="*/ 38 w 99"/>
                <a:gd name="T27" fmla="*/ 60 h 99"/>
                <a:gd name="T28" fmla="*/ 41 w 99"/>
                <a:gd name="T29" fmla="*/ 69 h 99"/>
                <a:gd name="T30" fmla="*/ 48 w 99"/>
                <a:gd name="T31" fmla="*/ 74 h 99"/>
                <a:gd name="T32" fmla="*/ 48 w 99"/>
                <a:gd name="T33" fmla="*/ 50 h 99"/>
                <a:gd name="T34" fmla="*/ 39 w 99"/>
                <a:gd name="T35" fmla="*/ 47 h 99"/>
                <a:gd name="T36" fmla="*/ 33 w 99"/>
                <a:gd name="T37" fmla="*/ 41 h 99"/>
                <a:gd name="T38" fmla="*/ 31 w 99"/>
                <a:gd name="T39" fmla="*/ 33 h 99"/>
                <a:gd name="T40" fmla="*/ 37 w 99"/>
                <a:gd name="T41" fmla="*/ 20 h 99"/>
                <a:gd name="T42" fmla="*/ 48 w 99"/>
                <a:gd name="T43" fmla="*/ 16 h 99"/>
                <a:gd name="T44" fmla="*/ 48 w 99"/>
                <a:gd name="T45" fmla="*/ 13 h 99"/>
                <a:gd name="T46" fmla="*/ 52 w 99"/>
                <a:gd name="T47" fmla="*/ 13 h 99"/>
                <a:gd name="T48" fmla="*/ 52 w 99"/>
                <a:gd name="T49" fmla="*/ 16 h 99"/>
                <a:gd name="T50" fmla="*/ 63 w 99"/>
                <a:gd name="T51" fmla="*/ 20 h 99"/>
                <a:gd name="T52" fmla="*/ 68 w 99"/>
                <a:gd name="T53" fmla="*/ 31 h 99"/>
                <a:gd name="T54" fmla="*/ 61 w 99"/>
                <a:gd name="T55" fmla="*/ 32 h 99"/>
                <a:gd name="T56" fmla="*/ 58 w 99"/>
                <a:gd name="T57" fmla="*/ 26 h 99"/>
                <a:gd name="T58" fmla="*/ 52 w 99"/>
                <a:gd name="T59" fmla="*/ 23 h 99"/>
                <a:gd name="T60" fmla="*/ 52 w 99"/>
                <a:gd name="T61" fmla="*/ 44 h 99"/>
                <a:gd name="T62" fmla="*/ 60 w 99"/>
                <a:gd name="T63" fmla="*/ 46 h 99"/>
                <a:gd name="T64" fmla="*/ 65 w 99"/>
                <a:gd name="T65" fmla="*/ 50 h 99"/>
                <a:gd name="T66" fmla="*/ 69 w 99"/>
                <a:gd name="T67" fmla="*/ 55 h 99"/>
                <a:gd name="T68" fmla="*/ 70 w 99"/>
                <a:gd name="T69" fmla="*/ 61 h 99"/>
                <a:gd name="T70" fmla="*/ 65 w 99"/>
                <a:gd name="T71" fmla="*/ 74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9" h="99">
                  <a:moveTo>
                    <a:pt x="50" y="0"/>
                  </a:moveTo>
                  <a:cubicBezTo>
                    <a:pt x="22" y="0"/>
                    <a:pt x="0" y="22"/>
                    <a:pt x="0" y="49"/>
                  </a:cubicBezTo>
                  <a:cubicBezTo>
                    <a:pt x="0" y="77"/>
                    <a:pt x="22" y="99"/>
                    <a:pt x="50" y="99"/>
                  </a:cubicBezTo>
                  <a:cubicBezTo>
                    <a:pt x="77" y="99"/>
                    <a:pt x="99" y="77"/>
                    <a:pt x="99" y="49"/>
                  </a:cubicBezTo>
                  <a:cubicBezTo>
                    <a:pt x="99" y="22"/>
                    <a:pt x="77" y="0"/>
                    <a:pt x="50" y="0"/>
                  </a:cubicBezTo>
                  <a:close/>
                  <a:moveTo>
                    <a:pt x="65" y="74"/>
                  </a:moveTo>
                  <a:cubicBezTo>
                    <a:pt x="62" y="78"/>
                    <a:pt x="58" y="79"/>
                    <a:pt x="52" y="80"/>
                  </a:cubicBezTo>
                  <a:cubicBezTo>
                    <a:pt x="52" y="87"/>
                    <a:pt x="52" y="87"/>
                    <a:pt x="52" y="87"/>
                  </a:cubicBezTo>
                  <a:cubicBezTo>
                    <a:pt x="48" y="87"/>
                    <a:pt x="48" y="87"/>
                    <a:pt x="48" y="87"/>
                  </a:cubicBezTo>
                  <a:cubicBezTo>
                    <a:pt x="48" y="80"/>
                    <a:pt x="48" y="80"/>
                    <a:pt x="48" y="80"/>
                  </a:cubicBezTo>
                  <a:cubicBezTo>
                    <a:pt x="44" y="79"/>
                    <a:pt x="41" y="79"/>
                    <a:pt x="39" y="77"/>
                  </a:cubicBezTo>
                  <a:cubicBezTo>
                    <a:pt x="37" y="76"/>
                    <a:pt x="35" y="74"/>
                    <a:pt x="33" y="72"/>
                  </a:cubicBezTo>
                  <a:cubicBezTo>
                    <a:pt x="31" y="69"/>
                    <a:pt x="30" y="66"/>
                    <a:pt x="30" y="62"/>
                  </a:cubicBezTo>
                  <a:cubicBezTo>
                    <a:pt x="38" y="60"/>
                    <a:pt x="38" y="60"/>
                    <a:pt x="38" y="60"/>
                  </a:cubicBezTo>
                  <a:cubicBezTo>
                    <a:pt x="38" y="64"/>
                    <a:pt x="39" y="67"/>
                    <a:pt x="41" y="69"/>
                  </a:cubicBezTo>
                  <a:cubicBezTo>
                    <a:pt x="43" y="72"/>
                    <a:pt x="45" y="73"/>
                    <a:pt x="48" y="74"/>
                  </a:cubicBezTo>
                  <a:cubicBezTo>
                    <a:pt x="48" y="50"/>
                    <a:pt x="48" y="50"/>
                    <a:pt x="48" y="50"/>
                  </a:cubicBezTo>
                  <a:cubicBezTo>
                    <a:pt x="45" y="49"/>
                    <a:pt x="42" y="48"/>
                    <a:pt x="39" y="47"/>
                  </a:cubicBezTo>
                  <a:cubicBezTo>
                    <a:pt x="36" y="45"/>
                    <a:pt x="35" y="43"/>
                    <a:pt x="33" y="41"/>
                  </a:cubicBezTo>
                  <a:cubicBezTo>
                    <a:pt x="32" y="39"/>
                    <a:pt x="31" y="36"/>
                    <a:pt x="31" y="33"/>
                  </a:cubicBezTo>
                  <a:cubicBezTo>
                    <a:pt x="31" y="28"/>
                    <a:pt x="33" y="24"/>
                    <a:pt x="37" y="20"/>
                  </a:cubicBezTo>
                  <a:cubicBezTo>
                    <a:pt x="39" y="18"/>
                    <a:pt x="43" y="17"/>
                    <a:pt x="48" y="16"/>
                  </a:cubicBezTo>
                  <a:cubicBezTo>
                    <a:pt x="48" y="13"/>
                    <a:pt x="48" y="13"/>
                    <a:pt x="48" y="13"/>
                  </a:cubicBezTo>
                  <a:cubicBezTo>
                    <a:pt x="52" y="13"/>
                    <a:pt x="52" y="13"/>
                    <a:pt x="52" y="13"/>
                  </a:cubicBezTo>
                  <a:cubicBezTo>
                    <a:pt x="52" y="16"/>
                    <a:pt x="52" y="16"/>
                    <a:pt x="52" y="16"/>
                  </a:cubicBezTo>
                  <a:cubicBezTo>
                    <a:pt x="57" y="17"/>
                    <a:pt x="60" y="18"/>
                    <a:pt x="63" y="20"/>
                  </a:cubicBezTo>
                  <a:cubicBezTo>
                    <a:pt x="66" y="23"/>
                    <a:pt x="68" y="26"/>
                    <a:pt x="68" y="31"/>
                  </a:cubicBezTo>
                  <a:cubicBezTo>
                    <a:pt x="61" y="32"/>
                    <a:pt x="61" y="32"/>
                    <a:pt x="61" y="32"/>
                  </a:cubicBezTo>
                  <a:cubicBezTo>
                    <a:pt x="60" y="29"/>
                    <a:pt x="59" y="27"/>
                    <a:pt x="58" y="26"/>
                  </a:cubicBezTo>
                  <a:cubicBezTo>
                    <a:pt x="57" y="24"/>
                    <a:pt x="55" y="23"/>
                    <a:pt x="52" y="23"/>
                  </a:cubicBezTo>
                  <a:cubicBezTo>
                    <a:pt x="52" y="44"/>
                    <a:pt x="52" y="44"/>
                    <a:pt x="52" y="44"/>
                  </a:cubicBezTo>
                  <a:cubicBezTo>
                    <a:pt x="56" y="45"/>
                    <a:pt x="59" y="46"/>
                    <a:pt x="60" y="46"/>
                  </a:cubicBezTo>
                  <a:cubicBezTo>
                    <a:pt x="62" y="47"/>
                    <a:pt x="64" y="48"/>
                    <a:pt x="65" y="50"/>
                  </a:cubicBezTo>
                  <a:cubicBezTo>
                    <a:pt x="67" y="51"/>
                    <a:pt x="68" y="53"/>
                    <a:pt x="69" y="55"/>
                  </a:cubicBezTo>
                  <a:cubicBezTo>
                    <a:pt x="70" y="57"/>
                    <a:pt x="70" y="59"/>
                    <a:pt x="70" y="61"/>
                  </a:cubicBezTo>
                  <a:cubicBezTo>
                    <a:pt x="70" y="67"/>
                    <a:pt x="68" y="71"/>
                    <a:pt x="65"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Freeform 503"/>
            <p:cNvSpPr>
              <a:spLocks/>
            </p:cNvSpPr>
            <p:nvPr/>
          </p:nvSpPr>
          <p:spPr bwMode="auto">
            <a:xfrm>
              <a:off x="6844726" y="5315895"/>
              <a:ext cx="15552" cy="36288"/>
            </a:xfrm>
            <a:custGeom>
              <a:avLst/>
              <a:gdLst>
                <a:gd name="T0" fmla="*/ 0 w 9"/>
                <a:gd name="T1" fmla="*/ 11 h 21"/>
                <a:gd name="T2" fmla="*/ 2 w 9"/>
                <a:gd name="T3" fmla="*/ 17 h 21"/>
                <a:gd name="T4" fmla="*/ 9 w 9"/>
                <a:gd name="T5" fmla="*/ 21 h 21"/>
                <a:gd name="T6" fmla="*/ 9 w 9"/>
                <a:gd name="T7" fmla="*/ 0 h 21"/>
                <a:gd name="T8" fmla="*/ 2 w 9"/>
                <a:gd name="T9" fmla="*/ 4 h 21"/>
                <a:gd name="T10" fmla="*/ 0 w 9"/>
                <a:gd name="T11" fmla="*/ 11 h 21"/>
              </a:gdLst>
              <a:ahLst/>
              <a:cxnLst>
                <a:cxn ang="0">
                  <a:pos x="T0" y="T1"/>
                </a:cxn>
                <a:cxn ang="0">
                  <a:pos x="T2" y="T3"/>
                </a:cxn>
                <a:cxn ang="0">
                  <a:pos x="T4" y="T5"/>
                </a:cxn>
                <a:cxn ang="0">
                  <a:pos x="T6" y="T7"/>
                </a:cxn>
                <a:cxn ang="0">
                  <a:pos x="T8" y="T9"/>
                </a:cxn>
                <a:cxn ang="0">
                  <a:pos x="T10" y="T11"/>
                </a:cxn>
              </a:cxnLst>
              <a:rect l="0" t="0" r="r" b="b"/>
              <a:pathLst>
                <a:path w="9" h="21">
                  <a:moveTo>
                    <a:pt x="0" y="11"/>
                  </a:moveTo>
                  <a:cubicBezTo>
                    <a:pt x="0" y="13"/>
                    <a:pt x="0" y="15"/>
                    <a:pt x="2" y="17"/>
                  </a:cubicBezTo>
                  <a:cubicBezTo>
                    <a:pt x="3" y="19"/>
                    <a:pt x="6" y="20"/>
                    <a:pt x="9" y="21"/>
                  </a:cubicBezTo>
                  <a:cubicBezTo>
                    <a:pt x="9" y="0"/>
                    <a:pt x="9" y="0"/>
                    <a:pt x="9" y="0"/>
                  </a:cubicBezTo>
                  <a:cubicBezTo>
                    <a:pt x="6" y="1"/>
                    <a:pt x="4" y="2"/>
                    <a:pt x="2" y="4"/>
                  </a:cubicBezTo>
                  <a:cubicBezTo>
                    <a:pt x="1" y="6"/>
                    <a:pt x="0" y="8"/>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Freeform 504"/>
            <p:cNvSpPr>
              <a:spLocks noEditPoints="1"/>
            </p:cNvSpPr>
            <p:nvPr/>
          </p:nvSpPr>
          <p:spPr bwMode="auto">
            <a:xfrm>
              <a:off x="6649954" y="5215917"/>
              <a:ext cx="432499" cy="369550"/>
            </a:xfrm>
            <a:custGeom>
              <a:avLst/>
              <a:gdLst>
                <a:gd name="T0" fmla="*/ 165 w 247"/>
                <a:gd name="T1" fmla="*/ 0 h 211"/>
                <a:gd name="T2" fmla="*/ 82 w 247"/>
                <a:gd name="T3" fmla="*/ 0 h 211"/>
                <a:gd name="T4" fmla="*/ 0 w 247"/>
                <a:gd name="T5" fmla="*/ 82 h 211"/>
                <a:gd name="T6" fmla="*/ 0 w 247"/>
                <a:gd name="T7" fmla="*/ 86 h 211"/>
                <a:gd name="T8" fmla="*/ 61 w 247"/>
                <a:gd name="T9" fmla="*/ 165 h 211"/>
                <a:gd name="T10" fmla="*/ 58 w 247"/>
                <a:gd name="T11" fmla="*/ 211 h 211"/>
                <a:gd name="T12" fmla="*/ 107 w 247"/>
                <a:gd name="T13" fmla="*/ 168 h 211"/>
                <a:gd name="T14" fmla="*/ 165 w 247"/>
                <a:gd name="T15" fmla="*/ 168 h 211"/>
                <a:gd name="T16" fmla="*/ 247 w 247"/>
                <a:gd name="T17" fmla="*/ 86 h 211"/>
                <a:gd name="T18" fmla="*/ 247 w 247"/>
                <a:gd name="T19" fmla="*/ 82 h 211"/>
                <a:gd name="T20" fmla="*/ 165 w 247"/>
                <a:gd name="T21" fmla="*/ 0 h 211"/>
                <a:gd name="T22" fmla="*/ 122 w 247"/>
                <a:gd name="T23" fmla="*/ 147 h 211"/>
                <a:gd name="T24" fmla="*/ 59 w 247"/>
                <a:gd name="T25" fmla="*/ 84 h 211"/>
                <a:gd name="T26" fmla="*/ 122 w 247"/>
                <a:gd name="T27" fmla="*/ 22 h 211"/>
                <a:gd name="T28" fmla="*/ 184 w 247"/>
                <a:gd name="T29" fmla="*/ 84 h 211"/>
                <a:gd name="T30" fmla="*/ 122 w 247"/>
                <a:gd name="T31" fmla="*/ 14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7" h="211">
                  <a:moveTo>
                    <a:pt x="165" y="0"/>
                  </a:moveTo>
                  <a:cubicBezTo>
                    <a:pt x="82" y="0"/>
                    <a:pt x="82" y="0"/>
                    <a:pt x="82" y="0"/>
                  </a:cubicBezTo>
                  <a:cubicBezTo>
                    <a:pt x="37" y="0"/>
                    <a:pt x="0" y="37"/>
                    <a:pt x="0" y="82"/>
                  </a:cubicBezTo>
                  <a:cubicBezTo>
                    <a:pt x="0" y="86"/>
                    <a:pt x="0" y="86"/>
                    <a:pt x="0" y="86"/>
                  </a:cubicBezTo>
                  <a:cubicBezTo>
                    <a:pt x="0" y="124"/>
                    <a:pt x="26" y="156"/>
                    <a:pt x="61" y="165"/>
                  </a:cubicBezTo>
                  <a:cubicBezTo>
                    <a:pt x="58" y="211"/>
                    <a:pt x="58" y="211"/>
                    <a:pt x="58" y="211"/>
                  </a:cubicBezTo>
                  <a:cubicBezTo>
                    <a:pt x="107" y="168"/>
                    <a:pt x="107" y="168"/>
                    <a:pt x="107" y="168"/>
                  </a:cubicBezTo>
                  <a:cubicBezTo>
                    <a:pt x="165" y="168"/>
                    <a:pt x="165" y="168"/>
                    <a:pt x="165" y="168"/>
                  </a:cubicBezTo>
                  <a:cubicBezTo>
                    <a:pt x="211" y="168"/>
                    <a:pt x="247" y="131"/>
                    <a:pt x="247" y="86"/>
                  </a:cubicBezTo>
                  <a:cubicBezTo>
                    <a:pt x="247" y="82"/>
                    <a:pt x="247" y="82"/>
                    <a:pt x="247" y="82"/>
                  </a:cubicBezTo>
                  <a:cubicBezTo>
                    <a:pt x="247" y="37"/>
                    <a:pt x="211" y="0"/>
                    <a:pt x="165" y="0"/>
                  </a:cubicBezTo>
                  <a:close/>
                  <a:moveTo>
                    <a:pt x="122" y="147"/>
                  </a:moveTo>
                  <a:cubicBezTo>
                    <a:pt x="87" y="147"/>
                    <a:pt x="59" y="119"/>
                    <a:pt x="59" y="84"/>
                  </a:cubicBezTo>
                  <a:cubicBezTo>
                    <a:pt x="59" y="50"/>
                    <a:pt x="87" y="22"/>
                    <a:pt x="122" y="22"/>
                  </a:cubicBezTo>
                  <a:cubicBezTo>
                    <a:pt x="156" y="22"/>
                    <a:pt x="184" y="50"/>
                    <a:pt x="184" y="84"/>
                  </a:cubicBezTo>
                  <a:cubicBezTo>
                    <a:pt x="184" y="119"/>
                    <a:pt x="156" y="147"/>
                    <a:pt x="122" y="1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528"/>
            <p:cNvSpPr>
              <a:spLocks/>
            </p:cNvSpPr>
            <p:nvPr/>
          </p:nvSpPr>
          <p:spPr bwMode="auto">
            <a:xfrm>
              <a:off x="6725493" y="4091716"/>
              <a:ext cx="94794" cy="94794"/>
            </a:xfrm>
            <a:custGeom>
              <a:avLst/>
              <a:gdLst>
                <a:gd name="T0" fmla="*/ 28 w 54"/>
                <a:gd name="T1" fmla="*/ 53 h 54"/>
                <a:gd name="T2" fmla="*/ 54 w 54"/>
                <a:gd name="T3" fmla="*/ 26 h 54"/>
                <a:gd name="T4" fmla="*/ 26 w 54"/>
                <a:gd name="T5" fmla="*/ 1 h 54"/>
                <a:gd name="T6" fmla="*/ 1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2" y="1"/>
                    <a:pt x="0" y="14"/>
                    <a:pt x="1"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529"/>
            <p:cNvSpPr>
              <a:spLocks/>
            </p:cNvSpPr>
            <p:nvPr/>
          </p:nvSpPr>
          <p:spPr bwMode="auto">
            <a:xfrm>
              <a:off x="6679577" y="4191694"/>
              <a:ext cx="187367" cy="134786"/>
            </a:xfrm>
            <a:custGeom>
              <a:avLst/>
              <a:gdLst>
                <a:gd name="T0" fmla="*/ 82 w 107"/>
                <a:gd name="T1" fmla="*/ 0 h 77"/>
                <a:gd name="T2" fmla="*/ 55 w 107"/>
                <a:gd name="T3" fmla="*/ 31 h 77"/>
                <a:gd name="T4" fmla="*/ 25 w 107"/>
                <a:gd name="T5" fmla="*/ 1 h 77"/>
                <a:gd name="T6" fmla="*/ 1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5" y="31"/>
                    <a:pt x="55" y="31"/>
                    <a:pt x="55" y="31"/>
                  </a:cubicBezTo>
                  <a:cubicBezTo>
                    <a:pt x="25" y="1"/>
                    <a:pt x="25" y="1"/>
                    <a:pt x="25" y="1"/>
                  </a:cubicBezTo>
                  <a:cubicBezTo>
                    <a:pt x="8" y="8"/>
                    <a:pt x="0" y="18"/>
                    <a:pt x="1" y="34"/>
                  </a:cubicBezTo>
                  <a:cubicBezTo>
                    <a:pt x="2" y="77"/>
                    <a:pt x="2" y="77"/>
                    <a:pt x="2" y="77"/>
                  </a:cubicBezTo>
                  <a:cubicBezTo>
                    <a:pt x="107" y="77"/>
                    <a:pt x="107" y="77"/>
                    <a:pt x="107" y="77"/>
                  </a:cubicBezTo>
                  <a:cubicBezTo>
                    <a:pt x="105" y="31"/>
                    <a:pt x="105" y="31"/>
                    <a:pt x="105" y="31"/>
                  </a:cubicBezTo>
                  <a:cubicBezTo>
                    <a:pt x="105" y="15"/>
                    <a:pt x="99"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Freeform 530"/>
            <p:cNvSpPr>
              <a:spLocks/>
            </p:cNvSpPr>
            <p:nvPr/>
          </p:nvSpPr>
          <p:spPr bwMode="auto">
            <a:xfrm>
              <a:off x="6895086" y="4095418"/>
              <a:ext cx="139970" cy="136267"/>
            </a:xfrm>
            <a:custGeom>
              <a:avLst/>
              <a:gdLst>
                <a:gd name="T0" fmla="*/ 41 w 80"/>
                <a:gd name="T1" fmla="*/ 78 h 78"/>
                <a:gd name="T2" fmla="*/ 79 w 80"/>
                <a:gd name="T3" fmla="*/ 38 h 78"/>
                <a:gd name="T4" fmla="*/ 38 w 80"/>
                <a:gd name="T5" fmla="*/ 0 h 78"/>
                <a:gd name="T6" fmla="*/ 0 w 80"/>
                <a:gd name="T7" fmla="*/ 40 h 78"/>
                <a:gd name="T8" fmla="*/ 41 w 80"/>
                <a:gd name="T9" fmla="*/ 78 h 78"/>
              </a:gdLst>
              <a:ahLst/>
              <a:cxnLst>
                <a:cxn ang="0">
                  <a:pos x="T0" y="T1"/>
                </a:cxn>
                <a:cxn ang="0">
                  <a:pos x="T2" y="T3"/>
                </a:cxn>
                <a:cxn ang="0">
                  <a:pos x="T4" y="T5"/>
                </a:cxn>
                <a:cxn ang="0">
                  <a:pos x="T6" y="T7"/>
                </a:cxn>
                <a:cxn ang="0">
                  <a:pos x="T8" y="T9"/>
                </a:cxn>
              </a:cxnLst>
              <a:rect l="0" t="0" r="r" b="b"/>
              <a:pathLst>
                <a:path w="80" h="78">
                  <a:moveTo>
                    <a:pt x="41" y="78"/>
                  </a:moveTo>
                  <a:cubicBezTo>
                    <a:pt x="63" y="77"/>
                    <a:pt x="80" y="59"/>
                    <a:pt x="79" y="38"/>
                  </a:cubicBezTo>
                  <a:cubicBezTo>
                    <a:pt x="78" y="16"/>
                    <a:pt x="60" y="0"/>
                    <a:pt x="38" y="0"/>
                  </a:cubicBezTo>
                  <a:cubicBezTo>
                    <a:pt x="17" y="1"/>
                    <a:pt x="0" y="19"/>
                    <a:pt x="0" y="40"/>
                  </a:cubicBezTo>
                  <a:cubicBezTo>
                    <a:pt x="1" y="62"/>
                    <a:pt x="19" y="78"/>
                    <a:pt x="41"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Freeform 531"/>
            <p:cNvSpPr>
              <a:spLocks/>
            </p:cNvSpPr>
            <p:nvPr/>
          </p:nvSpPr>
          <p:spPr bwMode="auto">
            <a:xfrm>
              <a:off x="6826952" y="4238351"/>
              <a:ext cx="276977" cy="203660"/>
            </a:xfrm>
            <a:custGeom>
              <a:avLst/>
              <a:gdLst>
                <a:gd name="T0" fmla="*/ 121 w 158"/>
                <a:gd name="T1" fmla="*/ 1 h 116"/>
                <a:gd name="T2" fmla="*/ 156 w 158"/>
                <a:gd name="T3" fmla="*/ 47 h 116"/>
                <a:gd name="T4" fmla="*/ 158 w 158"/>
                <a:gd name="T5" fmla="*/ 116 h 116"/>
                <a:gd name="T6" fmla="*/ 3 w 158"/>
                <a:gd name="T7" fmla="*/ 116 h 116"/>
                <a:gd name="T8" fmla="*/ 1 w 158"/>
                <a:gd name="T9" fmla="*/ 52 h 116"/>
                <a:gd name="T10" fmla="*/ 38 w 158"/>
                <a:gd name="T11" fmla="*/ 3 h 116"/>
                <a:gd name="T12" fmla="*/ 57 w 158"/>
                <a:gd name="T13" fmla="*/ 0 h 116"/>
                <a:gd name="T14" fmla="*/ 77 w 158"/>
                <a:gd name="T15" fmla="*/ 22 h 116"/>
                <a:gd name="T16" fmla="*/ 67 w 158"/>
                <a:gd name="T17" fmla="*/ 114 h 116"/>
                <a:gd name="T18" fmla="*/ 101 w 158"/>
                <a:gd name="T19" fmla="*/ 115 h 116"/>
                <a:gd name="T20" fmla="*/ 85 w 158"/>
                <a:gd name="T21" fmla="*/ 22 h 116"/>
                <a:gd name="T22" fmla="*/ 103 w 158"/>
                <a:gd name="T23" fmla="*/ 1 h 116"/>
                <a:gd name="T24" fmla="*/ 121 w 158"/>
                <a:gd name="T25" fmla="*/ 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16">
                  <a:moveTo>
                    <a:pt x="121" y="1"/>
                  </a:moveTo>
                  <a:cubicBezTo>
                    <a:pt x="146" y="11"/>
                    <a:pt x="155" y="24"/>
                    <a:pt x="156" y="47"/>
                  </a:cubicBezTo>
                  <a:cubicBezTo>
                    <a:pt x="158" y="116"/>
                    <a:pt x="158" y="116"/>
                    <a:pt x="158" y="116"/>
                  </a:cubicBezTo>
                  <a:cubicBezTo>
                    <a:pt x="3" y="116"/>
                    <a:pt x="3" y="116"/>
                    <a:pt x="3" y="116"/>
                  </a:cubicBezTo>
                  <a:cubicBezTo>
                    <a:pt x="1" y="52"/>
                    <a:pt x="1" y="52"/>
                    <a:pt x="1" y="52"/>
                  </a:cubicBezTo>
                  <a:cubicBezTo>
                    <a:pt x="0" y="28"/>
                    <a:pt x="11" y="13"/>
                    <a:pt x="38" y="3"/>
                  </a:cubicBezTo>
                  <a:cubicBezTo>
                    <a:pt x="57" y="0"/>
                    <a:pt x="57" y="0"/>
                    <a:pt x="57" y="0"/>
                  </a:cubicBezTo>
                  <a:cubicBezTo>
                    <a:pt x="57" y="0"/>
                    <a:pt x="78" y="20"/>
                    <a:pt x="77" y="22"/>
                  </a:cubicBezTo>
                  <a:cubicBezTo>
                    <a:pt x="76" y="24"/>
                    <a:pt x="67" y="114"/>
                    <a:pt x="67" y="114"/>
                  </a:cubicBezTo>
                  <a:cubicBezTo>
                    <a:pt x="101" y="115"/>
                    <a:pt x="101" y="115"/>
                    <a:pt x="101" y="115"/>
                  </a:cubicBezTo>
                  <a:cubicBezTo>
                    <a:pt x="85" y="22"/>
                    <a:pt x="85" y="22"/>
                    <a:pt x="85" y="22"/>
                  </a:cubicBezTo>
                  <a:cubicBezTo>
                    <a:pt x="103" y="1"/>
                    <a:pt x="103" y="1"/>
                    <a:pt x="103" y="1"/>
                  </a:cubicBezTo>
                  <a:lnTo>
                    <a:pt x="12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Freeform 532"/>
            <p:cNvSpPr>
              <a:spLocks/>
            </p:cNvSpPr>
            <p:nvPr/>
          </p:nvSpPr>
          <p:spPr bwMode="auto">
            <a:xfrm>
              <a:off x="7115779" y="4091716"/>
              <a:ext cx="94794" cy="94794"/>
            </a:xfrm>
            <a:custGeom>
              <a:avLst/>
              <a:gdLst>
                <a:gd name="T0" fmla="*/ 28 w 54"/>
                <a:gd name="T1" fmla="*/ 53 h 54"/>
                <a:gd name="T2" fmla="*/ 54 w 54"/>
                <a:gd name="T3" fmla="*/ 26 h 54"/>
                <a:gd name="T4" fmla="*/ 26 w 54"/>
                <a:gd name="T5" fmla="*/ 1 h 54"/>
                <a:gd name="T6" fmla="*/ 0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1" y="1"/>
                    <a:pt x="0" y="14"/>
                    <a:pt x="0"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Freeform 533"/>
            <p:cNvSpPr>
              <a:spLocks/>
            </p:cNvSpPr>
            <p:nvPr/>
          </p:nvSpPr>
          <p:spPr bwMode="auto">
            <a:xfrm>
              <a:off x="7070603" y="4191694"/>
              <a:ext cx="187367" cy="134786"/>
            </a:xfrm>
            <a:custGeom>
              <a:avLst/>
              <a:gdLst>
                <a:gd name="T0" fmla="*/ 82 w 107"/>
                <a:gd name="T1" fmla="*/ 0 h 77"/>
                <a:gd name="T2" fmla="*/ 54 w 107"/>
                <a:gd name="T3" fmla="*/ 31 h 77"/>
                <a:gd name="T4" fmla="*/ 25 w 107"/>
                <a:gd name="T5" fmla="*/ 1 h 77"/>
                <a:gd name="T6" fmla="*/ 0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4" y="31"/>
                    <a:pt x="54" y="31"/>
                    <a:pt x="54" y="31"/>
                  </a:cubicBezTo>
                  <a:cubicBezTo>
                    <a:pt x="25" y="1"/>
                    <a:pt x="25" y="1"/>
                    <a:pt x="25" y="1"/>
                  </a:cubicBezTo>
                  <a:cubicBezTo>
                    <a:pt x="7" y="8"/>
                    <a:pt x="0" y="18"/>
                    <a:pt x="0" y="34"/>
                  </a:cubicBezTo>
                  <a:cubicBezTo>
                    <a:pt x="2" y="77"/>
                    <a:pt x="2" y="77"/>
                    <a:pt x="2" y="77"/>
                  </a:cubicBezTo>
                  <a:cubicBezTo>
                    <a:pt x="107" y="77"/>
                    <a:pt x="107" y="77"/>
                    <a:pt x="107" y="77"/>
                  </a:cubicBezTo>
                  <a:cubicBezTo>
                    <a:pt x="105" y="31"/>
                    <a:pt x="105" y="31"/>
                    <a:pt x="105" y="31"/>
                  </a:cubicBezTo>
                  <a:cubicBezTo>
                    <a:pt x="104" y="15"/>
                    <a:pt x="98"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Freeform 539"/>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Freeform 540"/>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grpSp>
    </p:spTree>
    <p:extLst>
      <p:ext uri="{BB962C8B-B14F-4D97-AF65-F5344CB8AC3E}">
        <p14:creationId xmlns:p14="http://schemas.microsoft.com/office/powerpoint/2010/main" val="1748030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514806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998484" cy="461665"/>
          </a:xfrm>
          <a:prstGeom prst="rect">
            <a:avLst/>
          </a:prstGeom>
        </p:spPr>
        <p:txBody>
          <a:bodyPr wrap="none">
            <a:spAutoFit/>
          </a:bodyPr>
          <a:lstStyle/>
          <a:p>
            <a:r>
              <a:rPr lang="en-US" altLang="zh-CN" sz="2400" b="1" dirty="0">
                <a:solidFill>
                  <a:schemeClr val="bg1"/>
                </a:solidFill>
              </a:rPr>
              <a:t>9.3.2 PWM</a:t>
            </a:r>
            <a:r>
              <a:rPr lang="zh-CN" altLang="en-US" sz="2400" b="1" dirty="0">
                <a:solidFill>
                  <a:schemeClr val="bg1"/>
                </a:solidFill>
              </a:rPr>
              <a:t>标准外设库输出配置过程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矩形 4"/>
          <p:cNvSpPr/>
          <p:nvPr/>
        </p:nvSpPr>
        <p:spPr>
          <a:xfrm>
            <a:off x="307792" y="927003"/>
            <a:ext cx="4120039" cy="369332"/>
          </a:xfrm>
          <a:prstGeom prst="rect">
            <a:avLst/>
          </a:prstGeom>
        </p:spPr>
        <p:txBody>
          <a:bodyPr wrap="none">
            <a:spAutoFit/>
          </a:bodyPr>
          <a:lstStyle/>
          <a:p>
            <a:r>
              <a:rPr lang="en-US" altLang="zh-CN" b="1" dirty="0">
                <a:solidFill>
                  <a:srgbClr val="C00000"/>
                </a:solidFill>
              </a:rPr>
              <a:t>1</a:t>
            </a:r>
            <a:r>
              <a:rPr lang="zh-CN" altLang="en-US" b="1" dirty="0">
                <a:solidFill>
                  <a:srgbClr val="C00000"/>
                </a:solidFill>
              </a:rPr>
              <a:t>．配置</a:t>
            </a:r>
            <a:r>
              <a:rPr lang="en-US" altLang="zh-CN" b="1" dirty="0" err="1">
                <a:solidFill>
                  <a:srgbClr val="C00000"/>
                </a:solidFill>
              </a:rPr>
              <a:t>PWM</a:t>
            </a:r>
            <a:r>
              <a:rPr lang="zh-CN" altLang="en-US" b="1" dirty="0">
                <a:solidFill>
                  <a:srgbClr val="C00000"/>
                </a:solidFill>
              </a:rPr>
              <a:t>输出通道，开启</a:t>
            </a:r>
            <a:r>
              <a:rPr lang="en-US" altLang="zh-CN" b="1" dirty="0" err="1">
                <a:solidFill>
                  <a:srgbClr val="C00000"/>
                </a:solidFill>
              </a:rPr>
              <a:t>TIM3</a:t>
            </a:r>
            <a:r>
              <a:rPr lang="zh-CN" altLang="en-US" b="1" dirty="0">
                <a:solidFill>
                  <a:srgbClr val="C00000"/>
                </a:solidFill>
              </a:rPr>
              <a:t>时钟</a:t>
            </a:r>
          </a:p>
        </p:txBody>
      </p:sp>
      <p:grpSp>
        <p:nvGrpSpPr>
          <p:cNvPr id="10" name="Group 61"/>
          <p:cNvGrpSpPr/>
          <p:nvPr/>
        </p:nvGrpSpPr>
        <p:grpSpPr>
          <a:xfrm>
            <a:off x="1115616" y="3507854"/>
            <a:ext cx="1221203" cy="1075561"/>
            <a:chOff x="4958468" y="3328177"/>
            <a:chExt cx="2986020" cy="2997870"/>
          </a:xfrm>
          <a:solidFill>
            <a:schemeClr val="accent5">
              <a:lumMod val="20000"/>
              <a:lumOff val="80000"/>
            </a:schemeClr>
          </a:solidFill>
        </p:grpSpPr>
        <p:sp>
          <p:nvSpPr>
            <p:cNvPr id="11" name="Freeform 491"/>
            <p:cNvSpPr>
              <a:spLocks noEditPoints="1"/>
            </p:cNvSpPr>
            <p:nvPr/>
          </p:nvSpPr>
          <p:spPr bwMode="auto">
            <a:xfrm>
              <a:off x="4958468" y="3328177"/>
              <a:ext cx="2986020" cy="2997870"/>
            </a:xfrm>
            <a:custGeom>
              <a:avLst/>
              <a:gdLst>
                <a:gd name="T0" fmla="*/ 1407 w 1705"/>
                <a:gd name="T1" fmla="*/ 204 h 1712"/>
                <a:gd name="T2" fmla="*/ 1345 w 1705"/>
                <a:gd name="T3" fmla="*/ 201 h 1712"/>
                <a:gd name="T4" fmla="*/ 1229 w 1705"/>
                <a:gd name="T5" fmla="*/ 290 h 1712"/>
                <a:gd name="T6" fmla="*/ 1107 w 1705"/>
                <a:gd name="T7" fmla="*/ 310 h 1712"/>
                <a:gd name="T8" fmla="*/ 1012 w 1705"/>
                <a:gd name="T9" fmla="*/ 230 h 1712"/>
                <a:gd name="T10" fmla="*/ 986 w 1705"/>
                <a:gd name="T11" fmla="*/ 40 h 1712"/>
                <a:gd name="T12" fmla="*/ 946 w 1705"/>
                <a:gd name="T13" fmla="*/ 0 h 1712"/>
                <a:gd name="T14" fmla="*/ 777 w 1705"/>
                <a:gd name="T15" fmla="*/ 0 h 1712"/>
                <a:gd name="T16" fmla="*/ 728 w 1705"/>
                <a:gd name="T17" fmla="*/ 54 h 1712"/>
                <a:gd name="T18" fmla="*/ 702 w 1705"/>
                <a:gd name="T19" fmla="*/ 227 h 1712"/>
                <a:gd name="T20" fmla="*/ 628 w 1705"/>
                <a:gd name="T21" fmla="*/ 299 h 1712"/>
                <a:gd name="T22" fmla="*/ 537 w 1705"/>
                <a:gd name="T23" fmla="*/ 313 h 1712"/>
                <a:gd name="T24" fmla="*/ 365 w 1705"/>
                <a:gd name="T25" fmla="*/ 184 h 1712"/>
                <a:gd name="T26" fmla="*/ 312 w 1705"/>
                <a:gd name="T27" fmla="*/ 187 h 1712"/>
                <a:gd name="T28" fmla="*/ 193 w 1705"/>
                <a:gd name="T29" fmla="*/ 307 h 1712"/>
                <a:gd name="T30" fmla="*/ 193 w 1705"/>
                <a:gd name="T31" fmla="*/ 367 h 1712"/>
                <a:gd name="T32" fmla="*/ 314 w 1705"/>
                <a:gd name="T33" fmla="*/ 525 h 1712"/>
                <a:gd name="T34" fmla="*/ 304 w 1705"/>
                <a:gd name="T35" fmla="*/ 607 h 1712"/>
                <a:gd name="T36" fmla="*/ 241 w 1705"/>
                <a:gd name="T37" fmla="*/ 696 h 1712"/>
                <a:gd name="T38" fmla="*/ 46 w 1705"/>
                <a:gd name="T39" fmla="*/ 720 h 1712"/>
                <a:gd name="T40" fmla="*/ 4 w 1705"/>
                <a:gd name="T41" fmla="*/ 755 h 1712"/>
                <a:gd name="T42" fmla="*/ 0 w 1705"/>
                <a:gd name="T43" fmla="*/ 936 h 1712"/>
                <a:gd name="T44" fmla="*/ 51 w 1705"/>
                <a:gd name="T45" fmla="*/ 986 h 1712"/>
                <a:gd name="T46" fmla="*/ 217 w 1705"/>
                <a:gd name="T47" fmla="*/ 1012 h 1712"/>
                <a:gd name="T48" fmla="*/ 298 w 1705"/>
                <a:gd name="T49" fmla="*/ 1089 h 1712"/>
                <a:gd name="T50" fmla="*/ 300 w 1705"/>
                <a:gd name="T51" fmla="*/ 1189 h 1712"/>
                <a:gd name="T52" fmla="*/ 190 w 1705"/>
                <a:gd name="T53" fmla="*/ 1322 h 1712"/>
                <a:gd name="T54" fmla="*/ 194 w 1705"/>
                <a:gd name="T55" fmla="*/ 1407 h 1712"/>
                <a:gd name="T56" fmla="*/ 297 w 1705"/>
                <a:gd name="T57" fmla="*/ 1514 h 1712"/>
                <a:gd name="T58" fmla="*/ 372 w 1705"/>
                <a:gd name="T59" fmla="*/ 1515 h 1712"/>
                <a:gd name="T60" fmla="*/ 505 w 1705"/>
                <a:gd name="T61" fmla="*/ 1417 h 1712"/>
                <a:gd name="T62" fmla="*/ 623 w 1705"/>
                <a:gd name="T63" fmla="*/ 1421 h 1712"/>
                <a:gd name="T64" fmla="*/ 693 w 1705"/>
                <a:gd name="T65" fmla="*/ 1490 h 1712"/>
                <a:gd name="T66" fmla="*/ 716 w 1705"/>
                <a:gd name="T67" fmla="*/ 1655 h 1712"/>
                <a:gd name="T68" fmla="*/ 771 w 1705"/>
                <a:gd name="T69" fmla="*/ 1712 h 1712"/>
                <a:gd name="T70" fmla="*/ 922 w 1705"/>
                <a:gd name="T71" fmla="*/ 1712 h 1712"/>
                <a:gd name="T72" fmla="*/ 980 w 1705"/>
                <a:gd name="T73" fmla="*/ 1663 h 1712"/>
                <a:gd name="T74" fmla="*/ 1007 w 1705"/>
                <a:gd name="T75" fmla="*/ 1486 h 1712"/>
                <a:gd name="T76" fmla="*/ 1103 w 1705"/>
                <a:gd name="T77" fmla="*/ 1408 h 1712"/>
                <a:gd name="T78" fmla="*/ 1194 w 1705"/>
                <a:gd name="T79" fmla="*/ 1422 h 1712"/>
                <a:gd name="T80" fmla="*/ 1324 w 1705"/>
                <a:gd name="T81" fmla="*/ 1523 h 1712"/>
                <a:gd name="T82" fmla="*/ 1393 w 1705"/>
                <a:gd name="T83" fmla="*/ 1521 h 1712"/>
                <a:gd name="T84" fmla="*/ 1505 w 1705"/>
                <a:gd name="T85" fmla="*/ 1410 h 1712"/>
                <a:gd name="T86" fmla="*/ 1516 w 1705"/>
                <a:gd name="T87" fmla="*/ 1341 h 1712"/>
                <a:gd name="T88" fmla="*/ 1406 w 1705"/>
                <a:gd name="T89" fmla="*/ 1195 h 1712"/>
                <a:gd name="T90" fmla="*/ 1414 w 1705"/>
                <a:gd name="T91" fmla="*/ 1085 h 1712"/>
                <a:gd name="T92" fmla="*/ 1501 w 1705"/>
                <a:gd name="T93" fmla="*/ 1012 h 1712"/>
                <a:gd name="T94" fmla="*/ 1649 w 1705"/>
                <a:gd name="T95" fmla="*/ 995 h 1712"/>
                <a:gd name="T96" fmla="*/ 1701 w 1705"/>
                <a:gd name="T97" fmla="*/ 954 h 1712"/>
                <a:gd name="T98" fmla="*/ 1705 w 1705"/>
                <a:gd name="T99" fmla="*/ 778 h 1712"/>
                <a:gd name="T100" fmla="*/ 1662 w 1705"/>
                <a:gd name="T101" fmla="*/ 732 h 1712"/>
                <a:gd name="T102" fmla="*/ 1455 w 1705"/>
                <a:gd name="T103" fmla="*/ 692 h 1712"/>
                <a:gd name="T104" fmla="*/ 1404 w 1705"/>
                <a:gd name="T105" fmla="*/ 608 h 1712"/>
                <a:gd name="T106" fmla="*/ 1412 w 1705"/>
                <a:gd name="T107" fmla="*/ 517 h 1712"/>
                <a:gd name="T108" fmla="*/ 1504 w 1705"/>
                <a:gd name="T109" fmla="*/ 396 h 1712"/>
                <a:gd name="T110" fmla="*/ 1521 w 1705"/>
                <a:gd name="T111" fmla="*/ 332 h 1712"/>
                <a:gd name="T112" fmla="*/ 1407 w 1705"/>
                <a:gd name="T113" fmla="*/ 204 h 1712"/>
                <a:gd name="T114" fmla="*/ 996 w 1705"/>
                <a:gd name="T115" fmla="*/ 1003 h 1712"/>
                <a:gd name="T116" fmla="*/ 703 w 1705"/>
                <a:gd name="T117" fmla="*/ 1002 h 1712"/>
                <a:gd name="T118" fmla="*/ 705 w 1705"/>
                <a:gd name="T119" fmla="*/ 710 h 1712"/>
                <a:gd name="T120" fmla="*/ 997 w 1705"/>
                <a:gd name="T121" fmla="*/ 711 h 1712"/>
                <a:gd name="T122" fmla="*/ 996 w 1705"/>
                <a:gd name="T123" fmla="*/ 1003 h 1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5" h="1712">
                  <a:moveTo>
                    <a:pt x="1407" y="204"/>
                  </a:moveTo>
                  <a:cubicBezTo>
                    <a:pt x="1376" y="174"/>
                    <a:pt x="1345" y="201"/>
                    <a:pt x="1345" y="201"/>
                  </a:cubicBezTo>
                  <a:cubicBezTo>
                    <a:pt x="1345" y="201"/>
                    <a:pt x="1289" y="241"/>
                    <a:pt x="1229" y="290"/>
                  </a:cubicBezTo>
                  <a:cubicBezTo>
                    <a:pt x="1169" y="338"/>
                    <a:pt x="1107" y="310"/>
                    <a:pt x="1107" y="310"/>
                  </a:cubicBezTo>
                  <a:cubicBezTo>
                    <a:pt x="1015" y="289"/>
                    <a:pt x="1012" y="230"/>
                    <a:pt x="1012" y="230"/>
                  </a:cubicBezTo>
                  <a:cubicBezTo>
                    <a:pt x="986" y="40"/>
                    <a:pt x="986" y="40"/>
                    <a:pt x="986" y="40"/>
                  </a:cubicBezTo>
                  <a:cubicBezTo>
                    <a:pt x="980" y="1"/>
                    <a:pt x="946" y="0"/>
                    <a:pt x="946" y="0"/>
                  </a:cubicBezTo>
                  <a:cubicBezTo>
                    <a:pt x="777" y="0"/>
                    <a:pt x="777" y="0"/>
                    <a:pt x="777" y="0"/>
                  </a:cubicBezTo>
                  <a:cubicBezTo>
                    <a:pt x="730" y="2"/>
                    <a:pt x="728" y="54"/>
                    <a:pt x="728" y="54"/>
                  </a:cubicBezTo>
                  <a:cubicBezTo>
                    <a:pt x="702" y="227"/>
                    <a:pt x="702" y="227"/>
                    <a:pt x="702" y="227"/>
                  </a:cubicBezTo>
                  <a:cubicBezTo>
                    <a:pt x="696" y="258"/>
                    <a:pt x="628" y="299"/>
                    <a:pt x="628" y="299"/>
                  </a:cubicBezTo>
                  <a:cubicBezTo>
                    <a:pt x="589" y="322"/>
                    <a:pt x="537" y="313"/>
                    <a:pt x="537" y="313"/>
                  </a:cubicBezTo>
                  <a:cubicBezTo>
                    <a:pt x="365" y="184"/>
                    <a:pt x="365" y="184"/>
                    <a:pt x="365" y="184"/>
                  </a:cubicBezTo>
                  <a:cubicBezTo>
                    <a:pt x="342" y="166"/>
                    <a:pt x="312" y="187"/>
                    <a:pt x="312" y="187"/>
                  </a:cubicBezTo>
                  <a:cubicBezTo>
                    <a:pt x="193" y="307"/>
                    <a:pt x="193" y="307"/>
                    <a:pt x="193" y="307"/>
                  </a:cubicBezTo>
                  <a:cubicBezTo>
                    <a:pt x="165" y="336"/>
                    <a:pt x="193" y="367"/>
                    <a:pt x="193" y="367"/>
                  </a:cubicBezTo>
                  <a:cubicBezTo>
                    <a:pt x="199" y="374"/>
                    <a:pt x="314" y="525"/>
                    <a:pt x="314" y="525"/>
                  </a:cubicBezTo>
                  <a:cubicBezTo>
                    <a:pt x="322" y="545"/>
                    <a:pt x="304" y="607"/>
                    <a:pt x="304" y="607"/>
                  </a:cubicBezTo>
                  <a:cubicBezTo>
                    <a:pt x="292" y="669"/>
                    <a:pt x="241" y="696"/>
                    <a:pt x="241" y="696"/>
                  </a:cubicBezTo>
                  <a:cubicBezTo>
                    <a:pt x="46" y="720"/>
                    <a:pt x="46" y="720"/>
                    <a:pt x="46" y="720"/>
                  </a:cubicBezTo>
                  <a:cubicBezTo>
                    <a:pt x="16" y="720"/>
                    <a:pt x="4" y="755"/>
                    <a:pt x="4" y="755"/>
                  </a:cubicBezTo>
                  <a:cubicBezTo>
                    <a:pt x="0" y="936"/>
                    <a:pt x="0" y="936"/>
                    <a:pt x="0" y="936"/>
                  </a:cubicBezTo>
                  <a:cubicBezTo>
                    <a:pt x="2" y="977"/>
                    <a:pt x="51" y="986"/>
                    <a:pt x="51" y="986"/>
                  </a:cubicBezTo>
                  <a:cubicBezTo>
                    <a:pt x="217" y="1012"/>
                    <a:pt x="217" y="1012"/>
                    <a:pt x="217" y="1012"/>
                  </a:cubicBezTo>
                  <a:cubicBezTo>
                    <a:pt x="268" y="1014"/>
                    <a:pt x="298" y="1089"/>
                    <a:pt x="298" y="1089"/>
                  </a:cubicBezTo>
                  <a:cubicBezTo>
                    <a:pt x="321" y="1136"/>
                    <a:pt x="300" y="1189"/>
                    <a:pt x="300" y="1189"/>
                  </a:cubicBezTo>
                  <a:cubicBezTo>
                    <a:pt x="190" y="1322"/>
                    <a:pt x="190" y="1322"/>
                    <a:pt x="190" y="1322"/>
                  </a:cubicBezTo>
                  <a:cubicBezTo>
                    <a:pt x="152" y="1368"/>
                    <a:pt x="194" y="1407"/>
                    <a:pt x="194" y="1407"/>
                  </a:cubicBezTo>
                  <a:cubicBezTo>
                    <a:pt x="297" y="1514"/>
                    <a:pt x="297" y="1514"/>
                    <a:pt x="297" y="1514"/>
                  </a:cubicBezTo>
                  <a:cubicBezTo>
                    <a:pt x="335" y="1550"/>
                    <a:pt x="372" y="1515"/>
                    <a:pt x="372" y="1515"/>
                  </a:cubicBezTo>
                  <a:cubicBezTo>
                    <a:pt x="505" y="1417"/>
                    <a:pt x="505" y="1417"/>
                    <a:pt x="505" y="1417"/>
                  </a:cubicBezTo>
                  <a:cubicBezTo>
                    <a:pt x="551" y="1380"/>
                    <a:pt x="623" y="1421"/>
                    <a:pt x="623" y="1421"/>
                  </a:cubicBezTo>
                  <a:cubicBezTo>
                    <a:pt x="691" y="1446"/>
                    <a:pt x="693" y="1490"/>
                    <a:pt x="693" y="1490"/>
                  </a:cubicBezTo>
                  <a:cubicBezTo>
                    <a:pt x="716" y="1655"/>
                    <a:pt x="716" y="1655"/>
                    <a:pt x="716" y="1655"/>
                  </a:cubicBezTo>
                  <a:cubicBezTo>
                    <a:pt x="718" y="1709"/>
                    <a:pt x="771" y="1712"/>
                    <a:pt x="771" y="1712"/>
                  </a:cubicBezTo>
                  <a:cubicBezTo>
                    <a:pt x="922" y="1712"/>
                    <a:pt x="922" y="1712"/>
                    <a:pt x="922" y="1712"/>
                  </a:cubicBezTo>
                  <a:cubicBezTo>
                    <a:pt x="981" y="1703"/>
                    <a:pt x="980" y="1663"/>
                    <a:pt x="980" y="1663"/>
                  </a:cubicBezTo>
                  <a:cubicBezTo>
                    <a:pt x="1007" y="1486"/>
                    <a:pt x="1007" y="1486"/>
                    <a:pt x="1007" y="1486"/>
                  </a:cubicBezTo>
                  <a:cubicBezTo>
                    <a:pt x="1016" y="1422"/>
                    <a:pt x="1103" y="1408"/>
                    <a:pt x="1103" y="1408"/>
                  </a:cubicBezTo>
                  <a:cubicBezTo>
                    <a:pt x="1163" y="1387"/>
                    <a:pt x="1194" y="1422"/>
                    <a:pt x="1194" y="1422"/>
                  </a:cubicBezTo>
                  <a:cubicBezTo>
                    <a:pt x="1324" y="1523"/>
                    <a:pt x="1324" y="1523"/>
                    <a:pt x="1324" y="1523"/>
                  </a:cubicBezTo>
                  <a:cubicBezTo>
                    <a:pt x="1353" y="1549"/>
                    <a:pt x="1393" y="1521"/>
                    <a:pt x="1393" y="1521"/>
                  </a:cubicBezTo>
                  <a:cubicBezTo>
                    <a:pt x="1505" y="1410"/>
                    <a:pt x="1505" y="1410"/>
                    <a:pt x="1505" y="1410"/>
                  </a:cubicBezTo>
                  <a:cubicBezTo>
                    <a:pt x="1546" y="1372"/>
                    <a:pt x="1516" y="1341"/>
                    <a:pt x="1516" y="1341"/>
                  </a:cubicBezTo>
                  <a:cubicBezTo>
                    <a:pt x="1406" y="1195"/>
                    <a:pt x="1406" y="1195"/>
                    <a:pt x="1406" y="1195"/>
                  </a:cubicBezTo>
                  <a:cubicBezTo>
                    <a:pt x="1378" y="1154"/>
                    <a:pt x="1414" y="1085"/>
                    <a:pt x="1414" y="1085"/>
                  </a:cubicBezTo>
                  <a:cubicBezTo>
                    <a:pt x="1439" y="1013"/>
                    <a:pt x="1501" y="1012"/>
                    <a:pt x="1501" y="1012"/>
                  </a:cubicBezTo>
                  <a:cubicBezTo>
                    <a:pt x="1649" y="995"/>
                    <a:pt x="1649" y="995"/>
                    <a:pt x="1649" y="995"/>
                  </a:cubicBezTo>
                  <a:cubicBezTo>
                    <a:pt x="1688" y="998"/>
                    <a:pt x="1701" y="954"/>
                    <a:pt x="1701" y="954"/>
                  </a:cubicBezTo>
                  <a:cubicBezTo>
                    <a:pt x="1705" y="778"/>
                    <a:pt x="1705" y="778"/>
                    <a:pt x="1705" y="778"/>
                  </a:cubicBezTo>
                  <a:cubicBezTo>
                    <a:pt x="1700" y="733"/>
                    <a:pt x="1662" y="732"/>
                    <a:pt x="1662" y="732"/>
                  </a:cubicBezTo>
                  <a:cubicBezTo>
                    <a:pt x="1455" y="692"/>
                    <a:pt x="1455" y="692"/>
                    <a:pt x="1455" y="692"/>
                  </a:cubicBezTo>
                  <a:cubicBezTo>
                    <a:pt x="1420" y="683"/>
                    <a:pt x="1404" y="608"/>
                    <a:pt x="1404" y="608"/>
                  </a:cubicBezTo>
                  <a:cubicBezTo>
                    <a:pt x="1384" y="551"/>
                    <a:pt x="1412" y="517"/>
                    <a:pt x="1412" y="517"/>
                  </a:cubicBezTo>
                  <a:cubicBezTo>
                    <a:pt x="1504" y="396"/>
                    <a:pt x="1504" y="396"/>
                    <a:pt x="1504" y="396"/>
                  </a:cubicBezTo>
                  <a:cubicBezTo>
                    <a:pt x="1544" y="354"/>
                    <a:pt x="1521" y="332"/>
                    <a:pt x="1521" y="332"/>
                  </a:cubicBezTo>
                  <a:cubicBezTo>
                    <a:pt x="1521" y="332"/>
                    <a:pt x="1438" y="234"/>
                    <a:pt x="1407" y="204"/>
                  </a:cubicBezTo>
                  <a:close/>
                  <a:moveTo>
                    <a:pt x="996" y="1003"/>
                  </a:moveTo>
                  <a:cubicBezTo>
                    <a:pt x="915" y="1084"/>
                    <a:pt x="784" y="1083"/>
                    <a:pt x="703" y="1002"/>
                  </a:cubicBezTo>
                  <a:cubicBezTo>
                    <a:pt x="623" y="921"/>
                    <a:pt x="624" y="790"/>
                    <a:pt x="705" y="710"/>
                  </a:cubicBezTo>
                  <a:cubicBezTo>
                    <a:pt x="786" y="629"/>
                    <a:pt x="917" y="630"/>
                    <a:pt x="997" y="711"/>
                  </a:cubicBezTo>
                  <a:cubicBezTo>
                    <a:pt x="1077" y="792"/>
                    <a:pt x="1077" y="923"/>
                    <a:pt x="996" y="1003"/>
                  </a:cubicBezTo>
                  <a:close/>
                </a:path>
              </a:pathLst>
            </a:custGeom>
            <a:grpFill/>
            <a:ln>
              <a:noFill/>
            </a:ln>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Freeform 495"/>
            <p:cNvSpPr>
              <a:spLocks/>
            </p:cNvSpPr>
            <p:nvPr/>
          </p:nvSpPr>
          <p:spPr bwMode="auto">
            <a:xfrm>
              <a:off x="5791621" y="5558806"/>
              <a:ext cx="124417" cy="14071"/>
            </a:xfrm>
            <a:custGeom>
              <a:avLst/>
              <a:gdLst>
                <a:gd name="T0" fmla="*/ 68 w 71"/>
                <a:gd name="T1" fmla="*/ 0 h 8"/>
                <a:gd name="T2" fmla="*/ 2 w 71"/>
                <a:gd name="T3" fmla="*/ 0 h 8"/>
                <a:gd name="T4" fmla="*/ 0 w 71"/>
                <a:gd name="T5" fmla="*/ 4 h 8"/>
                <a:gd name="T6" fmla="*/ 4 w 71"/>
                <a:gd name="T7" fmla="*/ 7 h 8"/>
                <a:gd name="T8" fmla="*/ 8 w 71"/>
                <a:gd name="T9" fmla="*/ 7 h 8"/>
                <a:gd name="T10" fmla="*/ 8 w 71"/>
                <a:gd name="T11" fmla="*/ 7 h 8"/>
                <a:gd name="T12" fmla="*/ 62 w 71"/>
                <a:gd name="T13" fmla="*/ 7 h 8"/>
                <a:gd name="T14" fmla="*/ 68 w 71"/>
                <a:gd name="T15" fmla="*/ 7 h 8"/>
                <a:gd name="T16" fmla="*/ 71 w 71"/>
                <a:gd name="T17" fmla="*/ 4 h 8"/>
                <a:gd name="T18" fmla="*/ 68 w 71"/>
                <a:gd name="T19"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 h="8">
                  <a:moveTo>
                    <a:pt x="68" y="0"/>
                  </a:moveTo>
                  <a:cubicBezTo>
                    <a:pt x="2" y="0"/>
                    <a:pt x="2" y="0"/>
                    <a:pt x="2" y="0"/>
                  </a:cubicBezTo>
                  <a:cubicBezTo>
                    <a:pt x="2" y="0"/>
                    <a:pt x="0" y="0"/>
                    <a:pt x="0" y="4"/>
                  </a:cubicBezTo>
                  <a:cubicBezTo>
                    <a:pt x="0" y="8"/>
                    <a:pt x="4" y="7"/>
                    <a:pt x="4" y="7"/>
                  </a:cubicBezTo>
                  <a:cubicBezTo>
                    <a:pt x="8" y="7"/>
                    <a:pt x="8" y="7"/>
                    <a:pt x="8" y="7"/>
                  </a:cubicBezTo>
                  <a:cubicBezTo>
                    <a:pt x="8" y="7"/>
                    <a:pt x="8" y="7"/>
                    <a:pt x="8" y="7"/>
                  </a:cubicBezTo>
                  <a:cubicBezTo>
                    <a:pt x="62" y="7"/>
                    <a:pt x="62" y="7"/>
                    <a:pt x="62" y="7"/>
                  </a:cubicBezTo>
                  <a:cubicBezTo>
                    <a:pt x="68" y="7"/>
                    <a:pt x="68" y="7"/>
                    <a:pt x="68" y="7"/>
                  </a:cubicBezTo>
                  <a:cubicBezTo>
                    <a:pt x="68" y="7"/>
                    <a:pt x="71" y="6"/>
                    <a:pt x="71" y="4"/>
                  </a:cubicBezTo>
                  <a:cubicBezTo>
                    <a:pt x="71" y="1"/>
                    <a:pt x="68" y="0"/>
                    <a:pt x="6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Freeform 496"/>
            <p:cNvSpPr>
              <a:spLocks/>
            </p:cNvSpPr>
            <p:nvPr/>
          </p:nvSpPr>
          <p:spPr bwMode="auto">
            <a:xfrm>
              <a:off x="5784956" y="5539550"/>
              <a:ext cx="136267" cy="14071"/>
            </a:xfrm>
            <a:custGeom>
              <a:avLst/>
              <a:gdLst>
                <a:gd name="T0" fmla="*/ 75 w 78"/>
                <a:gd name="T1" fmla="*/ 0 h 8"/>
                <a:gd name="T2" fmla="*/ 3 w 78"/>
                <a:gd name="T3" fmla="*/ 0 h 8"/>
                <a:gd name="T4" fmla="*/ 0 w 78"/>
                <a:gd name="T5" fmla="*/ 4 h 8"/>
                <a:gd name="T6" fmla="*/ 6 w 78"/>
                <a:gd name="T7" fmla="*/ 7 h 8"/>
                <a:gd name="T8" fmla="*/ 72 w 78"/>
                <a:gd name="T9" fmla="*/ 7 h 8"/>
                <a:gd name="T10" fmla="*/ 75 w 78"/>
                <a:gd name="T11" fmla="*/ 7 h 8"/>
                <a:gd name="T12" fmla="*/ 78 w 78"/>
                <a:gd name="T13" fmla="*/ 3 h 8"/>
                <a:gd name="T14" fmla="*/ 75 w 7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8">
                  <a:moveTo>
                    <a:pt x="75" y="0"/>
                  </a:moveTo>
                  <a:cubicBezTo>
                    <a:pt x="3" y="0"/>
                    <a:pt x="3" y="0"/>
                    <a:pt x="3" y="0"/>
                  </a:cubicBezTo>
                  <a:cubicBezTo>
                    <a:pt x="3" y="0"/>
                    <a:pt x="0" y="0"/>
                    <a:pt x="0" y="4"/>
                  </a:cubicBezTo>
                  <a:cubicBezTo>
                    <a:pt x="0" y="8"/>
                    <a:pt x="6" y="7"/>
                    <a:pt x="6" y="7"/>
                  </a:cubicBezTo>
                  <a:cubicBezTo>
                    <a:pt x="72" y="7"/>
                    <a:pt x="72" y="7"/>
                    <a:pt x="72" y="7"/>
                  </a:cubicBezTo>
                  <a:cubicBezTo>
                    <a:pt x="75" y="7"/>
                    <a:pt x="75" y="7"/>
                    <a:pt x="75" y="7"/>
                  </a:cubicBezTo>
                  <a:cubicBezTo>
                    <a:pt x="75" y="7"/>
                    <a:pt x="78" y="7"/>
                    <a:pt x="78" y="3"/>
                  </a:cubicBezTo>
                  <a:cubicBezTo>
                    <a:pt x="78" y="0"/>
                    <a:pt x="75" y="0"/>
                    <a:pt x="7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497"/>
            <p:cNvSpPr>
              <a:spLocks/>
            </p:cNvSpPr>
            <p:nvPr/>
          </p:nvSpPr>
          <p:spPr bwMode="auto">
            <a:xfrm>
              <a:off x="5784956" y="5501040"/>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498"/>
            <p:cNvSpPr>
              <a:spLocks/>
            </p:cNvSpPr>
            <p:nvPr/>
          </p:nvSpPr>
          <p:spPr bwMode="auto">
            <a:xfrm>
              <a:off x="5784956" y="5520295"/>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Freeform 499"/>
            <p:cNvSpPr>
              <a:spLocks noEditPoints="1"/>
            </p:cNvSpPr>
            <p:nvPr/>
          </p:nvSpPr>
          <p:spPr bwMode="auto">
            <a:xfrm>
              <a:off x="5690161" y="5090018"/>
              <a:ext cx="324374" cy="402135"/>
            </a:xfrm>
            <a:custGeom>
              <a:avLst/>
              <a:gdLst>
                <a:gd name="T0" fmla="*/ 94 w 185"/>
                <a:gd name="T1" fmla="*/ 0 h 230"/>
                <a:gd name="T2" fmla="*/ 87 w 185"/>
                <a:gd name="T3" fmla="*/ 0 h 230"/>
                <a:gd name="T4" fmla="*/ 8 w 185"/>
                <a:gd name="T5" fmla="*/ 51 h 230"/>
                <a:gd name="T6" fmla="*/ 0 w 185"/>
                <a:gd name="T7" fmla="*/ 92 h 230"/>
                <a:gd name="T8" fmla="*/ 9 w 185"/>
                <a:gd name="T9" fmla="*/ 133 h 230"/>
                <a:gd name="T10" fmla="*/ 25 w 185"/>
                <a:gd name="T11" fmla="*/ 163 h 230"/>
                <a:gd name="T12" fmla="*/ 40 w 185"/>
                <a:gd name="T13" fmla="*/ 193 h 230"/>
                <a:gd name="T14" fmla="*/ 43 w 185"/>
                <a:gd name="T15" fmla="*/ 213 h 230"/>
                <a:gd name="T16" fmla="*/ 55 w 185"/>
                <a:gd name="T17" fmla="*/ 230 h 230"/>
                <a:gd name="T18" fmla="*/ 134 w 185"/>
                <a:gd name="T19" fmla="*/ 229 h 230"/>
                <a:gd name="T20" fmla="*/ 145 w 185"/>
                <a:gd name="T21" fmla="*/ 193 h 230"/>
                <a:gd name="T22" fmla="*/ 160 w 185"/>
                <a:gd name="T23" fmla="*/ 163 h 230"/>
                <a:gd name="T24" fmla="*/ 185 w 185"/>
                <a:gd name="T25" fmla="*/ 92 h 230"/>
                <a:gd name="T26" fmla="*/ 185 w 185"/>
                <a:gd name="T27" fmla="*/ 89 h 230"/>
                <a:gd name="T28" fmla="*/ 176 w 185"/>
                <a:gd name="T29" fmla="*/ 92 h 230"/>
                <a:gd name="T30" fmla="*/ 152 w 185"/>
                <a:gd name="T31" fmla="*/ 158 h 230"/>
                <a:gd name="T32" fmla="*/ 148 w 185"/>
                <a:gd name="T33" fmla="*/ 164 h 230"/>
                <a:gd name="T34" fmla="*/ 148 w 185"/>
                <a:gd name="T35" fmla="*/ 141 h 230"/>
                <a:gd name="T36" fmla="*/ 141 w 185"/>
                <a:gd name="T37" fmla="*/ 122 h 230"/>
                <a:gd name="T38" fmla="*/ 107 w 185"/>
                <a:gd name="T39" fmla="*/ 101 h 230"/>
                <a:gd name="T40" fmla="*/ 101 w 185"/>
                <a:gd name="T41" fmla="*/ 137 h 230"/>
                <a:gd name="T42" fmla="*/ 97 w 185"/>
                <a:gd name="T43" fmla="*/ 117 h 230"/>
                <a:gd name="T44" fmla="*/ 89 w 185"/>
                <a:gd name="T45" fmla="*/ 126 h 230"/>
                <a:gd name="T46" fmla="*/ 85 w 185"/>
                <a:gd name="T47" fmla="*/ 141 h 230"/>
                <a:gd name="T48" fmla="*/ 80 w 185"/>
                <a:gd name="T49" fmla="*/ 101 h 230"/>
                <a:gd name="T50" fmla="*/ 93 w 185"/>
                <a:gd name="T51" fmla="*/ 113 h 230"/>
                <a:gd name="T52" fmla="*/ 107 w 185"/>
                <a:gd name="T53" fmla="*/ 101 h 230"/>
                <a:gd name="T54" fmla="*/ 110 w 185"/>
                <a:gd name="T55" fmla="*/ 85 h 230"/>
                <a:gd name="T56" fmla="*/ 90 w 185"/>
                <a:gd name="T57" fmla="*/ 44 h 230"/>
                <a:gd name="T58" fmla="*/ 77 w 185"/>
                <a:gd name="T59" fmla="*/ 83 h 230"/>
                <a:gd name="T60" fmla="*/ 80 w 185"/>
                <a:gd name="T61" fmla="*/ 99 h 230"/>
                <a:gd name="T62" fmla="*/ 47 w 185"/>
                <a:gd name="T63" fmla="*/ 119 h 230"/>
                <a:gd name="T64" fmla="*/ 38 w 185"/>
                <a:gd name="T65" fmla="*/ 141 h 230"/>
                <a:gd name="T66" fmla="*/ 36 w 185"/>
                <a:gd name="T67" fmla="*/ 159 h 230"/>
                <a:gd name="T68" fmla="*/ 33 w 185"/>
                <a:gd name="T69" fmla="*/ 159 h 230"/>
                <a:gd name="T70" fmla="*/ 17 w 185"/>
                <a:gd name="T71" fmla="*/ 129 h 230"/>
                <a:gd name="T72" fmla="*/ 9 w 185"/>
                <a:gd name="T73" fmla="*/ 87 h 230"/>
                <a:gd name="T74" fmla="*/ 33 w 185"/>
                <a:gd name="T75" fmla="*/ 33 h 230"/>
                <a:gd name="T76" fmla="*/ 93 w 185"/>
                <a:gd name="T77" fmla="*/ 9 h 230"/>
                <a:gd name="T78" fmla="*/ 176 w 185"/>
                <a:gd name="T79" fmla="*/ 9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5" h="230">
                  <a:moveTo>
                    <a:pt x="158" y="26"/>
                  </a:moveTo>
                  <a:cubicBezTo>
                    <a:pt x="142" y="10"/>
                    <a:pt x="120" y="1"/>
                    <a:pt x="94" y="0"/>
                  </a:cubicBezTo>
                  <a:cubicBezTo>
                    <a:pt x="94" y="0"/>
                    <a:pt x="94" y="0"/>
                    <a:pt x="93" y="0"/>
                  </a:cubicBezTo>
                  <a:cubicBezTo>
                    <a:pt x="87" y="0"/>
                    <a:pt x="87" y="0"/>
                    <a:pt x="87" y="0"/>
                  </a:cubicBezTo>
                  <a:cubicBezTo>
                    <a:pt x="63" y="0"/>
                    <a:pt x="44" y="9"/>
                    <a:pt x="27" y="26"/>
                  </a:cubicBezTo>
                  <a:cubicBezTo>
                    <a:pt x="20" y="33"/>
                    <a:pt x="13" y="40"/>
                    <a:pt x="8" y="51"/>
                  </a:cubicBezTo>
                  <a:cubicBezTo>
                    <a:pt x="3" y="62"/>
                    <a:pt x="0" y="74"/>
                    <a:pt x="0" y="87"/>
                  </a:cubicBezTo>
                  <a:cubicBezTo>
                    <a:pt x="0" y="92"/>
                    <a:pt x="0" y="92"/>
                    <a:pt x="0" y="92"/>
                  </a:cubicBezTo>
                  <a:cubicBezTo>
                    <a:pt x="0" y="93"/>
                    <a:pt x="0" y="93"/>
                    <a:pt x="0" y="93"/>
                  </a:cubicBezTo>
                  <a:cubicBezTo>
                    <a:pt x="1" y="109"/>
                    <a:pt x="4" y="122"/>
                    <a:pt x="9" y="133"/>
                  </a:cubicBezTo>
                  <a:cubicBezTo>
                    <a:pt x="13" y="142"/>
                    <a:pt x="18" y="151"/>
                    <a:pt x="23" y="160"/>
                  </a:cubicBezTo>
                  <a:cubicBezTo>
                    <a:pt x="25" y="163"/>
                    <a:pt x="25" y="163"/>
                    <a:pt x="25" y="163"/>
                  </a:cubicBezTo>
                  <a:cubicBezTo>
                    <a:pt x="26" y="165"/>
                    <a:pt x="27" y="167"/>
                    <a:pt x="28" y="169"/>
                  </a:cubicBezTo>
                  <a:cubicBezTo>
                    <a:pt x="33" y="177"/>
                    <a:pt x="37" y="184"/>
                    <a:pt x="40" y="193"/>
                  </a:cubicBezTo>
                  <a:cubicBezTo>
                    <a:pt x="41" y="197"/>
                    <a:pt x="41" y="201"/>
                    <a:pt x="42" y="205"/>
                  </a:cubicBezTo>
                  <a:cubicBezTo>
                    <a:pt x="42" y="208"/>
                    <a:pt x="42" y="210"/>
                    <a:pt x="43" y="213"/>
                  </a:cubicBezTo>
                  <a:cubicBezTo>
                    <a:pt x="44" y="220"/>
                    <a:pt x="49" y="225"/>
                    <a:pt x="52" y="229"/>
                  </a:cubicBezTo>
                  <a:cubicBezTo>
                    <a:pt x="53" y="230"/>
                    <a:pt x="54" y="230"/>
                    <a:pt x="55" y="230"/>
                  </a:cubicBezTo>
                  <a:cubicBezTo>
                    <a:pt x="130" y="230"/>
                    <a:pt x="130" y="230"/>
                    <a:pt x="130" y="230"/>
                  </a:cubicBezTo>
                  <a:cubicBezTo>
                    <a:pt x="132" y="230"/>
                    <a:pt x="133" y="230"/>
                    <a:pt x="134" y="229"/>
                  </a:cubicBezTo>
                  <a:cubicBezTo>
                    <a:pt x="140" y="223"/>
                    <a:pt x="141" y="214"/>
                    <a:pt x="142" y="205"/>
                  </a:cubicBezTo>
                  <a:cubicBezTo>
                    <a:pt x="143" y="201"/>
                    <a:pt x="144" y="197"/>
                    <a:pt x="145" y="193"/>
                  </a:cubicBezTo>
                  <a:cubicBezTo>
                    <a:pt x="148" y="185"/>
                    <a:pt x="152" y="176"/>
                    <a:pt x="156" y="168"/>
                  </a:cubicBezTo>
                  <a:cubicBezTo>
                    <a:pt x="158" y="166"/>
                    <a:pt x="159" y="164"/>
                    <a:pt x="160" y="163"/>
                  </a:cubicBezTo>
                  <a:cubicBezTo>
                    <a:pt x="161" y="160"/>
                    <a:pt x="162" y="157"/>
                    <a:pt x="164" y="155"/>
                  </a:cubicBezTo>
                  <a:cubicBezTo>
                    <a:pt x="173" y="137"/>
                    <a:pt x="184" y="119"/>
                    <a:pt x="185" y="92"/>
                  </a:cubicBezTo>
                  <a:cubicBezTo>
                    <a:pt x="185" y="92"/>
                    <a:pt x="185" y="92"/>
                    <a:pt x="185" y="92"/>
                  </a:cubicBezTo>
                  <a:cubicBezTo>
                    <a:pt x="185" y="89"/>
                    <a:pt x="185" y="89"/>
                    <a:pt x="185" y="89"/>
                  </a:cubicBezTo>
                  <a:cubicBezTo>
                    <a:pt x="184" y="64"/>
                    <a:pt x="175" y="43"/>
                    <a:pt x="158" y="26"/>
                  </a:cubicBezTo>
                  <a:close/>
                  <a:moveTo>
                    <a:pt x="176" y="92"/>
                  </a:moveTo>
                  <a:cubicBezTo>
                    <a:pt x="174" y="116"/>
                    <a:pt x="165" y="133"/>
                    <a:pt x="156" y="150"/>
                  </a:cubicBezTo>
                  <a:cubicBezTo>
                    <a:pt x="154" y="153"/>
                    <a:pt x="153" y="156"/>
                    <a:pt x="152" y="158"/>
                  </a:cubicBezTo>
                  <a:cubicBezTo>
                    <a:pt x="151" y="160"/>
                    <a:pt x="149" y="162"/>
                    <a:pt x="148" y="164"/>
                  </a:cubicBezTo>
                  <a:cubicBezTo>
                    <a:pt x="148" y="164"/>
                    <a:pt x="148" y="164"/>
                    <a:pt x="148" y="164"/>
                  </a:cubicBezTo>
                  <a:cubicBezTo>
                    <a:pt x="148" y="161"/>
                    <a:pt x="148" y="159"/>
                    <a:pt x="149" y="154"/>
                  </a:cubicBezTo>
                  <a:cubicBezTo>
                    <a:pt x="150" y="148"/>
                    <a:pt x="148" y="144"/>
                    <a:pt x="148" y="141"/>
                  </a:cubicBezTo>
                  <a:cubicBezTo>
                    <a:pt x="147" y="137"/>
                    <a:pt x="145" y="129"/>
                    <a:pt x="145" y="129"/>
                  </a:cubicBezTo>
                  <a:cubicBezTo>
                    <a:pt x="145" y="120"/>
                    <a:pt x="141" y="122"/>
                    <a:pt x="141" y="122"/>
                  </a:cubicBezTo>
                  <a:cubicBezTo>
                    <a:pt x="139" y="118"/>
                    <a:pt x="117" y="110"/>
                    <a:pt x="117" y="110"/>
                  </a:cubicBezTo>
                  <a:cubicBezTo>
                    <a:pt x="107" y="101"/>
                    <a:pt x="107" y="101"/>
                    <a:pt x="107" y="101"/>
                  </a:cubicBezTo>
                  <a:cubicBezTo>
                    <a:pt x="109" y="103"/>
                    <a:pt x="109" y="103"/>
                    <a:pt x="109" y="103"/>
                  </a:cubicBezTo>
                  <a:cubicBezTo>
                    <a:pt x="109" y="111"/>
                    <a:pt x="101" y="137"/>
                    <a:pt x="101" y="137"/>
                  </a:cubicBezTo>
                  <a:cubicBezTo>
                    <a:pt x="102" y="134"/>
                    <a:pt x="96" y="124"/>
                    <a:pt x="96" y="124"/>
                  </a:cubicBezTo>
                  <a:cubicBezTo>
                    <a:pt x="95" y="123"/>
                    <a:pt x="97" y="117"/>
                    <a:pt x="97" y="117"/>
                  </a:cubicBezTo>
                  <a:cubicBezTo>
                    <a:pt x="90" y="109"/>
                    <a:pt x="86" y="118"/>
                    <a:pt x="86" y="118"/>
                  </a:cubicBezTo>
                  <a:cubicBezTo>
                    <a:pt x="85" y="120"/>
                    <a:pt x="89" y="126"/>
                    <a:pt x="89" y="126"/>
                  </a:cubicBezTo>
                  <a:cubicBezTo>
                    <a:pt x="88" y="127"/>
                    <a:pt x="88" y="133"/>
                    <a:pt x="88" y="133"/>
                  </a:cubicBezTo>
                  <a:cubicBezTo>
                    <a:pt x="87" y="135"/>
                    <a:pt x="85" y="141"/>
                    <a:pt x="85" y="141"/>
                  </a:cubicBezTo>
                  <a:cubicBezTo>
                    <a:pt x="80" y="128"/>
                    <a:pt x="78" y="103"/>
                    <a:pt x="78" y="103"/>
                  </a:cubicBezTo>
                  <a:cubicBezTo>
                    <a:pt x="77" y="102"/>
                    <a:pt x="80" y="101"/>
                    <a:pt x="80" y="101"/>
                  </a:cubicBezTo>
                  <a:cubicBezTo>
                    <a:pt x="82" y="104"/>
                    <a:pt x="82" y="104"/>
                    <a:pt x="82" y="104"/>
                  </a:cubicBezTo>
                  <a:cubicBezTo>
                    <a:pt x="84" y="108"/>
                    <a:pt x="93" y="113"/>
                    <a:pt x="93" y="113"/>
                  </a:cubicBezTo>
                  <a:cubicBezTo>
                    <a:pt x="102" y="107"/>
                    <a:pt x="102" y="107"/>
                    <a:pt x="102" y="107"/>
                  </a:cubicBezTo>
                  <a:cubicBezTo>
                    <a:pt x="108" y="104"/>
                    <a:pt x="107" y="101"/>
                    <a:pt x="107" y="101"/>
                  </a:cubicBezTo>
                  <a:cubicBezTo>
                    <a:pt x="106" y="100"/>
                    <a:pt x="106" y="94"/>
                    <a:pt x="106" y="94"/>
                  </a:cubicBezTo>
                  <a:cubicBezTo>
                    <a:pt x="107" y="93"/>
                    <a:pt x="110" y="85"/>
                    <a:pt x="110" y="85"/>
                  </a:cubicBezTo>
                  <a:cubicBezTo>
                    <a:pt x="114" y="80"/>
                    <a:pt x="113" y="71"/>
                    <a:pt x="113" y="71"/>
                  </a:cubicBezTo>
                  <a:cubicBezTo>
                    <a:pt x="119" y="41"/>
                    <a:pt x="90" y="44"/>
                    <a:pt x="90" y="44"/>
                  </a:cubicBezTo>
                  <a:cubicBezTo>
                    <a:pt x="69" y="46"/>
                    <a:pt x="75" y="72"/>
                    <a:pt x="75" y="72"/>
                  </a:cubicBezTo>
                  <a:cubicBezTo>
                    <a:pt x="72" y="73"/>
                    <a:pt x="77" y="83"/>
                    <a:pt x="77" y="83"/>
                  </a:cubicBezTo>
                  <a:cubicBezTo>
                    <a:pt x="76" y="84"/>
                    <a:pt x="79" y="91"/>
                    <a:pt x="79" y="91"/>
                  </a:cubicBezTo>
                  <a:cubicBezTo>
                    <a:pt x="80" y="99"/>
                    <a:pt x="80" y="99"/>
                    <a:pt x="80" y="99"/>
                  </a:cubicBezTo>
                  <a:cubicBezTo>
                    <a:pt x="78" y="100"/>
                    <a:pt x="71" y="109"/>
                    <a:pt x="71" y="109"/>
                  </a:cubicBezTo>
                  <a:cubicBezTo>
                    <a:pt x="59" y="109"/>
                    <a:pt x="47" y="119"/>
                    <a:pt x="47" y="119"/>
                  </a:cubicBezTo>
                  <a:cubicBezTo>
                    <a:pt x="40" y="118"/>
                    <a:pt x="41" y="123"/>
                    <a:pt x="41" y="129"/>
                  </a:cubicBezTo>
                  <a:cubicBezTo>
                    <a:pt x="41" y="134"/>
                    <a:pt x="41" y="133"/>
                    <a:pt x="38" y="141"/>
                  </a:cubicBezTo>
                  <a:cubicBezTo>
                    <a:pt x="35" y="148"/>
                    <a:pt x="39" y="144"/>
                    <a:pt x="37" y="148"/>
                  </a:cubicBezTo>
                  <a:cubicBezTo>
                    <a:pt x="36" y="151"/>
                    <a:pt x="36" y="154"/>
                    <a:pt x="36" y="159"/>
                  </a:cubicBezTo>
                  <a:cubicBezTo>
                    <a:pt x="36" y="160"/>
                    <a:pt x="36" y="162"/>
                    <a:pt x="36" y="163"/>
                  </a:cubicBezTo>
                  <a:cubicBezTo>
                    <a:pt x="35" y="162"/>
                    <a:pt x="34" y="160"/>
                    <a:pt x="33" y="159"/>
                  </a:cubicBezTo>
                  <a:cubicBezTo>
                    <a:pt x="31" y="155"/>
                    <a:pt x="31" y="155"/>
                    <a:pt x="31" y="155"/>
                  </a:cubicBezTo>
                  <a:cubicBezTo>
                    <a:pt x="26" y="147"/>
                    <a:pt x="21" y="138"/>
                    <a:pt x="17" y="129"/>
                  </a:cubicBezTo>
                  <a:cubicBezTo>
                    <a:pt x="12" y="119"/>
                    <a:pt x="10" y="108"/>
                    <a:pt x="9" y="92"/>
                  </a:cubicBezTo>
                  <a:cubicBezTo>
                    <a:pt x="9" y="87"/>
                    <a:pt x="9" y="87"/>
                    <a:pt x="9" y="87"/>
                  </a:cubicBezTo>
                  <a:cubicBezTo>
                    <a:pt x="10" y="75"/>
                    <a:pt x="12" y="65"/>
                    <a:pt x="17" y="55"/>
                  </a:cubicBezTo>
                  <a:cubicBezTo>
                    <a:pt x="21" y="46"/>
                    <a:pt x="27" y="39"/>
                    <a:pt x="33" y="33"/>
                  </a:cubicBezTo>
                  <a:cubicBezTo>
                    <a:pt x="48" y="17"/>
                    <a:pt x="66" y="10"/>
                    <a:pt x="87" y="9"/>
                  </a:cubicBezTo>
                  <a:cubicBezTo>
                    <a:pt x="93" y="9"/>
                    <a:pt x="93" y="9"/>
                    <a:pt x="93" y="9"/>
                  </a:cubicBezTo>
                  <a:cubicBezTo>
                    <a:pt x="117" y="10"/>
                    <a:pt x="137" y="18"/>
                    <a:pt x="151" y="32"/>
                  </a:cubicBezTo>
                  <a:cubicBezTo>
                    <a:pt x="167" y="48"/>
                    <a:pt x="175" y="67"/>
                    <a:pt x="176" y="90"/>
                  </a:cubicBezTo>
                  <a:lnTo>
                    <a:pt x="176" y="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Freeform 500"/>
            <p:cNvSpPr>
              <a:spLocks/>
            </p:cNvSpPr>
            <p:nvPr/>
          </p:nvSpPr>
          <p:spPr bwMode="auto">
            <a:xfrm>
              <a:off x="6883236" y="5084093"/>
              <a:ext cx="430277" cy="369550"/>
            </a:xfrm>
            <a:custGeom>
              <a:avLst/>
              <a:gdLst>
                <a:gd name="T0" fmla="*/ 164 w 246"/>
                <a:gd name="T1" fmla="*/ 0 h 211"/>
                <a:gd name="T2" fmla="*/ 81 w 246"/>
                <a:gd name="T3" fmla="*/ 0 h 211"/>
                <a:gd name="T4" fmla="*/ 0 w 246"/>
                <a:gd name="T5" fmla="*/ 68 h 211"/>
                <a:gd name="T6" fmla="*/ 25 w 246"/>
                <a:gd name="T7" fmla="*/ 68 h 211"/>
                <a:gd name="T8" fmla="*/ 84 w 246"/>
                <a:gd name="T9" fmla="*/ 23 h 211"/>
                <a:gd name="T10" fmla="*/ 161 w 246"/>
                <a:gd name="T11" fmla="*/ 23 h 211"/>
                <a:gd name="T12" fmla="*/ 222 w 246"/>
                <a:gd name="T13" fmla="*/ 85 h 211"/>
                <a:gd name="T14" fmla="*/ 161 w 246"/>
                <a:gd name="T15" fmla="*/ 146 h 211"/>
                <a:gd name="T16" fmla="*/ 123 w 246"/>
                <a:gd name="T17" fmla="*/ 146 h 211"/>
                <a:gd name="T18" fmla="*/ 123 w 246"/>
                <a:gd name="T19" fmla="*/ 155 h 211"/>
                <a:gd name="T20" fmla="*/ 123 w 246"/>
                <a:gd name="T21" fmla="*/ 160 h 211"/>
                <a:gd name="T22" fmla="*/ 123 w 246"/>
                <a:gd name="T23" fmla="*/ 168 h 211"/>
                <a:gd name="T24" fmla="*/ 139 w 246"/>
                <a:gd name="T25" fmla="*/ 168 h 211"/>
                <a:gd name="T26" fmla="*/ 189 w 246"/>
                <a:gd name="T27" fmla="*/ 211 h 211"/>
                <a:gd name="T28" fmla="*/ 186 w 246"/>
                <a:gd name="T29" fmla="*/ 165 h 211"/>
                <a:gd name="T30" fmla="*/ 246 w 246"/>
                <a:gd name="T31" fmla="*/ 86 h 211"/>
                <a:gd name="T32" fmla="*/ 246 w 246"/>
                <a:gd name="T33" fmla="*/ 82 h 211"/>
                <a:gd name="T34" fmla="*/ 164 w 246"/>
                <a:gd name="T35"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6" h="211">
                  <a:moveTo>
                    <a:pt x="164" y="0"/>
                  </a:moveTo>
                  <a:cubicBezTo>
                    <a:pt x="81" y="0"/>
                    <a:pt x="81" y="0"/>
                    <a:pt x="81" y="0"/>
                  </a:cubicBezTo>
                  <a:cubicBezTo>
                    <a:pt x="41" y="0"/>
                    <a:pt x="7" y="29"/>
                    <a:pt x="0" y="68"/>
                  </a:cubicBezTo>
                  <a:cubicBezTo>
                    <a:pt x="25" y="68"/>
                    <a:pt x="25" y="68"/>
                    <a:pt x="25" y="68"/>
                  </a:cubicBezTo>
                  <a:cubicBezTo>
                    <a:pt x="33" y="42"/>
                    <a:pt x="56" y="23"/>
                    <a:pt x="84" y="23"/>
                  </a:cubicBezTo>
                  <a:cubicBezTo>
                    <a:pt x="161" y="23"/>
                    <a:pt x="161" y="23"/>
                    <a:pt x="161" y="23"/>
                  </a:cubicBezTo>
                  <a:cubicBezTo>
                    <a:pt x="195" y="23"/>
                    <a:pt x="222" y="51"/>
                    <a:pt x="222" y="85"/>
                  </a:cubicBezTo>
                  <a:cubicBezTo>
                    <a:pt x="222" y="119"/>
                    <a:pt x="195" y="146"/>
                    <a:pt x="161" y="146"/>
                  </a:cubicBezTo>
                  <a:cubicBezTo>
                    <a:pt x="123" y="146"/>
                    <a:pt x="123" y="146"/>
                    <a:pt x="123" y="146"/>
                  </a:cubicBezTo>
                  <a:cubicBezTo>
                    <a:pt x="123" y="149"/>
                    <a:pt x="123" y="152"/>
                    <a:pt x="123" y="155"/>
                  </a:cubicBezTo>
                  <a:cubicBezTo>
                    <a:pt x="123" y="160"/>
                    <a:pt x="123" y="160"/>
                    <a:pt x="123" y="160"/>
                  </a:cubicBezTo>
                  <a:cubicBezTo>
                    <a:pt x="123" y="162"/>
                    <a:pt x="123" y="165"/>
                    <a:pt x="123" y="168"/>
                  </a:cubicBezTo>
                  <a:cubicBezTo>
                    <a:pt x="139" y="168"/>
                    <a:pt x="139" y="168"/>
                    <a:pt x="139" y="168"/>
                  </a:cubicBezTo>
                  <a:cubicBezTo>
                    <a:pt x="189" y="211"/>
                    <a:pt x="189" y="211"/>
                    <a:pt x="189" y="211"/>
                  </a:cubicBezTo>
                  <a:cubicBezTo>
                    <a:pt x="186" y="165"/>
                    <a:pt x="186" y="165"/>
                    <a:pt x="186" y="165"/>
                  </a:cubicBezTo>
                  <a:cubicBezTo>
                    <a:pt x="220" y="156"/>
                    <a:pt x="246" y="124"/>
                    <a:pt x="246" y="86"/>
                  </a:cubicBezTo>
                  <a:cubicBezTo>
                    <a:pt x="246" y="82"/>
                    <a:pt x="246" y="82"/>
                    <a:pt x="246" y="82"/>
                  </a:cubicBezTo>
                  <a:cubicBezTo>
                    <a:pt x="246" y="37"/>
                    <a:pt x="210" y="0"/>
                    <a:pt x="16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501"/>
            <p:cNvSpPr>
              <a:spLocks/>
            </p:cNvSpPr>
            <p:nvPr/>
          </p:nvSpPr>
          <p:spPr bwMode="auto">
            <a:xfrm>
              <a:off x="6866944" y="5366255"/>
              <a:ext cx="17774" cy="39991"/>
            </a:xfrm>
            <a:custGeom>
              <a:avLst/>
              <a:gdLst>
                <a:gd name="T0" fmla="*/ 0 w 10"/>
                <a:gd name="T1" fmla="*/ 0 h 23"/>
                <a:gd name="T2" fmla="*/ 0 w 10"/>
                <a:gd name="T3" fmla="*/ 23 h 23"/>
                <a:gd name="T4" fmla="*/ 8 w 10"/>
                <a:gd name="T5" fmla="*/ 19 h 23"/>
                <a:gd name="T6" fmla="*/ 10 w 10"/>
                <a:gd name="T7" fmla="*/ 11 h 23"/>
                <a:gd name="T8" fmla="*/ 8 w 10"/>
                <a:gd name="T9" fmla="*/ 4 h 23"/>
                <a:gd name="T10" fmla="*/ 0 w 10"/>
                <a:gd name="T11" fmla="*/ 0 h 23"/>
              </a:gdLst>
              <a:ahLst/>
              <a:cxnLst>
                <a:cxn ang="0">
                  <a:pos x="T0" y="T1"/>
                </a:cxn>
                <a:cxn ang="0">
                  <a:pos x="T2" y="T3"/>
                </a:cxn>
                <a:cxn ang="0">
                  <a:pos x="T4" y="T5"/>
                </a:cxn>
                <a:cxn ang="0">
                  <a:pos x="T6" y="T7"/>
                </a:cxn>
                <a:cxn ang="0">
                  <a:pos x="T8" y="T9"/>
                </a:cxn>
                <a:cxn ang="0">
                  <a:pos x="T10" y="T11"/>
                </a:cxn>
              </a:cxnLst>
              <a:rect l="0" t="0" r="r" b="b"/>
              <a:pathLst>
                <a:path w="10" h="23">
                  <a:moveTo>
                    <a:pt x="0" y="0"/>
                  </a:moveTo>
                  <a:cubicBezTo>
                    <a:pt x="0" y="23"/>
                    <a:pt x="0" y="23"/>
                    <a:pt x="0" y="23"/>
                  </a:cubicBezTo>
                  <a:cubicBezTo>
                    <a:pt x="3" y="22"/>
                    <a:pt x="6" y="21"/>
                    <a:pt x="8" y="19"/>
                  </a:cubicBezTo>
                  <a:cubicBezTo>
                    <a:pt x="9" y="17"/>
                    <a:pt x="10" y="14"/>
                    <a:pt x="10" y="11"/>
                  </a:cubicBezTo>
                  <a:cubicBezTo>
                    <a:pt x="10" y="8"/>
                    <a:pt x="10" y="6"/>
                    <a:pt x="8" y="4"/>
                  </a:cubicBezTo>
                  <a:cubicBezTo>
                    <a:pt x="7" y="3"/>
                    <a:pt x="4"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Freeform 502"/>
            <p:cNvSpPr>
              <a:spLocks noEditPoints="1"/>
            </p:cNvSpPr>
            <p:nvPr/>
          </p:nvSpPr>
          <p:spPr bwMode="auto">
            <a:xfrm>
              <a:off x="6775852" y="5277385"/>
              <a:ext cx="174036" cy="173296"/>
            </a:xfrm>
            <a:custGeom>
              <a:avLst/>
              <a:gdLst>
                <a:gd name="T0" fmla="*/ 50 w 99"/>
                <a:gd name="T1" fmla="*/ 0 h 99"/>
                <a:gd name="T2" fmla="*/ 0 w 99"/>
                <a:gd name="T3" fmla="*/ 49 h 99"/>
                <a:gd name="T4" fmla="*/ 50 w 99"/>
                <a:gd name="T5" fmla="*/ 99 h 99"/>
                <a:gd name="T6" fmla="*/ 99 w 99"/>
                <a:gd name="T7" fmla="*/ 49 h 99"/>
                <a:gd name="T8" fmla="*/ 50 w 99"/>
                <a:gd name="T9" fmla="*/ 0 h 99"/>
                <a:gd name="T10" fmla="*/ 65 w 99"/>
                <a:gd name="T11" fmla="*/ 74 h 99"/>
                <a:gd name="T12" fmla="*/ 52 w 99"/>
                <a:gd name="T13" fmla="*/ 80 h 99"/>
                <a:gd name="T14" fmla="*/ 52 w 99"/>
                <a:gd name="T15" fmla="*/ 87 h 99"/>
                <a:gd name="T16" fmla="*/ 48 w 99"/>
                <a:gd name="T17" fmla="*/ 87 h 99"/>
                <a:gd name="T18" fmla="*/ 48 w 99"/>
                <a:gd name="T19" fmla="*/ 80 h 99"/>
                <a:gd name="T20" fmla="*/ 39 w 99"/>
                <a:gd name="T21" fmla="*/ 77 h 99"/>
                <a:gd name="T22" fmla="*/ 33 w 99"/>
                <a:gd name="T23" fmla="*/ 72 h 99"/>
                <a:gd name="T24" fmla="*/ 30 w 99"/>
                <a:gd name="T25" fmla="*/ 62 h 99"/>
                <a:gd name="T26" fmla="*/ 38 w 99"/>
                <a:gd name="T27" fmla="*/ 60 h 99"/>
                <a:gd name="T28" fmla="*/ 41 w 99"/>
                <a:gd name="T29" fmla="*/ 69 h 99"/>
                <a:gd name="T30" fmla="*/ 48 w 99"/>
                <a:gd name="T31" fmla="*/ 74 h 99"/>
                <a:gd name="T32" fmla="*/ 48 w 99"/>
                <a:gd name="T33" fmla="*/ 50 h 99"/>
                <a:gd name="T34" fmla="*/ 39 w 99"/>
                <a:gd name="T35" fmla="*/ 47 h 99"/>
                <a:gd name="T36" fmla="*/ 33 w 99"/>
                <a:gd name="T37" fmla="*/ 41 h 99"/>
                <a:gd name="T38" fmla="*/ 31 w 99"/>
                <a:gd name="T39" fmla="*/ 33 h 99"/>
                <a:gd name="T40" fmla="*/ 37 w 99"/>
                <a:gd name="T41" fmla="*/ 20 h 99"/>
                <a:gd name="T42" fmla="*/ 48 w 99"/>
                <a:gd name="T43" fmla="*/ 16 h 99"/>
                <a:gd name="T44" fmla="*/ 48 w 99"/>
                <a:gd name="T45" fmla="*/ 13 h 99"/>
                <a:gd name="T46" fmla="*/ 52 w 99"/>
                <a:gd name="T47" fmla="*/ 13 h 99"/>
                <a:gd name="T48" fmla="*/ 52 w 99"/>
                <a:gd name="T49" fmla="*/ 16 h 99"/>
                <a:gd name="T50" fmla="*/ 63 w 99"/>
                <a:gd name="T51" fmla="*/ 20 h 99"/>
                <a:gd name="T52" fmla="*/ 68 w 99"/>
                <a:gd name="T53" fmla="*/ 31 h 99"/>
                <a:gd name="T54" fmla="*/ 61 w 99"/>
                <a:gd name="T55" fmla="*/ 32 h 99"/>
                <a:gd name="T56" fmla="*/ 58 w 99"/>
                <a:gd name="T57" fmla="*/ 26 h 99"/>
                <a:gd name="T58" fmla="*/ 52 w 99"/>
                <a:gd name="T59" fmla="*/ 23 h 99"/>
                <a:gd name="T60" fmla="*/ 52 w 99"/>
                <a:gd name="T61" fmla="*/ 44 h 99"/>
                <a:gd name="T62" fmla="*/ 60 w 99"/>
                <a:gd name="T63" fmla="*/ 46 h 99"/>
                <a:gd name="T64" fmla="*/ 65 w 99"/>
                <a:gd name="T65" fmla="*/ 50 h 99"/>
                <a:gd name="T66" fmla="*/ 69 w 99"/>
                <a:gd name="T67" fmla="*/ 55 h 99"/>
                <a:gd name="T68" fmla="*/ 70 w 99"/>
                <a:gd name="T69" fmla="*/ 61 h 99"/>
                <a:gd name="T70" fmla="*/ 65 w 99"/>
                <a:gd name="T71" fmla="*/ 74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9" h="99">
                  <a:moveTo>
                    <a:pt x="50" y="0"/>
                  </a:moveTo>
                  <a:cubicBezTo>
                    <a:pt x="22" y="0"/>
                    <a:pt x="0" y="22"/>
                    <a:pt x="0" y="49"/>
                  </a:cubicBezTo>
                  <a:cubicBezTo>
                    <a:pt x="0" y="77"/>
                    <a:pt x="22" y="99"/>
                    <a:pt x="50" y="99"/>
                  </a:cubicBezTo>
                  <a:cubicBezTo>
                    <a:pt x="77" y="99"/>
                    <a:pt x="99" y="77"/>
                    <a:pt x="99" y="49"/>
                  </a:cubicBezTo>
                  <a:cubicBezTo>
                    <a:pt x="99" y="22"/>
                    <a:pt x="77" y="0"/>
                    <a:pt x="50" y="0"/>
                  </a:cubicBezTo>
                  <a:close/>
                  <a:moveTo>
                    <a:pt x="65" y="74"/>
                  </a:moveTo>
                  <a:cubicBezTo>
                    <a:pt x="62" y="78"/>
                    <a:pt x="58" y="79"/>
                    <a:pt x="52" y="80"/>
                  </a:cubicBezTo>
                  <a:cubicBezTo>
                    <a:pt x="52" y="87"/>
                    <a:pt x="52" y="87"/>
                    <a:pt x="52" y="87"/>
                  </a:cubicBezTo>
                  <a:cubicBezTo>
                    <a:pt x="48" y="87"/>
                    <a:pt x="48" y="87"/>
                    <a:pt x="48" y="87"/>
                  </a:cubicBezTo>
                  <a:cubicBezTo>
                    <a:pt x="48" y="80"/>
                    <a:pt x="48" y="80"/>
                    <a:pt x="48" y="80"/>
                  </a:cubicBezTo>
                  <a:cubicBezTo>
                    <a:pt x="44" y="79"/>
                    <a:pt x="41" y="79"/>
                    <a:pt x="39" y="77"/>
                  </a:cubicBezTo>
                  <a:cubicBezTo>
                    <a:pt x="37" y="76"/>
                    <a:pt x="35" y="74"/>
                    <a:pt x="33" y="72"/>
                  </a:cubicBezTo>
                  <a:cubicBezTo>
                    <a:pt x="31" y="69"/>
                    <a:pt x="30" y="66"/>
                    <a:pt x="30" y="62"/>
                  </a:cubicBezTo>
                  <a:cubicBezTo>
                    <a:pt x="38" y="60"/>
                    <a:pt x="38" y="60"/>
                    <a:pt x="38" y="60"/>
                  </a:cubicBezTo>
                  <a:cubicBezTo>
                    <a:pt x="38" y="64"/>
                    <a:pt x="39" y="67"/>
                    <a:pt x="41" y="69"/>
                  </a:cubicBezTo>
                  <a:cubicBezTo>
                    <a:pt x="43" y="72"/>
                    <a:pt x="45" y="73"/>
                    <a:pt x="48" y="74"/>
                  </a:cubicBezTo>
                  <a:cubicBezTo>
                    <a:pt x="48" y="50"/>
                    <a:pt x="48" y="50"/>
                    <a:pt x="48" y="50"/>
                  </a:cubicBezTo>
                  <a:cubicBezTo>
                    <a:pt x="45" y="49"/>
                    <a:pt x="42" y="48"/>
                    <a:pt x="39" y="47"/>
                  </a:cubicBezTo>
                  <a:cubicBezTo>
                    <a:pt x="36" y="45"/>
                    <a:pt x="35" y="43"/>
                    <a:pt x="33" y="41"/>
                  </a:cubicBezTo>
                  <a:cubicBezTo>
                    <a:pt x="32" y="39"/>
                    <a:pt x="31" y="36"/>
                    <a:pt x="31" y="33"/>
                  </a:cubicBezTo>
                  <a:cubicBezTo>
                    <a:pt x="31" y="28"/>
                    <a:pt x="33" y="24"/>
                    <a:pt x="37" y="20"/>
                  </a:cubicBezTo>
                  <a:cubicBezTo>
                    <a:pt x="39" y="18"/>
                    <a:pt x="43" y="17"/>
                    <a:pt x="48" y="16"/>
                  </a:cubicBezTo>
                  <a:cubicBezTo>
                    <a:pt x="48" y="13"/>
                    <a:pt x="48" y="13"/>
                    <a:pt x="48" y="13"/>
                  </a:cubicBezTo>
                  <a:cubicBezTo>
                    <a:pt x="52" y="13"/>
                    <a:pt x="52" y="13"/>
                    <a:pt x="52" y="13"/>
                  </a:cubicBezTo>
                  <a:cubicBezTo>
                    <a:pt x="52" y="16"/>
                    <a:pt x="52" y="16"/>
                    <a:pt x="52" y="16"/>
                  </a:cubicBezTo>
                  <a:cubicBezTo>
                    <a:pt x="57" y="17"/>
                    <a:pt x="60" y="18"/>
                    <a:pt x="63" y="20"/>
                  </a:cubicBezTo>
                  <a:cubicBezTo>
                    <a:pt x="66" y="23"/>
                    <a:pt x="68" y="26"/>
                    <a:pt x="68" y="31"/>
                  </a:cubicBezTo>
                  <a:cubicBezTo>
                    <a:pt x="61" y="32"/>
                    <a:pt x="61" y="32"/>
                    <a:pt x="61" y="32"/>
                  </a:cubicBezTo>
                  <a:cubicBezTo>
                    <a:pt x="60" y="29"/>
                    <a:pt x="59" y="27"/>
                    <a:pt x="58" y="26"/>
                  </a:cubicBezTo>
                  <a:cubicBezTo>
                    <a:pt x="57" y="24"/>
                    <a:pt x="55" y="23"/>
                    <a:pt x="52" y="23"/>
                  </a:cubicBezTo>
                  <a:cubicBezTo>
                    <a:pt x="52" y="44"/>
                    <a:pt x="52" y="44"/>
                    <a:pt x="52" y="44"/>
                  </a:cubicBezTo>
                  <a:cubicBezTo>
                    <a:pt x="56" y="45"/>
                    <a:pt x="59" y="46"/>
                    <a:pt x="60" y="46"/>
                  </a:cubicBezTo>
                  <a:cubicBezTo>
                    <a:pt x="62" y="47"/>
                    <a:pt x="64" y="48"/>
                    <a:pt x="65" y="50"/>
                  </a:cubicBezTo>
                  <a:cubicBezTo>
                    <a:pt x="67" y="51"/>
                    <a:pt x="68" y="53"/>
                    <a:pt x="69" y="55"/>
                  </a:cubicBezTo>
                  <a:cubicBezTo>
                    <a:pt x="70" y="57"/>
                    <a:pt x="70" y="59"/>
                    <a:pt x="70" y="61"/>
                  </a:cubicBezTo>
                  <a:cubicBezTo>
                    <a:pt x="70" y="67"/>
                    <a:pt x="68" y="71"/>
                    <a:pt x="65"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Freeform 503"/>
            <p:cNvSpPr>
              <a:spLocks/>
            </p:cNvSpPr>
            <p:nvPr/>
          </p:nvSpPr>
          <p:spPr bwMode="auto">
            <a:xfrm>
              <a:off x="6844726" y="5315895"/>
              <a:ext cx="15552" cy="36288"/>
            </a:xfrm>
            <a:custGeom>
              <a:avLst/>
              <a:gdLst>
                <a:gd name="T0" fmla="*/ 0 w 9"/>
                <a:gd name="T1" fmla="*/ 11 h 21"/>
                <a:gd name="T2" fmla="*/ 2 w 9"/>
                <a:gd name="T3" fmla="*/ 17 h 21"/>
                <a:gd name="T4" fmla="*/ 9 w 9"/>
                <a:gd name="T5" fmla="*/ 21 h 21"/>
                <a:gd name="T6" fmla="*/ 9 w 9"/>
                <a:gd name="T7" fmla="*/ 0 h 21"/>
                <a:gd name="T8" fmla="*/ 2 w 9"/>
                <a:gd name="T9" fmla="*/ 4 h 21"/>
                <a:gd name="T10" fmla="*/ 0 w 9"/>
                <a:gd name="T11" fmla="*/ 11 h 21"/>
              </a:gdLst>
              <a:ahLst/>
              <a:cxnLst>
                <a:cxn ang="0">
                  <a:pos x="T0" y="T1"/>
                </a:cxn>
                <a:cxn ang="0">
                  <a:pos x="T2" y="T3"/>
                </a:cxn>
                <a:cxn ang="0">
                  <a:pos x="T4" y="T5"/>
                </a:cxn>
                <a:cxn ang="0">
                  <a:pos x="T6" y="T7"/>
                </a:cxn>
                <a:cxn ang="0">
                  <a:pos x="T8" y="T9"/>
                </a:cxn>
                <a:cxn ang="0">
                  <a:pos x="T10" y="T11"/>
                </a:cxn>
              </a:cxnLst>
              <a:rect l="0" t="0" r="r" b="b"/>
              <a:pathLst>
                <a:path w="9" h="21">
                  <a:moveTo>
                    <a:pt x="0" y="11"/>
                  </a:moveTo>
                  <a:cubicBezTo>
                    <a:pt x="0" y="13"/>
                    <a:pt x="0" y="15"/>
                    <a:pt x="2" y="17"/>
                  </a:cubicBezTo>
                  <a:cubicBezTo>
                    <a:pt x="3" y="19"/>
                    <a:pt x="6" y="20"/>
                    <a:pt x="9" y="21"/>
                  </a:cubicBezTo>
                  <a:cubicBezTo>
                    <a:pt x="9" y="0"/>
                    <a:pt x="9" y="0"/>
                    <a:pt x="9" y="0"/>
                  </a:cubicBezTo>
                  <a:cubicBezTo>
                    <a:pt x="6" y="1"/>
                    <a:pt x="4" y="2"/>
                    <a:pt x="2" y="4"/>
                  </a:cubicBezTo>
                  <a:cubicBezTo>
                    <a:pt x="1" y="6"/>
                    <a:pt x="0" y="8"/>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Freeform 504"/>
            <p:cNvSpPr>
              <a:spLocks noEditPoints="1"/>
            </p:cNvSpPr>
            <p:nvPr/>
          </p:nvSpPr>
          <p:spPr bwMode="auto">
            <a:xfrm>
              <a:off x="6649954" y="5215917"/>
              <a:ext cx="432499" cy="369550"/>
            </a:xfrm>
            <a:custGeom>
              <a:avLst/>
              <a:gdLst>
                <a:gd name="T0" fmla="*/ 165 w 247"/>
                <a:gd name="T1" fmla="*/ 0 h 211"/>
                <a:gd name="T2" fmla="*/ 82 w 247"/>
                <a:gd name="T3" fmla="*/ 0 h 211"/>
                <a:gd name="T4" fmla="*/ 0 w 247"/>
                <a:gd name="T5" fmla="*/ 82 h 211"/>
                <a:gd name="T6" fmla="*/ 0 w 247"/>
                <a:gd name="T7" fmla="*/ 86 h 211"/>
                <a:gd name="T8" fmla="*/ 61 w 247"/>
                <a:gd name="T9" fmla="*/ 165 h 211"/>
                <a:gd name="T10" fmla="*/ 58 w 247"/>
                <a:gd name="T11" fmla="*/ 211 h 211"/>
                <a:gd name="T12" fmla="*/ 107 w 247"/>
                <a:gd name="T13" fmla="*/ 168 h 211"/>
                <a:gd name="T14" fmla="*/ 165 w 247"/>
                <a:gd name="T15" fmla="*/ 168 h 211"/>
                <a:gd name="T16" fmla="*/ 247 w 247"/>
                <a:gd name="T17" fmla="*/ 86 h 211"/>
                <a:gd name="T18" fmla="*/ 247 w 247"/>
                <a:gd name="T19" fmla="*/ 82 h 211"/>
                <a:gd name="T20" fmla="*/ 165 w 247"/>
                <a:gd name="T21" fmla="*/ 0 h 211"/>
                <a:gd name="T22" fmla="*/ 122 w 247"/>
                <a:gd name="T23" fmla="*/ 147 h 211"/>
                <a:gd name="T24" fmla="*/ 59 w 247"/>
                <a:gd name="T25" fmla="*/ 84 h 211"/>
                <a:gd name="T26" fmla="*/ 122 w 247"/>
                <a:gd name="T27" fmla="*/ 22 h 211"/>
                <a:gd name="T28" fmla="*/ 184 w 247"/>
                <a:gd name="T29" fmla="*/ 84 h 211"/>
                <a:gd name="T30" fmla="*/ 122 w 247"/>
                <a:gd name="T31" fmla="*/ 14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7" h="211">
                  <a:moveTo>
                    <a:pt x="165" y="0"/>
                  </a:moveTo>
                  <a:cubicBezTo>
                    <a:pt x="82" y="0"/>
                    <a:pt x="82" y="0"/>
                    <a:pt x="82" y="0"/>
                  </a:cubicBezTo>
                  <a:cubicBezTo>
                    <a:pt x="37" y="0"/>
                    <a:pt x="0" y="37"/>
                    <a:pt x="0" y="82"/>
                  </a:cubicBezTo>
                  <a:cubicBezTo>
                    <a:pt x="0" y="86"/>
                    <a:pt x="0" y="86"/>
                    <a:pt x="0" y="86"/>
                  </a:cubicBezTo>
                  <a:cubicBezTo>
                    <a:pt x="0" y="124"/>
                    <a:pt x="26" y="156"/>
                    <a:pt x="61" y="165"/>
                  </a:cubicBezTo>
                  <a:cubicBezTo>
                    <a:pt x="58" y="211"/>
                    <a:pt x="58" y="211"/>
                    <a:pt x="58" y="211"/>
                  </a:cubicBezTo>
                  <a:cubicBezTo>
                    <a:pt x="107" y="168"/>
                    <a:pt x="107" y="168"/>
                    <a:pt x="107" y="168"/>
                  </a:cubicBezTo>
                  <a:cubicBezTo>
                    <a:pt x="165" y="168"/>
                    <a:pt x="165" y="168"/>
                    <a:pt x="165" y="168"/>
                  </a:cubicBezTo>
                  <a:cubicBezTo>
                    <a:pt x="211" y="168"/>
                    <a:pt x="247" y="131"/>
                    <a:pt x="247" y="86"/>
                  </a:cubicBezTo>
                  <a:cubicBezTo>
                    <a:pt x="247" y="82"/>
                    <a:pt x="247" y="82"/>
                    <a:pt x="247" y="82"/>
                  </a:cubicBezTo>
                  <a:cubicBezTo>
                    <a:pt x="247" y="37"/>
                    <a:pt x="211" y="0"/>
                    <a:pt x="165" y="0"/>
                  </a:cubicBezTo>
                  <a:close/>
                  <a:moveTo>
                    <a:pt x="122" y="147"/>
                  </a:moveTo>
                  <a:cubicBezTo>
                    <a:pt x="87" y="147"/>
                    <a:pt x="59" y="119"/>
                    <a:pt x="59" y="84"/>
                  </a:cubicBezTo>
                  <a:cubicBezTo>
                    <a:pt x="59" y="50"/>
                    <a:pt x="87" y="22"/>
                    <a:pt x="122" y="22"/>
                  </a:cubicBezTo>
                  <a:cubicBezTo>
                    <a:pt x="156" y="22"/>
                    <a:pt x="184" y="50"/>
                    <a:pt x="184" y="84"/>
                  </a:cubicBezTo>
                  <a:cubicBezTo>
                    <a:pt x="184" y="119"/>
                    <a:pt x="156" y="147"/>
                    <a:pt x="122" y="1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528"/>
            <p:cNvSpPr>
              <a:spLocks/>
            </p:cNvSpPr>
            <p:nvPr/>
          </p:nvSpPr>
          <p:spPr bwMode="auto">
            <a:xfrm>
              <a:off x="6725493" y="4091716"/>
              <a:ext cx="94794" cy="94794"/>
            </a:xfrm>
            <a:custGeom>
              <a:avLst/>
              <a:gdLst>
                <a:gd name="T0" fmla="*/ 28 w 54"/>
                <a:gd name="T1" fmla="*/ 53 h 54"/>
                <a:gd name="T2" fmla="*/ 54 w 54"/>
                <a:gd name="T3" fmla="*/ 26 h 54"/>
                <a:gd name="T4" fmla="*/ 26 w 54"/>
                <a:gd name="T5" fmla="*/ 1 h 54"/>
                <a:gd name="T6" fmla="*/ 1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2" y="1"/>
                    <a:pt x="0" y="14"/>
                    <a:pt x="1"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529"/>
            <p:cNvSpPr>
              <a:spLocks/>
            </p:cNvSpPr>
            <p:nvPr/>
          </p:nvSpPr>
          <p:spPr bwMode="auto">
            <a:xfrm>
              <a:off x="6679577" y="4191694"/>
              <a:ext cx="187367" cy="134786"/>
            </a:xfrm>
            <a:custGeom>
              <a:avLst/>
              <a:gdLst>
                <a:gd name="T0" fmla="*/ 82 w 107"/>
                <a:gd name="T1" fmla="*/ 0 h 77"/>
                <a:gd name="T2" fmla="*/ 55 w 107"/>
                <a:gd name="T3" fmla="*/ 31 h 77"/>
                <a:gd name="T4" fmla="*/ 25 w 107"/>
                <a:gd name="T5" fmla="*/ 1 h 77"/>
                <a:gd name="T6" fmla="*/ 1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5" y="31"/>
                    <a:pt x="55" y="31"/>
                    <a:pt x="55" y="31"/>
                  </a:cubicBezTo>
                  <a:cubicBezTo>
                    <a:pt x="25" y="1"/>
                    <a:pt x="25" y="1"/>
                    <a:pt x="25" y="1"/>
                  </a:cubicBezTo>
                  <a:cubicBezTo>
                    <a:pt x="8" y="8"/>
                    <a:pt x="0" y="18"/>
                    <a:pt x="1" y="34"/>
                  </a:cubicBezTo>
                  <a:cubicBezTo>
                    <a:pt x="2" y="77"/>
                    <a:pt x="2" y="77"/>
                    <a:pt x="2" y="77"/>
                  </a:cubicBezTo>
                  <a:cubicBezTo>
                    <a:pt x="107" y="77"/>
                    <a:pt x="107" y="77"/>
                    <a:pt x="107" y="77"/>
                  </a:cubicBezTo>
                  <a:cubicBezTo>
                    <a:pt x="105" y="31"/>
                    <a:pt x="105" y="31"/>
                    <a:pt x="105" y="31"/>
                  </a:cubicBezTo>
                  <a:cubicBezTo>
                    <a:pt x="105" y="15"/>
                    <a:pt x="99"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Freeform 530"/>
            <p:cNvSpPr>
              <a:spLocks/>
            </p:cNvSpPr>
            <p:nvPr/>
          </p:nvSpPr>
          <p:spPr bwMode="auto">
            <a:xfrm>
              <a:off x="6895086" y="4095418"/>
              <a:ext cx="139970" cy="136267"/>
            </a:xfrm>
            <a:custGeom>
              <a:avLst/>
              <a:gdLst>
                <a:gd name="T0" fmla="*/ 41 w 80"/>
                <a:gd name="T1" fmla="*/ 78 h 78"/>
                <a:gd name="T2" fmla="*/ 79 w 80"/>
                <a:gd name="T3" fmla="*/ 38 h 78"/>
                <a:gd name="T4" fmla="*/ 38 w 80"/>
                <a:gd name="T5" fmla="*/ 0 h 78"/>
                <a:gd name="T6" fmla="*/ 0 w 80"/>
                <a:gd name="T7" fmla="*/ 40 h 78"/>
                <a:gd name="T8" fmla="*/ 41 w 80"/>
                <a:gd name="T9" fmla="*/ 78 h 78"/>
              </a:gdLst>
              <a:ahLst/>
              <a:cxnLst>
                <a:cxn ang="0">
                  <a:pos x="T0" y="T1"/>
                </a:cxn>
                <a:cxn ang="0">
                  <a:pos x="T2" y="T3"/>
                </a:cxn>
                <a:cxn ang="0">
                  <a:pos x="T4" y="T5"/>
                </a:cxn>
                <a:cxn ang="0">
                  <a:pos x="T6" y="T7"/>
                </a:cxn>
                <a:cxn ang="0">
                  <a:pos x="T8" y="T9"/>
                </a:cxn>
              </a:cxnLst>
              <a:rect l="0" t="0" r="r" b="b"/>
              <a:pathLst>
                <a:path w="80" h="78">
                  <a:moveTo>
                    <a:pt x="41" y="78"/>
                  </a:moveTo>
                  <a:cubicBezTo>
                    <a:pt x="63" y="77"/>
                    <a:pt x="80" y="59"/>
                    <a:pt x="79" y="38"/>
                  </a:cubicBezTo>
                  <a:cubicBezTo>
                    <a:pt x="78" y="16"/>
                    <a:pt x="60" y="0"/>
                    <a:pt x="38" y="0"/>
                  </a:cubicBezTo>
                  <a:cubicBezTo>
                    <a:pt x="17" y="1"/>
                    <a:pt x="0" y="19"/>
                    <a:pt x="0" y="40"/>
                  </a:cubicBezTo>
                  <a:cubicBezTo>
                    <a:pt x="1" y="62"/>
                    <a:pt x="19" y="78"/>
                    <a:pt x="41"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Freeform 531"/>
            <p:cNvSpPr>
              <a:spLocks/>
            </p:cNvSpPr>
            <p:nvPr/>
          </p:nvSpPr>
          <p:spPr bwMode="auto">
            <a:xfrm>
              <a:off x="6826952" y="4238351"/>
              <a:ext cx="276977" cy="203660"/>
            </a:xfrm>
            <a:custGeom>
              <a:avLst/>
              <a:gdLst>
                <a:gd name="T0" fmla="*/ 121 w 158"/>
                <a:gd name="T1" fmla="*/ 1 h 116"/>
                <a:gd name="T2" fmla="*/ 156 w 158"/>
                <a:gd name="T3" fmla="*/ 47 h 116"/>
                <a:gd name="T4" fmla="*/ 158 w 158"/>
                <a:gd name="T5" fmla="*/ 116 h 116"/>
                <a:gd name="T6" fmla="*/ 3 w 158"/>
                <a:gd name="T7" fmla="*/ 116 h 116"/>
                <a:gd name="T8" fmla="*/ 1 w 158"/>
                <a:gd name="T9" fmla="*/ 52 h 116"/>
                <a:gd name="T10" fmla="*/ 38 w 158"/>
                <a:gd name="T11" fmla="*/ 3 h 116"/>
                <a:gd name="T12" fmla="*/ 57 w 158"/>
                <a:gd name="T13" fmla="*/ 0 h 116"/>
                <a:gd name="T14" fmla="*/ 77 w 158"/>
                <a:gd name="T15" fmla="*/ 22 h 116"/>
                <a:gd name="T16" fmla="*/ 67 w 158"/>
                <a:gd name="T17" fmla="*/ 114 h 116"/>
                <a:gd name="T18" fmla="*/ 101 w 158"/>
                <a:gd name="T19" fmla="*/ 115 h 116"/>
                <a:gd name="T20" fmla="*/ 85 w 158"/>
                <a:gd name="T21" fmla="*/ 22 h 116"/>
                <a:gd name="T22" fmla="*/ 103 w 158"/>
                <a:gd name="T23" fmla="*/ 1 h 116"/>
                <a:gd name="T24" fmla="*/ 121 w 158"/>
                <a:gd name="T25" fmla="*/ 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16">
                  <a:moveTo>
                    <a:pt x="121" y="1"/>
                  </a:moveTo>
                  <a:cubicBezTo>
                    <a:pt x="146" y="11"/>
                    <a:pt x="155" y="24"/>
                    <a:pt x="156" y="47"/>
                  </a:cubicBezTo>
                  <a:cubicBezTo>
                    <a:pt x="158" y="116"/>
                    <a:pt x="158" y="116"/>
                    <a:pt x="158" y="116"/>
                  </a:cubicBezTo>
                  <a:cubicBezTo>
                    <a:pt x="3" y="116"/>
                    <a:pt x="3" y="116"/>
                    <a:pt x="3" y="116"/>
                  </a:cubicBezTo>
                  <a:cubicBezTo>
                    <a:pt x="1" y="52"/>
                    <a:pt x="1" y="52"/>
                    <a:pt x="1" y="52"/>
                  </a:cubicBezTo>
                  <a:cubicBezTo>
                    <a:pt x="0" y="28"/>
                    <a:pt x="11" y="13"/>
                    <a:pt x="38" y="3"/>
                  </a:cubicBezTo>
                  <a:cubicBezTo>
                    <a:pt x="57" y="0"/>
                    <a:pt x="57" y="0"/>
                    <a:pt x="57" y="0"/>
                  </a:cubicBezTo>
                  <a:cubicBezTo>
                    <a:pt x="57" y="0"/>
                    <a:pt x="78" y="20"/>
                    <a:pt x="77" y="22"/>
                  </a:cubicBezTo>
                  <a:cubicBezTo>
                    <a:pt x="76" y="24"/>
                    <a:pt x="67" y="114"/>
                    <a:pt x="67" y="114"/>
                  </a:cubicBezTo>
                  <a:cubicBezTo>
                    <a:pt x="101" y="115"/>
                    <a:pt x="101" y="115"/>
                    <a:pt x="101" y="115"/>
                  </a:cubicBezTo>
                  <a:cubicBezTo>
                    <a:pt x="85" y="22"/>
                    <a:pt x="85" y="22"/>
                    <a:pt x="85" y="22"/>
                  </a:cubicBezTo>
                  <a:cubicBezTo>
                    <a:pt x="103" y="1"/>
                    <a:pt x="103" y="1"/>
                    <a:pt x="103" y="1"/>
                  </a:cubicBezTo>
                  <a:lnTo>
                    <a:pt x="12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Freeform 532"/>
            <p:cNvSpPr>
              <a:spLocks/>
            </p:cNvSpPr>
            <p:nvPr/>
          </p:nvSpPr>
          <p:spPr bwMode="auto">
            <a:xfrm>
              <a:off x="7115779" y="4091716"/>
              <a:ext cx="94794" cy="94794"/>
            </a:xfrm>
            <a:custGeom>
              <a:avLst/>
              <a:gdLst>
                <a:gd name="T0" fmla="*/ 28 w 54"/>
                <a:gd name="T1" fmla="*/ 53 h 54"/>
                <a:gd name="T2" fmla="*/ 54 w 54"/>
                <a:gd name="T3" fmla="*/ 26 h 54"/>
                <a:gd name="T4" fmla="*/ 26 w 54"/>
                <a:gd name="T5" fmla="*/ 1 h 54"/>
                <a:gd name="T6" fmla="*/ 0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1" y="1"/>
                    <a:pt x="0" y="14"/>
                    <a:pt x="0"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Freeform 533"/>
            <p:cNvSpPr>
              <a:spLocks/>
            </p:cNvSpPr>
            <p:nvPr/>
          </p:nvSpPr>
          <p:spPr bwMode="auto">
            <a:xfrm>
              <a:off x="7070603" y="4191694"/>
              <a:ext cx="187367" cy="134786"/>
            </a:xfrm>
            <a:custGeom>
              <a:avLst/>
              <a:gdLst>
                <a:gd name="T0" fmla="*/ 82 w 107"/>
                <a:gd name="T1" fmla="*/ 0 h 77"/>
                <a:gd name="T2" fmla="*/ 54 w 107"/>
                <a:gd name="T3" fmla="*/ 31 h 77"/>
                <a:gd name="T4" fmla="*/ 25 w 107"/>
                <a:gd name="T5" fmla="*/ 1 h 77"/>
                <a:gd name="T6" fmla="*/ 0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4" y="31"/>
                    <a:pt x="54" y="31"/>
                    <a:pt x="54" y="31"/>
                  </a:cubicBezTo>
                  <a:cubicBezTo>
                    <a:pt x="25" y="1"/>
                    <a:pt x="25" y="1"/>
                    <a:pt x="25" y="1"/>
                  </a:cubicBezTo>
                  <a:cubicBezTo>
                    <a:pt x="7" y="8"/>
                    <a:pt x="0" y="18"/>
                    <a:pt x="0" y="34"/>
                  </a:cubicBezTo>
                  <a:cubicBezTo>
                    <a:pt x="2" y="77"/>
                    <a:pt x="2" y="77"/>
                    <a:pt x="2" y="77"/>
                  </a:cubicBezTo>
                  <a:cubicBezTo>
                    <a:pt x="107" y="77"/>
                    <a:pt x="107" y="77"/>
                    <a:pt x="107" y="77"/>
                  </a:cubicBezTo>
                  <a:cubicBezTo>
                    <a:pt x="105" y="31"/>
                    <a:pt x="105" y="31"/>
                    <a:pt x="105" y="31"/>
                  </a:cubicBezTo>
                  <a:cubicBezTo>
                    <a:pt x="104" y="15"/>
                    <a:pt x="98"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Freeform 539"/>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Freeform 540"/>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2" name="矩形 1"/>
          <p:cNvSpPr/>
          <p:nvPr/>
        </p:nvSpPr>
        <p:spPr>
          <a:xfrm>
            <a:off x="935596" y="1284096"/>
            <a:ext cx="7452828" cy="754694"/>
          </a:xfrm>
          <a:prstGeom prst="rect">
            <a:avLst/>
          </a:prstGeom>
        </p:spPr>
        <p:txBody>
          <a:bodyPr wrap="square">
            <a:spAutoFit/>
          </a:bodyPr>
          <a:lstStyle/>
          <a:p>
            <a:pPr>
              <a:lnSpc>
                <a:spcPct val="125000"/>
              </a:lnSpc>
            </a:pPr>
            <a:r>
              <a:rPr lang="en-US" altLang="zh-CN" b="1" dirty="0" smtClean="0"/>
              <a:t>     </a:t>
            </a:r>
            <a:r>
              <a:rPr lang="en-US" altLang="zh-CN" b="1" dirty="0" err="1" smtClean="0"/>
              <a:t>STM32</a:t>
            </a:r>
            <a:r>
              <a:rPr lang="zh-CN" altLang="en-US" b="1" dirty="0"/>
              <a:t>规定了具体的引脚作为</a:t>
            </a:r>
            <a:r>
              <a:rPr lang="en-US" altLang="zh-CN" b="1" dirty="0" err="1"/>
              <a:t>PWM</a:t>
            </a:r>
            <a:r>
              <a:rPr lang="zh-CN" altLang="en-US" b="1" dirty="0"/>
              <a:t>输出引脚，选择不同的引脚时，还必须使用重定向功能（</a:t>
            </a:r>
            <a:r>
              <a:rPr lang="en-US" altLang="zh-CN" b="1" dirty="0"/>
              <a:t>Remap</a:t>
            </a:r>
            <a:r>
              <a:rPr lang="zh-CN" altLang="en-US" b="1" dirty="0"/>
              <a:t>）。定时器</a:t>
            </a:r>
            <a:r>
              <a:rPr lang="en-US" altLang="zh-CN" b="1" dirty="0" err="1"/>
              <a:t>TIM1</a:t>
            </a:r>
            <a:r>
              <a:rPr lang="zh-CN" altLang="en-US" b="1" dirty="0"/>
              <a:t>的引脚复用功能</a:t>
            </a:r>
            <a:r>
              <a:rPr lang="zh-CN" altLang="en-US" b="1" dirty="0" smtClean="0"/>
              <a:t>映像：</a:t>
            </a:r>
            <a:endParaRPr lang="zh-CN" altLang="en-US" b="1" dirty="0"/>
          </a:p>
        </p:txBody>
      </p:sp>
      <p:graphicFrame>
        <p:nvGraphicFramePr>
          <p:cNvPr id="7" name="表格 6"/>
          <p:cNvGraphicFramePr>
            <a:graphicFrameLocks noGrp="1"/>
          </p:cNvGraphicFramePr>
          <p:nvPr>
            <p:extLst>
              <p:ext uri="{D42A27DB-BD31-4B8C-83A1-F6EECF244321}">
                <p14:modId xmlns:p14="http://schemas.microsoft.com/office/powerpoint/2010/main" val="1740182269"/>
              </p:ext>
            </p:extLst>
          </p:nvPr>
        </p:nvGraphicFramePr>
        <p:xfrm>
          <a:off x="521550" y="2157762"/>
          <a:ext cx="8280920" cy="2682240"/>
        </p:xfrm>
        <a:graphic>
          <a:graphicData uri="http://schemas.openxmlformats.org/drawingml/2006/table">
            <a:tbl>
              <a:tblPr firstRow="1" firstCol="1" bandRow="1">
                <a:tableStyleId>{5C22544A-7EE6-4342-B048-85BDC9FD1C3A}</a:tableStyleId>
              </a:tblPr>
              <a:tblGrid>
                <a:gridCol w="1369948"/>
                <a:gridCol w="2308155"/>
                <a:gridCol w="2252111"/>
                <a:gridCol w="2350706"/>
              </a:tblGrid>
              <a:tr h="0">
                <a:tc>
                  <a:txBody>
                    <a:bodyPr/>
                    <a:lstStyle/>
                    <a:p>
                      <a:pPr algn="ctr">
                        <a:spcAft>
                          <a:spcPts val="0"/>
                        </a:spcAft>
                      </a:pPr>
                      <a:r>
                        <a:rPr lang="zh-CN" sz="1600" kern="100" dirty="0">
                          <a:effectLst/>
                        </a:rPr>
                        <a:t>复用功能</a:t>
                      </a:r>
                      <a:endParaRPr lang="zh-CN" sz="2000" kern="100" dirty="0">
                        <a:effectLst/>
                        <a:latin typeface="Times New Roman"/>
                        <a:ea typeface="宋体"/>
                        <a:cs typeface="Times New Roman"/>
                      </a:endParaRPr>
                    </a:p>
                  </a:txBody>
                  <a:tcPr marL="68580" marR="68580" marT="0" marB="0" anchor="ctr"/>
                </a:tc>
                <a:tc>
                  <a:txBody>
                    <a:bodyPr/>
                    <a:lstStyle/>
                    <a:p>
                      <a:pPr algn="ctr">
                        <a:spcAft>
                          <a:spcPts val="0"/>
                        </a:spcAft>
                      </a:pPr>
                      <a:r>
                        <a:rPr lang="en-US" sz="1600" kern="100">
                          <a:effectLst/>
                        </a:rPr>
                        <a:t>TIM1_REMAP[1:0] = 00</a:t>
                      </a:r>
                      <a:endParaRPr lang="zh-CN" sz="2000" kern="100">
                        <a:effectLst/>
                      </a:endParaRPr>
                    </a:p>
                    <a:p>
                      <a:pPr algn="ctr">
                        <a:spcAft>
                          <a:spcPts val="0"/>
                        </a:spcAft>
                      </a:pPr>
                      <a:r>
                        <a:rPr lang="en-US" sz="1600" kern="100">
                          <a:effectLst/>
                        </a:rPr>
                        <a:t>(</a:t>
                      </a:r>
                      <a:r>
                        <a:rPr lang="zh-CN" sz="1600" kern="100">
                          <a:effectLst/>
                        </a:rPr>
                        <a:t>没有重映像</a:t>
                      </a:r>
                      <a:r>
                        <a:rPr lang="en-US" sz="1600" kern="100">
                          <a:effectLst/>
                        </a:rPr>
                        <a:t>)</a:t>
                      </a:r>
                      <a:endParaRPr lang="zh-CN" sz="2000" kern="100">
                        <a:effectLst/>
                        <a:latin typeface="Times New Roman"/>
                        <a:ea typeface="宋体"/>
                        <a:cs typeface="Times New Roman"/>
                      </a:endParaRPr>
                    </a:p>
                  </a:txBody>
                  <a:tcPr marL="68580" marR="68580" marT="0" marB="0"/>
                </a:tc>
                <a:tc>
                  <a:txBody>
                    <a:bodyPr/>
                    <a:lstStyle/>
                    <a:p>
                      <a:pPr algn="ctr">
                        <a:spcAft>
                          <a:spcPts val="0"/>
                        </a:spcAft>
                      </a:pPr>
                      <a:r>
                        <a:rPr lang="en-US" sz="1600" kern="100">
                          <a:effectLst/>
                        </a:rPr>
                        <a:t>TIM1_REMAP[1:0] = 01</a:t>
                      </a:r>
                      <a:endParaRPr lang="zh-CN" sz="2000" kern="100">
                        <a:effectLst/>
                      </a:endParaRPr>
                    </a:p>
                    <a:p>
                      <a:pPr algn="ctr">
                        <a:spcAft>
                          <a:spcPts val="0"/>
                        </a:spcAft>
                      </a:pPr>
                      <a:r>
                        <a:rPr lang="en-US" sz="1600" kern="100">
                          <a:effectLst/>
                        </a:rPr>
                        <a:t>(</a:t>
                      </a:r>
                      <a:r>
                        <a:rPr lang="zh-CN" sz="1600" kern="100">
                          <a:effectLst/>
                        </a:rPr>
                        <a:t>部分重映像</a:t>
                      </a:r>
                      <a:r>
                        <a:rPr lang="en-US" sz="1600" kern="100">
                          <a:effectLst/>
                        </a:rPr>
                        <a:t>)</a:t>
                      </a:r>
                      <a:endParaRPr lang="zh-CN" sz="2000" kern="100">
                        <a:effectLst/>
                        <a:latin typeface="Times New Roman"/>
                        <a:ea typeface="宋体"/>
                        <a:cs typeface="Times New Roman"/>
                      </a:endParaRPr>
                    </a:p>
                  </a:txBody>
                  <a:tcPr marL="68580" marR="68580" marT="0" marB="0"/>
                </a:tc>
                <a:tc>
                  <a:txBody>
                    <a:bodyPr/>
                    <a:lstStyle/>
                    <a:p>
                      <a:pPr algn="ctr">
                        <a:spcAft>
                          <a:spcPts val="0"/>
                        </a:spcAft>
                      </a:pPr>
                      <a:r>
                        <a:rPr lang="en-US" sz="1600" kern="100" dirty="0" err="1">
                          <a:effectLst/>
                        </a:rPr>
                        <a:t>TIM1_REMAP</a:t>
                      </a:r>
                      <a:r>
                        <a:rPr lang="en-US" sz="1600" kern="100" dirty="0">
                          <a:effectLst/>
                        </a:rPr>
                        <a:t>[1:0] = 11</a:t>
                      </a:r>
                      <a:endParaRPr lang="zh-CN" sz="2000" kern="100" dirty="0">
                        <a:effectLst/>
                      </a:endParaRPr>
                    </a:p>
                    <a:p>
                      <a:pPr algn="ctr">
                        <a:spcAft>
                          <a:spcPts val="0"/>
                        </a:spcAft>
                      </a:pPr>
                      <a:r>
                        <a:rPr lang="en-US" sz="1600" kern="100" dirty="0">
                          <a:effectLst/>
                        </a:rPr>
                        <a:t>(</a:t>
                      </a:r>
                      <a:r>
                        <a:rPr lang="zh-CN" sz="1600" kern="100" dirty="0">
                          <a:effectLst/>
                        </a:rPr>
                        <a:t>完全重映像</a:t>
                      </a:r>
                      <a:r>
                        <a:rPr lang="en-US" sz="1600" kern="100" dirty="0">
                          <a:effectLst/>
                        </a:rPr>
                        <a:t>)</a:t>
                      </a:r>
                      <a:r>
                        <a:rPr lang="en-US" sz="1600" kern="100" baseline="30000" dirty="0">
                          <a:effectLst/>
                        </a:rPr>
                        <a:t> (1)</a:t>
                      </a:r>
                      <a:endParaRPr lang="zh-CN" sz="2000" kern="100" dirty="0">
                        <a:effectLst/>
                        <a:latin typeface="Times New Roman"/>
                        <a:ea typeface="宋体"/>
                        <a:cs typeface="Times New Roman"/>
                      </a:endParaRPr>
                    </a:p>
                  </a:txBody>
                  <a:tcPr marL="68580" marR="68580" marT="0" marB="0"/>
                </a:tc>
              </a:tr>
              <a:tr h="0">
                <a:tc>
                  <a:txBody>
                    <a:bodyPr/>
                    <a:lstStyle/>
                    <a:p>
                      <a:pPr algn="ctr">
                        <a:spcAft>
                          <a:spcPts val="0"/>
                        </a:spcAft>
                      </a:pPr>
                      <a:r>
                        <a:rPr lang="en-US" sz="1600" kern="100">
                          <a:effectLst/>
                        </a:rPr>
                        <a:t>TIM1_ETR</a:t>
                      </a:r>
                      <a:endParaRPr lang="zh-CN" sz="2000" kern="100">
                        <a:effectLst/>
                        <a:latin typeface="Times New Roman"/>
                        <a:ea typeface="宋体"/>
                        <a:cs typeface="Times New Roman"/>
                      </a:endParaRPr>
                    </a:p>
                  </a:txBody>
                  <a:tcPr marL="68580" marR="68580" marT="0" marB="0"/>
                </a:tc>
                <a:tc gridSpan="2">
                  <a:txBody>
                    <a:bodyPr/>
                    <a:lstStyle/>
                    <a:p>
                      <a:pPr algn="ctr">
                        <a:spcAft>
                          <a:spcPts val="0"/>
                        </a:spcAft>
                      </a:pPr>
                      <a:r>
                        <a:rPr lang="en-US" sz="1600" kern="100">
                          <a:effectLst/>
                        </a:rPr>
                        <a:t>PA12</a:t>
                      </a:r>
                      <a:endParaRPr lang="zh-CN" sz="2000" kern="100">
                        <a:effectLst/>
                        <a:latin typeface="Times New Roman"/>
                        <a:ea typeface="宋体"/>
                        <a:cs typeface="Times New Roman"/>
                      </a:endParaRPr>
                    </a:p>
                  </a:txBody>
                  <a:tcPr marL="68580" marR="68580" marT="0" marB="0"/>
                </a:tc>
                <a:tc hMerge="1">
                  <a:txBody>
                    <a:bodyPr/>
                    <a:lstStyle/>
                    <a:p>
                      <a:endParaRPr lang="zh-CN" altLang="en-US"/>
                    </a:p>
                  </a:txBody>
                  <a:tcPr/>
                </a:tc>
                <a:tc>
                  <a:txBody>
                    <a:bodyPr/>
                    <a:lstStyle/>
                    <a:p>
                      <a:pPr algn="ctr">
                        <a:spcAft>
                          <a:spcPts val="0"/>
                        </a:spcAft>
                      </a:pPr>
                      <a:r>
                        <a:rPr lang="en-US" sz="1600" kern="100">
                          <a:effectLst/>
                        </a:rPr>
                        <a:t>PE7</a:t>
                      </a:r>
                      <a:endParaRPr lang="zh-CN" sz="2000" kern="100">
                        <a:effectLst/>
                        <a:latin typeface="Times New Roman"/>
                        <a:ea typeface="宋体"/>
                        <a:cs typeface="Times New Roman"/>
                      </a:endParaRPr>
                    </a:p>
                  </a:txBody>
                  <a:tcPr marL="68580" marR="68580" marT="0" marB="0"/>
                </a:tc>
              </a:tr>
              <a:tr h="0">
                <a:tc>
                  <a:txBody>
                    <a:bodyPr/>
                    <a:lstStyle/>
                    <a:p>
                      <a:pPr algn="ctr">
                        <a:spcAft>
                          <a:spcPts val="0"/>
                        </a:spcAft>
                      </a:pPr>
                      <a:r>
                        <a:rPr lang="en-US" sz="1600" kern="100">
                          <a:effectLst/>
                        </a:rPr>
                        <a:t>TIM1_CH1</a:t>
                      </a:r>
                      <a:endParaRPr lang="zh-CN" sz="2000" kern="100">
                        <a:effectLst/>
                        <a:latin typeface="Times New Roman"/>
                        <a:ea typeface="宋体"/>
                        <a:cs typeface="Times New Roman"/>
                      </a:endParaRPr>
                    </a:p>
                  </a:txBody>
                  <a:tcPr marL="68580" marR="68580" marT="0" marB="0"/>
                </a:tc>
                <a:tc gridSpan="2">
                  <a:txBody>
                    <a:bodyPr/>
                    <a:lstStyle/>
                    <a:p>
                      <a:pPr algn="ctr">
                        <a:spcAft>
                          <a:spcPts val="0"/>
                        </a:spcAft>
                      </a:pPr>
                      <a:r>
                        <a:rPr lang="en-US" sz="1600" kern="100">
                          <a:effectLst/>
                        </a:rPr>
                        <a:t>PA8</a:t>
                      </a:r>
                      <a:endParaRPr lang="zh-CN" sz="2000" kern="100">
                        <a:effectLst/>
                        <a:latin typeface="Times New Roman"/>
                        <a:ea typeface="宋体"/>
                        <a:cs typeface="Times New Roman"/>
                      </a:endParaRPr>
                    </a:p>
                  </a:txBody>
                  <a:tcPr marL="68580" marR="68580" marT="0" marB="0"/>
                </a:tc>
                <a:tc hMerge="1">
                  <a:txBody>
                    <a:bodyPr/>
                    <a:lstStyle/>
                    <a:p>
                      <a:endParaRPr lang="zh-CN" altLang="en-US"/>
                    </a:p>
                  </a:txBody>
                  <a:tcPr/>
                </a:tc>
                <a:tc>
                  <a:txBody>
                    <a:bodyPr/>
                    <a:lstStyle/>
                    <a:p>
                      <a:pPr algn="ctr">
                        <a:spcAft>
                          <a:spcPts val="0"/>
                        </a:spcAft>
                      </a:pPr>
                      <a:r>
                        <a:rPr lang="en-US" sz="1600" kern="100">
                          <a:effectLst/>
                        </a:rPr>
                        <a:t>PE9</a:t>
                      </a:r>
                      <a:endParaRPr lang="zh-CN" sz="2000" kern="100">
                        <a:effectLst/>
                        <a:latin typeface="Times New Roman"/>
                        <a:ea typeface="宋体"/>
                        <a:cs typeface="Times New Roman"/>
                      </a:endParaRPr>
                    </a:p>
                  </a:txBody>
                  <a:tcPr marL="68580" marR="68580" marT="0" marB="0"/>
                </a:tc>
              </a:tr>
              <a:tr h="0">
                <a:tc>
                  <a:txBody>
                    <a:bodyPr/>
                    <a:lstStyle/>
                    <a:p>
                      <a:pPr algn="ctr">
                        <a:spcAft>
                          <a:spcPts val="0"/>
                        </a:spcAft>
                      </a:pPr>
                      <a:r>
                        <a:rPr lang="en-US" sz="1600" kern="100">
                          <a:effectLst/>
                        </a:rPr>
                        <a:t>TIM1__CH2</a:t>
                      </a:r>
                      <a:endParaRPr lang="zh-CN" sz="2000" kern="100">
                        <a:effectLst/>
                        <a:latin typeface="Times New Roman"/>
                        <a:ea typeface="宋体"/>
                        <a:cs typeface="Times New Roman"/>
                      </a:endParaRPr>
                    </a:p>
                  </a:txBody>
                  <a:tcPr marL="68580" marR="68580" marT="0" marB="0"/>
                </a:tc>
                <a:tc gridSpan="2">
                  <a:txBody>
                    <a:bodyPr/>
                    <a:lstStyle/>
                    <a:p>
                      <a:pPr algn="ctr">
                        <a:spcAft>
                          <a:spcPts val="0"/>
                        </a:spcAft>
                      </a:pPr>
                      <a:r>
                        <a:rPr lang="en-US" sz="1600" kern="100">
                          <a:effectLst/>
                        </a:rPr>
                        <a:t>PA9</a:t>
                      </a:r>
                      <a:endParaRPr lang="zh-CN" sz="2000" kern="100">
                        <a:effectLst/>
                        <a:latin typeface="Times New Roman"/>
                        <a:ea typeface="宋体"/>
                        <a:cs typeface="Times New Roman"/>
                      </a:endParaRPr>
                    </a:p>
                  </a:txBody>
                  <a:tcPr marL="68580" marR="68580" marT="0" marB="0"/>
                </a:tc>
                <a:tc hMerge="1">
                  <a:txBody>
                    <a:bodyPr/>
                    <a:lstStyle/>
                    <a:p>
                      <a:endParaRPr lang="zh-CN" altLang="en-US"/>
                    </a:p>
                  </a:txBody>
                  <a:tcPr/>
                </a:tc>
                <a:tc>
                  <a:txBody>
                    <a:bodyPr/>
                    <a:lstStyle/>
                    <a:p>
                      <a:pPr algn="ctr">
                        <a:spcAft>
                          <a:spcPts val="0"/>
                        </a:spcAft>
                      </a:pPr>
                      <a:r>
                        <a:rPr lang="en-US" sz="1600" kern="100">
                          <a:effectLst/>
                        </a:rPr>
                        <a:t>PE11</a:t>
                      </a:r>
                      <a:endParaRPr lang="zh-CN" sz="2000" kern="100">
                        <a:effectLst/>
                        <a:latin typeface="Times New Roman"/>
                        <a:ea typeface="宋体"/>
                        <a:cs typeface="Times New Roman"/>
                      </a:endParaRPr>
                    </a:p>
                  </a:txBody>
                  <a:tcPr marL="68580" marR="68580" marT="0" marB="0"/>
                </a:tc>
              </a:tr>
              <a:tr h="0">
                <a:tc>
                  <a:txBody>
                    <a:bodyPr/>
                    <a:lstStyle/>
                    <a:p>
                      <a:pPr algn="ctr">
                        <a:spcAft>
                          <a:spcPts val="0"/>
                        </a:spcAft>
                      </a:pPr>
                      <a:r>
                        <a:rPr lang="en-US" sz="1600" kern="100">
                          <a:effectLst/>
                        </a:rPr>
                        <a:t>TIM1_CH3</a:t>
                      </a:r>
                      <a:endParaRPr lang="zh-CN" sz="2000" kern="100">
                        <a:effectLst/>
                        <a:latin typeface="Times New Roman"/>
                        <a:ea typeface="宋体"/>
                        <a:cs typeface="Times New Roman"/>
                      </a:endParaRPr>
                    </a:p>
                  </a:txBody>
                  <a:tcPr marL="68580" marR="68580" marT="0" marB="0"/>
                </a:tc>
                <a:tc gridSpan="2">
                  <a:txBody>
                    <a:bodyPr/>
                    <a:lstStyle/>
                    <a:p>
                      <a:pPr algn="ctr">
                        <a:spcAft>
                          <a:spcPts val="0"/>
                        </a:spcAft>
                      </a:pPr>
                      <a:r>
                        <a:rPr lang="en-US" sz="1600" kern="100">
                          <a:effectLst/>
                        </a:rPr>
                        <a:t>PA10</a:t>
                      </a:r>
                      <a:endParaRPr lang="zh-CN" sz="2000" kern="100">
                        <a:effectLst/>
                        <a:latin typeface="Times New Roman"/>
                        <a:ea typeface="宋体"/>
                        <a:cs typeface="Times New Roman"/>
                      </a:endParaRPr>
                    </a:p>
                  </a:txBody>
                  <a:tcPr marL="68580" marR="68580" marT="0" marB="0"/>
                </a:tc>
                <a:tc hMerge="1">
                  <a:txBody>
                    <a:bodyPr/>
                    <a:lstStyle/>
                    <a:p>
                      <a:endParaRPr lang="zh-CN" altLang="en-US"/>
                    </a:p>
                  </a:txBody>
                  <a:tcPr/>
                </a:tc>
                <a:tc>
                  <a:txBody>
                    <a:bodyPr/>
                    <a:lstStyle/>
                    <a:p>
                      <a:pPr algn="ctr">
                        <a:spcAft>
                          <a:spcPts val="0"/>
                        </a:spcAft>
                      </a:pPr>
                      <a:r>
                        <a:rPr lang="en-US" sz="1600" kern="100">
                          <a:effectLst/>
                        </a:rPr>
                        <a:t>PE13</a:t>
                      </a:r>
                      <a:endParaRPr lang="zh-CN" sz="2000" kern="100">
                        <a:effectLst/>
                        <a:latin typeface="Times New Roman"/>
                        <a:ea typeface="宋体"/>
                        <a:cs typeface="Times New Roman"/>
                      </a:endParaRPr>
                    </a:p>
                  </a:txBody>
                  <a:tcPr marL="68580" marR="68580" marT="0" marB="0"/>
                </a:tc>
              </a:tr>
              <a:tr h="0">
                <a:tc>
                  <a:txBody>
                    <a:bodyPr/>
                    <a:lstStyle/>
                    <a:p>
                      <a:pPr algn="ctr">
                        <a:spcAft>
                          <a:spcPts val="0"/>
                        </a:spcAft>
                      </a:pPr>
                      <a:r>
                        <a:rPr lang="en-US" sz="1600" kern="100">
                          <a:effectLst/>
                        </a:rPr>
                        <a:t>TIM1_CH4</a:t>
                      </a:r>
                      <a:endParaRPr lang="zh-CN" sz="2000" kern="100">
                        <a:effectLst/>
                        <a:latin typeface="Times New Roman"/>
                        <a:ea typeface="宋体"/>
                        <a:cs typeface="Times New Roman"/>
                      </a:endParaRPr>
                    </a:p>
                  </a:txBody>
                  <a:tcPr marL="68580" marR="68580" marT="0" marB="0"/>
                </a:tc>
                <a:tc gridSpan="2">
                  <a:txBody>
                    <a:bodyPr/>
                    <a:lstStyle/>
                    <a:p>
                      <a:pPr algn="ctr">
                        <a:spcAft>
                          <a:spcPts val="0"/>
                        </a:spcAft>
                      </a:pPr>
                      <a:r>
                        <a:rPr lang="en-US" sz="1600" kern="100">
                          <a:effectLst/>
                        </a:rPr>
                        <a:t>PA11</a:t>
                      </a:r>
                      <a:endParaRPr lang="zh-CN" sz="2000" kern="100">
                        <a:effectLst/>
                        <a:latin typeface="Times New Roman"/>
                        <a:ea typeface="宋体"/>
                        <a:cs typeface="Times New Roman"/>
                      </a:endParaRPr>
                    </a:p>
                  </a:txBody>
                  <a:tcPr marL="68580" marR="68580" marT="0" marB="0"/>
                </a:tc>
                <a:tc hMerge="1">
                  <a:txBody>
                    <a:bodyPr/>
                    <a:lstStyle/>
                    <a:p>
                      <a:endParaRPr lang="zh-CN" altLang="en-US"/>
                    </a:p>
                  </a:txBody>
                  <a:tcPr/>
                </a:tc>
                <a:tc>
                  <a:txBody>
                    <a:bodyPr/>
                    <a:lstStyle/>
                    <a:p>
                      <a:pPr algn="ctr">
                        <a:spcAft>
                          <a:spcPts val="0"/>
                        </a:spcAft>
                      </a:pPr>
                      <a:r>
                        <a:rPr lang="en-US" sz="1600" kern="100">
                          <a:effectLst/>
                        </a:rPr>
                        <a:t>PE14</a:t>
                      </a:r>
                      <a:endParaRPr lang="zh-CN" sz="2000" kern="100">
                        <a:effectLst/>
                        <a:latin typeface="Times New Roman"/>
                        <a:ea typeface="宋体"/>
                        <a:cs typeface="Times New Roman"/>
                      </a:endParaRPr>
                    </a:p>
                  </a:txBody>
                  <a:tcPr marL="68580" marR="68580" marT="0" marB="0"/>
                </a:tc>
              </a:tr>
              <a:tr h="0">
                <a:tc>
                  <a:txBody>
                    <a:bodyPr/>
                    <a:lstStyle/>
                    <a:p>
                      <a:pPr algn="ctr">
                        <a:spcAft>
                          <a:spcPts val="0"/>
                        </a:spcAft>
                      </a:pPr>
                      <a:r>
                        <a:rPr lang="en-US" sz="1600" kern="100">
                          <a:effectLst/>
                        </a:rPr>
                        <a:t>TIM1_BKIN</a:t>
                      </a:r>
                      <a:endParaRPr lang="zh-CN" sz="2000" kern="100">
                        <a:effectLst/>
                        <a:latin typeface="Times New Roman"/>
                        <a:ea typeface="宋体"/>
                        <a:cs typeface="Times New Roman"/>
                      </a:endParaRPr>
                    </a:p>
                  </a:txBody>
                  <a:tcPr marL="68580" marR="68580" marT="0" marB="0"/>
                </a:tc>
                <a:tc>
                  <a:txBody>
                    <a:bodyPr/>
                    <a:lstStyle/>
                    <a:p>
                      <a:pPr algn="ctr">
                        <a:spcAft>
                          <a:spcPts val="0"/>
                        </a:spcAft>
                      </a:pPr>
                      <a:r>
                        <a:rPr lang="en-US" sz="1600" kern="100">
                          <a:effectLst/>
                        </a:rPr>
                        <a:t>PB12</a:t>
                      </a:r>
                      <a:r>
                        <a:rPr lang="en-US" sz="1600" kern="100" baseline="30000">
                          <a:effectLst/>
                        </a:rPr>
                        <a:t>(2)</a:t>
                      </a:r>
                      <a:endParaRPr lang="zh-CN" sz="2000" kern="100">
                        <a:effectLst/>
                        <a:latin typeface="Times New Roman"/>
                        <a:ea typeface="宋体"/>
                        <a:cs typeface="Times New Roman"/>
                      </a:endParaRPr>
                    </a:p>
                  </a:txBody>
                  <a:tcPr marL="68580" marR="68580" marT="0" marB="0"/>
                </a:tc>
                <a:tc>
                  <a:txBody>
                    <a:bodyPr/>
                    <a:lstStyle/>
                    <a:p>
                      <a:pPr algn="ctr">
                        <a:spcAft>
                          <a:spcPts val="0"/>
                        </a:spcAft>
                      </a:pPr>
                      <a:r>
                        <a:rPr lang="en-US" sz="1600" kern="100">
                          <a:effectLst/>
                        </a:rPr>
                        <a:t>PA6</a:t>
                      </a:r>
                      <a:endParaRPr lang="zh-CN" sz="2000" kern="100">
                        <a:effectLst/>
                        <a:latin typeface="Times New Roman"/>
                        <a:ea typeface="宋体"/>
                        <a:cs typeface="Times New Roman"/>
                      </a:endParaRPr>
                    </a:p>
                  </a:txBody>
                  <a:tcPr marL="68580" marR="68580" marT="0" marB="0"/>
                </a:tc>
                <a:tc>
                  <a:txBody>
                    <a:bodyPr/>
                    <a:lstStyle/>
                    <a:p>
                      <a:pPr algn="ctr">
                        <a:spcAft>
                          <a:spcPts val="0"/>
                        </a:spcAft>
                      </a:pPr>
                      <a:r>
                        <a:rPr lang="en-US" sz="1600" kern="100">
                          <a:effectLst/>
                        </a:rPr>
                        <a:t>PE15</a:t>
                      </a:r>
                      <a:endParaRPr lang="zh-CN" sz="2000" kern="100">
                        <a:effectLst/>
                        <a:latin typeface="Times New Roman"/>
                        <a:ea typeface="宋体"/>
                        <a:cs typeface="Times New Roman"/>
                      </a:endParaRPr>
                    </a:p>
                  </a:txBody>
                  <a:tcPr marL="68580" marR="68580" marT="0" marB="0"/>
                </a:tc>
              </a:tr>
              <a:tr h="0">
                <a:tc>
                  <a:txBody>
                    <a:bodyPr/>
                    <a:lstStyle/>
                    <a:p>
                      <a:pPr algn="ctr">
                        <a:spcAft>
                          <a:spcPts val="0"/>
                        </a:spcAft>
                      </a:pPr>
                      <a:r>
                        <a:rPr lang="en-US" sz="1600" kern="100">
                          <a:effectLst/>
                        </a:rPr>
                        <a:t>TIM1_CH1N</a:t>
                      </a:r>
                      <a:endParaRPr lang="zh-CN" sz="2000" kern="100">
                        <a:effectLst/>
                        <a:latin typeface="Times New Roman"/>
                        <a:ea typeface="宋体"/>
                        <a:cs typeface="Times New Roman"/>
                      </a:endParaRPr>
                    </a:p>
                  </a:txBody>
                  <a:tcPr marL="68580" marR="68580" marT="0" marB="0"/>
                </a:tc>
                <a:tc>
                  <a:txBody>
                    <a:bodyPr/>
                    <a:lstStyle/>
                    <a:p>
                      <a:pPr algn="ctr">
                        <a:spcAft>
                          <a:spcPts val="0"/>
                        </a:spcAft>
                      </a:pPr>
                      <a:r>
                        <a:rPr lang="en-US" sz="1600" kern="100">
                          <a:effectLst/>
                        </a:rPr>
                        <a:t>PB13</a:t>
                      </a:r>
                      <a:r>
                        <a:rPr lang="en-US" sz="1600" kern="100" baseline="30000">
                          <a:effectLst/>
                        </a:rPr>
                        <a:t>(2)</a:t>
                      </a:r>
                      <a:endParaRPr lang="zh-CN" sz="2000" kern="100">
                        <a:effectLst/>
                        <a:latin typeface="Times New Roman"/>
                        <a:ea typeface="宋体"/>
                        <a:cs typeface="Times New Roman"/>
                      </a:endParaRPr>
                    </a:p>
                  </a:txBody>
                  <a:tcPr marL="68580" marR="68580" marT="0" marB="0"/>
                </a:tc>
                <a:tc>
                  <a:txBody>
                    <a:bodyPr/>
                    <a:lstStyle/>
                    <a:p>
                      <a:pPr algn="ctr">
                        <a:spcAft>
                          <a:spcPts val="0"/>
                        </a:spcAft>
                      </a:pPr>
                      <a:r>
                        <a:rPr lang="en-US" sz="1600" kern="100">
                          <a:effectLst/>
                        </a:rPr>
                        <a:t>PA7</a:t>
                      </a:r>
                      <a:endParaRPr lang="zh-CN" sz="2000" kern="100">
                        <a:effectLst/>
                        <a:latin typeface="Times New Roman"/>
                        <a:ea typeface="宋体"/>
                        <a:cs typeface="Times New Roman"/>
                      </a:endParaRPr>
                    </a:p>
                  </a:txBody>
                  <a:tcPr marL="68580" marR="68580" marT="0" marB="0"/>
                </a:tc>
                <a:tc>
                  <a:txBody>
                    <a:bodyPr/>
                    <a:lstStyle/>
                    <a:p>
                      <a:pPr algn="ctr">
                        <a:spcAft>
                          <a:spcPts val="0"/>
                        </a:spcAft>
                      </a:pPr>
                      <a:r>
                        <a:rPr lang="en-US" sz="1600" kern="100">
                          <a:effectLst/>
                        </a:rPr>
                        <a:t>PE8</a:t>
                      </a:r>
                      <a:endParaRPr lang="zh-CN" sz="2000" kern="100">
                        <a:effectLst/>
                        <a:latin typeface="Times New Roman"/>
                        <a:ea typeface="宋体"/>
                        <a:cs typeface="Times New Roman"/>
                      </a:endParaRPr>
                    </a:p>
                  </a:txBody>
                  <a:tcPr marL="68580" marR="68580" marT="0" marB="0"/>
                </a:tc>
              </a:tr>
              <a:tr h="0">
                <a:tc>
                  <a:txBody>
                    <a:bodyPr/>
                    <a:lstStyle/>
                    <a:p>
                      <a:pPr algn="ctr">
                        <a:spcAft>
                          <a:spcPts val="0"/>
                        </a:spcAft>
                      </a:pPr>
                      <a:r>
                        <a:rPr lang="en-US" sz="1600" kern="100">
                          <a:effectLst/>
                        </a:rPr>
                        <a:t>TIM1_CH2N</a:t>
                      </a:r>
                      <a:endParaRPr lang="zh-CN" sz="2000" kern="100">
                        <a:effectLst/>
                        <a:latin typeface="Times New Roman"/>
                        <a:ea typeface="宋体"/>
                        <a:cs typeface="Times New Roman"/>
                      </a:endParaRPr>
                    </a:p>
                  </a:txBody>
                  <a:tcPr marL="68580" marR="68580" marT="0" marB="0"/>
                </a:tc>
                <a:tc>
                  <a:txBody>
                    <a:bodyPr/>
                    <a:lstStyle/>
                    <a:p>
                      <a:pPr algn="ctr">
                        <a:spcAft>
                          <a:spcPts val="0"/>
                        </a:spcAft>
                      </a:pPr>
                      <a:r>
                        <a:rPr lang="en-US" sz="1600" kern="100">
                          <a:effectLst/>
                        </a:rPr>
                        <a:t>PB14</a:t>
                      </a:r>
                      <a:r>
                        <a:rPr lang="en-US" sz="1600" kern="100" baseline="30000">
                          <a:effectLst/>
                        </a:rPr>
                        <a:t>(2)</a:t>
                      </a:r>
                      <a:endParaRPr lang="zh-CN" sz="2000" kern="100">
                        <a:effectLst/>
                        <a:latin typeface="Times New Roman"/>
                        <a:ea typeface="宋体"/>
                        <a:cs typeface="Times New Roman"/>
                      </a:endParaRPr>
                    </a:p>
                  </a:txBody>
                  <a:tcPr marL="68580" marR="68580" marT="0" marB="0"/>
                </a:tc>
                <a:tc>
                  <a:txBody>
                    <a:bodyPr/>
                    <a:lstStyle/>
                    <a:p>
                      <a:pPr algn="ctr">
                        <a:spcAft>
                          <a:spcPts val="0"/>
                        </a:spcAft>
                      </a:pPr>
                      <a:r>
                        <a:rPr lang="en-US" sz="1600" kern="100">
                          <a:effectLst/>
                        </a:rPr>
                        <a:t>PB0</a:t>
                      </a:r>
                      <a:endParaRPr lang="zh-CN" sz="2000" kern="100">
                        <a:effectLst/>
                        <a:latin typeface="Times New Roman"/>
                        <a:ea typeface="宋体"/>
                        <a:cs typeface="Times New Roman"/>
                      </a:endParaRPr>
                    </a:p>
                  </a:txBody>
                  <a:tcPr marL="68580" marR="68580" marT="0" marB="0"/>
                </a:tc>
                <a:tc>
                  <a:txBody>
                    <a:bodyPr/>
                    <a:lstStyle/>
                    <a:p>
                      <a:pPr algn="ctr">
                        <a:spcAft>
                          <a:spcPts val="0"/>
                        </a:spcAft>
                      </a:pPr>
                      <a:r>
                        <a:rPr lang="en-US" sz="1600" kern="100">
                          <a:effectLst/>
                        </a:rPr>
                        <a:t>PE10</a:t>
                      </a:r>
                      <a:endParaRPr lang="zh-CN" sz="2000" kern="100">
                        <a:effectLst/>
                        <a:latin typeface="Times New Roman"/>
                        <a:ea typeface="宋体"/>
                        <a:cs typeface="Times New Roman"/>
                      </a:endParaRPr>
                    </a:p>
                  </a:txBody>
                  <a:tcPr marL="68580" marR="68580" marT="0" marB="0"/>
                </a:tc>
              </a:tr>
              <a:tr h="0">
                <a:tc>
                  <a:txBody>
                    <a:bodyPr/>
                    <a:lstStyle/>
                    <a:p>
                      <a:pPr algn="ctr">
                        <a:spcAft>
                          <a:spcPts val="0"/>
                        </a:spcAft>
                      </a:pPr>
                      <a:r>
                        <a:rPr lang="en-US" sz="1600" kern="100">
                          <a:effectLst/>
                        </a:rPr>
                        <a:t>TIM1_CH3N</a:t>
                      </a:r>
                      <a:endParaRPr lang="zh-CN" sz="2000" kern="100">
                        <a:effectLst/>
                        <a:latin typeface="Times New Roman"/>
                        <a:ea typeface="宋体"/>
                        <a:cs typeface="Times New Roman"/>
                      </a:endParaRPr>
                    </a:p>
                  </a:txBody>
                  <a:tcPr marL="68580" marR="68580" marT="0" marB="0"/>
                </a:tc>
                <a:tc>
                  <a:txBody>
                    <a:bodyPr/>
                    <a:lstStyle/>
                    <a:p>
                      <a:pPr algn="ctr">
                        <a:spcAft>
                          <a:spcPts val="0"/>
                        </a:spcAft>
                      </a:pPr>
                      <a:r>
                        <a:rPr lang="en-US" sz="1600" kern="100">
                          <a:effectLst/>
                        </a:rPr>
                        <a:t>PB15</a:t>
                      </a:r>
                      <a:r>
                        <a:rPr lang="en-US" sz="1600" kern="100" baseline="30000">
                          <a:effectLst/>
                        </a:rPr>
                        <a:t>(2)</a:t>
                      </a:r>
                      <a:endParaRPr lang="zh-CN" sz="2000" kern="100">
                        <a:effectLst/>
                        <a:latin typeface="Times New Roman"/>
                        <a:ea typeface="宋体"/>
                        <a:cs typeface="Times New Roman"/>
                      </a:endParaRPr>
                    </a:p>
                  </a:txBody>
                  <a:tcPr marL="68580" marR="68580" marT="0" marB="0"/>
                </a:tc>
                <a:tc>
                  <a:txBody>
                    <a:bodyPr/>
                    <a:lstStyle/>
                    <a:p>
                      <a:pPr algn="ctr">
                        <a:spcAft>
                          <a:spcPts val="0"/>
                        </a:spcAft>
                      </a:pPr>
                      <a:r>
                        <a:rPr lang="en-US" sz="1600" kern="100" dirty="0" err="1">
                          <a:effectLst/>
                        </a:rPr>
                        <a:t>PB1</a:t>
                      </a:r>
                      <a:endParaRPr lang="zh-CN" sz="2000" kern="100" dirty="0">
                        <a:effectLst/>
                        <a:latin typeface="Times New Roman"/>
                        <a:ea typeface="宋体"/>
                        <a:cs typeface="Times New Roman"/>
                      </a:endParaRPr>
                    </a:p>
                  </a:txBody>
                  <a:tcPr marL="68580" marR="68580" marT="0" marB="0"/>
                </a:tc>
                <a:tc>
                  <a:txBody>
                    <a:bodyPr/>
                    <a:lstStyle/>
                    <a:p>
                      <a:pPr algn="ctr">
                        <a:spcAft>
                          <a:spcPts val="0"/>
                        </a:spcAft>
                      </a:pPr>
                      <a:r>
                        <a:rPr lang="en-US" sz="1600" kern="100" dirty="0" err="1">
                          <a:effectLst/>
                        </a:rPr>
                        <a:t>PE12</a:t>
                      </a:r>
                      <a:endParaRPr lang="zh-CN" sz="2000" kern="100" dirty="0">
                        <a:effectLst/>
                        <a:latin typeface="Times New Roman"/>
                        <a:ea typeface="宋体"/>
                        <a:cs typeface="Times New Roman"/>
                      </a:endParaRPr>
                    </a:p>
                  </a:txBody>
                  <a:tcPr marL="68580" marR="68580" marT="0" marB="0"/>
                </a:tc>
              </a:tr>
            </a:tbl>
          </a:graphicData>
        </a:graphic>
      </p:graphicFrame>
    </p:spTree>
    <p:extLst>
      <p:ext uri="{BB962C8B-B14F-4D97-AF65-F5344CB8AC3E}">
        <p14:creationId xmlns:p14="http://schemas.microsoft.com/office/powerpoint/2010/main" val="864134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514806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998484" cy="461665"/>
          </a:xfrm>
          <a:prstGeom prst="rect">
            <a:avLst/>
          </a:prstGeom>
        </p:spPr>
        <p:txBody>
          <a:bodyPr wrap="none">
            <a:spAutoFit/>
          </a:bodyPr>
          <a:lstStyle/>
          <a:p>
            <a:r>
              <a:rPr lang="en-US" altLang="zh-CN" sz="2400" b="1" dirty="0">
                <a:solidFill>
                  <a:schemeClr val="bg1"/>
                </a:solidFill>
              </a:rPr>
              <a:t>9.3.2 PWM</a:t>
            </a:r>
            <a:r>
              <a:rPr lang="zh-CN" altLang="en-US" sz="2400" b="1" dirty="0">
                <a:solidFill>
                  <a:schemeClr val="bg1"/>
                </a:solidFill>
              </a:rPr>
              <a:t>标准外设库输出配置过程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矩形 4"/>
          <p:cNvSpPr/>
          <p:nvPr/>
        </p:nvSpPr>
        <p:spPr>
          <a:xfrm>
            <a:off x="307792" y="1055995"/>
            <a:ext cx="4120039" cy="369332"/>
          </a:xfrm>
          <a:prstGeom prst="rect">
            <a:avLst/>
          </a:prstGeom>
        </p:spPr>
        <p:txBody>
          <a:bodyPr wrap="none">
            <a:spAutoFit/>
          </a:bodyPr>
          <a:lstStyle/>
          <a:p>
            <a:r>
              <a:rPr lang="en-US" altLang="zh-CN" b="1" dirty="0">
                <a:solidFill>
                  <a:srgbClr val="C00000"/>
                </a:solidFill>
              </a:rPr>
              <a:t>1</a:t>
            </a:r>
            <a:r>
              <a:rPr lang="zh-CN" altLang="en-US" b="1" dirty="0">
                <a:solidFill>
                  <a:srgbClr val="C00000"/>
                </a:solidFill>
              </a:rPr>
              <a:t>．配置</a:t>
            </a:r>
            <a:r>
              <a:rPr lang="en-US" altLang="zh-CN" b="1" dirty="0" err="1">
                <a:solidFill>
                  <a:srgbClr val="C00000"/>
                </a:solidFill>
              </a:rPr>
              <a:t>PWM</a:t>
            </a:r>
            <a:r>
              <a:rPr lang="zh-CN" altLang="en-US" b="1" dirty="0">
                <a:solidFill>
                  <a:srgbClr val="C00000"/>
                </a:solidFill>
              </a:rPr>
              <a:t>输出通道，开启</a:t>
            </a:r>
            <a:r>
              <a:rPr lang="en-US" altLang="zh-CN" b="1" dirty="0" err="1">
                <a:solidFill>
                  <a:srgbClr val="C00000"/>
                </a:solidFill>
              </a:rPr>
              <a:t>TIM3</a:t>
            </a:r>
            <a:r>
              <a:rPr lang="zh-CN" altLang="en-US" b="1" dirty="0">
                <a:solidFill>
                  <a:srgbClr val="C00000"/>
                </a:solidFill>
              </a:rPr>
              <a:t>时钟</a:t>
            </a:r>
          </a:p>
        </p:txBody>
      </p:sp>
      <p:grpSp>
        <p:nvGrpSpPr>
          <p:cNvPr id="10" name="Group 61"/>
          <p:cNvGrpSpPr/>
          <p:nvPr/>
        </p:nvGrpSpPr>
        <p:grpSpPr>
          <a:xfrm>
            <a:off x="1115616" y="3507854"/>
            <a:ext cx="1221203" cy="1075561"/>
            <a:chOff x="4958468" y="3328177"/>
            <a:chExt cx="2986020" cy="2997870"/>
          </a:xfrm>
          <a:solidFill>
            <a:schemeClr val="accent5">
              <a:lumMod val="20000"/>
              <a:lumOff val="80000"/>
            </a:schemeClr>
          </a:solidFill>
        </p:grpSpPr>
        <p:sp>
          <p:nvSpPr>
            <p:cNvPr id="11" name="Freeform 491"/>
            <p:cNvSpPr>
              <a:spLocks noEditPoints="1"/>
            </p:cNvSpPr>
            <p:nvPr/>
          </p:nvSpPr>
          <p:spPr bwMode="auto">
            <a:xfrm>
              <a:off x="4958468" y="3328177"/>
              <a:ext cx="2986020" cy="2997870"/>
            </a:xfrm>
            <a:custGeom>
              <a:avLst/>
              <a:gdLst>
                <a:gd name="T0" fmla="*/ 1407 w 1705"/>
                <a:gd name="T1" fmla="*/ 204 h 1712"/>
                <a:gd name="T2" fmla="*/ 1345 w 1705"/>
                <a:gd name="T3" fmla="*/ 201 h 1712"/>
                <a:gd name="T4" fmla="*/ 1229 w 1705"/>
                <a:gd name="T5" fmla="*/ 290 h 1712"/>
                <a:gd name="T6" fmla="*/ 1107 w 1705"/>
                <a:gd name="T7" fmla="*/ 310 h 1712"/>
                <a:gd name="T8" fmla="*/ 1012 w 1705"/>
                <a:gd name="T9" fmla="*/ 230 h 1712"/>
                <a:gd name="T10" fmla="*/ 986 w 1705"/>
                <a:gd name="T11" fmla="*/ 40 h 1712"/>
                <a:gd name="T12" fmla="*/ 946 w 1705"/>
                <a:gd name="T13" fmla="*/ 0 h 1712"/>
                <a:gd name="T14" fmla="*/ 777 w 1705"/>
                <a:gd name="T15" fmla="*/ 0 h 1712"/>
                <a:gd name="T16" fmla="*/ 728 w 1705"/>
                <a:gd name="T17" fmla="*/ 54 h 1712"/>
                <a:gd name="T18" fmla="*/ 702 w 1705"/>
                <a:gd name="T19" fmla="*/ 227 h 1712"/>
                <a:gd name="T20" fmla="*/ 628 w 1705"/>
                <a:gd name="T21" fmla="*/ 299 h 1712"/>
                <a:gd name="T22" fmla="*/ 537 w 1705"/>
                <a:gd name="T23" fmla="*/ 313 h 1712"/>
                <a:gd name="T24" fmla="*/ 365 w 1705"/>
                <a:gd name="T25" fmla="*/ 184 h 1712"/>
                <a:gd name="T26" fmla="*/ 312 w 1705"/>
                <a:gd name="T27" fmla="*/ 187 h 1712"/>
                <a:gd name="T28" fmla="*/ 193 w 1705"/>
                <a:gd name="T29" fmla="*/ 307 h 1712"/>
                <a:gd name="T30" fmla="*/ 193 w 1705"/>
                <a:gd name="T31" fmla="*/ 367 h 1712"/>
                <a:gd name="T32" fmla="*/ 314 w 1705"/>
                <a:gd name="T33" fmla="*/ 525 h 1712"/>
                <a:gd name="T34" fmla="*/ 304 w 1705"/>
                <a:gd name="T35" fmla="*/ 607 h 1712"/>
                <a:gd name="T36" fmla="*/ 241 w 1705"/>
                <a:gd name="T37" fmla="*/ 696 h 1712"/>
                <a:gd name="T38" fmla="*/ 46 w 1705"/>
                <a:gd name="T39" fmla="*/ 720 h 1712"/>
                <a:gd name="T40" fmla="*/ 4 w 1705"/>
                <a:gd name="T41" fmla="*/ 755 h 1712"/>
                <a:gd name="T42" fmla="*/ 0 w 1705"/>
                <a:gd name="T43" fmla="*/ 936 h 1712"/>
                <a:gd name="T44" fmla="*/ 51 w 1705"/>
                <a:gd name="T45" fmla="*/ 986 h 1712"/>
                <a:gd name="T46" fmla="*/ 217 w 1705"/>
                <a:gd name="T47" fmla="*/ 1012 h 1712"/>
                <a:gd name="T48" fmla="*/ 298 w 1705"/>
                <a:gd name="T49" fmla="*/ 1089 h 1712"/>
                <a:gd name="T50" fmla="*/ 300 w 1705"/>
                <a:gd name="T51" fmla="*/ 1189 h 1712"/>
                <a:gd name="T52" fmla="*/ 190 w 1705"/>
                <a:gd name="T53" fmla="*/ 1322 h 1712"/>
                <a:gd name="T54" fmla="*/ 194 w 1705"/>
                <a:gd name="T55" fmla="*/ 1407 h 1712"/>
                <a:gd name="T56" fmla="*/ 297 w 1705"/>
                <a:gd name="T57" fmla="*/ 1514 h 1712"/>
                <a:gd name="T58" fmla="*/ 372 w 1705"/>
                <a:gd name="T59" fmla="*/ 1515 h 1712"/>
                <a:gd name="T60" fmla="*/ 505 w 1705"/>
                <a:gd name="T61" fmla="*/ 1417 h 1712"/>
                <a:gd name="T62" fmla="*/ 623 w 1705"/>
                <a:gd name="T63" fmla="*/ 1421 h 1712"/>
                <a:gd name="T64" fmla="*/ 693 w 1705"/>
                <a:gd name="T65" fmla="*/ 1490 h 1712"/>
                <a:gd name="T66" fmla="*/ 716 w 1705"/>
                <a:gd name="T67" fmla="*/ 1655 h 1712"/>
                <a:gd name="T68" fmla="*/ 771 w 1705"/>
                <a:gd name="T69" fmla="*/ 1712 h 1712"/>
                <a:gd name="T70" fmla="*/ 922 w 1705"/>
                <a:gd name="T71" fmla="*/ 1712 h 1712"/>
                <a:gd name="T72" fmla="*/ 980 w 1705"/>
                <a:gd name="T73" fmla="*/ 1663 h 1712"/>
                <a:gd name="T74" fmla="*/ 1007 w 1705"/>
                <a:gd name="T75" fmla="*/ 1486 h 1712"/>
                <a:gd name="T76" fmla="*/ 1103 w 1705"/>
                <a:gd name="T77" fmla="*/ 1408 h 1712"/>
                <a:gd name="T78" fmla="*/ 1194 w 1705"/>
                <a:gd name="T79" fmla="*/ 1422 h 1712"/>
                <a:gd name="T80" fmla="*/ 1324 w 1705"/>
                <a:gd name="T81" fmla="*/ 1523 h 1712"/>
                <a:gd name="T82" fmla="*/ 1393 w 1705"/>
                <a:gd name="T83" fmla="*/ 1521 h 1712"/>
                <a:gd name="T84" fmla="*/ 1505 w 1705"/>
                <a:gd name="T85" fmla="*/ 1410 h 1712"/>
                <a:gd name="T86" fmla="*/ 1516 w 1705"/>
                <a:gd name="T87" fmla="*/ 1341 h 1712"/>
                <a:gd name="T88" fmla="*/ 1406 w 1705"/>
                <a:gd name="T89" fmla="*/ 1195 h 1712"/>
                <a:gd name="T90" fmla="*/ 1414 w 1705"/>
                <a:gd name="T91" fmla="*/ 1085 h 1712"/>
                <a:gd name="T92" fmla="*/ 1501 w 1705"/>
                <a:gd name="T93" fmla="*/ 1012 h 1712"/>
                <a:gd name="T94" fmla="*/ 1649 w 1705"/>
                <a:gd name="T95" fmla="*/ 995 h 1712"/>
                <a:gd name="T96" fmla="*/ 1701 w 1705"/>
                <a:gd name="T97" fmla="*/ 954 h 1712"/>
                <a:gd name="T98" fmla="*/ 1705 w 1705"/>
                <a:gd name="T99" fmla="*/ 778 h 1712"/>
                <a:gd name="T100" fmla="*/ 1662 w 1705"/>
                <a:gd name="T101" fmla="*/ 732 h 1712"/>
                <a:gd name="T102" fmla="*/ 1455 w 1705"/>
                <a:gd name="T103" fmla="*/ 692 h 1712"/>
                <a:gd name="T104" fmla="*/ 1404 w 1705"/>
                <a:gd name="T105" fmla="*/ 608 h 1712"/>
                <a:gd name="T106" fmla="*/ 1412 w 1705"/>
                <a:gd name="T107" fmla="*/ 517 h 1712"/>
                <a:gd name="T108" fmla="*/ 1504 w 1705"/>
                <a:gd name="T109" fmla="*/ 396 h 1712"/>
                <a:gd name="T110" fmla="*/ 1521 w 1705"/>
                <a:gd name="T111" fmla="*/ 332 h 1712"/>
                <a:gd name="T112" fmla="*/ 1407 w 1705"/>
                <a:gd name="T113" fmla="*/ 204 h 1712"/>
                <a:gd name="T114" fmla="*/ 996 w 1705"/>
                <a:gd name="T115" fmla="*/ 1003 h 1712"/>
                <a:gd name="T116" fmla="*/ 703 w 1705"/>
                <a:gd name="T117" fmla="*/ 1002 h 1712"/>
                <a:gd name="T118" fmla="*/ 705 w 1705"/>
                <a:gd name="T119" fmla="*/ 710 h 1712"/>
                <a:gd name="T120" fmla="*/ 997 w 1705"/>
                <a:gd name="T121" fmla="*/ 711 h 1712"/>
                <a:gd name="T122" fmla="*/ 996 w 1705"/>
                <a:gd name="T123" fmla="*/ 1003 h 1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5" h="1712">
                  <a:moveTo>
                    <a:pt x="1407" y="204"/>
                  </a:moveTo>
                  <a:cubicBezTo>
                    <a:pt x="1376" y="174"/>
                    <a:pt x="1345" y="201"/>
                    <a:pt x="1345" y="201"/>
                  </a:cubicBezTo>
                  <a:cubicBezTo>
                    <a:pt x="1345" y="201"/>
                    <a:pt x="1289" y="241"/>
                    <a:pt x="1229" y="290"/>
                  </a:cubicBezTo>
                  <a:cubicBezTo>
                    <a:pt x="1169" y="338"/>
                    <a:pt x="1107" y="310"/>
                    <a:pt x="1107" y="310"/>
                  </a:cubicBezTo>
                  <a:cubicBezTo>
                    <a:pt x="1015" y="289"/>
                    <a:pt x="1012" y="230"/>
                    <a:pt x="1012" y="230"/>
                  </a:cubicBezTo>
                  <a:cubicBezTo>
                    <a:pt x="986" y="40"/>
                    <a:pt x="986" y="40"/>
                    <a:pt x="986" y="40"/>
                  </a:cubicBezTo>
                  <a:cubicBezTo>
                    <a:pt x="980" y="1"/>
                    <a:pt x="946" y="0"/>
                    <a:pt x="946" y="0"/>
                  </a:cubicBezTo>
                  <a:cubicBezTo>
                    <a:pt x="777" y="0"/>
                    <a:pt x="777" y="0"/>
                    <a:pt x="777" y="0"/>
                  </a:cubicBezTo>
                  <a:cubicBezTo>
                    <a:pt x="730" y="2"/>
                    <a:pt x="728" y="54"/>
                    <a:pt x="728" y="54"/>
                  </a:cubicBezTo>
                  <a:cubicBezTo>
                    <a:pt x="702" y="227"/>
                    <a:pt x="702" y="227"/>
                    <a:pt x="702" y="227"/>
                  </a:cubicBezTo>
                  <a:cubicBezTo>
                    <a:pt x="696" y="258"/>
                    <a:pt x="628" y="299"/>
                    <a:pt x="628" y="299"/>
                  </a:cubicBezTo>
                  <a:cubicBezTo>
                    <a:pt x="589" y="322"/>
                    <a:pt x="537" y="313"/>
                    <a:pt x="537" y="313"/>
                  </a:cubicBezTo>
                  <a:cubicBezTo>
                    <a:pt x="365" y="184"/>
                    <a:pt x="365" y="184"/>
                    <a:pt x="365" y="184"/>
                  </a:cubicBezTo>
                  <a:cubicBezTo>
                    <a:pt x="342" y="166"/>
                    <a:pt x="312" y="187"/>
                    <a:pt x="312" y="187"/>
                  </a:cubicBezTo>
                  <a:cubicBezTo>
                    <a:pt x="193" y="307"/>
                    <a:pt x="193" y="307"/>
                    <a:pt x="193" y="307"/>
                  </a:cubicBezTo>
                  <a:cubicBezTo>
                    <a:pt x="165" y="336"/>
                    <a:pt x="193" y="367"/>
                    <a:pt x="193" y="367"/>
                  </a:cubicBezTo>
                  <a:cubicBezTo>
                    <a:pt x="199" y="374"/>
                    <a:pt x="314" y="525"/>
                    <a:pt x="314" y="525"/>
                  </a:cubicBezTo>
                  <a:cubicBezTo>
                    <a:pt x="322" y="545"/>
                    <a:pt x="304" y="607"/>
                    <a:pt x="304" y="607"/>
                  </a:cubicBezTo>
                  <a:cubicBezTo>
                    <a:pt x="292" y="669"/>
                    <a:pt x="241" y="696"/>
                    <a:pt x="241" y="696"/>
                  </a:cubicBezTo>
                  <a:cubicBezTo>
                    <a:pt x="46" y="720"/>
                    <a:pt x="46" y="720"/>
                    <a:pt x="46" y="720"/>
                  </a:cubicBezTo>
                  <a:cubicBezTo>
                    <a:pt x="16" y="720"/>
                    <a:pt x="4" y="755"/>
                    <a:pt x="4" y="755"/>
                  </a:cubicBezTo>
                  <a:cubicBezTo>
                    <a:pt x="0" y="936"/>
                    <a:pt x="0" y="936"/>
                    <a:pt x="0" y="936"/>
                  </a:cubicBezTo>
                  <a:cubicBezTo>
                    <a:pt x="2" y="977"/>
                    <a:pt x="51" y="986"/>
                    <a:pt x="51" y="986"/>
                  </a:cubicBezTo>
                  <a:cubicBezTo>
                    <a:pt x="217" y="1012"/>
                    <a:pt x="217" y="1012"/>
                    <a:pt x="217" y="1012"/>
                  </a:cubicBezTo>
                  <a:cubicBezTo>
                    <a:pt x="268" y="1014"/>
                    <a:pt x="298" y="1089"/>
                    <a:pt x="298" y="1089"/>
                  </a:cubicBezTo>
                  <a:cubicBezTo>
                    <a:pt x="321" y="1136"/>
                    <a:pt x="300" y="1189"/>
                    <a:pt x="300" y="1189"/>
                  </a:cubicBezTo>
                  <a:cubicBezTo>
                    <a:pt x="190" y="1322"/>
                    <a:pt x="190" y="1322"/>
                    <a:pt x="190" y="1322"/>
                  </a:cubicBezTo>
                  <a:cubicBezTo>
                    <a:pt x="152" y="1368"/>
                    <a:pt x="194" y="1407"/>
                    <a:pt x="194" y="1407"/>
                  </a:cubicBezTo>
                  <a:cubicBezTo>
                    <a:pt x="297" y="1514"/>
                    <a:pt x="297" y="1514"/>
                    <a:pt x="297" y="1514"/>
                  </a:cubicBezTo>
                  <a:cubicBezTo>
                    <a:pt x="335" y="1550"/>
                    <a:pt x="372" y="1515"/>
                    <a:pt x="372" y="1515"/>
                  </a:cubicBezTo>
                  <a:cubicBezTo>
                    <a:pt x="505" y="1417"/>
                    <a:pt x="505" y="1417"/>
                    <a:pt x="505" y="1417"/>
                  </a:cubicBezTo>
                  <a:cubicBezTo>
                    <a:pt x="551" y="1380"/>
                    <a:pt x="623" y="1421"/>
                    <a:pt x="623" y="1421"/>
                  </a:cubicBezTo>
                  <a:cubicBezTo>
                    <a:pt x="691" y="1446"/>
                    <a:pt x="693" y="1490"/>
                    <a:pt x="693" y="1490"/>
                  </a:cubicBezTo>
                  <a:cubicBezTo>
                    <a:pt x="716" y="1655"/>
                    <a:pt x="716" y="1655"/>
                    <a:pt x="716" y="1655"/>
                  </a:cubicBezTo>
                  <a:cubicBezTo>
                    <a:pt x="718" y="1709"/>
                    <a:pt x="771" y="1712"/>
                    <a:pt x="771" y="1712"/>
                  </a:cubicBezTo>
                  <a:cubicBezTo>
                    <a:pt x="922" y="1712"/>
                    <a:pt x="922" y="1712"/>
                    <a:pt x="922" y="1712"/>
                  </a:cubicBezTo>
                  <a:cubicBezTo>
                    <a:pt x="981" y="1703"/>
                    <a:pt x="980" y="1663"/>
                    <a:pt x="980" y="1663"/>
                  </a:cubicBezTo>
                  <a:cubicBezTo>
                    <a:pt x="1007" y="1486"/>
                    <a:pt x="1007" y="1486"/>
                    <a:pt x="1007" y="1486"/>
                  </a:cubicBezTo>
                  <a:cubicBezTo>
                    <a:pt x="1016" y="1422"/>
                    <a:pt x="1103" y="1408"/>
                    <a:pt x="1103" y="1408"/>
                  </a:cubicBezTo>
                  <a:cubicBezTo>
                    <a:pt x="1163" y="1387"/>
                    <a:pt x="1194" y="1422"/>
                    <a:pt x="1194" y="1422"/>
                  </a:cubicBezTo>
                  <a:cubicBezTo>
                    <a:pt x="1324" y="1523"/>
                    <a:pt x="1324" y="1523"/>
                    <a:pt x="1324" y="1523"/>
                  </a:cubicBezTo>
                  <a:cubicBezTo>
                    <a:pt x="1353" y="1549"/>
                    <a:pt x="1393" y="1521"/>
                    <a:pt x="1393" y="1521"/>
                  </a:cubicBezTo>
                  <a:cubicBezTo>
                    <a:pt x="1505" y="1410"/>
                    <a:pt x="1505" y="1410"/>
                    <a:pt x="1505" y="1410"/>
                  </a:cubicBezTo>
                  <a:cubicBezTo>
                    <a:pt x="1546" y="1372"/>
                    <a:pt x="1516" y="1341"/>
                    <a:pt x="1516" y="1341"/>
                  </a:cubicBezTo>
                  <a:cubicBezTo>
                    <a:pt x="1406" y="1195"/>
                    <a:pt x="1406" y="1195"/>
                    <a:pt x="1406" y="1195"/>
                  </a:cubicBezTo>
                  <a:cubicBezTo>
                    <a:pt x="1378" y="1154"/>
                    <a:pt x="1414" y="1085"/>
                    <a:pt x="1414" y="1085"/>
                  </a:cubicBezTo>
                  <a:cubicBezTo>
                    <a:pt x="1439" y="1013"/>
                    <a:pt x="1501" y="1012"/>
                    <a:pt x="1501" y="1012"/>
                  </a:cubicBezTo>
                  <a:cubicBezTo>
                    <a:pt x="1649" y="995"/>
                    <a:pt x="1649" y="995"/>
                    <a:pt x="1649" y="995"/>
                  </a:cubicBezTo>
                  <a:cubicBezTo>
                    <a:pt x="1688" y="998"/>
                    <a:pt x="1701" y="954"/>
                    <a:pt x="1701" y="954"/>
                  </a:cubicBezTo>
                  <a:cubicBezTo>
                    <a:pt x="1705" y="778"/>
                    <a:pt x="1705" y="778"/>
                    <a:pt x="1705" y="778"/>
                  </a:cubicBezTo>
                  <a:cubicBezTo>
                    <a:pt x="1700" y="733"/>
                    <a:pt x="1662" y="732"/>
                    <a:pt x="1662" y="732"/>
                  </a:cubicBezTo>
                  <a:cubicBezTo>
                    <a:pt x="1455" y="692"/>
                    <a:pt x="1455" y="692"/>
                    <a:pt x="1455" y="692"/>
                  </a:cubicBezTo>
                  <a:cubicBezTo>
                    <a:pt x="1420" y="683"/>
                    <a:pt x="1404" y="608"/>
                    <a:pt x="1404" y="608"/>
                  </a:cubicBezTo>
                  <a:cubicBezTo>
                    <a:pt x="1384" y="551"/>
                    <a:pt x="1412" y="517"/>
                    <a:pt x="1412" y="517"/>
                  </a:cubicBezTo>
                  <a:cubicBezTo>
                    <a:pt x="1504" y="396"/>
                    <a:pt x="1504" y="396"/>
                    <a:pt x="1504" y="396"/>
                  </a:cubicBezTo>
                  <a:cubicBezTo>
                    <a:pt x="1544" y="354"/>
                    <a:pt x="1521" y="332"/>
                    <a:pt x="1521" y="332"/>
                  </a:cubicBezTo>
                  <a:cubicBezTo>
                    <a:pt x="1521" y="332"/>
                    <a:pt x="1438" y="234"/>
                    <a:pt x="1407" y="204"/>
                  </a:cubicBezTo>
                  <a:close/>
                  <a:moveTo>
                    <a:pt x="996" y="1003"/>
                  </a:moveTo>
                  <a:cubicBezTo>
                    <a:pt x="915" y="1084"/>
                    <a:pt x="784" y="1083"/>
                    <a:pt x="703" y="1002"/>
                  </a:cubicBezTo>
                  <a:cubicBezTo>
                    <a:pt x="623" y="921"/>
                    <a:pt x="624" y="790"/>
                    <a:pt x="705" y="710"/>
                  </a:cubicBezTo>
                  <a:cubicBezTo>
                    <a:pt x="786" y="629"/>
                    <a:pt x="917" y="630"/>
                    <a:pt x="997" y="711"/>
                  </a:cubicBezTo>
                  <a:cubicBezTo>
                    <a:pt x="1077" y="792"/>
                    <a:pt x="1077" y="923"/>
                    <a:pt x="996" y="1003"/>
                  </a:cubicBezTo>
                  <a:close/>
                </a:path>
              </a:pathLst>
            </a:custGeom>
            <a:grpFill/>
            <a:ln>
              <a:noFill/>
            </a:ln>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Freeform 495"/>
            <p:cNvSpPr>
              <a:spLocks/>
            </p:cNvSpPr>
            <p:nvPr/>
          </p:nvSpPr>
          <p:spPr bwMode="auto">
            <a:xfrm>
              <a:off x="5791621" y="5558806"/>
              <a:ext cx="124417" cy="14071"/>
            </a:xfrm>
            <a:custGeom>
              <a:avLst/>
              <a:gdLst>
                <a:gd name="T0" fmla="*/ 68 w 71"/>
                <a:gd name="T1" fmla="*/ 0 h 8"/>
                <a:gd name="T2" fmla="*/ 2 w 71"/>
                <a:gd name="T3" fmla="*/ 0 h 8"/>
                <a:gd name="T4" fmla="*/ 0 w 71"/>
                <a:gd name="T5" fmla="*/ 4 h 8"/>
                <a:gd name="T6" fmla="*/ 4 w 71"/>
                <a:gd name="T7" fmla="*/ 7 h 8"/>
                <a:gd name="T8" fmla="*/ 8 w 71"/>
                <a:gd name="T9" fmla="*/ 7 h 8"/>
                <a:gd name="T10" fmla="*/ 8 w 71"/>
                <a:gd name="T11" fmla="*/ 7 h 8"/>
                <a:gd name="T12" fmla="*/ 62 w 71"/>
                <a:gd name="T13" fmla="*/ 7 h 8"/>
                <a:gd name="T14" fmla="*/ 68 w 71"/>
                <a:gd name="T15" fmla="*/ 7 h 8"/>
                <a:gd name="T16" fmla="*/ 71 w 71"/>
                <a:gd name="T17" fmla="*/ 4 h 8"/>
                <a:gd name="T18" fmla="*/ 68 w 71"/>
                <a:gd name="T19"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 h="8">
                  <a:moveTo>
                    <a:pt x="68" y="0"/>
                  </a:moveTo>
                  <a:cubicBezTo>
                    <a:pt x="2" y="0"/>
                    <a:pt x="2" y="0"/>
                    <a:pt x="2" y="0"/>
                  </a:cubicBezTo>
                  <a:cubicBezTo>
                    <a:pt x="2" y="0"/>
                    <a:pt x="0" y="0"/>
                    <a:pt x="0" y="4"/>
                  </a:cubicBezTo>
                  <a:cubicBezTo>
                    <a:pt x="0" y="8"/>
                    <a:pt x="4" y="7"/>
                    <a:pt x="4" y="7"/>
                  </a:cubicBezTo>
                  <a:cubicBezTo>
                    <a:pt x="8" y="7"/>
                    <a:pt x="8" y="7"/>
                    <a:pt x="8" y="7"/>
                  </a:cubicBezTo>
                  <a:cubicBezTo>
                    <a:pt x="8" y="7"/>
                    <a:pt x="8" y="7"/>
                    <a:pt x="8" y="7"/>
                  </a:cubicBezTo>
                  <a:cubicBezTo>
                    <a:pt x="62" y="7"/>
                    <a:pt x="62" y="7"/>
                    <a:pt x="62" y="7"/>
                  </a:cubicBezTo>
                  <a:cubicBezTo>
                    <a:pt x="68" y="7"/>
                    <a:pt x="68" y="7"/>
                    <a:pt x="68" y="7"/>
                  </a:cubicBezTo>
                  <a:cubicBezTo>
                    <a:pt x="68" y="7"/>
                    <a:pt x="71" y="6"/>
                    <a:pt x="71" y="4"/>
                  </a:cubicBezTo>
                  <a:cubicBezTo>
                    <a:pt x="71" y="1"/>
                    <a:pt x="68" y="0"/>
                    <a:pt x="6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Freeform 496"/>
            <p:cNvSpPr>
              <a:spLocks/>
            </p:cNvSpPr>
            <p:nvPr/>
          </p:nvSpPr>
          <p:spPr bwMode="auto">
            <a:xfrm>
              <a:off x="5784956" y="5539550"/>
              <a:ext cx="136267" cy="14071"/>
            </a:xfrm>
            <a:custGeom>
              <a:avLst/>
              <a:gdLst>
                <a:gd name="T0" fmla="*/ 75 w 78"/>
                <a:gd name="T1" fmla="*/ 0 h 8"/>
                <a:gd name="T2" fmla="*/ 3 w 78"/>
                <a:gd name="T3" fmla="*/ 0 h 8"/>
                <a:gd name="T4" fmla="*/ 0 w 78"/>
                <a:gd name="T5" fmla="*/ 4 h 8"/>
                <a:gd name="T6" fmla="*/ 6 w 78"/>
                <a:gd name="T7" fmla="*/ 7 h 8"/>
                <a:gd name="T8" fmla="*/ 72 w 78"/>
                <a:gd name="T9" fmla="*/ 7 h 8"/>
                <a:gd name="T10" fmla="*/ 75 w 78"/>
                <a:gd name="T11" fmla="*/ 7 h 8"/>
                <a:gd name="T12" fmla="*/ 78 w 78"/>
                <a:gd name="T13" fmla="*/ 3 h 8"/>
                <a:gd name="T14" fmla="*/ 75 w 7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8">
                  <a:moveTo>
                    <a:pt x="75" y="0"/>
                  </a:moveTo>
                  <a:cubicBezTo>
                    <a:pt x="3" y="0"/>
                    <a:pt x="3" y="0"/>
                    <a:pt x="3" y="0"/>
                  </a:cubicBezTo>
                  <a:cubicBezTo>
                    <a:pt x="3" y="0"/>
                    <a:pt x="0" y="0"/>
                    <a:pt x="0" y="4"/>
                  </a:cubicBezTo>
                  <a:cubicBezTo>
                    <a:pt x="0" y="8"/>
                    <a:pt x="6" y="7"/>
                    <a:pt x="6" y="7"/>
                  </a:cubicBezTo>
                  <a:cubicBezTo>
                    <a:pt x="72" y="7"/>
                    <a:pt x="72" y="7"/>
                    <a:pt x="72" y="7"/>
                  </a:cubicBezTo>
                  <a:cubicBezTo>
                    <a:pt x="75" y="7"/>
                    <a:pt x="75" y="7"/>
                    <a:pt x="75" y="7"/>
                  </a:cubicBezTo>
                  <a:cubicBezTo>
                    <a:pt x="75" y="7"/>
                    <a:pt x="78" y="7"/>
                    <a:pt x="78" y="3"/>
                  </a:cubicBezTo>
                  <a:cubicBezTo>
                    <a:pt x="78" y="0"/>
                    <a:pt x="75" y="0"/>
                    <a:pt x="7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497"/>
            <p:cNvSpPr>
              <a:spLocks/>
            </p:cNvSpPr>
            <p:nvPr/>
          </p:nvSpPr>
          <p:spPr bwMode="auto">
            <a:xfrm>
              <a:off x="5784956" y="5501040"/>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498"/>
            <p:cNvSpPr>
              <a:spLocks/>
            </p:cNvSpPr>
            <p:nvPr/>
          </p:nvSpPr>
          <p:spPr bwMode="auto">
            <a:xfrm>
              <a:off x="5784956" y="5520295"/>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Freeform 499"/>
            <p:cNvSpPr>
              <a:spLocks noEditPoints="1"/>
            </p:cNvSpPr>
            <p:nvPr/>
          </p:nvSpPr>
          <p:spPr bwMode="auto">
            <a:xfrm>
              <a:off x="5690161" y="5090018"/>
              <a:ext cx="324374" cy="402135"/>
            </a:xfrm>
            <a:custGeom>
              <a:avLst/>
              <a:gdLst>
                <a:gd name="T0" fmla="*/ 94 w 185"/>
                <a:gd name="T1" fmla="*/ 0 h 230"/>
                <a:gd name="T2" fmla="*/ 87 w 185"/>
                <a:gd name="T3" fmla="*/ 0 h 230"/>
                <a:gd name="T4" fmla="*/ 8 w 185"/>
                <a:gd name="T5" fmla="*/ 51 h 230"/>
                <a:gd name="T6" fmla="*/ 0 w 185"/>
                <a:gd name="T7" fmla="*/ 92 h 230"/>
                <a:gd name="T8" fmla="*/ 9 w 185"/>
                <a:gd name="T9" fmla="*/ 133 h 230"/>
                <a:gd name="T10" fmla="*/ 25 w 185"/>
                <a:gd name="T11" fmla="*/ 163 h 230"/>
                <a:gd name="T12" fmla="*/ 40 w 185"/>
                <a:gd name="T13" fmla="*/ 193 h 230"/>
                <a:gd name="T14" fmla="*/ 43 w 185"/>
                <a:gd name="T15" fmla="*/ 213 h 230"/>
                <a:gd name="T16" fmla="*/ 55 w 185"/>
                <a:gd name="T17" fmla="*/ 230 h 230"/>
                <a:gd name="T18" fmla="*/ 134 w 185"/>
                <a:gd name="T19" fmla="*/ 229 h 230"/>
                <a:gd name="T20" fmla="*/ 145 w 185"/>
                <a:gd name="T21" fmla="*/ 193 h 230"/>
                <a:gd name="T22" fmla="*/ 160 w 185"/>
                <a:gd name="T23" fmla="*/ 163 h 230"/>
                <a:gd name="T24" fmla="*/ 185 w 185"/>
                <a:gd name="T25" fmla="*/ 92 h 230"/>
                <a:gd name="T26" fmla="*/ 185 w 185"/>
                <a:gd name="T27" fmla="*/ 89 h 230"/>
                <a:gd name="T28" fmla="*/ 176 w 185"/>
                <a:gd name="T29" fmla="*/ 92 h 230"/>
                <a:gd name="T30" fmla="*/ 152 w 185"/>
                <a:gd name="T31" fmla="*/ 158 h 230"/>
                <a:gd name="T32" fmla="*/ 148 w 185"/>
                <a:gd name="T33" fmla="*/ 164 h 230"/>
                <a:gd name="T34" fmla="*/ 148 w 185"/>
                <a:gd name="T35" fmla="*/ 141 h 230"/>
                <a:gd name="T36" fmla="*/ 141 w 185"/>
                <a:gd name="T37" fmla="*/ 122 h 230"/>
                <a:gd name="T38" fmla="*/ 107 w 185"/>
                <a:gd name="T39" fmla="*/ 101 h 230"/>
                <a:gd name="T40" fmla="*/ 101 w 185"/>
                <a:gd name="T41" fmla="*/ 137 h 230"/>
                <a:gd name="T42" fmla="*/ 97 w 185"/>
                <a:gd name="T43" fmla="*/ 117 h 230"/>
                <a:gd name="T44" fmla="*/ 89 w 185"/>
                <a:gd name="T45" fmla="*/ 126 h 230"/>
                <a:gd name="T46" fmla="*/ 85 w 185"/>
                <a:gd name="T47" fmla="*/ 141 h 230"/>
                <a:gd name="T48" fmla="*/ 80 w 185"/>
                <a:gd name="T49" fmla="*/ 101 h 230"/>
                <a:gd name="T50" fmla="*/ 93 w 185"/>
                <a:gd name="T51" fmla="*/ 113 h 230"/>
                <a:gd name="T52" fmla="*/ 107 w 185"/>
                <a:gd name="T53" fmla="*/ 101 h 230"/>
                <a:gd name="T54" fmla="*/ 110 w 185"/>
                <a:gd name="T55" fmla="*/ 85 h 230"/>
                <a:gd name="T56" fmla="*/ 90 w 185"/>
                <a:gd name="T57" fmla="*/ 44 h 230"/>
                <a:gd name="T58" fmla="*/ 77 w 185"/>
                <a:gd name="T59" fmla="*/ 83 h 230"/>
                <a:gd name="T60" fmla="*/ 80 w 185"/>
                <a:gd name="T61" fmla="*/ 99 h 230"/>
                <a:gd name="T62" fmla="*/ 47 w 185"/>
                <a:gd name="T63" fmla="*/ 119 h 230"/>
                <a:gd name="T64" fmla="*/ 38 w 185"/>
                <a:gd name="T65" fmla="*/ 141 h 230"/>
                <a:gd name="T66" fmla="*/ 36 w 185"/>
                <a:gd name="T67" fmla="*/ 159 h 230"/>
                <a:gd name="T68" fmla="*/ 33 w 185"/>
                <a:gd name="T69" fmla="*/ 159 h 230"/>
                <a:gd name="T70" fmla="*/ 17 w 185"/>
                <a:gd name="T71" fmla="*/ 129 h 230"/>
                <a:gd name="T72" fmla="*/ 9 w 185"/>
                <a:gd name="T73" fmla="*/ 87 h 230"/>
                <a:gd name="T74" fmla="*/ 33 w 185"/>
                <a:gd name="T75" fmla="*/ 33 h 230"/>
                <a:gd name="T76" fmla="*/ 93 w 185"/>
                <a:gd name="T77" fmla="*/ 9 h 230"/>
                <a:gd name="T78" fmla="*/ 176 w 185"/>
                <a:gd name="T79" fmla="*/ 9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5" h="230">
                  <a:moveTo>
                    <a:pt x="158" y="26"/>
                  </a:moveTo>
                  <a:cubicBezTo>
                    <a:pt x="142" y="10"/>
                    <a:pt x="120" y="1"/>
                    <a:pt x="94" y="0"/>
                  </a:cubicBezTo>
                  <a:cubicBezTo>
                    <a:pt x="94" y="0"/>
                    <a:pt x="94" y="0"/>
                    <a:pt x="93" y="0"/>
                  </a:cubicBezTo>
                  <a:cubicBezTo>
                    <a:pt x="87" y="0"/>
                    <a:pt x="87" y="0"/>
                    <a:pt x="87" y="0"/>
                  </a:cubicBezTo>
                  <a:cubicBezTo>
                    <a:pt x="63" y="0"/>
                    <a:pt x="44" y="9"/>
                    <a:pt x="27" y="26"/>
                  </a:cubicBezTo>
                  <a:cubicBezTo>
                    <a:pt x="20" y="33"/>
                    <a:pt x="13" y="40"/>
                    <a:pt x="8" y="51"/>
                  </a:cubicBezTo>
                  <a:cubicBezTo>
                    <a:pt x="3" y="62"/>
                    <a:pt x="0" y="74"/>
                    <a:pt x="0" y="87"/>
                  </a:cubicBezTo>
                  <a:cubicBezTo>
                    <a:pt x="0" y="92"/>
                    <a:pt x="0" y="92"/>
                    <a:pt x="0" y="92"/>
                  </a:cubicBezTo>
                  <a:cubicBezTo>
                    <a:pt x="0" y="93"/>
                    <a:pt x="0" y="93"/>
                    <a:pt x="0" y="93"/>
                  </a:cubicBezTo>
                  <a:cubicBezTo>
                    <a:pt x="1" y="109"/>
                    <a:pt x="4" y="122"/>
                    <a:pt x="9" y="133"/>
                  </a:cubicBezTo>
                  <a:cubicBezTo>
                    <a:pt x="13" y="142"/>
                    <a:pt x="18" y="151"/>
                    <a:pt x="23" y="160"/>
                  </a:cubicBezTo>
                  <a:cubicBezTo>
                    <a:pt x="25" y="163"/>
                    <a:pt x="25" y="163"/>
                    <a:pt x="25" y="163"/>
                  </a:cubicBezTo>
                  <a:cubicBezTo>
                    <a:pt x="26" y="165"/>
                    <a:pt x="27" y="167"/>
                    <a:pt x="28" y="169"/>
                  </a:cubicBezTo>
                  <a:cubicBezTo>
                    <a:pt x="33" y="177"/>
                    <a:pt x="37" y="184"/>
                    <a:pt x="40" y="193"/>
                  </a:cubicBezTo>
                  <a:cubicBezTo>
                    <a:pt x="41" y="197"/>
                    <a:pt x="41" y="201"/>
                    <a:pt x="42" y="205"/>
                  </a:cubicBezTo>
                  <a:cubicBezTo>
                    <a:pt x="42" y="208"/>
                    <a:pt x="42" y="210"/>
                    <a:pt x="43" y="213"/>
                  </a:cubicBezTo>
                  <a:cubicBezTo>
                    <a:pt x="44" y="220"/>
                    <a:pt x="49" y="225"/>
                    <a:pt x="52" y="229"/>
                  </a:cubicBezTo>
                  <a:cubicBezTo>
                    <a:pt x="53" y="230"/>
                    <a:pt x="54" y="230"/>
                    <a:pt x="55" y="230"/>
                  </a:cubicBezTo>
                  <a:cubicBezTo>
                    <a:pt x="130" y="230"/>
                    <a:pt x="130" y="230"/>
                    <a:pt x="130" y="230"/>
                  </a:cubicBezTo>
                  <a:cubicBezTo>
                    <a:pt x="132" y="230"/>
                    <a:pt x="133" y="230"/>
                    <a:pt x="134" y="229"/>
                  </a:cubicBezTo>
                  <a:cubicBezTo>
                    <a:pt x="140" y="223"/>
                    <a:pt x="141" y="214"/>
                    <a:pt x="142" y="205"/>
                  </a:cubicBezTo>
                  <a:cubicBezTo>
                    <a:pt x="143" y="201"/>
                    <a:pt x="144" y="197"/>
                    <a:pt x="145" y="193"/>
                  </a:cubicBezTo>
                  <a:cubicBezTo>
                    <a:pt x="148" y="185"/>
                    <a:pt x="152" y="176"/>
                    <a:pt x="156" y="168"/>
                  </a:cubicBezTo>
                  <a:cubicBezTo>
                    <a:pt x="158" y="166"/>
                    <a:pt x="159" y="164"/>
                    <a:pt x="160" y="163"/>
                  </a:cubicBezTo>
                  <a:cubicBezTo>
                    <a:pt x="161" y="160"/>
                    <a:pt x="162" y="157"/>
                    <a:pt x="164" y="155"/>
                  </a:cubicBezTo>
                  <a:cubicBezTo>
                    <a:pt x="173" y="137"/>
                    <a:pt x="184" y="119"/>
                    <a:pt x="185" y="92"/>
                  </a:cubicBezTo>
                  <a:cubicBezTo>
                    <a:pt x="185" y="92"/>
                    <a:pt x="185" y="92"/>
                    <a:pt x="185" y="92"/>
                  </a:cubicBezTo>
                  <a:cubicBezTo>
                    <a:pt x="185" y="89"/>
                    <a:pt x="185" y="89"/>
                    <a:pt x="185" y="89"/>
                  </a:cubicBezTo>
                  <a:cubicBezTo>
                    <a:pt x="184" y="64"/>
                    <a:pt x="175" y="43"/>
                    <a:pt x="158" y="26"/>
                  </a:cubicBezTo>
                  <a:close/>
                  <a:moveTo>
                    <a:pt x="176" y="92"/>
                  </a:moveTo>
                  <a:cubicBezTo>
                    <a:pt x="174" y="116"/>
                    <a:pt x="165" y="133"/>
                    <a:pt x="156" y="150"/>
                  </a:cubicBezTo>
                  <a:cubicBezTo>
                    <a:pt x="154" y="153"/>
                    <a:pt x="153" y="156"/>
                    <a:pt x="152" y="158"/>
                  </a:cubicBezTo>
                  <a:cubicBezTo>
                    <a:pt x="151" y="160"/>
                    <a:pt x="149" y="162"/>
                    <a:pt x="148" y="164"/>
                  </a:cubicBezTo>
                  <a:cubicBezTo>
                    <a:pt x="148" y="164"/>
                    <a:pt x="148" y="164"/>
                    <a:pt x="148" y="164"/>
                  </a:cubicBezTo>
                  <a:cubicBezTo>
                    <a:pt x="148" y="161"/>
                    <a:pt x="148" y="159"/>
                    <a:pt x="149" y="154"/>
                  </a:cubicBezTo>
                  <a:cubicBezTo>
                    <a:pt x="150" y="148"/>
                    <a:pt x="148" y="144"/>
                    <a:pt x="148" y="141"/>
                  </a:cubicBezTo>
                  <a:cubicBezTo>
                    <a:pt x="147" y="137"/>
                    <a:pt x="145" y="129"/>
                    <a:pt x="145" y="129"/>
                  </a:cubicBezTo>
                  <a:cubicBezTo>
                    <a:pt x="145" y="120"/>
                    <a:pt x="141" y="122"/>
                    <a:pt x="141" y="122"/>
                  </a:cubicBezTo>
                  <a:cubicBezTo>
                    <a:pt x="139" y="118"/>
                    <a:pt x="117" y="110"/>
                    <a:pt x="117" y="110"/>
                  </a:cubicBezTo>
                  <a:cubicBezTo>
                    <a:pt x="107" y="101"/>
                    <a:pt x="107" y="101"/>
                    <a:pt x="107" y="101"/>
                  </a:cubicBezTo>
                  <a:cubicBezTo>
                    <a:pt x="109" y="103"/>
                    <a:pt x="109" y="103"/>
                    <a:pt x="109" y="103"/>
                  </a:cubicBezTo>
                  <a:cubicBezTo>
                    <a:pt x="109" y="111"/>
                    <a:pt x="101" y="137"/>
                    <a:pt x="101" y="137"/>
                  </a:cubicBezTo>
                  <a:cubicBezTo>
                    <a:pt x="102" y="134"/>
                    <a:pt x="96" y="124"/>
                    <a:pt x="96" y="124"/>
                  </a:cubicBezTo>
                  <a:cubicBezTo>
                    <a:pt x="95" y="123"/>
                    <a:pt x="97" y="117"/>
                    <a:pt x="97" y="117"/>
                  </a:cubicBezTo>
                  <a:cubicBezTo>
                    <a:pt x="90" y="109"/>
                    <a:pt x="86" y="118"/>
                    <a:pt x="86" y="118"/>
                  </a:cubicBezTo>
                  <a:cubicBezTo>
                    <a:pt x="85" y="120"/>
                    <a:pt x="89" y="126"/>
                    <a:pt x="89" y="126"/>
                  </a:cubicBezTo>
                  <a:cubicBezTo>
                    <a:pt x="88" y="127"/>
                    <a:pt x="88" y="133"/>
                    <a:pt x="88" y="133"/>
                  </a:cubicBezTo>
                  <a:cubicBezTo>
                    <a:pt x="87" y="135"/>
                    <a:pt x="85" y="141"/>
                    <a:pt x="85" y="141"/>
                  </a:cubicBezTo>
                  <a:cubicBezTo>
                    <a:pt x="80" y="128"/>
                    <a:pt x="78" y="103"/>
                    <a:pt x="78" y="103"/>
                  </a:cubicBezTo>
                  <a:cubicBezTo>
                    <a:pt x="77" y="102"/>
                    <a:pt x="80" y="101"/>
                    <a:pt x="80" y="101"/>
                  </a:cubicBezTo>
                  <a:cubicBezTo>
                    <a:pt x="82" y="104"/>
                    <a:pt x="82" y="104"/>
                    <a:pt x="82" y="104"/>
                  </a:cubicBezTo>
                  <a:cubicBezTo>
                    <a:pt x="84" y="108"/>
                    <a:pt x="93" y="113"/>
                    <a:pt x="93" y="113"/>
                  </a:cubicBezTo>
                  <a:cubicBezTo>
                    <a:pt x="102" y="107"/>
                    <a:pt x="102" y="107"/>
                    <a:pt x="102" y="107"/>
                  </a:cubicBezTo>
                  <a:cubicBezTo>
                    <a:pt x="108" y="104"/>
                    <a:pt x="107" y="101"/>
                    <a:pt x="107" y="101"/>
                  </a:cubicBezTo>
                  <a:cubicBezTo>
                    <a:pt x="106" y="100"/>
                    <a:pt x="106" y="94"/>
                    <a:pt x="106" y="94"/>
                  </a:cubicBezTo>
                  <a:cubicBezTo>
                    <a:pt x="107" y="93"/>
                    <a:pt x="110" y="85"/>
                    <a:pt x="110" y="85"/>
                  </a:cubicBezTo>
                  <a:cubicBezTo>
                    <a:pt x="114" y="80"/>
                    <a:pt x="113" y="71"/>
                    <a:pt x="113" y="71"/>
                  </a:cubicBezTo>
                  <a:cubicBezTo>
                    <a:pt x="119" y="41"/>
                    <a:pt x="90" y="44"/>
                    <a:pt x="90" y="44"/>
                  </a:cubicBezTo>
                  <a:cubicBezTo>
                    <a:pt x="69" y="46"/>
                    <a:pt x="75" y="72"/>
                    <a:pt x="75" y="72"/>
                  </a:cubicBezTo>
                  <a:cubicBezTo>
                    <a:pt x="72" y="73"/>
                    <a:pt x="77" y="83"/>
                    <a:pt x="77" y="83"/>
                  </a:cubicBezTo>
                  <a:cubicBezTo>
                    <a:pt x="76" y="84"/>
                    <a:pt x="79" y="91"/>
                    <a:pt x="79" y="91"/>
                  </a:cubicBezTo>
                  <a:cubicBezTo>
                    <a:pt x="80" y="99"/>
                    <a:pt x="80" y="99"/>
                    <a:pt x="80" y="99"/>
                  </a:cubicBezTo>
                  <a:cubicBezTo>
                    <a:pt x="78" y="100"/>
                    <a:pt x="71" y="109"/>
                    <a:pt x="71" y="109"/>
                  </a:cubicBezTo>
                  <a:cubicBezTo>
                    <a:pt x="59" y="109"/>
                    <a:pt x="47" y="119"/>
                    <a:pt x="47" y="119"/>
                  </a:cubicBezTo>
                  <a:cubicBezTo>
                    <a:pt x="40" y="118"/>
                    <a:pt x="41" y="123"/>
                    <a:pt x="41" y="129"/>
                  </a:cubicBezTo>
                  <a:cubicBezTo>
                    <a:pt x="41" y="134"/>
                    <a:pt x="41" y="133"/>
                    <a:pt x="38" y="141"/>
                  </a:cubicBezTo>
                  <a:cubicBezTo>
                    <a:pt x="35" y="148"/>
                    <a:pt x="39" y="144"/>
                    <a:pt x="37" y="148"/>
                  </a:cubicBezTo>
                  <a:cubicBezTo>
                    <a:pt x="36" y="151"/>
                    <a:pt x="36" y="154"/>
                    <a:pt x="36" y="159"/>
                  </a:cubicBezTo>
                  <a:cubicBezTo>
                    <a:pt x="36" y="160"/>
                    <a:pt x="36" y="162"/>
                    <a:pt x="36" y="163"/>
                  </a:cubicBezTo>
                  <a:cubicBezTo>
                    <a:pt x="35" y="162"/>
                    <a:pt x="34" y="160"/>
                    <a:pt x="33" y="159"/>
                  </a:cubicBezTo>
                  <a:cubicBezTo>
                    <a:pt x="31" y="155"/>
                    <a:pt x="31" y="155"/>
                    <a:pt x="31" y="155"/>
                  </a:cubicBezTo>
                  <a:cubicBezTo>
                    <a:pt x="26" y="147"/>
                    <a:pt x="21" y="138"/>
                    <a:pt x="17" y="129"/>
                  </a:cubicBezTo>
                  <a:cubicBezTo>
                    <a:pt x="12" y="119"/>
                    <a:pt x="10" y="108"/>
                    <a:pt x="9" y="92"/>
                  </a:cubicBezTo>
                  <a:cubicBezTo>
                    <a:pt x="9" y="87"/>
                    <a:pt x="9" y="87"/>
                    <a:pt x="9" y="87"/>
                  </a:cubicBezTo>
                  <a:cubicBezTo>
                    <a:pt x="10" y="75"/>
                    <a:pt x="12" y="65"/>
                    <a:pt x="17" y="55"/>
                  </a:cubicBezTo>
                  <a:cubicBezTo>
                    <a:pt x="21" y="46"/>
                    <a:pt x="27" y="39"/>
                    <a:pt x="33" y="33"/>
                  </a:cubicBezTo>
                  <a:cubicBezTo>
                    <a:pt x="48" y="17"/>
                    <a:pt x="66" y="10"/>
                    <a:pt x="87" y="9"/>
                  </a:cubicBezTo>
                  <a:cubicBezTo>
                    <a:pt x="93" y="9"/>
                    <a:pt x="93" y="9"/>
                    <a:pt x="93" y="9"/>
                  </a:cubicBezTo>
                  <a:cubicBezTo>
                    <a:pt x="117" y="10"/>
                    <a:pt x="137" y="18"/>
                    <a:pt x="151" y="32"/>
                  </a:cubicBezTo>
                  <a:cubicBezTo>
                    <a:pt x="167" y="48"/>
                    <a:pt x="175" y="67"/>
                    <a:pt x="176" y="90"/>
                  </a:cubicBezTo>
                  <a:lnTo>
                    <a:pt x="176" y="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Freeform 500"/>
            <p:cNvSpPr>
              <a:spLocks/>
            </p:cNvSpPr>
            <p:nvPr/>
          </p:nvSpPr>
          <p:spPr bwMode="auto">
            <a:xfrm>
              <a:off x="6883236" y="5084093"/>
              <a:ext cx="430277" cy="369550"/>
            </a:xfrm>
            <a:custGeom>
              <a:avLst/>
              <a:gdLst>
                <a:gd name="T0" fmla="*/ 164 w 246"/>
                <a:gd name="T1" fmla="*/ 0 h 211"/>
                <a:gd name="T2" fmla="*/ 81 w 246"/>
                <a:gd name="T3" fmla="*/ 0 h 211"/>
                <a:gd name="T4" fmla="*/ 0 w 246"/>
                <a:gd name="T5" fmla="*/ 68 h 211"/>
                <a:gd name="T6" fmla="*/ 25 w 246"/>
                <a:gd name="T7" fmla="*/ 68 h 211"/>
                <a:gd name="T8" fmla="*/ 84 w 246"/>
                <a:gd name="T9" fmla="*/ 23 h 211"/>
                <a:gd name="T10" fmla="*/ 161 w 246"/>
                <a:gd name="T11" fmla="*/ 23 h 211"/>
                <a:gd name="T12" fmla="*/ 222 w 246"/>
                <a:gd name="T13" fmla="*/ 85 h 211"/>
                <a:gd name="T14" fmla="*/ 161 w 246"/>
                <a:gd name="T15" fmla="*/ 146 h 211"/>
                <a:gd name="T16" fmla="*/ 123 w 246"/>
                <a:gd name="T17" fmla="*/ 146 h 211"/>
                <a:gd name="T18" fmla="*/ 123 w 246"/>
                <a:gd name="T19" fmla="*/ 155 h 211"/>
                <a:gd name="T20" fmla="*/ 123 w 246"/>
                <a:gd name="T21" fmla="*/ 160 h 211"/>
                <a:gd name="T22" fmla="*/ 123 w 246"/>
                <a:gd name="T23" fmla="*/ 168 h 211"/>
                <a:gd name="T24" fmla="*/ 139 w 246"/>
                <a:gd name="T25" fmla="*/ 168 h 211"/>
                <a:gd name="T26" fmla="*/ 189 w 246"/>
                <a:gd name="T27" fmla="*/ 211 h 211"/>
                <a:gd name="T28" fmla="*/ 186 w 246"/>
                <a:gd name="T29" fmla="*/ 165 h 211"/>
                <a:gd name="T30" fmla="*/ 246 w 246"/>
                <a:gd name="T31" fmla="*/ 86 h 211"/>
                <a:gd name="T32" fmla="*/ 246 w 246"/>
                <a:gd name="T33" fmla="*/ 82 h 211"/>
                <a:gd name="T34" fmla="*/ 164 w 246"/>
                <a:gd name="T35"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6" h="211">
                  <a:moveTo>
                    <a:pt x="164" y="0"/>
                  </a:moveTo>
                  <a:cubicBezTo>
                    <a:pt x="81" y="0"/>
                    <a:pt x="81" y="0"/>
                    <a:pt x="81" y="0"/>
                  </a:cubicBezTo>
                  <a:cubicBezTo>
                    <a:pt x="41" y="0"/>
                    <a:pt x="7" y="29"/>
                    <a:pt x="0" y="68"/>
                  </a:cubicBezTo>
                  <a:cubicBezTo>
                    <a:pt x="25" y="68"/>
                    <a:pt x="25" y="68"/>
                    <a:pt x="25" y="68"/>
                  </a:cubicBezTo>
                  <a:cubicBezTo>
                    <a:pt x="33" y="42"/>
                    <a:pt x="56" y="23"/>
                    <a:pt x="84" y="23"/>
                  </a:cubicBezTo>
                  <a:cubicBezTo>
                    <a:pt x="161" y="23"/>
                    <a:pt x="161" y="23"/>
                    <a:pt x="161" y="23"/>
                  </a:cubicBezTo>
                  <a:cubicBezTo>
                    <a:pt x="195" y="23"/>
                    <a:pt x="222" y="51"/>
                    <a:pt x="222" y="85"/>
                  </a:cubicBezTo>
                  <a:cubicBezTo>
                    <a:pt x="222" y="119"/>
                    <a:pt x="195" y="146"/>
                    <a:pt x="161" y="146"/>
                  </a:cubicBezTo>
                  <a:cubicBezTo>
                    <a:pt x="123" y="146"/>
                    <a:pt x="123" y="146"/>
                    <a:pt x="123" y="146"/>
                  </a:cubicBezTo>
                  <a:cubicBezTo>
                    <a:pt x="123" y="149"/>
                    <a:pt x="123" y="152"/>
                    <a:pt x="123" y="155"/>
                  </a:cubicBezTo>
                  <a:cubicBezTo>
                    <a:pt x="123" y="160"/>
                    <a:pt x="123" y="160"/>
                    <a:pt x="123" y="160"/>
                  </a:cubicBezTo>
                  <a:cubicBezTo>
                    <a:pt x="123" y="162"/>
                    <a:pt x="123" y="165"/>
                    <a:pt x="123" y="168"/>
                  </a:cubicBezTo>
                  <a:cubicBezTo>
                    <a:pt x="139" y="168"/>
                    <a:pt x="139" y="168"/>
                    <a:pt x="139" y="168"/>
                  </a:cubicBezTo>
                  <a:cubicBezTo>
                    <a:pt x="189" y="211"/>
                    <a:pt x="189" y="211"/>
                    <a:pt x="189" y="211"/>
                  </a:cubicBezTo>
                  <a:cubicBezTo>
                    <a:pt x="186" y="165"/>
                    <a:pt x="186" y="165"/>
                    <a:pt x="186" y="165"/>
                  </a:cubicBezTo>
                  <a:cubicBezTo>
                    <a:pt x="220" y="156"/>
                    <a:pt x="246" y="124"/>
                    <a:pt x="246" y="86"/>
                  </a:cubicBezTo>
                  <a:cubicBezTo>
                    <a:pt x="246" y="82"/>
                    <a:pt x="246" y="82"/>
                    <a:pt x="246" y="82"/>
                  </a:cubicBezTo>
                  <a:cubicBezTo>
                    <a:pt x="246" y="37"/>
                    <a:pt x="210" y="0"/>
                    <a:pt x="16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501"/>
            <p:cNvSpPr>
              <a:spLocks/>
            </p:cNvSpPr>
            <p:nvPr/>
          </p:nvSpPr>
          <p:spPr bwMode="auto">
            <a:xfrm>
              <a:off x="6866944" y="5366255"/>
              <a:ext cx="17774" cy="39991"/>
            </a:xfrm>
            <a:custGeom>
              <a:avLst/>
              <a:gdLst>
                <a:gd name="T0" fmla="*/ 0 w 10"/>
                <a:gd name="T1" fmla="*/ 0 h 23"/>
                <a:gd name="T2" fmla="*/ 0 w 10"/>
                <a:gd name="T3" fmla="*/ 23 h 23"/>
                <a:gd name="T4" fmla="*/ 8 w 10"/>
                <a:gd name="T5" fmla="*/ 19 h 23"/>
                <a:gd name="T6" fmla="*/ 10 w 10"/>
                <a:gd name="T7" fmla="*/ 11 h 23"/>
                <a:gd name="T8" fmla="*/ 8 w 10"/>
                <a:gd name="T9" fmla="*/ 4 h 23"/>
                <a:gd name="T10" fmla="*/ 0 w 10"/>
                <a:gd name="T11" fmla="*/ 0 h 23"/>
              </a:gdLst>
              <a:ahLst/>
              <a:cxnLst>
                <a:cxn ang="0">
                  <a:pos x="T0" y="T1"/>
                </a:cxn>
                <a:cxn ang="0">
                  <a:pos x="T2" y="T3"/>
                </a:cxn>
                <a:cxn ang="0">
                  <a:pos x="T4" y="T5"/>
                </a:cxn>
                <a:cxn ang="0">
                  <a:pos x="T6" y="T7"/>
                </a:cxn>
                <a:cxn ang="0">
                  <a:pos x="T8" y="T9"/>
                </a:cxn>
                <a:cxn ang="0">
                  <a:pos x="T10" y="T11"/>
                </a:cxn>
              </a:cxnLst>
              <a:rect l="0" t="0" r="r" b="b"/>
              <a:pathLst>
                <a:path w="10" h="23">
                  <a:moveTo>
                    <a:pt x="0" y="0"/>
                  </a:moveTo>
                  <a:cubicBezTo>
                    <a:pt x="0" y="23"/>
                    <a:pt x="0" y="23"/>
                    <a:pt x="0" y="23"/>
                  </a:cubicBezTo>
                  <a:cubicBezTo>
                    <a:pt x="3" y="22"/>
                    <a:pt x="6" y="21"/>
                    <a:pt x="8" y="19"/>
                  </a:cubicBezTo>
                  <a:cubicBezTo>
                    <a:pt x="9" y="17"/>
                    <a:pt x="10" y="14"/>
                    <a:pt x="10" y="11"/>
                  </a:cubicBezTo>
                  <a:cubicBezTo>
                    <a:pt x="10" y="8"/>
                    <a:pt x="10" y="6"/>
                    <a:pt x="8" y="4"/>
                  </a:cubicBezTo>
                  <a:cubicBezTo>
                    <a:pt x="7" y="3"/>
                    <a:pt x="4"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Freeform 502"/>
            <p:cNvSpPr>
              <a:spLocks noEditPoints="1"/>
            </p:cNvSpPr>
            <p:nvPr/>
          </p:nvSpPr>
          <p:spPr bwMode="auto">
            <a:xfrm>
              <a:off x="6775852" y="5277385"/>
              <a:ext cx="174036" cy="173296"/>
            </a:xfrm>
            <a:custGeom>
              <a:avLst/>
              <a:gdLst>
                <a:gd name="T0" fmla="*/ 50 w 99"/>
                <a:gd name="T1" fmla="*/ 0 h 99"/>
                <a:gd name="T2" fmla="*/ 0 w 99"/>
                <a:gd name="T3" fmla="*/ 49 h 99"/>
                <a:gd name="T4" fmla="*/ 50 w 99"/>
                <a:gd name="T5" fmla="*/ 99 h 99"/>
                <a:gd name="T6" fmla="*/ 99 w 99"/>
                <a:gd name="T7" fmla="*/ 49 h 99"/>
                <a:gd name="T8" fmla="*/ 50 w 99"/>
                <a:gd name="T9" fmla="*/ 0 h 99"/>
                <a:gd name="T10" fmla="*/ 65 w 99"/>
                <a:gd name="T11" fmla="*/ 74 h 99"/>
                <a:gd name="T12" fmla="*/ 52 w 99"/>
                <a:gd name="T13" fmla="*/ 80 h 99"/>
                <a:gd name="T14" fmla="*/ 52 w 99"/>
                <a:gd name="T15" fmla="*/ 87 h 99"/>
                <a:gd name="T16" fmla="*/ 48 w 99"/>
                <a:gd name="T17" fmla="*/ 87 h 99"/>
                <a:gd name="T18" fmla="*/ 48 w 99"/>
                <a:gd name="T19" fmla="*/ 80 h 99"/>
                <a:gd name="T20" fmla="*/ 39 w 99"/>
                <a:gd name="T21" fmla="*/ 77 h 99"/>
                <a:gd name="T22" fmla="*/ 33 w 99"/>
                <a:gd name="T23" fmla="*/ 72 h 99"/>
                <a:gd name="T24" fmla="*/ 30 w 99"/>
                <a:gd name="T25" fmla="*/ 62 h 99"/>
                <a:gd name="T26" fmla="*/ 38 w 99"/>
                <a:gd name="T27" fmla="*/ 60 h 99"/>
                <a:gd name="T28" fmla="*/ 41 w 99"/>
                <a:gd name="T29" fmla="*/ 69 h 99"/>
                <a:gd name="T30" fmla="*/ 48 w 99"/>
                <a:gd name="T31" fmla="*/ 74 h 99"/>
                <a:gd name="T32" fmla="*/ 48 w 99"/>
                <a:gd name="T33" fmla="*/ 50 h 99"/>
                <a:gd name="T34" fmla="*/ 39 w 99"/>
                <a:gd name="T35" fmla="*/ 47 h 99"/>
                <a:gd name="T36" fmla="*/ 33 w 99"/>
                <a:gd name="T37" fmla="*/ 41 h 99"/>
                <a:gd name="T38" fmla="*/ 31 w 99"/>
                <a:gd name="T39" fmla="*/ 33 h 99"/>
                <a:gd name="T40" fmla="*/ 37 w 99"/>
                <a:gd name="T41" fmla="*/ 20 h 99"/>
                <a:gd name="T42" fmla="*/ 48 w 99"/>
                <a:gd name="T43" fmla="*/ 16 h 99"/>
                <a:gd name="T44" fmla="*/ 48 w 99"/>
                <a:gd name="T45" fmla="*/ 13 h 99"/>
                <a:gd name="T46" fmla="*/ 52 w 99"/>
                <a:gd name="T47" fmla="*/ 13 h 99"/>
                <a:gd name="T48" fmla="*/ 52 w 99"/>
                <a:gd name="T49" fmla="*/ 16 h 99"/>
                <a:gd name="T50" fmla="*/ 63 w 99"/>
                <a:gd name="T51" fmla="*/ 20 h 99"/>
                <a:gd name="T52" fmla="*/ 68 w 99"/>
                <a:gd name="T53" fmla="*/ 31 h 99"/>
                <a:gd name="T54" fmla="*/ 61 w 99"/>
                <a:gd name="T55" fmla="*/ 32 h 99"/>
                <a:gd name="T56" fmla="*/ 58 w 99"/>
                <a:gd name="T57" fmla="*/ 26 h 99"/>
                <a:gd name="T58" fmla="*/ 52 w 99"/>
                <a:gd name="T59" fmla="*/ 23 h 99"/>
                <a:gd name="T60" fmla="*/ 52 w 99"/>
                <a:gd name="T61" fmla="*/ 44 h 99"/>
                <a:gd name="T62" fmla="*/ 60 w 99"/>
                <a:gd name="T63" fmla="*/ 46 h 99"/>
                <a:gd name="T64" fmla="*/ 65 w 99"/>
                <a:gd name="T65" fmla="*/ 50 h 99"/>
                <a:gd name="T66" fmla="*/ 69 w 99"/>
                <a:gd name="T67" fmla="*/ 55 h 99"/>
                <a:gd name="T68" fmla="*/ 70 w 99"/>
                <a:gd name="T69" fmla="*/ 61 h 99"/>
                <a:gd name="T70" fmla="*/ 65 w 99"/>
                <a:gd name="T71" fmla="*/ 74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9" h="99">
                  <a:moveTo>
                    <a:pt x="50" y="0"/>
                  </a:moveTo>
                  <a:cubicBezTo>
                    <a:pt x="22" y="0"/>
                    <a:pt x="0" y="22"/>
                    <a:pt x="0" y="49"/>
                  </a:cubicBezTo>
                  <a:cubicBezTo>
                    <a:pt x="0" y="77"/>
                    <a:pt x="22" y="99"/>
                    <a:pt x="50" y="99"/>
                  </a:cubicBezTo>
                  <a:cubicBezTo>
                    <a:pt x="77" y="99"/>
                    <a:pt x="99" y="77"/>
                    <a:pt x="99" y="49"/>
                  </a:cubicBezTo>
                  <a:cubicBezTo>
                    <a:pt x="99" y="22"/>
                    <a:pt x="77" y="0"/>
                    <a:pt x="50" y="0"/>
                  </a:cubicBezTo>
                  <a:close/>
                  <a:moveTo>
                    <a:pt x="65" y="74"/>
                  </a:moveTo>
                  <a:cubicBezTo>
                    <a:pt x="62" y="78"/>
                    <a:pt x="58" y="79"/>
                    <a:pt x="52" y="80"/>
                  </a:cubicBezTo>
                  <a:cubicBezTo>
                    <a:pt x="52" y="87"/>
                    <a:pt x="52" y="87"/>
                    <a:pt x="52" y="87"/>
                  </a:cubicBezTo>
                  <a:cubicBezTo>
                    <a:pt x="48" y="87"/>
                    <a:pt x="48" y="87"/>
                    <a:pt x="48" y="87"/>
                  </a:cubicBezTo>
                  <a:cubicBezTo>
                    <a:pt x="48" y="80"/>
                    <a:pt x="48" y="80"/>
                    <a:pt x="48" y="80"/>
                  </a:cubicBezTo>
                  <a:cubicBezTo>
                    <a:pt x="44" y="79"/>
                    <a:pt x="41" y="79"/>
                    <a:pt x="39" y="77"/>
                  </a:cubicBezTo>
                  <a:cubicBezTo>
                    <a:pt x="37" y="76"/>
                    <a:pt x="35" y="74"/>
                    <a:pt x="33" y="72"/>
                  </a:cubicBezTo>
                  <a:cubicBezTo>
                    <a:pt x="31" y="69"/>
                    <a:pt x="30" y="66"/>
                    <a:pt x="30" y="62"/>
                  </a:cubicBezTo>
                  <a:cubicBezTo>
                    <a:pt x="38" y="60"/>
                    <a:pt x="38" y="60"/>
                    <a:pt x="38" y="60"/>
                  </a:cubicBezTo>
                  <a:cubicBezTo>
                    <a:pt x="38" y="64"/>
                    <a:pt x="39" y="67"/>
                    <a:pt x="41" y="69"/>
                  </a:cubicBezTo>
                  <a:cubicBezTo>
                    <a:pt x="43" y="72"/>
                    <a:pt x="45" y="73"/>
                    <a:pt x="48" y="74"/>
                  </a:cubicBezTo>
                  <a:cubicBezTo>
                    <a:pt x="48" y="50"/>
                    <a:pt x="48" y="50"/>
                    <a:pt x="48" y="50"/>
                  </a:cubicBezTo>
                  <a:cubicBezTo>
                    <a:pt x="45" y="49"/>
                    <a:pt x="42" y="48"/>
                    <a:pt x="39" y="47"/>
                  </a:cubicBezTo>
                  <a:cubicBezTo>
                    <a:pt x="36" y="45"/>
                    <a:pt x="35" y="43"/>
                    <a:pt x="33" y="41"/>
                  </a:cubicBezTo>
                  <a:cubicBezTo>
                    <a:pt x="32" y="39"/>
                    <a:pt x="31" y="36"/>
                    <a:pt x="31" y="33"/>
                  </a:cubicBezTo>
                  <a:cubicBezTo>
                    <a:pt x="31" y="28"/>
                    <a:pt x="33" y="24"/>
                    <a:pt x="37" y="20"/>
                  </a:cubicBezTo>
                  <a:cubicBezTo>
                    <a:pt x="39" y="18"/>
                    <a:pt x="43" y="17"/>
                    <a:pt x="48" y="16"/>
                  </a:cubicBezTo>
                  <a:cubicBezTo>
                    <a:pt x="48" y="13"/>
                    <a:pt x="48" y="13"/>
                    <a:pt x="48" y="13"/>
                  </a:cubicBezTo>
                  <a:cubicBezTo>
                    <a:pt x="52" y="13"/>
                    <a:pt x="52" y="13"/>
                    <a:pt x="52" y="13"/>
                  </a:cubicBezTo>
                  <a:cubicBezTo>
                    <a:pt x="52" y="16"/>
                    <a:pt x="52" y="16"/>
                    <a:pt x="52" y="16"/>
                  </a:cubicBezTo>
                  <a:cubicBezTo>
                    <a:pt x="57" y="17"/>
                    <a:pt x="60" y="18"/>
                    <a:pt x="63" y="20"/>
                  </a:cubicBezTo>
                  <a:cubicBezTo>
                    <a:pt x="66" y="23"/>
                    <a:pt x="68" y="26"/>
                    <a:pt x="68" y="31"/>
                  </a:cubicBezTo>
                  <a:cubicBezTo>
                    <a:pt x="61" y="32"/>
                    <a:pt x="61" y="32"/>
                    <a:pt x="61" y="32"/>
                  </a:cubicBezTo>
                  <a:cubicBezTo>
                    <a:pt x="60" y="29"/>
                    <a:pt x="59" y="27"/>
                    <a:pt x="58" y="26"/>
                  </a:cubicBezTo>
                  <a:cubicBezTo>
                    <a:pt x="57" y="24"/>
                    <a:pt x="55" y="23"/>
                    <a:pt x="52" y="23"/>
                  </a:cubicBezTo>
                  <a:cubicBezTo>
                    <a:pt x="52" y="44"/>
                    <a:pt x="52" y="44"/>
                    <a:pt x="52" y="44"/>
                  </a:cubicBezTo>
                  <a:cubicBezTo>
                    <a:pt x="56" y="45"/>
                    <a:pt x="59" y="46"/>
                    <a:pt x="60" y="46"/>
                  </a:cubicBezTo>
                  <a:cubicBezTo>
                    <a:pt x="62" y="47"/>
                    <a:pt x="64" y="48"/>
                    <a:pt x="65" y="50"/>
                  </a:cubicBezTo>
                  <a:cubicBezTo>
                    <a:pt x="67" y="51"/>
                    <a:pt x="68" y="53"/>
                    <a:pt x="69" y="55"/>
                  </a:cubicBezTo>
                  <a:cubicBezTo>
                    <a:pt x="70" y="57"/>
                    <a:pt x="70" y="59"/>
                    <a:pt x="70" y="61"/>
                  </a:cubicBezTo>
                  <a:cubicBezTo>
                    <a:pt x="70" y="67"/>
                    <a:pt x="68" y="71"/>
                    <a:pt x="65"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Freeform 503"/>
            <p:cNvSpPr>
              <a:spLocks/>
            </p:cNvSpPr>
            <p:nvPr/>
          </p:nvSpPr>
          <p:spPr bwMode="auto">
            <a:xfrm>
              <a:off x="6844726" y="5315895"/>
              <a:ext cx="15552" cy="36288"/>
            </a:xfrm>
            <a:custGeom>
              <a:avLst/>
              <a:gdLst>
                <a:gd name="T0" fmla="*/ 0 w 9"/>
                <a:gd name="T1" fmla="*/ 11 h 21"/>
                <a:gd name="T2" fmla="*/ 2 w 9"/>
                <a:gd name="T3" fmla="*/ 17 h 21"/>
                <a:gd name="T4" fmla="*/ 9 w 9"/>
                <a:gd name="T5" fmla="*/ 21 h 21"/>
                <a:gd name="T6" fmla="*/ 9 w 9"/>
                <a:gd name="T7" fmla="*/ 0 h 21"/>
                <a:gd name="T8" fmla="*/ 2 w 9"/>
                <a:gd name="T9" fmla="*/ 4 h 21"/>
                <a:gd name="T10" fmla="*/ 0 w 9"/>
                <a:gd name="T11" fmla="*/ 11 h 21"/>
              </a:gdLst>
              <a:ahLst/>
              <a:cxnLst>
                <a:cxn ang="0">
                  <a:pos x="T0" y="T1"/>
                </a:cxn>
                <a:cxn ang="0">
                  <a:pos x="T2" y="T3"/>
                </a:cxn>
                <a:cxn ang="0">
                  <a:pos x="T4" y="T5"/>
                </a:cxn>
                <a:cxn ang="0">
                  <a:pos x="T6" y="T7"/>
                </a:cxn>
                <a:cxn ang="0">
                  <a:pos x="T8" y="T9"/>
                </a:cxn>
                <a:cxn ang="0">
                  <a:pos x="T10" y="T11"/>
                </a:cxn>
              </a:cxnLst>
              <a:rect l="0" t="0" r="r" b="b"/>
              <a:pathLst>
                <a:path w="9" h="21">
                  <a:moveTo>
                    <a:pt x="0" y="11"/>
                  </a:moveTo>
                  <a:cubicBezTo>
                    <a:pt x="0" y="13"/>
                    <a:pt x="0" y="15"/>
                    <a:pt x="2" y="17"/>
                  </a:cubicBezTo>
                  <a:cubicBezTo>
                    <a:pt x="3" y="19"/>
                    <a:pt x="6" y="20"/>
                    <a:pt x="9" y="21"/>
                  </a:cubicBezTo>
                  <a:cubicBezTo>
                    <a:pt x="9" y="0"/>
                    <a:pt x="9" y="0"/>
                    <a:pt x="9" y="0"/>
                  </a:cubicBezTo>
                  <a:cubicBezTo>
                    <a:pt x="6" y="1"/>
                    <a:pt x="4" y="2"/>
                    <a:pt x="2" y="4"/>
                  </a:cubicBezTo>
                  <a:cubicBezTo>
                    <a:pt x="1" y="6"/>
                    <a:pt x="0" y="8"/>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Freeform 504"/>
            <p:cNvSpPr>
              <a:spLocks noEditPoints="1"/>
            </p:cNvSpPr>
            <p:nvPr/>
          </p:nvSpPr>
          <p:spPr bwMode="auto">
            <a:xfrm>
              <a:off x="6649954" y="5215917"/>
              <a:ext cx="432499" cy="369550"/>
            </a:xfrm>
            <a:custGeom>
              <a:avLst/>
              <a:gdLst>
                <a:gd name="T0" fmla="*/ 165 w 247"/>
                <a:gd name="T1" fmla="*/ 0 h 211"/>
                <a:gd name="T2" fmla="*/ 82 w 247"/>
                <a:gd name="T3" fmla="*/ 0 h 211"/>
                <a:gd name="T4" fmla="*/ 0 w 247"/>
                <a:gd name="T5" fmla="*/ 82 h 211"/>
                <a:gd name="T6" fmla="*/ 0 w 247"/>
                <a:gd name="T7" fmla="*/ 86 h 211"/>
                <a:gd name="T8" fmla="*/ 61 w 247"/>
                <a:gd name="T9" fmla="*/ 165 h 211"/>
                <a:gd name="T10" fmla="*/ 58 w 247"/>
                <a:gd name="T11" fmla="*/ 211 h 211"/>
                <a:gd name="T12" fmla="*/ 107 w 247"/>
                <a:gd name="T13" fmla="*/ 168 h 211"/>
                <a:gd name="T14" fmla="*/ 165 w 247"/>
                <a:gd name="T15" fmla="*/ 168 h 211"/>
                <a:gd name="T16" fmla="*/ 247 w 247"/>
                <a:gd name="T17" fmla="*/ 86 h 211"/>
                <a:gd name="T18" fmla="*/ 247 w 247"/>
                <a:gd name="T19" fmla="*/ 82 h 211"/>
                <a:gd name="T20" fmla="*/ 165 w 247"/>
                <a:gd name="T21" fmla="*/ 0 h 211"/>
                <a:gd name="T22" fmla="*/ 122 w 247"/>
                <a:gd name="T23" fmla="*/ 147 h 211"/>
                <a:gd name="T24" fmla="*/ 59 w 247"/>
                <a:gd name="T25" fmla="*/ 84 h 211"/>
                <a:gd name="T26" fmla="*/ 122 w 247"/>
                <a:gd name="T27" fmla="*/ 22 h 211"/>
                <a:gd name="T28" fmla="*/ 184 w 247"/>
                <a:gd name="T29" fmla="*/ 84 h 211"/>
                <a:gd name="T30" fmla="*/ 122 w 247"/>
                <a:gd name="T31" fmla="*/ 14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7" h="211">
                  <a:moveTo>
                    <a:pt x="165" y="0"/>
                  </a:moveTo>
                  <a:cubicBezTo>
                    <a:pt x="82" y="0"/>
                    <a:pt x="82" y="0"/>
                    <a:pt x="82" y="0"/>
                  </a:cubicBezTo>
                  <a:cubicBezTo>
                    <a:pt x="37" y="0"/>
                    <a:pt x="0" y="37"/>
                    <a:pt x="0" y="82"/>
                  </a:cubicBezTo>
                  <a:cubicBezTo>
                    <a:pt x="0" y="86"/>
                    <a:pt x="0" y="86"/>
                    <a:pt x="0" y="86"/>
                  </a:cubicBezTo>
                  <a:cubicBezTo>
                    <a:pt x="0" y="124"/>
                    <a:pt x="26" y="156"/>
                    <a:pt x="61" y="165"/>
                  </a:cubicBezTo>
                  <a:cubicBezTo>
                    <a:pt x="58" y="211"/>
                    <a:pt x="58" y="211"/>
                    <a:pt x="58" y="211"/>
                  </a:cubicBezTo>
                  <a:cubicBezTo>
                    <a:pt x="107" y="168"/>
                    <a:pt x="107" y="168"/>
                    <a:pt x="107" y="168"/>
                  </a:cubicBezTo>
                  <a:cubicBezTo>
                    <a:pt x="165" y="168"/>
                    <a:pt x="165" y="168"/>
                    <a:pt x="165" y="168"/>
                  </a:cubicBezTo>
                  <a:cubicBezTo>
                    <a:pt x="211" y="168"/>
                    <a:pt x="247" y="131"/>
                    <a:pt x="247" y="86"/>
                  </a:cubicBezTo>
                  <a:cubicBezTo>
                    <a:pt x="247" y="82"/>
                    <a:pt x="247" y="82"/>
                    <a:pt x="247" y="82"/>
                  </a:cubicBezTo>
                  <a:cubicBezTo>
                    <a:pt x="247" y="37"/>
                    <a:pt x="211" y="0"/>
                    <a:pt x="165" y="0"/>
                  </a:cubicBezTo>
                  <a:close/>
                  <a:moveTo>
                    <a:pt x="122" y="147"/>
                  </a:moveTo>
                  <a:cubicBezTo>
                    <a:pt x="87" y="147"/>
                    <a:pt x="59" y="119"/>
                    <a:pt x="59" y="84"/>
                  </a:cubicBezTo>
                  <a:cubicBezTo>
                    <a:pt x="59" y="50"/>
                    <a:pt x="87" y="22"/>
                    <a:pt x="122" y="22"/>
                  </a:cubicBezTo>
                  <a:cubicBezTo>
                    <a:pt x="156" y="22"/>
                    <a:pt x="184" y="50"/>
                    <a:pt x="184" y="84"/>
                  </a:cubicBezTo>
                  <a:cubicBezTo>
                    <a:pt x="184" y="119"/>
                    <a:pt x="156" y="147"/>
                    <a:pt x="122" y="1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528"/>
            <p:cNvSpPr>
              <a:spLocks/>
            </p:cNvSpPr>
            <p:nvPr/>
          </p:nvSpPr>
          <p:spPr bwMode="auto">
            <a:xfrm>
              <a:off x="6725493" y="4091716"/>
              <a:ext cx="94794" cy="94794"/>
            </a:xfrm>
            <a:custGeom>
              <a:avLst/>
              <a:gdLst>
                <a:gd name="T0" fmla="*/ 28 w 54"/>
                <a:gd name="T1" fmla="*/ 53 h 54"/>
                <a:gd name="T2" fmla="*/ 54 w 54"/>
                <a:gd name="T3" fmla="*/ 26 h 54"/>
                <a:gd name="T4" fmla="*/ 26 w 54"/>
                <a:gd name="T5" fmla="*/ 1 h 54"/>
                <a:gd name="T6" fmla="*/ 1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2" y="1"/>
                    <a:pt x="0" y="14"/>
                    <a:pt x="1"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529"/>
            <p:cNvSpPr>
              <a:spLocks/>
            </p:cNvSpPr>
            <p:nvPr/>
          </p:nvSpPr>
          <p:spPr bwMode="auto">
            <a:xfrm>
              <a:off x="6679577" y="4191694"/>
              <a:ext cx="187367" cy="134786"/>
            </a:xfrm>
            <a:custGeom>
              <a:avLst/>
              <a:gdLst>
                <a:gd name="T0" fmla="*/ 82 w 107"/>
                <a:gd name="T1" fmla="*/ 0 h 77"/>
                <a:gd name="T2" fmla="*/ 55 w 107"/>
                <a:gd name="T3" fmla="*/ 31 h 77"/>
                <a:gd name="T4" fmla="*/ 25 w 107"/>
                <a:gd name="T5" fmla="*/ 1 h 77"/>
                <a:gd name="T6" fmla="*/ 1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5" y="31"/>
                    <a:pt x="55" y="31"/>
                    <a:pt x="55" y="31"/>
                  </a:cubicBezTo>
                  <a:cubicBezTo>
                    <a:pt x="25" y="1"/>
                    <a:pt x="25" y="1"/>
                    <a:pt x="25" y="1"/>
                  </a:cubicBezTo>
                  <a:cubicBezTo>
                    <a:pt x="8" y="8"/>
                    <a:pt x="0" y="18"/>
                    <a:pt x="1" y="34"/>
                  </a:cubicBezTo>
                  <a:cubicBezTo>
                    <a:pt x="2" y="77"/>
                    <a:pt x="2" y="77"/>
                    <a:pt x="2" y="77"/>
                  </a:cubicBezTo>
                  <a:cubicBezTo>
                    <a:pt x="107" y="77"/>
                    <a:pt x="107" y="77"/>
                    <a:pt x="107" y="77"/>
                  </a:cubicBezTo>
                  <a:cubicBezTo>
                    <a:pt x="105" y="31"/>
                    <a:pt x="105" y="31"/>
                    <a:pt x="105" y="31"/>
                  </a:cubicBezTo>
                  <a:cubicBezTo>
                    <a:pt x="105" y="15"/>
                    <a:pt x="99"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Freeform 530"/>
            <p:cNvSpPr>
              <a:spLocks/>
            </p:cNvSpPr>
            <p:nvPr/>
          </p:nvSpPr>
          <p:spPr bwMode="auto">
            <a:xfrm>
              <a:off x="6895086" y="4095418"/>
              <a:ext cx="139970" cy="136267"/>
            </a:xfrm>
            <a:custGeom>
              <a:avLst/>
              <a:gdLst>
                <a:gd name="T0" fmla="*/ 41 w 80"/>
                <a:gd name="T1" fmla="*/ 78 h 78"/>
                <a:gd name="T2" fmla="*/ 79 w 80"/>
                <a:gd name="T3" fmla="*/ 38 h 78"/>
                <a:gd name="T4" fmla="*/ 38 w 80"/>
                <a:gd name="T5" fmla="*/ 0 h 78"/>
                <a:gd name="T6" fmla="*/ 0 w 80"/>
                <a:gd name="T7" fmla="*/ 40 h 78"/>
                <a:gd name="T8" fmla="*/ 41 w 80"/>
                <a:gd name="T9" fmla="*/ 78 h 78"/>
              </a:gdLst>
              <a:ahLst/>
              <a:cxnLst>
                <a:cxn ang="0">
                  <a:pos x="T0" y="T1"/>
                </a:cxn>
                <a:cxn ang="0">
                  <a:pos x="T2" y="T3"/>
                </a:cxn>
                <a:cxn ang="0">
                  <a:pos x="T4" y="T5"/>
                </a:cxn>
                <a:cxn ang="0">
                  <a:pos x="T6" y="T7"/>
                </a:cxn>
                <a:cxn ang="0">
                  <a:pos x="T8" y="T9"/>
                </a:cxn>
              </a:cxnLst>
              <a:rect l="0" t="0" r="r" b="b"/>
              <a:pathLst>
                <a:path w="80" h="78">
                  <a:moveTo>
                    <a:pt x="41" y="78"/>
                  </a:moveTo>
                  <a:cubicBezTo>
                    <a:pt x="63" y="77"/>
                    <a:pt x="80" y="59"/>
                    <a:pt x="79" y="38"/>
                  </a:cubicBezTo>
                  <a:cubicBezTo>
                    <a:pt x="78" y="16"/>
                    <a:pt x="60" y="0"/>
                    <a:pt x="38" y="0"/>
                  </a:cubicBezTo>
                  <a:cubicBezTo>
                    <a:pt x="17" y="1"/>
                    <a:pt x="0" y="19"/>
                    <a:pt x="0" y="40"/>
                  </a:cubicBezTo>
                  <a:cubicBezTo>
                    <a:pt x="1" y="62"/>
                    <a:pt x="19" y="78"/>
                    <a:pt x="41"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Freeform 531"/>
            <p:cNvSpPr>
              <a:spLocks/>
            </p:cNvSpPr>
            <p:nvPr/>
          </p:nvSpPr>
          <p:spPr bwMode="auto">
            <a:xfrm>
              <a:off x="6826952" y="4238351"/>
              <a:ext cx="276977" cy="203660"/>
            </a:xfrm>
            <a:custGeom>
              <a:avLst/>
              <a:gdLst>
                <a:gd name="T0" fmla="*/ 121 w 158"/>
                <a:gd name="T1" fmla="*/ 1 h 116"/>
                <a:gd name="T2" fmla="*/ 156 w 158"/>
                <a:gd name="T3" fmla="*/ 47 h 116"/>
                <a:gd name="T4" fmla="*/ 158 w 158"/>
                <a:gd name="T5" fmla="*/ 116 h 116"/>
                <a:gd name="T6" fmla="*/ 3 w 158"/>
                <a:gd name="T7" fmla="*/ 116 h 116"/>
                <a:gd name="T8" fmla="*/ 1 w 158"/>
                <a:gd name="T9" fmla="*/ 52 h 116"/>
                <a:gd name="T10" fmla="*/ 38 w 158"/>
                <a:gd name="T11" fmla="*/ 3 h 116"/>
                <a:gd name="T12" fmla="*/ 57 w 158"/>
                <a:gd name="T13" fmla="*/ 0 h 116"/>
                <a:gd name="T14" fmla="*/ 77 w 158"/>
                <a:gd name="T15" fmla="*/ 22 h 116"/>
                <a:gd name="T16" fmla="*/ 67 w 158"/>
                <a:gd name="T17" fmla="*/ 114 h 116"/>
                <a:gd name="T18" fmla="*/ 101 w 158"/>
                <a:gd name="T19" fmla="*/ 115 h 116"/>
                <a:gd name="T20" fmla="*/ 85 w 158"/>
                <a:gd name="T21" fmla="*/ 22 h 116"/>
                <a:gd name="T22" fmla="*/ 103 w 158"/>
                <a:gd name="T23" fmla="*/ 1 h 116"/>
                <a:gd name="T24" fmla="*/ 121 w 158"/>
                <a:gd name="T25" fmla="*/ 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16">
                  <a:moveTo>
                    <a:pt x="121" y="1"/>
                  </a:moveTo>
                  <a:cubicBezTo>
                    <a:pt x="146" y="11"/>
                    <a:pt x="155" y="24"/>
                    <a:pt x="156" y="47"/>
                  </a:cubicBezTo>
                  <a:cubicBezTo>
                    <a:pt x="158" y="116"/>
                    <a:pt x="158" y="116"/>
                    <a:pt x="158" y="116"/>
                  </a:cubicBezTo>
                  <a:cubicBezTo>
                    <a:pt x="3" y="116"/>
                    <a:pt x="3" y="116"/>
                    <a:pt x="3" y="116"/>
                  </a:cubicBezTo>
                  <a:cubicBezTo>
                    <a:pt x="1" y="52"/>
                    <a:pt x="1" y="52"/>
                    <a:pt x="1" y="52"/>
                  </a:cubicBezTo>
                  <a:cubicBezTo>
                    <a:pt x="0" y="28"/>
                    <a:pt x="11" y="13"/>
                    <a:pt x="38" y="3"/>
                  </a:cubicBezTo>
                  <a:cubicBezTo>
                    <a:pt x="57" y="0"/>
                    <a:pt x="57" y="0"/>
                    <a:pt x="57" y="0"/>
                  </a:cubicBezTo>
                  <a:cubicBezTo>
                    <a:pt x="57" y="0"/>
                    <a:pt x="78" y="20"/>
                    <a:pt x="77" y="22"/>
                  </a:cubicBezTo>
                  <a:cubicBezTo>
                    <a:pt x="76" y="24"/>
                    <a:pt x="67" y="114"/>
                    <a:pt x="67" y="114"/>
                  </a:cubicBezTo>
                  <a:cubicBezTo>
                    <a:pt x="101" y="115"/>
                    <a:pt x="101" y="115"/>
                    <a:pt x="101" y="115"/>
                  </a:cubicBezTo>
                  <a:cubicBezTo>
                    <a:pt x="85" y="22"/>
                    <a:pt x="85" y="22"/>
                    <a:pt x="85" y="22"/>
                  </a:cubicBezTo>
                  <a:cubicBezTo>
                    <a:pt x="103" y="1"/>
                    <a:pt x="103" y="1"/>
                    <a:pt x="103" y="1"/>
                  </a:cubicBezTo>
                  <a:lnTo>
                    <a:pt x="12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Freeform 532"/>
            <p:cNvSpPr>
              <a:spLocks/>
            </p:cNvSpPr>
            <p:nvPr/>
          </p:nvSpPr>
          <p:spPr bwMode="auto">
            <a:xfrm>
              <a:off x="7115779" y="4091716"/>
              <a:ext cx="94794" cy="94794"/>
            </a:xfrm>
            <a:custGeom>
              <a:avLst/>
              <a:gdLst>
                <a:gd name="T0" fmla="*/ 28 w 54"/>
                <a:gd name="T1" fmla="*/ 53 h 54"/>
                <a:gd name="T2" fmla="*/ 54 w 54"/>
                <a:gd name="T3" fmla="*/ 26 h 54"/>
                <a:gd name="T4" fmla="*/ 26 w 54"/>
                <a:gd name="T5" fmla="*/ 1 h 54"/>
                <a:gd name="T6" fmla="*/ 0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1" y="1"/>
                    <a:pt x="0" y="14"/>
                    <a:pt x="0"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Freeform 533"/>
            <p:cNvSpPr>
              <a:spLocks/>
            </p:cNvSpPr>
            <p:nvPr/>
          </p:nvSpPr>
          <p:spPr bwMode="auto">
            <a:xfrm>
              <a:off x="7070603" y="4191694"/>
              <a:ext cx="187367" cy="134786"/>
            </a:xfrm>
            <a:custGeom>
              <a:avLst/>
              <a:gdLst>
                <a:gd name="T0" fmla="*/ 82 w 107"/>
                <a:gd name="T1" fmla="*/ 0 h 77"/>
                <a:gd name="T2" fmla="*/ 54 w 107"/>
                <a:gd name="T3" fmla="*/ 31 h 77"/>
                <a:gd name="T4" fmla="*/ 25 w 107"/>
                <a:gd name="T5" fmla="*/ 1 h 77"/>
                <a:gd name="T6" fmla="*/ 0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4" y="31"/>
                    <a:pt x="54" y="31"/>
                    <a:pt x="54" y="31"/>
                  </a:cubicBezTo>
                  <a:cubicBezTo>
                    <a:pt x="25" y="1"/>
                    <a:pt x="25" y="1"/>
                    <a:pt x="25" y="1"/>
                  </a:cubicBezTo>
                  <a:cubicBezTo>
                    <a:pt x="7" y="8"/>
                    <a:pt x="0" y="18"/>
                    <a:pt x="0" y="34"/>
                  </a:cubicBezTo>
                  <a:cubicBezTo>
                    <a:pt x="2" y="77"/>
                    <a:pt x="2" y="77"/>
                    <a:pt x="2" y="77"/>
                  </a:cubicBezTo>
                  <a:cubicBezTo>
                    <a:pt x="107" y="77"/>
                    <a:pt x="107" y="77"/>
                    <a:pt x="107" y="77"/>
                  </a:cubicBezTo>
                  <a:cubicBezTo>
                    <a:pt x="105" y="31"/>
                    <a:pt x="105" y="31"/>
                    <a:pt x="105" y="31"/>
                  </a:cubicBezTo>
                  <a:cubicBezTo>
                    <a:pt x="104" y="15"/>
                    <a:pt x="98"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Freeform 539"/>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Freeform 540"/>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2" name="矩形 1"/>
          <p:cNvSpPr/>
          <p:nvPr/>
        </p:nvSpPr>
        <p:spPr>
          <a:xfrm>
            <a:off x="935596" y="1563638"/>
            <a:ext cx="3924436" cy="438582"/>
          </a:xfrm>
          <a:prstGeom prst="rect">
            <a:avLst/>
          </a:prstGeom>
        </p:spPr>
        <p:txBody>
          <a:bodyPr wrap="square">
            <a:spAutoFit/>
          </a:bodyPr>
          <a:lstStyle/>
          <a:p>
            <a:pPr>
              <a:lnSpc>
                <a:spcPct val="125000"/>
              </a:lnSpc>
            </a:pPr>
            <a:r>
              <a:rPr lang="zh-CN" altLang="en-US" b="1" dirty="0" smtClean="0"/>
              <a:t>定时器</a:t>
            </a:r>
            <a:r>
              <a:rPr lang="en-US" altLang="zh-CN" b="1" dirty="0" err="1" smtClean="0"/>
              <a:t>TIM2</a:t>
            </a:r>
            <a:r>
              <a:rPr lang="zh-CN" altLang="en-US" b="1" dirty="0" smtClean="0"/>
              <a:t>的</a:t>
            </a:r>
            <a:r>
              <a:rPr lang="zh-CN" altLang="en-US" b="1" dirty="0"/>
              <a:t>引脚复用功能</a:t>
            </a:r>
            <a:r>
              <a:rPr lang="zh-CN" altLang="en-US" b="1" dirty="0" smtClean="0"/>
              <a:t>映像：</a:t>
            </a:r>
            <a:endParaRPr lang="zh-CN" altLang="en-US" b="1" dirty="0"/>
          </a:p>
        </p:txBody>
      </p:sp>
      <p:graphicFrame>
        <p:nvGraphicFramePr>
          <p:cNvPr id="3" name="表格 2"/>
          <p:cNvGraphicFramePr>
            <a:graphicFrameLocks noGrp="1"/>
          </p:cNvGraphicFramePr>
          <p:nvPr>
            <p:extLst>
              <p:ext uri="{D42A27DB-BD31-4B8C-83A1-F6EECF244321}">
                <p14:modId xmlns:p14="http://schemas.microsoft.com/office/powerpoint/2010/main" val="3387435401"/>
              </p:ext>
            </p:extLst>
          </p:nvPr>
        </p:nvGraphicFramePr>
        <p:xfrm>
          <a:off x="103955" y="2211710"/>
          <a:ext cx="8829002" cy="1705405"/>
        </p:xfrm>
        <a:graphic>
          <a:graphicData uri="http://schemas.openxmlformats.org/drawingml/2006/table">
            <a:tbl>
              <a:tblPr firstRow="1" firstCol="1" bandRow="1">
                <a:tableStyleId>{5C22544A-7EE6-4342-B048-85BDC9FD1C3A}</a:tableStyleId>
              </a:tblPr>
              <a:tblGrid>
                <a:gridCol w="979334"/>
                <a:gridCol w="1945011"/>
                <a:gridCol w="1908212"/>
                <a:gridCol w="1908212"/>
                <a:gridCol w="2088233"/>
              </a:tblGrid>
              <a:tr h="487259">
                <a:tc>
                  <a:txBody>
                    <a:bodyPr/>
                    <a:lstStyle/>
                    <a:p>
                      <a:pPr algn="ctr">
                        <a:spcAft>
                          <a:spcPts val="0"/>
                        </a:spcAft>
                      </a:pPr>
                      <a:r>
                        <a:rPr lang="zh-CN" sz="1500" b="1" kern="100" dirty="0">
                          <a:effectLst/>
                        </a:rPr>
                        <a:t>复用功能</a:t>
                      </a:r>
                      <a:endParaRPr lang="zh-CN" sz="1500" b="1" kern="100" dirty="0">
                        <a:effectLst/>
                        <a:latin typeface="Times New Roman"/>
                        <a:ea typeface="宋体"/>
                        <a:cs typeface="Times New Roman"/>
                      </a:endParaRPr>
                    </a:p>
                  </a:txBody>
                  <a:tcPr marL="68580" marR="68580" marT="0" marB="0" anchor="ctr"/>
                </a:tc>
                <a:tc>
                  <a:txBody>
                    <a:bodyPr/>
                    <a:lstStyle/>
                    <a:p>
                      <a:pPr algn="ctr">
                        <a:spcAft>
                          <a:spcPts val="0"/>
                        </a:spcAft>
                      </a:pPr>
                      <a:r>
                        <a:rPr lang="en-US" sz="1500" b="1" kern="100" dirty="0" err="1">
                          <a:effectLst/>
                        </a:rPr>
                        <a:t>TIM2_REMAP</a:t>
                      </a:r>
                      <a:r>
                        <a:rPr lang="en-US" sz="1500" b="1" kern="100" dirty="0">
                          <a:effectLst/>
                        </a:rPr>
                        <a:t>[1:0]=00</a:t>
                      </a:r>
                      <a:endParaRPr lang="zh-CN" sz="1500" b="1" kern="100" dirty="0">
                        <a:effectLst/>
                      </a:endParaRPr>
                    </a:p>
                    <a:p>
                      <a:pPr algn="ctr">
                        <a:spcAft>
                          <a:spcPts val="0"/>
                        </a:spcAft>
                      </a:pPr>
                      <a:r>
                        <a:rPr lang="en-US" sz="1500" b="1" kern="100" dirty="0">
                          <a:effectLst/>
                        </a:rPr>
                        <a:t>(</a:t>
                      </a:r>
                      <a:r>
                        <a:rPr lang="zh-CN" sz="1500" b="1" kern="100" dirty="0">
                          <a:effectLst/>
                        </a:rPr>
                        <a:t>没有重映像</a:t>
                      </a:r>
                      <a:r>
                        <a:rPr lang="en-US" sz="1500" b="1" kern="100" dirty="0">
                          <a:effectLst/>
                        </a:rPr>
                        <a:t>)</a:t>
                      </a:r>
                      <a:endParaRPr lang="zh-CN" sz="1500" b="1" kern="100" dirty="0">
                        <a:effectLst/>
                        <a:latin typeface="Times New Roman"/>
                        <a:ea typeface="宋体"/>
                        <a:cs typeface="Times New Roman"/>
                      </a:endParaRPr>
                    </a:p>
                  </a:txBody>
                  <a:tcPr marL="68580" marR="68580" marT="0" marB="0"/>
                </a:tc>
                <a:tc>
                  <a:txBody>
                    <a:bodyPr/>
                    <a:lstStyle/>
                    <a:p>
                      <a:pPr algn="ctr">
                        <a:spcAft>
                          <a:spcPts val="0"/>
                        </a:spcAft>
                      </a:pPr>
                      <a:r>
                        <a:rPr lang="en-US" sz="1500" b="1" kern="100" dirty="0" err="1">
                          <a:effectLst/>
                        </a:rPr>
                        <a:t>TIM1_REMAP</a:t>
                      </a:r>
                      <a:r>
                        <a:rPr lang="en-US" sz="1500" b="1" kern="100" dirty="0">
                          <a:effectLst/>
                        </a:rPr>
                        <a:t>[1:0]=01</a:t>
                      </a:r>
                      <a:endParaRPr lang="zh-CN" sz="1500" b="1" kern="100" dirty="0">
                        <a:effectLst/>
                      </a:endParaRPr>
                    </a:p>
                    <a:p>
                      <a:pPr algn="ctr">
                        <a:spcAft>
                          <a:spcPts val="0"/>
                        </a:spcAft>
                      </a:pPr>
                      <a:r>
                        <a:rPr lang="en-US" sz="1500" b="1" kern="100" dirty="0">
                          <a:effectLst/>
                        </a:rPr>
                        <a:t>(</a:t>
                      </a:r>
                      <a:r>
                        <a:rPr lang="zh-CN" sz="1500" b="1" kern="100" dirty="0">
                          <a:effectLst/>
                        </a:rPr>
                        <a:t>部分重映像</a:t>
                      </a:r>
                      <a:r>
                        <a:rPr lang="en-US" sz="1500" b="1" kern="100" dirty="0">
                          <a:effectLst/>
                        </a:rPr>
                        <a:t>)</a:t>
                      </a:r>
                      <a:endParaRPr lang="zh-CN" sz="1500" b="1" kern="100" dirty="0">
                        <a:effectLst/>
                        <a:latin typeface="Times New Roman"/>
                        <a:ea typeface="宋体"/>
                        <a:cs typeface="Times New Roman"/>
                      </a:endParaRPr>
                    </a:p>
                  </a:txBody>
                  <a:tcPr marL="68580" marR="68580" marT="0" marB="0"/>
                </a:tc>
                <a:tc>
                  <a:txBody>
                    <a:bodyPr/>
                    <a:lstStyle/>
                    <a:p>
                      <a:pPr algn="ctr">
                        <a:spcAft>
                          <a:spcPts val="0"/>
                        </a:spcAft>
                      </a:pPr>
                      <a:r>
                        <a:rPr lang="en-US" sz="1500" b="1" kern="100">
                          <a:effectLst/>
                        </a:rPr>
                        <a:t>TIM1_REMAP[1:0]=10</a:t>
                      </a:r>
                      <a:endParaRPr lang="zh-CN" sz="1500" b="1" kern="100">
                        <a:effectLst/>
                      </a:endParaRPr>
                    </a:p>
                    <a:p>
                      <a:pPr algn="ctr">
                        <a:spcAft>
                          <a:spcPts val="0"/>
                        </a:spcAft>
                      </a:pPr>
                      <a:r>
                        <a:rPr lang="en-US" sz="1500" b="1" kern="100">
                          <a:effectLst/>
                        </a:rPr>
                        <a:t> (</a:t>
                      </a:r>
                      <a:r>
                        <a:rPr lang="zh-CN" sz="1500" b="1" kern="100">
                          <a:effectLst/>
                        </a:rPr>
                        <a:t>部分重映像</a:t>
                      </a:r>
                      <a:r>
                        <a:rPr lang="en-US" sz="1500" b="1" kern="100">
                          <a:effectLst/>
                        </a:rPr>
                        <a:t>)</a:t>
                      </a:r>
                      <a:r>
                        <a:rPr lang="en-US" sz="1500" b="1" kern="100" baseline="30000">
                          <a:effectLst/>
                        </a:rPr>
                        <a:t> (1)</a:t>
                      </a:r>
                      <a:endParaRPr lang="zh-CN" sz="1500" b="1" kern="100">
                        <a:effectLst/>
                        <a:latin typeface="Times New Roman"/>
                        <a:ea typeface="宋体"/>
                        <a:cs typeface="Times New Roman"/>
                      </a:endParaRPr>
                    </a:p>
                  </a:txBody>
                  <a:tcPr marL="68580" marR="68580" marT="0" marB="0"/>
                </a:tc>
                <a:tc>
                  <a:txBody>
                    <a:bodyPr/>
                    <a:lstStyle/>
                    <a:p>
                      <a:pPr algn="ctr">
                        <a:spcAft>
                          <a:spcPts val="0"/>
                        </a:spcAft>
                      </a:pPr>
                      <a:r>
                        <a:rPr lang="en-US" sz="1500" b="1" kern="100">
                          <a:effectLst/>
                        </a:rPr>
                        <a:t>TIM1_REMAP[1:0]=11</a:t>
                      </a:r>
                      <a:endParaRPr lang="zh-CN" sz="1500" b="1" kern="100">
                        <a:effectLst/>
                      </a:endParaRPr>
                    </a:p>
                    <a:p>
                      <a:pPr algn="ctr">
                        <a:spcAft>
                          <a:spcPts val="0"/>
                        </a:spcAft>
                      </a:pPr>
                      <a:r>
                        <a:rPr lang="en-US" sz="1500" b="1" kern="100">
                          <a:effectLst/>
                        </a:rPr>
                        <a:t>(</a:t>
                      </a:r>
                      <a:r>
                        <a:rPr lang="zh-CN" sz="1500" b="1" kern="100">
                          <a:effectLst/>
                        </a:rPr>
                        <a:t>完全重映像</a:t>
                      </a:r>
                      <a:r>
                        <a:rPr lang="en-US" sz="1500" b="1" kern="100">
                          <a:effectLst/>
                        </a:rPr>
                        <a:t>)</a:t>
                      </a:r>
                      <a:r>
                        <a:rPr lang="en-US" sz="1500" b="1" kern="100" baseline="30000">
                          <a:effectLst/>
                        </a:rPr>
                        <a:t> (1)</a:t>
                      </a:r>
                      <a:endParaRPr lang="zh-CN" sz="1500" b="1" kern="100">
                        <a:effectLst/>
                        <a:latin typeface="Times New Roman"/>
                        <a:ea typeface="宋体"/>
                        <a:cs typeface="Times New Roman"/>
                      </a:endParaRPr>
                    </a:p>
                  </a:txBody>
                  <a:tcPr marL="68580" marR="68580" marT="0" marB="0"/>
                </a:tc>
              </a:tr>
              <a:tr h="487259">
                <a:tc>
                  <a:txBody>
                    <a:bodyPr/>
                    <a:lstStyle/>
                    <a:p>
                      <a:pPr algn="ctr">
                        <a:spcAft>
                          <a:spcPts val="0"/>
                        </a:spcAft>
                      </a:pPr>
                      <a:r>
                        <a:rPr lang="en-US" sz="1500" b="1" kern="100">
                          <a:effectLst/>
                        </a:rPr>
                        <a:t>TIM2_CH1_ETR</a:t>
                      </a:r>
                      <a:r>
                        <a:rPr lang="en-US" sz="1500" b="1" kern="100" baseline="30000">
                          <a:effectLst/>
                        </a:rPr>
                        <a:t>(2)</a:t>
                      </a:r>
                      <a:endParaRPr lang="zh-CN" sz="1500" b="1" kern="100">
                        <a:effectLst/>
                        <a:latin typeface="Times New Roman"/>
                        <a:ea typeface="宋体"/>
                        <a:cs typeface="Times New Roman"/>
                      </a:endParaRPr>
                    </a:p>
                  </a:txBody>
                  <a:tcPr marL="68580" marR="68580" marT="0" marB="0"/>
                </a:tc>
                <a:tc>
                  <a:txBody>
                    <a:bodyPr/>
                    <a:lstStyle/>
                    <a:p>
                      <a:pPr algn="ctr">
                        <a:spcAft>
                          <a:spcPts val="0"/>
                        </a:spcAft>
                      </a:pPr>
                      <a:r>
                        <a:rPr lang="en-US" sz="1500" b="1" kern="100" dirty="0" err="1">
                          <a:effectLst/>
                        </a:rPr>
                        <a:t>PA0</a:t>
                      </a:r>
                      <a:endParaRPr lang="zh-CN" sz="1500" b="1" kern="100" dirty="0">
                        <a:effectLst/>
                        <a:latin typeface="Times New Roman"/>
                        <a:ea typeface="宋体"/>
                        <a:cs typeface="Times New Roman"/>
                      </a:endParaRPr>
                    </a:p>
                  </a:txBody>
                  <a:tcPr marL="68580" marR="68580" marT="0" marB="0" anchor="ctr"/>
                </a:tc>
                <a:tc>
                  <a:txBody>
                    <a:bodyPr/>
                    <a:lstStyle/>
                    <a:p>
                      <a:pPr algn="ctr">
                        <a:spcAft>
                          <a:spcPts val="0"/>
                        </a:spcAft>
                      </a:pPr>
                      <a:r>
                        <a:rPr lang="en-US" sz="1500" b="1" kern="100" dirty="0" err="1">
                          <a:effectLst/>
                        </a:rPr>
                        <a:t>PA15</a:t>
                      </a:r>
                      <a:endParaRPr lang="zh-CN" sz="1500" b="1" kern="100" dirty="0">
                        <a:effectLst/>
                        <a:latin typeface="Times New Roman"/>
                        <a:ea typeface="宋体"/>
                        <a:cs typeface="Times New Roman"/>
                      </a:endParaRPr>
                    </a:p>
                  </a:txBody>
                  <a:tcPr marL="68580" marR="68580" marT="0" marB="0" anchor="ctr"/>
                </a:tc>
                <a:tc>
                  <a:txBody>
                    <a:bodyPr/>
                    <a:lstStyle/>
                    <a:p>
                      <a:pPr algn="ctr">
                        <a:spcAft>
                          <a:spcPts val="0"/>
                        </a:spcAft>
                      </a:pPr>
                      <a:r>
                        <a:rPr lang="en-US" sz="1500" b="1" kern="100" dirty="0" err="1">
                          <a:effectLst/>
                        </a:rPr>
                        <a:t>PA0</a:t>
                      </a:r>
                      <a:endParaRPr lang="zh-CN" sz="1500" b="1" kern="100" dirty="0">
                        <a:effectLst/>
                        <a:latin typeface="Times New Roman"/>
                        <a:ea typeface="宋体"/>
                        <a:cs typeface="Times New Roman"/>
                      </a:endParaRPr>
                    </a:p>
                  </a:txBody>
                  <a:tcPr marL="68580" marR="68580" marT="0" marB="0" anchor="ctr"/>
                </a:tc>
                <a:tc>
                  <a:txBody>
                    <a:bodyPr/>
                    <a:lstStyle/>
                    <a:p>
                      <a:pPr algn="ctr">
                        <a:spcAft>
                          <a:spcPts val="0"/>
                        </a:spcAft>
                      </a:pPr>
                      <a:r>
                        <a:rPr lang="en-US" sz="1500" b="1" kern="100" dirty="0" err="1">
                          <a:effectLst/>
                        </a:rPr>
                        <a:t>PA15</a:t>
                      </a:r>
                      <a:endParaRPr lang="zh-CN" sz="1500" b="1" kern="100" dirty="0">
                        <a:effectLst/>
                        <a:latin typeface="Times New Roman"/>
                        <a:ea typeface="宋体"/>
                        <a:cs typeface="Times New Roman"/>
                      </a:endParaRPr>
                    </a:p>
                  </a:txBody>
                  <a:tcPr marL="68580" marR="68580" marT="0" marB="0" anchor="ctr"/>
                </a:tc>
              </a:tr>
              <a:tr h="243629">
                <a:tc>
                  <a:txBody>
                    <a:bodyPr/>
                    <a:lstStyle/>
                    <a:p>
                      <a:pPr algn="ctr">
                        <a:spcAft>
                          <a:spcPts val="0"/>
                        </a:spcAft>
                      </a:pPr>
                      <a:r>
                        <a:rPr lang="en-US" sz="1500" b="1" kern="100">
                          <a:effectLst/>
                        </a:rPr>
                        <a:t>TIM2_CH2</a:t>
                      </a:r>
                      <a:endParaRPr lang="zh-CN" sz="1500" b="1" kern="100">
                        <a:effectLst/>
                        <a:latin typeface="Times New Roman"/>
                        <a:ea typeface="宋体"/>
                        <a:cs typeface="Times New Roman"/>
                      </a:endParaRPr>
                    </a:p>
                  </a:txBody>
                  <a:tcPr marL="68580" marR="68580" marT="0" marB="0"/>
                </a:tc>
                <a:tc>
                  <a:txBody>
                    <a:bodyPr/>
                    <a:lstStyle/>
                    <a:p>
                      <a:pPr algn="ctr">
                        <a:spcAft>
                          <a:spcPts val="0"/>
                        </a:spcAft>
                      </a:pPr>
                      <a:r>
                        <a:rPr lang="en-US" sz="1500" b="1" kern="100">
                          <a:effectLst/>
                        </a:rPr>
                        <a:t>PA1</a:t>
                      </a:r>
                      <a:endParaRPr lang="zh-CN" sz="1500" b="1" kern="100">
                        <a:effectLst/>
                        <a:latin typeface="Times New Roman"/>
                        <a:ea typeface="宋体"/>
                        <a:cs typeface="Times New Roman"/>
                      </a:endParaRPr>
                    </a:p>
                  </a:txBody>
                  <a:tcPr marL="68580" marR="68580" marT="0" marB="0"/>
                </a:tc>
                <a:tc>
                  <a:txBody>
                    <a:bodyPr/>
                    <a:lstStyle/>
                    <a:p>
                      <a:pPr algn="ctr">
                        <a:spcAft>
                          <a:spcPts val="0"/>
                        </a:spcAft>
                      </a:pPr>
                      <a:r>
                        <a:rPr lang="en-US" sz="1500" b="1" kern="100">
                          <a:effectLst/>
                        </a:rPr>
                        <a:t>PB3</a:t>
                      </a:r>
                      <a:endParaRPr lang="zh-CN" sz="1500" b="1" kern="100">
                        <a:effectLst/>
                        <a:latin typeface="Times New Roman"/>
                        <a:ea typeface="宋体"/>
                        <a:cs typeface="Times New Roman"/>
                      </a:endParaRPr>
                    </a:p>
                  </a:txBody>
                  <a:tcPr marL="68580" marR="68580" marT="0" marB="0"/>
                </a:tc>
                <a:tc>
                  <a:txBody>
                    <a:bodyPr/>
                    <a:lstStyle/>
                    <a:p>
                      <a:pPr algn="ctr">
                        <a:spcAft>
                          <a:spcPts val="0"/>
                        </a:spcAft>
                      </a:pPr>
                      <a:r>
                        <a:rPr lang="en-US" sz="1500" b="1" kern="100">
                          <a:effectLst/>
                        </a:rPr>
                        <a:t>PA1</a:t>
                      </a:r>
                      <a:endParaRPr lang="zh-CN" sz="1500" b="1" kern="100">
                        <a:effectLst/>
                        <a:latin typeface="Times New Roman"/>
                        <a:ea typeface="宋体"/>
                        <a:cs typeface="Times New Roman"/>
                      </a:endParaRPr>
                    </a:p>
                  </a:txBody>
                  <a:tcPr marL="68580" marR="68580" marT="0" marB="0"/>
                </a:tc>
                <a:tc>
                  <a:txBody>
                    <a:bodyPr/>
                    <a:lstStyle/>
                    <a:p>
                      <a:pPr algn="ctr">
                        <a:spcAft>
                          <a:spcPts val="0"/>
                        </a:spcAft>
                      </a:pPr>
                      <a:r>
                        <a:rPr lang="en-US" sz="1500" b="1" kern="100">
                          <a:effectLst/>
                        </a:rPr>
                        <a:t>PB3</a:t>
                      </a:r>
                      <a:endParaRPr lang="zh-CN" sz="1500" b="1" kern="100">
                        <a:effectLst/>
                        <a:latin typeface="Times New Roman"/>
                        <a:ea typeface="宋体"/>
                        <a:cs typeface="Times New Roman"/>
                      </a:endParaRPr>
                    </a:p>
                  </a:txBody>
                  <a:tcPr marL="68580" marR="68580" marT="0" marB="0"/>
                </a:tc>
              </a:tr>
              <a:tr h="243629">
                <a:tc>
                  <a:txBody>
                    <a:bodyPr/>
                    <a:lstStyle/>
                    <a:p>
                      <a:pPr algn="ctr">
                        <a:spcAft>
                          <a:spcPts val="0"/>
                        </a:spcAft>
                      </a:pPr>
                      <a:r>
                        <a:rPr lang="en-US" sz="1500" b="1" kern="100">
                          <a:effectLst/>
                        </a:rPr>
                        <a:t>TIM2_CH3</a:t>
                      </a:r>
                      <a:endParaRPr lang="zh-CN" sz="1500" b="1" kern="100">
                        <a:effectLst/>
                        <a:latin typeface="Times New Roman"/>
                        <a:ea typeface="宋体"/>
                        <a:cs typeface="Times New Roman"/>
                      </a:endParaRPr>
                    </a:p>
                  </a:txBody>
                  <a:tcPr marL="68580" marR="68580" marT="0" marB="0"/>
                </a:tc>
                <a:tc gridSpan="2">
                  <a:txBody>
                    <a:bodyPr/>
                    <a:lstStyle/>
                    <a:p>
                      <a:pPr algn="ctr">
                        <a:spcAft>
                          <a:spcPts val="0"/>
                        </a:spcAft>
                      </a:pPr>
                      <a:r>
                        <a:rPr lang="en-US" sz="1500" b="1" kern="100">
                          <a:effectLst/>
                        </a:rPr>
                        <a:t>PA2</a:t>
                      </a:r>
                      <a:endParaRPr lang="zh-CN" sz="1500" b="1" kern="100">
                        <a:effectLst/>
                        <a:latin typeface="Times New Roman"/>
                        <a:ea typeface="宋体"/>
                        <a:cs typeface="Times New Roman"/>
                      </a:endParaRPr>
                    </a:p>
                  </a:txBody>
                  <a:tcPr marL="68580" marR="68580" marT="0" marB="0"/>
                </a:tc>
                <a:tc hMerge="1">
                  <a:txBody>
                    <a:bodyPr/>
                    <a:lstStyle/>
                    <a:p>
                      <a:endParaRPr lang="zh-CN" altLang="en-US"/>
                    </a:p>
                  </a:txBody>
                  <a:tcPr/>
                </a:tc>
                <a:tc gridSpan="2">
                  <a:txBody>
                    <a:bodyPr/>
                    <a:lstStyle/>
                    <a:p>
                      <a:pPr algn="ctr">
                        <a:spcAft>
                          <a:spcPts val="0"/>
                        </a:spcAft>
                      </a:pPr>
                      <a:r>
                        <a:rPr lang="en-US" sz="1500" b="1" kern="100">
                          <a:effectLst/>
                        </a:rPr>
                        <a:t>PB10</a:t>
                      </a:r>
                      <a:endParaRPr lang="zh-CN" sz="1500" b="1" kern="100">
                        <a:effectLst/>
                        <a:latin typeface="Times New Roman"/>
                        <a:ea typeface="宋体"/>
                        <a:cs typeface="Times New Roman"/>
                      </a:endParaRPr>
                    </a:p>
                  </a:txBody>
                  <a:tcPr marL="68580" marR="68580" marT="0" marB="0"/>
                </a:tc>
                <a:tc hMerge="1">
                  <a:txBody>
                    <a:bodyPr/>
                    <a:lstStyle/>
                    <a:p>
                      <a:endParaRPr lang="zh-CN" altLang="en-US"/>
                    </a:p>
                  </a:txBody>
                  <a:tcPr/>
                </a:tc>
              </a:tr>
              <a:tr h="243629">
                <a:tc>
                  <a:txBody>
                    <a:bodyPr/>
                    <a:lstStyle/>
                    <a:p>
                      <a:pPr algn="ctr">
                        <a:spcAft>
                          <a:spcPts val="0"/>
                        </a:spcAft>
                      </a:pPr>
                      <a:r>
                        <a:rPr lang="en-US" sz="1500" b="1" kern="100">
                          <a:effectLst/>
                        </a:rPr>
                        <a:t>TIM2_CH4</a:t>
                      </a:r>
                      <a:endParaRPr lang="zh-CN" sz="1500" b="1" kern="100">
                        <a:effectLst/>
                        <a:latin typeface="Times New Roman"/>
                        <a:ea typeface="宋体"/>
                        <a:cs typeface="Times New Roman"/>
                      </a:endParaRPr>
                    </a:p>
                  </a:txBody>
                  <a:tcPr marL="68580" marR="68580" marT="0" marB="0"/>
                </a:tc>
                <a:tc gridSpan="2">
                  <a:txBody>
                    <a:bodyPr/>
                    <a:lstStyle/>
                    <a:p>
                      <a:pPr algn="ctr">
                        <a:spcAft>
                          <a:spcPts val="0"/>
                        </a:spcAft>
                      </a:pPr>
                      <a:r>
                        <a:rPr lang="en-US" sz="1500" b="1" kern="100">
                          <a:effectLst/>
                        </a:rPr>
                        <a:t>PA3</a:t>
                      </a:r>
                      <a:endParaRPr lang="zh-CN" sz="1500" b="1" kern="100">
                        <a:effectLst/>
                        <a:latin typeface="Times New Roman"/>
                        <a:ea typeface="宋体"/>
                        <a:cs typeface="Times New Roman"/>
                      </a:endParaRPr>
                    </a:p>
                  </a:txBody>
                  <a:tcPr marL="68580" marR="68580" marT="0" marB="0"/>
                </a:tc>
                <a:tc hMerge="1">
                  <a:txBody>
                    <a:bodyPr/>
                    <a:lstStyle/>
                    <a:p>
                      <a:endParaRPr lang="zh-CN" altLang="en-US"/>
                    </a:p>
                  </a:txBody>
                  <a:tcPr/>
                </a:tc>
                <a:tc gridSpan="2">
                  <a:txBody>
                    <a:bodyPr/>
                    <a:lstStyle/>
                    <a:p>
                      <a:pPr algn="ctr">
                        <a:spcAft>
                          <a:spcPts val="0"/>
                        </a:spcAft>
                      </a:pPr>
                      <a:r>
                        <a:rPr lang="en-US" sz="1500" b="1" kern="100" dirty="0" err="1">
                          <a:effectLst/>
                        </a:rPr>
                        <a:t>PB11</a:t>
                      </a:r>
                      <a:endParaRPr lang="zh-CN" sz="1500" b="1" kern="100" dirty="0">
                        <a:effectLst/>
                        <a:latin typeface="Times New Roman"/>
                        <a:ea typeface="宋体"/>
                        <a:cs typeface="Times New Roman"/>
                      </a:endParaRPr>
                    </a:p>
                  </a:txBody>
                  <a:tcPr marL="68580" marR="68580" marT="0" marB="0"/>
                </a:tc>
                <a:tc hMerge="1">
                  <a:txBody>
                    <a:bodyPr/>
                    <a:lstStyle/>
                    <a:p>
                      <a:endParaRPr lang="zh-CN" altLang="en-US"/>
                    </a:p>
                  </a:txBody>
                  <a:tcPr/>
                </a:tc>
              </a:tr>
            </a:tbl>
          </a:graphicData>
        </a:graphic>
      </p:graphicFrame>
      <p:sp>
        <p:nvSpPr>
          <p:cNvPr id="8" name="矩形 7"/>
          <p:cNvSpPr/>
          <p:nvPr/>
        </p:nvSpPr>
        <p:spPr>
          <a:xfrm>
            <a:off x="935596" y="4228888"/>
            <a:ext cx="7596843" cy="646331"/>
          </a:xfrm>
          <a:prstGeom prst="rect">
            <a:avLst/>
          </a:prstGeom>
        </p:spPr>
        <p:txBody>
          <a:bodyPr wrap="square">
            <a:spAutoFit/>
          </a:bodyPr>
          <a:lstStyle/>
          <a:p>
            <a:r>
              <a:rPr lang="zh-CN" altLang="zh-CN" b="1" dirty="0"/>
              <a:t>注：</a:t>
            </a:r>
            <a:r>
              <a:rPr lang="en-US" altLang="zh-CN" b="1" dirty="0"/>
              <a:t>(1) </a:t>
            </a:r>
            <a:r>
              <a:rPr lang="zh-CN" altLang="zh-CN" b="1" dirty="0"/>
              <a:t>重映像不适用于</a:t>
            </a:r>
            <a:r>
              <a:rPr lang="en-US" altLang="zh-CN" b="1" dirty="0"/>
              <a:t>36</a:t>
            </a:r>
            <a:r>
              <a:rPr lang="zh-CN" altLang="zh-CN" b="1" dirty="0"/>
              <a:t>引脚的封装；（</a:t>
            </a:r>
            <a:r>
              <a:rPr lang="en-US" altLang="zh-CN" b="1" dirty="0"/>
              <a:t>2</a:t>
            </a:r>
            <a:r>
              <a:rPr lang="zh-CN" altLang="zh-CN" b="1" dirty="0"/>
              <a:t>）</a:t>
            </a:r>
            <a:r>
              <a:rPr lang="en-US" altLang="zh-CN" b="1" dirty="0" err="1"/>
              <a:t>TIM2</a:t>
            </a:r>
            <a:r>
              <a:rPr lang="en-US" altLang="zh-CN" b="1" dirty="0"/>
              <a:t> _</a:t>
            </a:r>
            <a:r>
              <a:rPr lang="en-US" altLang="zh-CN" b="1" dirty="0" err="1"/>
              <a:t>ETR</a:t>
            </a:r>
            <a:r>
              <a:rPr lang="zh-CN" altLang="zh-CN" b="1" dirty="0"/>
              <a:t>和</a:t>
            </a:r>
            <a:r>
              <a:rPr lang="en-US" altLang="zh-CN" b="1" dirty="0" err="1"/>
              <a:t>TIM2_CH1</a:t>
            </a:r>
            <a:r>
              <a:rPr lang="zh-CN" altLang="zh-CN" b="1" dirty="0"/>
              <a:t>共用一个引脚，但不能同时使用。</a:t>
            </a:r>
          </a:p>
        </p:txBody>
      </p:sp>
    </p:spTree>
    <p:extLst>
      <p:ext uri="{BB962C8B-B14F-4D97-AF65-F5344CB8AC3E}">
        <p14:creationId xmlns:p14="http://schemas.microsoft.com/office/powerpoint/2010/main" val="4235133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514806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998484" cy="461665"/>
          </a:xfrm>
          <a:prstGeom prst="rect">
            <a:avLst/>
          </a:prstGeom>
        </p:spPr>
        <p:txBody>
          <a:bodyPr wrap="none">
            <a:spAutoFit/>
          </a:bodyPr>
          <a:lstStyle/>
          <a:p>
            <a:r>
              <a:rPr lang="en-US" altLang="zh-CN" sz="2400" b="1" dirty="0">
                <a:solidFill>
                  <a:schemeClr val="bg1"/>
                </a:solidFill>
              </a:rPr>
              <a:t>9.3.2 PWM</a:t>
            </a:r>
            <a:r>
              <a:rPr lang="zh-CN" altLang="en-US" sz="2400" b="1" dirty="0">
                <a:solidFill>
                  <a:schemeClr val="bg1"/>
                </a:solidFill>
              </a:rPr>
              <a:t>标准外设库输出配置过程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矩形 4"/>
          <p:cNvSpPr/>
          <p:nvPr/>
        </p:nvSpPr>
        <p:spPr>
          <a:xfrm>
            <a:off x="307792" y="1055995"/>
            <a:ext cx="4120039" cy="369332"/>
          </a:xfrm>
          <a:prstGeom prst="rect">
            <a:avLst/>
          </a:prstGeom>
        </p:spPr>
        <p:txBody>
          <a:bodyPr wrap="none">
            <a:spAutoFit/>
          </a:bodyPr>
          <a:lstStyle/>
          <a:p>
            <a:r>
              <a:rPr lang="en-US" altLang="zh-CN" b="1" dirty="0">
                <a:solidFill>
                  <a:srgbClr val="C00000"/>
                </a:solidFill>
              </a:rPr>
              <a:t>1</a:t>
            </a:r>
            <a:r>
              <a:rPr lang="zh-CN" altLang="en-US" b="1" dirty="0">
                <a:solidFill>
                  <a:srgbClr val="C00000"/>
                </a:solidFill>
              </a:rPr>
              <a:t>．配置</a:t>
            </a:r>
            <a:r>
              <a:rPr lang="en-US" altLang="zh-CN" b="1" dirty="0" err="1">
                <a:solidFill>
                  <a:srgbClr val="C00000"/>
                </a:solidFill>
              </a:rPr>
              <a:t>PWM</a:t>
            </a:r>
            <a:r>
              <a:rPr lang="zh-CN" altLang="en-US" b="1" dirty="0">
                <a:solidFill>
                  <a:srgbClr val="C00000"/>
                </a:solidFill>
              </a:rPr>
              <a:t>输出通道，开启</a:t>
            </a:r>
            <a:r>
              <a:rPr lang="en-US" altLang="zh-CN" b="1" dirty="0" err="1">
                <a:solidFill>
                  <a:srgbClr val="C00000"/>
                </a:solidFill>
              </a:rPr>
              <a:t>TIM3</a:t>
            </a:r>
            <a:r>
              <a:rPr lang="zh-CN" altLang="en-US" b="1" dirty="0">
                <a:solidFill>
                  <a:srgbClr val="C00000"/>
                </a:solidFill>
              </a:rPr>
              <a:t>时钟</a:t>
            </a:r>
          </a:p>
        </p:txBody>
      </p:sp>
      <p:grpSp>
        <p:nvGrpSpPr>
          <p:cNvPr id="10" name="Group 61"/>
          <p:cNvGrpSpPr/>
          <p:nvPr/>
        </p:nvGrpSpPr>
        <p:grpSpPr>
          <a:xfrm>
            <a:off x="1115616" y="3507854"/>
            <a:ext cx="1221203" cy="1075561"/>
            <a:chOff x="4958468" y="3328177"/>
            <a:chExt cx="2986020" cy="2997870"/>
          </a:xfrm>
          <a:solidFill>
            <a:schemeClr val="accent5">
              <a:lumMod val="20000"/>
              <a:lumOff val="80000"/>
            </a:schemeClr>
          </a:solidFill>
        </p:grpSpPr>
        <p:sp>
          <p:nvSpPr>
            <p:cNvPr id="11" name="Freeform 491"/>
            <p:cNvSpPr>
              <a:spLocks noEditPoints="1"/>
            </p:cNvSpPr>
            <p:nvPr/>
          </p:nvSpPr>
          <p:spPr bwMode="auto">
            <a:xfrm>
              <a:off x="4958468" y="3328177"/>
              <a:ext cx="2986020" cy="2997870"/>
            </a:xfrm>
            <a:custGeom>
              <a:avLst/>
              <a:gdLst>
                <a:gd name="T0" fmla="*/ 1407 w 1705"/>
                <a:gd name="T1" fmla="*/ 204 h 1712"/>
                <a:gd name="T2" fmla="*/ 1345 w 1705"/>
                <a:gd name="T3" fmla="*/ 201 h 1712"/>
                <a:gd name="T4" fmla="*/ 1229 w 1705"/>
                <a:gd name="T5" fmla="*/ 290 h 1712"/>
                <a:gd name="T6" fmla="*/ 1107 w 1705"/>
                <a:gd name="T7" fmla="*/ 310 h 1712"/>
                <a:gd name="T8" fmla="*/ 1012 w 1705"/>
                <a:gd name="T9" fmla="*/ 230 h 1712"/>
                <a:gd name="T10" fmla="*/ 986 w 1705"/>
                <a:gd name="T11" fmla="*/ 40 h 1712"/>
                <a:gd name="T12" fmla="*/ 946 w 1705"/>
                <a:gd name="T13" fmla="*/ 0 h 1712"/>
                <a:gd name="T14" fmla="*/ 777 w 1705"/>
                <a:gd name="T15" fmla="*/ 0 h 1712"/>
                <a:gd name="T16" fmla="*/ 728 w 1705"/>
                <a:gd name="T17" fmla="*/ 54 h 1712"/>
                <a:gd name="T18" fmla="*/ 702 w 1705"/>
                <a:gd name="T19" fmla="*/ 227 h 1712"/>
                <a:gd name="T20" fmla="*/ 628 w 1705"/>
                <a:gd name="T21" fmla="*/ 299 h 1712"/>
                <a:gd name="T22" fmla="*/ 537 w 1705"/>
                <a:gd name="T23" fmla="*/ 313 h 1712"/>
                <a:gd name="T24" fmla="*/ 365 w 1705"/>
                <a:gd name="T25" fmla="*/ 184 h 1712"/>
                <a:gd name="T26" fmla="*/ 312 w 1705"/>
                <a:gd name="T27" fmla="*/ 187 h 1712"/>
                <a:gd name="T28" fmla="*/ 193 w 1705"/>
                <a:gd name="T29" fmla="*/ 307 h 1712"/>
                <a:gd name="T30" fmla="*/ 193 w 1705"/>
                <a:gd name="T31" fmla="*/ 367 h 1712"/>
                <a:gd name="T32" fmla="*/ 314 w 1705"/>
                <a:gd name="T33" fmla="*/ 525 h 1712"/>
                <a:gd name="T34" fmla="*/ 304 w 1705"/>
                <a:gd name="T35" fmla="*/ 607 h 1712"/>
                <a:gd name="T36" fmla="*/ 241 w 1705"/>
                <a:gd name="T37" fmla="*/ 696 h 1712"/>
                <a:gd name="T38" fmla="*/ 46 w 1705"/>
                <a:gd name="T39" fmla="*/ 720 h 1712"/>
                <a:gd name="T40" fmla="*/ 4 w 1705"/>
                <a:gd name="T41" fmla="*/ 755 h 1712"/>
                <a:gd name="T42" fmla="*/ 0 w 1705"/>
                <a:gd name="T43" fmla="*/ 936 h 1712"/>
                <a:gd name="T44" fmla="*/ 51 w 1705"/>
                <a:gd name="T45" fmla="*/ 986 h 1712"/>
                <a:gd name="T46" fmla="*/ 217 w 1705"/>
                <a:gd name="T47" fmla="*/ 1012 h 1712"/>
                <a:gd name="T48" fmla="*/ 298 w 1705"/>
                <a:gd name="T49" fmla="*/ 1089 h 1712"/>
                <a:gd name="T50" fmla="*/ 300 w 1705"/>
                <a:gd name="T51" fmla="*/ 1189 h 1712"/>
                <a:gd name="T52" fmla="*/ 190 w 1705"/>
                <a:gd name="T53" fmla="*/ 1322 h 1712"/>
                <a:gd name="T54" fmla="*/ 194 w 1705"/>
                <a:gd name="T55" fmla="*/ 1407 h 1712"/>
                <a:gd name="T56" fmla="*/ 297 w 1705"/>
                <a:gd name="T57" fmla="*/ 1514 h 1712"/>
                <a:gd name="T58" fmla="*/ 372 w 1705"/>
                <a:gd name="T59" fmla="*/ 1515 h 1712"/>
                <a:gd name="T60" fmla="*/ 505 w 1705"/>
                <a:gd name="T61" fmla="*/ 1417 h 1712"/>
                <a:gd name="T62" fmla="*/ 623 w 1705"/>
                <a:gd name="T63" fmla="*/ 1421 h 1712"/>
                <a:gd name="T64" fmla="*/ 693 w 1705"/>
                <a:gd name="T65" fmla="*/ 1490 h 1712"/>
                <a:gd name="T66" fmla="*/ 716 w 1705"/>
                <a:gd name="T67" fmla="*/ 1655 h 1712"/>
                <a:gd name="T68" fmla="*/ 771 w 1705"/>
                <a:gd name="T69" fmla="*/ 1712 h 1712"/>
                <a:gd name="T70" fmla="*/ 922 w 1705"/>
                <a:gd name="T71" fmla="*/ 1712 h 1712"/>
                <a:gd name="T72" fmla="*/ 980 w 1705"/>
                <a:gd name="T73" fmla="*/ 1663 h 1712"/>
                <a:gd name="T74" fmla="*/ 1007 w 1705"/>
                <a:gd name="T75" fmla="*/ 1486 h 1712"/>
                <a:gd name="T76" fmla="*/ 1103 w 1705"/>
                <a:gd name="T77" fmla="*/ 1408 h 1712"/>
                <a:gd name="T78" fmla="*/ 1194 w 1705"/>
                <a:gd name="T79" fmla="*/ 1422 h 1712"/>
                <a:gd name="T80" fmla="*/ 1324 w 1705"/>
                <a:gd name="T81" fmla="*/ 1523 h 1712"/>
                <a:gd name="T82" fmla="*/ 1393 w 1705"/>
                <a:gd name="T83" fmla="*/ 1521 h 1712"/>
                <a:gd name="T84" fmla="*/ 1505 w 1705"/>
                <a:gd name="T85" fmla="*/ 1410 h 1712"/>
                <a:gd name="T86" fmla="*/ 1516 w 1705"/>
                <a:gd name="T87" fmla="*/ 1341 h 1712"/>
                <a:gd name="T88" fmla="*/ 1406 w 1705"/>
                <a:gd name="T89" fmla="*/ 1195 h 1712"/>
                <a:gd name="T90" fmla="*/ 1414 w 1705"/>
                <a:gd name="T91" fmla="*/ 1085 h 1712"/>
                <a:gd name="T92" fmla="*/ 1501 w 1705"/>
                <a:gd name="T93" fmla="*/ 1012 h 1712"/>
                <a:gd name="T94" fmla="*/ 1649 w 1705"/>
                <a:gd name="T95" fmla="*/ 995 h 1712"/>
                <a:gd name="T96" fmla="*/ 1701 w 1705"/>
                <a:gd name="T97" fmla="*/ 954 h 1712"/>
                <a:gd name="T98" fmla="*/ 1705 w 1705"/>
                <a:gd name="T99" fmla="*/ 778 h 1712"/>
                <a:gd name="T100" fmla="*/ 1662 w 1705"/>
                <a:gd name="T101" fmla="*/ 732 h 1712"/>
                <a:gd name="T102" fmla="*/ 1455 w 1705"/>
                <a:gd name="T103" fmla="*/ 692 h 1712"/>
                <a:gd name="T104" fmla="*/ 1404 w 1705"/>
                <a:gd name="T105" fmla="*/ 608 h 1712"/>
                <a:gd name="T106" fmla="*/ 1412 w 1705"/>
                <a:gd name="T107" fmla="*/ 517 h 1712"/>
                <a:gd name="T108" fmla="*/ 1504 w 1705"/>
                <a:gd name="T109" fmla="*/ 396 h 1712"/>
                <a:gd name="T110" fmla="*/ 1521 w 1705"/>
                <a:gd name="T111" fmla="*/ 332 h 1712"/>
                <a:gd name="T112" fmla="*/ 1407 w 1705"/>
                <a:gd name="T113" fmla="*/ 204 h 1712"/>
                <a:gd name="T114" fmla="*/ 996 w 1705"/>
                <a:gd name="T115" fmla="*/ 1003 h 1712"/>
                <a:gd name="T116" fmla="*/ 703 w 1705"/>
                <a:gd name="T117" fmla="*/ 1002 h 1712"/>
                <a:gd name="T118" fmla="*/ 705 w 1705"/>
                <a:gd name="T119" fmla="*/ 710 h 1712"/>
                <a:gd name="T120" fmla="*/ 997 w 1705"/>
                <a:gd name="T121" fmla="*/ 711 h 1712"/>
                <a:gd name="T122" fmla="*/ 996 w 1705"/>
                <a:gd name="T123" fmla="*/ 1003 h 1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5" h="1712">
                  <a:moveTo>
                    <a:pt x="1407" y="204"/>
                  </a:moveTo>
                  <a:cubicBezTo>
                    <a:pt x="1376" y="174"/>
                    <a:pt x="1345" y="201"/>
                    <a:pt x="1345" y="201"/>
                  </a:cubicBezTo>
                  <a:cubicBezTo>
                    <a:pt x="1345" y="201"/>
                    <a:pt x="1289" y="241"/>
                    <a:pt x="1229" y="290"/>
                  </a:cubicBezTo>
                  <a:cubicBezTo>
                    <a:pt x="1169" y="338"/>
                    <a:pt x="1107" y="310"/>
                    <a:pt x="1107" y="310"/>
                  </a:cubicBezTo>
                  <a:cubicBezTo>
                    <a:pt x="1015" y="289"/>
                    <a:pt x="1012" y="230"/>
                    <a:pt x="1012" y="230"/>
                  </a:cubicBezTo>
                  <a:cubicBezTo>
                    <a:pt x="986" y="40"/>
                    <a:pt x="986" y="40"/>
                    <a:pt x="986" y="40"/>
                  </a:cubicBezTo>
                  <a:cubicBezTo>
                    <a:pt x="980" y="1"/>
                    <a:pt x="946" y="0"/>
                    <a:pt x="946" y="0"/>
                  </a:cubicBezTo>
                  <a:cubicBezTo>
                    <a:pt x="777" y="0"/>
                    <a:pt x="777" y="0"/>
                    <a:pt x="777" y="0"/>
                  </a:cubicBezTo>
                  <a:cubicBezTo>
                    <a:pt x="730" y="2"/>
                    <a:pt x="728" y="54"/>
                    <a:pt x="728" y="54"/>
                  </a:cubicBezTo>
                  <a:cubicBezTo>
                    <a:pt x="702" y="227"/>
                    <a:pt x="702" y="227"/>
                    <a:pt x="702" y="227"/>
                  </a:cubicBezTo>
                  <a:cubicBezTo>
                    <a:pt x="696" y="258"/>
                    <a:pt x="628" y="299"/>
                    <a:pt x="628" y="299"/>
                  </a:cubicBezTo>
                  <a:cubicBezTo>
                    <a:pt x="589" y="322"/>
                    <a:pt x="537" y="313"/>
                    <a:pt x="537" y="313"/>
                  </a:cubicBezTo>
                  <a:cubicBezTo>
                    <a:pt x="365" y="184"/>
                    <a:pt x="365" y="184"/>
                    <a:pt x="365" y="184"/>
                  </a:cubicBezTo>
                  <a:cubicBezTo>
                    <a:pt x="342" y="166"/>
                    <a:pt x="312" y="187"/>
                    <a:pt x="312" y="187"/>
                  </a:cubicBezTo>
                  <a:cubicBezTo>
                    <a:pt x="193" y="307"/>
                    <a:pt x="193" y="307"/>
                    <a:pt x="193" y="307"/>
                  </a:cubicBezTo>
                  <a:cubicBezTo>
                    <a:pt x="165" y="336"/>
                    <a:pt x="193" y="367"/>
                    <a:pt x="193" y="367"/>
                  </a:cubicBezTo>
                  <a:cubicBezTo>
                    <a:pt x="199" y="374"/>
                    <a:pt x="314" y="525"/>
                    <a:pt x="314" y="525"/>
                  </a:cubicBezTo>
                  <a:cubicBezTo>
                    <a:pt x="322" y="545"/>
                    <a:pt x="304" y="607"/>
                    <a:pt x="304" y="607"/>
                  </a:cubicBezTo>
                  <a:cubicBezTo>
                    <a:pt x="292" y="669"/>
                    <a:pt x="241" y="696"/>
                    <a:pt x="241" y="696"/>
                  </a:cubicBezTo>
                  <a:cubicBezTo>
                    <a:pt x="46" y="720"/>
                    <a:pt x="46" y="720"/>
                    <a:pt x="46" y="720"/>
                  </a:cubicBezTo>
                  <a:cubicBezTo>
                    <a:pt x="16" y="720"/>
                    <a:pt x="4" y="755"/>
                    <a:pt x="4" y="755"/>
                  </a:cubicBezTo>
                  <a:cubicBezTo>
                    <a:pt x="0" y="936"/>
                    <a:pt x="0" y="936"/>
                    <a:pt x="0" y="936"/>
                  </a:cubicBezTo>
                  <a:cubicBezTo>
                    <a:pt x="2" y="977"/>
                    <a:pt x="51" y="986"/>
                    <a:pt x="51" y="986"/>
                  </a:cubicBezTo>
                  <a:cubicBezTo>
                    <a:pt x="217" y="1012"/>
                    <a:pt x="217" y="1012"/>
                    <a:pt x="217" y="1012"/>
                  </a:cubicBezTo>
                  <a:cubicBezTo>
                    <a:pt x="268" y="1014"/>
                    <a:pt x="298" y="1089"/>
                    <a:pt x="298" y="1089"/>
                  </a:cubicBezTo>
                  <a:cubicBezTo>
                    <a:pt x="321" y="1136"/>
                    <a:pt x="300" y="1189"/>
                    <a:pt x="300" y="1189"/>
                  </a:cubicBezTo>
                  <a:cubicBezTo>
                    <a:pt x="190" y="1322"/>
                    <a:pt x="190" y="1322"/>
                    <a:pt x="190" y="1322"/>
                  </a:cubicBezTo>
                  <a:cubicBezTo>
                    <a:pt x="152" y="1368"/>
                    <a:pt x="194" y="1407"/>
                    <a:pt x="194" y="1407"/>
                  </a:cubicBezTo>
                  <a:cubicBezTo>
                    <a:pt x="297" y="1514"/>
                    <a:pt x="297" y="1514"/>
                    <a:pt x="297" y="1514"/>
                  </a:cubicBezTo>
                  <a:cubicBezTo>
                    <a:pt x="335" y="1550"/>
                    <a:pt x="372" y="1515"/>
                    <a:pt x="372" y="1515"/>
                  </a:cubicBezTo>
                  <a:cubicBezTo>
                    <a:pt x="505" y="1417"/>
                    <a:pt x="505" y="1417"/>
                    <a:pt x="505" y="1417"/>
                  </a:cubicBezTo>
                  <a:cubicBezTo>
                    <a:pt x="551" y="1380"/>
                    <a:pt x="623" y="1421"/>
                    <a:pt x="623" y="1421"/>
                  </a:cubicBezTo>
                  <a:cubicBezTo>
                    <a:pt x="691" y="1446"/>
                    <a:pt x="693" y="1490"/>
                    <a:pt x="693" y="1490"/>
                  </a:cubicBezTo>
                  <a:cubicBezTo>
                    <a:pt x="716" y="1655"/>
                    <a:pt x="716" y="1655"/>
                    <a:pt x="716" y="1655"/>
                  </a:cubicBezTo>
                  <a:cubicBezTo>
                    <a:pt x="718" y="1709"/>
                    <a:pt x="771" y="1712"/>
                    <a:pt x="771" y="1712"/>
                  </a:cubicBezTo>
                  <a:cubicBezTo>
                    <a:pt x="922" y="1712"/>
                    <a:pt x="922" y="1712"/>
                    <a:pt x="922" y="1712"/>
                  </a:cubicBezTo>
                  <a:cubicBezTo>
                    <a:pt x="981" y="1703"/>
                    <a:pt x="980" y="1663"/>
                    <a:pt x="980" y="1663"/>
                  </a:cubicBezTo>
                  <a:cubicBezTo>
                    <a:pt x="1007" y="1486"/>
                    <a:pt x="1007" y="1486"/>
                    <a:pt x="1007" y="1486"/>
                  </a:cubicBezTo>
                  <a:cubicBezTo>
                    <a:pt x="1016" y="1422"/>
                    <a:pt x="1103" y="1408"/>
                    <a:pt x="1103" y="1408"/>
                  </a:cubicBezTo>
                  <a:cubicBezTo>
                    <a:pt x="1163" y="1387"/>
                    <a:pt x="1194" y="1422"/>
                    <a:pt x="1194" y="1422"/>
                  </a:cubicBezTo>
                  <a:cubicBezTo>
                    <a:pt x="1324" y="1523"/>
                    <a:pt x="1324" y="1523"/>
                    <a:pt x="1324" y="1523"/>
                  </a:cubicBezTo>
                  <a:cubicBezTo>
                    <a:pt x="1353" y="1549"/>
                    <a:pt x="1393" y="1521"/>
                    <a:pt x="1393" y="1521"/>
                  </a:cubicBezTo>
                  <a:cubicBezTo>
                    <a:pt x="1505" y="1410"/>
                    <a:pt x="1505" y="1410"/>
                    <a:pt x="1505" y="1410"/>
                  </a:cubicBezTo>
                  <a:cubicBezTo>
                    <a:pt x="1546" y="1372"/>
                    <a:pt x="1516" y="1341"/>
                    <a:pt x="1516" y="1341"/>
                  </a:cubicBezTo>
                  <a:cubicBezTo>
                    <a:pt x="1406" y="1195"/>
                    <a:pt x="1406" y="1195"/>
                    <a:pt x="1406" y="1195"/>
                  </a:cubicBezTo>
                  <a:cubicBezTo>
                    <a:pt x="1378" y="1154"/>
                    <a:pt x="1414" y="1085"/>
                    <a:pt x="1414" y="1085"/>
                  </a:cubicBezTo>
                  <a:cubicBezTo>
                    <a:pt x="1439" y="1013"/>
                    <a:pt x="1501" y="1012"/>
                    <a:pt x="1501" y="1012"/>
                  </a:cubicBezTo>
                  <a:cubicBezTo>
                    <a:pt x="1649" y="995"/>
                    <a:pt x="1649" y="995"/>
                    <a:pt x="1649" y="995"/>
                  </a:cubicBezTo>
                  <a:cubicBezTo>
                    <a:pt x="1688" y="998"/>
                    <a:pt x="1701" y="954"/>
                    <a:pt x="1701" y="954"/>
                  </a:cubicBezTo>
                  <a:cubicBezTo>
                    <a:pt x="1705" y="778"/>
                    <a:pt x="1705" y="778"/>
                    <a:pt x="1705" y="778"/>
                  </a:cubicBezTo>
                  <a:cubicBezTo>
                    <a:pt x="1700" y="733"/>
                    <a:pt x="1662" y="732"/>
                    <a:pt x="1662" y="732"/>
                  </a:cubicBezTo>
                  <a:cubicBezTo>
                    <a:pt x="1455" y="692"/>
                    <a:pt x="1455" y="692"/>
                    <a:pt x="1455" y="692"/>
                  </a:cubicBezTo>
                  <a:cubicBezTo>
                    <a:pt x="1420" y="683"/>
                    <a:pt x="1404" y="608"/>
                    <a:pt x="1404" y="608"/>
                  </a:cubicBezTo>
                  <a:cubicBezTo>
                    <a:pt x="1384" y="551"/>
                    <a:pt x="1412" y="517"/>
                    <a:pt x="1412" y="517"/>
                  </a:cubicBezTo>
                  <a:cubicBezTo>
                    <a:pt x="1504" y="396"/>
                    <a:pt x="1504" y="396"/>
                    <a:pt x="1504" y="396"/>
                  </a:cubicBezTo>
                  <a:cubicBezTo>
                    <a:pt x="1544" y="354"/>
                    <a:pt x="1521" y="332"/>
                    <a:pt x="1521" y="332"/>
                  </a:cubicBezTo>
                  <a:cubicBezTo>
                    <a:pt x="1521" y="332"/>
                    <a:pt x="1438" y="234"/>
                    <a:pt x="1407" y="204"/>
                  </a:cubicBezTo>
                  <a:close/>
                  <a:moveTo>
                    <a:pt x="996" y="1003"/>
                  </a:moveTo>
                  <a:cubicBezTo>
                    <a:pt x="915" y="1084"/>
                    <a:pt x="784" y="1083"/>
                    <a:pt x="703" y="1002"/>
                  </a:cubicBezTo>
                  <a:cubicBezTo>
                    <a:pt x="623" y="921"/>
                    <a:pt x="624" y="790"/>
                    <a:pt x="705" y="710"/>
                  </a:cubicBezTo>
                  <a:cubicBezTo>
                    <a:pt x="786" y="629"/>
                    <a:pt x="917" y="630"/>
                    <a:pt x="997" y="711"/>
                  </a:cubicBezTo>
                  <a:cubicBezTo>
                    <a:pt x="1077" y="792"/>
                    <a:pt x="1077" y="923"/>
                    <a:pt x="996" y="1003"/>
                  </a:cubicBezTo>
                  <a:close/>
                </a:path>
              </a:pathLst>
            </a:custGeom>
            <a:grpFill/>
            <a:ln>
              <a:noFill/>
            </a:ln>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Freeform 495"/>
            <p:cNvSpPr>
              <a:spLocks/>
            </p:cNvSpPr>
            <p:nvPr/>
          </p:nvSpPr>
          <p:spPr bwMode="auto">
            <a:xfrm>
              <a:off x="5791621" y="5558806"/>
              <a:ext cx="124417" cy="14071"/>
            </a:xfrm>
            <a:custGeom>
              <a:avLst/>
              <a:gdLst>
                <a:gd name="T0" fmla="*/ 68 w 71"/>
                <a:gd name="T1" fmla="*/ 0 h 8"/>
                <a:gd name="T2" fmla="*/ 2 w 71"/>
                <a:gd name="T3" fmla="*/ 0 h 8"/>
                <a:gd name="T4" fmla="*/ 0 w 71"/>
                <a:gd name="T5" fmla="*/ 4 h 8"/>
                <a:gd name="T6" fmla="*/ 4 w 71"/>
                <a:gd name="T7" fmla="*/ 7 h 8"/>
                <a:gd name="T8" fmla="*/ 8 w 71"/>
                <a:gd name="T9" fmla="*/ 7 h 8"/>
                <a:gd name="T10" fmla="*/ 8 w 71"/>
                <a:gd name="T11" fmla="*/ 7 h 8"/>
                <a:gd name="T12" fmla="*/ 62 w 71"/>
                <a:gd name="T13" fmla="*/ 7 h 8"/>
                <a:gd name="T14" fmla="*/ 68 w 71"/>
                <a:gd name="T15" fmla="*/ 7 h 8"/>
                <a:gd name="T16" fmla="*/ 71 w 71"/>
                <a:gd name="T17" fmla="*/ 4 h 8"/>
                <a:gd name="T18" fmla="*/ 68 w 71"/>
                <a:gd name="T19"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 h="8">
                  <a:moveTo>
                    <a:pt x="68" y="0"/>
                  </a:moveTo>
                  <a:cubicBezTo>
                    <a:pt x="2" y="0"/>
                    <a:pt x="2" y="0"/>
                    <a:pt x="2" y="0"/>
                  </a:cubicBezTo>
                  <a:cubicBezTo>
                    <a:pt x="2" y="0"/>
                    <a:pt x="0" y="0"/>
                    <a:pt x="0" y="4"/>
                  </a:cubicBezTo>
                  <a:cubicBezTo>
                    <a:pt x="0" y="8"/>
                    <a:pt x="4" y="7"/>
                    <a:pt x="4" y="7"/>
                  </a:cubicBezTo>
                  <a:cubicBezTo>
                    <a:pt x="8" y="7"/>
                    <a:pt x="8" y="7"/>
                    <a:pt x="8" y="7"/>
                  </a:cubicBezTo>
                  <a:cubicBezTo>
                    <a:pt x="8" y="7"/>
                    <a:pt x="8" y="7"/>
                    <a:pt x="8" y="7"/>
                  </a:cubicBezTo>
                  <a:cubicBezTo>
                    <a:pt x="62" y="7"/>
                    <a:pt x="62" y="7"/>
                    <a:pt x="62" y="7"/>
                  </a:cubicBezTo>
                  <a:cubicBezTo>
                    <a:pt x="68" y="7"/>
                    <a:pt x="68" y="7"/>
                    <a:pt x="68" y="7"/>
                  </a:cubicBezTo>
                  <a:cubicBezTo>
                    <a:pt x="68" y="7"/>
                    <a:pt x="71" y="6"/>
                    <a:pt x="71" y="4"/>
                  </a:cubicBezTo>
                  <a:cubicBezTo>
                    <a:pt x="71" y="1"/>
                    <a:pt x="68" y="0"/>
                    <a:pt x="6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Freeform 496"/>
            <p:cNvSpPr>
              <a:spLocks/>
            </p:cNvSpPr>
            <p:nvPr/>
          </p:nvSpPr>
          <p:spPr bwMode="auto">
            <a:xfrm>
              <a:off x="5784956" y="5539550"/>
              <a:ext cx="136267" cy="14071"/>
            </a:xfrm>
            <a:custGeom>
              <a:avLst/>
              <a:gdLst>
                <a:gd name="T0" fmla="*/ 75 w 78"/>
                <a:gd name="T1" fmla="*/ 0 h 8"/>
                <a:gd name="T2" fmla="*/ 3 w 78"/>
                <a:gd name="T3" fmla="*/ 0 h 8"/>
                <a:gd name="T4" fmla="*/ 0 w 78"/>
                <a:gd name="T5" fmla="*/ 4 h 8"/>
                <a:gd name="T6" fmla="*/ 6 w 78"/>
                <a:gd name="T7" fmla="*/ 7 h 8"/>
                <a:gd name="T8" fmla="*/ 72 w 78"/>
                <a:gd name="T9" fmla="*/ 7 h 8"/>
                <a:gd name="T10" fmla="*/ 75 w 78"/>
                <a:gd name="T11" fmla="*/ 7 h 8"/>
                <a:gd name="T12" fmla="*/ 78 w 78"/>
                <a:gd name="T13" fmla="*/ 3 h 8"/>
                <a:gd name="T14" fmla="*/ 75 w 7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8">
                  <a:moveTo>
                    <a:pt x="75" y="0"/>
                  </a:moveTo>
                  <a:cubicBezTo>
                    <a:pt x="3" y="0"/>
                    <a:pt x="3" y="0"/>
                    <a:pt x="3" y="0"/>
                  </a:cubicBezTo>
                  <a:cubicBezTo>
                    <a:pt x="3" y="0"/>
                    <a:pt x="0" y="0"/>
                    <a:pt x="0" y="4"/>
                  </a:cubicBezTo>
                  <a:cubicBezTo>
                    <a:pt x="0" y="8"/>
                    <a:pt x="6" y="7"/>
                    <a:pt x="6" y="7"/>
                  </a:cubicBezTo>
                  <a:cubicBezTo>
                    <a:pt x="72" y="7"/>
                    <a:pt x="72" y="7"/>
                    <a:pt x="72" y="7"/>
                  </a:cubicBezTo>
                  <a:cubicBezTo>
                    <a:pt x="75" y="7"/>
                    <a:pt x="75" y="7"/>
                    <a:pt x="75" y="7"/>
                  </a:cubicBezTo>
                  <a:cubicBezTo>
                    <a:pt x="75" y="7"/>
                    <a:pt x="78" y="7"/>
                    <a:pt x="78" y="3"/>
                  </a:cubicBezTo>
                  <a:cubicBezTo>
                    <a:pt x="78" y="0"/>
                    <a:pt x="75" y="0"/>
                    <a:pt x="7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497"/>
            <p:cNvSpPr>
              <a:spLocks/>
            </p:cNvSpPr>
            <p:nvPr/>
          </p:nvSpPr>
          <p:spPr bwMode="auto">
            <a:xfrm>
              <a:off x="5784956" y="5501040"/>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498"/>
            <p:cNvSpPr>
              <a:spLocks/>
            </p:cNvSpPr>
            <p:nvPr/>
          </p:nvSpPr>
          <p:spPr bwMode="auto">
            <a:xfrm>
              <a:off x="5784956" y="5520295"/>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Freeform 499"/>
            <p:cNvSpPr>
              <a:spLocks noEditPoints="1"/>
            </p:cNvSpPr>
            <p:nvPr/>
          </p:nvSpPr>
          <p:spPr bwMode="auto">
            <a:xfrm>
              <a:off x="5690161" y="5090018"/>
              <a:ext cx="324374" cy="402135"/>
            </a:xfrm>
            <a:custGeom>
              <a:avLst/>
              <a:gdLst>
                <a:gd name="T0" fmla="*/ 94 w 185"/>
                <a:gd name="T1" fmla="*/ 0 h 230"/>
                <a:gd name="T2" fmla="*/ 87 w 185"/>
                <a:gd name="T3" fmla="*/ 0 h 230"/>
                <a:gd name="T4" fmla="*/ 8 w 185"/>
                <a:gd name="T5" fmla="*/ 51 h 230"/>
                <a:gd name="T6" fmla="*/ 0 w 185"/>
                <a:gd name="T7" fmla="*/ 92 h 230"/>
                <a:gd name="T8" fmla="*/ 9 w 185"/>
                <a:gd name="T9" fmla="*/ 133 h 230"/>
                <a:gd name="T10" fmla="*/ 25 w 185"/>
                <a:gd name="T11" fmla="*/ 163 h 230"/>
                <a:gd name="T12" fmla="*/ 40 w 185"/>
                <a:gd name="T13" fmla="*/ 193 h 230"/>
                <a:gd name="T14" fmla="*/ 43 w 185"/>
                <a:gd name="T15" fmla="*/ 213 h 230"/>
                <a:gd name="T16" fmla="*/ 55 w 185"/>
                <a:gd name="T17" fmla="*/ 230 h 230"/>
                <a:gd name="T18" fmla="*/ 134 w 185"/>
                <a:gd name="T19" fmla="*/ 229 h 230"/>
                <a:gd name="T20" fmla="*/ 145 w 185"/>
                <a:gd name="T21" fmla="*/ 193 h 230"/>
                <a:gd name="T22" fmla="*/ 160 w 185"/>
                <a:gd name="T23" fmla="*/ 163 h 230"/>
                <a:gd name="T24" fmla="*/ 185 w 185"/>
                <a:gd name="T25" fmla="*/ 92 h 230"/>
                <a:gd name="T26" fmla="*/ 185 w 185"/>
                <a:gd name="T27" fmla="*/ 89 h 230"/>
                <a:gd name="T28" fmla="*/ 176 w 185"/>
                <a:gd name="T29" fmla="*/ 92 h 230"/>
                <a:gd name="T30" fmla="*/ 152 w 185"/>
                <a:gd name="T31" fmla="*/ 158 h 230"/>
                <a:gd name="T32" fmla="*/ 148 w 185"/>
                <a:gd name="T33" fmla="*/ 164 h 230"/>
                <a:gd name="T34" fmla="*/ 148 w 185"/>
                <a:gd name="T35" fmla="*/ 141 h 230"/>
                <a:gd name="T36" fmla="*/ 141 w 185"/>
                <a:gd name="T37" fmla="*/ 122 h 230"/>
                <a:gd name="T38" fmla="*/ 107 w 185"/>
                <a:gd name="T39" fmla="*/ 101 h 230"/>
                <a:gd name="T40" fmla="*/ 101 w 185"/>
                <a:gd name="T41" fmla="*/ 137 h 230"/>
                <a:gd name="T42" fmla="*/ 97 w 185"/>
                <a:gd name="T43" fmla="*/ 117 h 230"/>
                <a:gd name="T44" fmla="*/ 89 w 185"/>
                <a:gd name="T45" fmla="*/ 126 h 230"/>
                <a:gd name="T46" fmla="*/ 85 w 185"/>
                <a:gd name="T47" fmla="*/ 141 h 230"/>
                <a:gd name="T48" fmla="*/ 80 w 185"/>
                <a:gd name="T49" fmla="*/ 101 h 230"/>
                <a:gd name="T50" fmla="*/ 93 w 185"/>
                <a:gd name="T51" fmla="*/ 113 h 230"/>
                <a:gd name="T52" fmla="*/ 107 w 185"/>
                <a:gd name="T53" fmla="*/ 101 h 230"/>
                <a:gd name="T54" fmla="*/ 110 w 185"/>
                <a:gd name="T55" fmla="*/ 85 h 230"/>
                <a:gd name="T56" fmla="*/ 90 w 185"/>
                <a:gd name="T57" fmla="*/ 44 h 230"/>
                <a:gd name="T58" fmla="*/ 77 w 185"/>
                <a:gd name="T59" fmla="*/ 83 h 230"/>
                <a:gd name="T60" fmla="*/ 80 w 185"/>
                <a:gd name="T61" fmla="*/ 99 h 230"/>
                <a:gd name="T62" fmla="*/ 47 w 185"/>
                <a:gd name="T63" fmla="*/ 119 h 230"/>
                <a:gd name="T64" fmla="*/ 38 w 185"/>
                <a:gd name="T65" fmla="*/ 141 h 230"/>
                <a:gd name="T66" fmla="*/ 36 w 185"/>
                <a:gd name="T67" fmla="*/ 159 h 230"/>
                <a:gd name="T68" fmla="*/ 33 w 185"/>
                <a:gd name="T69" fmla="*/ 159 h 230"/>
                <a:gd name="T70" fmla="*/ 17 w 185"/>
                <a:gd name="T71" fmla="*/ 129 h 230"/>
                <a:gd name="T72" fmla="*/ 9 w 185"/>
                <a:gd name="T73" fmla="*/ 87 h 230"/>
                <a:gd name="T74" fmla="*/ 33 w 185"/>
                <a:gd name="T75" fmla="*/ 33 h 230"/>
                <a:gd name="T76" fmla="*/ 93 w 185"/>
                <a:gd name="T77" fmla="*/ 9 h 230"/>
                <a:gd name="T78" fmla="*/ 176 w 185"/>
                <a:gd name="T79" fmla="*/ 9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5" h="230">
                  <a:moveTo>
                    <a:pt x="158" y="26"/>
                  </a:moveTo>
                  <a:cubicBezTo>
                    <a:pt x="142" y="10"/>
                    <a:pt x="120" y="1"/>
                    <a:pt x="94" y="0"/>
                  </a:cubicBezTo>
                  <a:cubicBezTo>
                    <a:pt x="94" y="0"/>
                    <a:pt x="94" y="0"/>
                    <a:pt x="93" y="0"/>
                  </a:cubicBezTo>
                  <a:cubicBezTo>
                    <a:pt x="87" y="0"/>
                    <a:pt x="87" y="0"/>
                    <a:pt x="87" y="0"/>
                  </a:cubicBezTo>
                  <a:cubicBezTo>
                    <a:pt x="63" y="0"/>
                    <a:pt x="44" y="9"/>
                    <a:pt x="27" y="26"/>
                  </a:cubicBezTo>
                  <a:cubicBezTo>
                    <a:pt x="20" y="33"/>
                    <a:pt x="13" y="40"/>
                    <a:pt x="8" y="51"/>
                  </a:cubicBezTo>
                  <a:cubicBezTo>
                    <a:pt x="3" y="62"/>
                    <a:pt x="0" y="74"/>
                    <a:pt x="0" y="87"/>
                  </a:cubicBezTo>
                  <a:cubicBezTo>
                    <a:pt x="0" y="92"/>
                    <a:pt x="0" y="92"/>
                    <a:pt x="0" y="92"/>
                  </a:cubicBezTo>
                  <a:cubicBezTo>
                    <a:pt x="0" y="93"/>
                    <a:pt x="0" y="93"/>
                    <a:pt x="0" y="93"/>
                  </a:cubicBezTo>
                  <a:cubicBezTo>
                    <a:pt x="1" y="109"/>
                    <a:pt x="4" y="122"/>
                    <a:pt x="9" y="133"/>
                  </a:cubicBezTo>
                  <a:cubicBezTo>
                    <a:pt x="13" y="142"/>
                    <a:pt x="18" y="151"/>
                    <a:pt x="23" y="160"/>
                  </a:cubicBezTo>
                  <a:cubicBezTo>
                    <a:pt x="25" y="163"/>
                    <a:pt x="25" y="163"/>
                    <a:pt x="25" y="163"/>
                  </a:cubicBezTo>
                  <a:cubicBezTo>
                    <a:pt x="26" y="165"/>
                    <a:pt x="27" y="167"/>
                    <a:pt x="28" y="169"/>
                  </a:cubicBezTo>
                  <a:cubicBezTo>
                    <a:pt x="33" y="177"/>
                    <a:pt x="37" y="184"/>
                    <a:pt x="40" y="193"/>
                  </a:cubicBezTo>
                  <a:cubicBezTo>
                    <a:pt x="41" y="197"/>
                    <a:pt x="41" y="201"/>
                    <a:pt x="42" y="205"/>
                  </a:cubicBezTo>
                  <a:cubicBezTo>
                    <a:pt x="42" y="208"/>
                    <a:pt x="42" y="210"/>
                    <a:pt x="43" y="213"/>
                  </a:cubicBezTo>
                  <a:cubicBezTo>
                    <a:pt x="44" y="220"/>
                    <a:pt x="49" y="225"/>
                    <a:pt x="52" y="229"/>
                  </a:cubicBezTo>
                  <a:cubicBezTo>
                    <a:pt x="53" y="230"/>
                    <a:pt x="54" y="230"/>
                    <a:pt x="55" y="230"/>
                  </a:cubicBezTo>
                  <a:cubicBezTo>
                    <a:pt x="130" y="230"/>
                    <a:pt x="130" y="230"/>
                    <a:pt x="130" y="230"/>
                  </a:cubicBezTo>
                  <a:cubicBezTo>
                    <a:pt x="132" y="230"/>
                    <a:pt x="133" y="230"/>
                    <a:pt x="134" y="229"/>
                  </a:cubicBezTo>
                  <a:cubicBezTo>
                    <a:pt x="140" y="223"/>
                    <a:pt x="141" y="214"/>
                    <a:pt x="142" y="205"/>
                  </a:cubicBezTo>
                  <a:cubicBezTo>
                    <a:pt x="143" y="201"/>
                    <a:pt x="144" y="197"/>
                    <a:pt x="145" y="193"/>
                  </a:cubicBezTo>
                  <a:cubicBezTo>
                    <a:pt x="148" y="185"/>
                    <a:pt x="152" y="176"/>
                    <a:pt x="156" y="168"/>
                  </a:cubicBezTo>
                  <a:cubicBezTo>
                    <a:pt x="158" y="166"/>
                    <a:pt x="159" y="164"/>
                    <a:pt x="160" y="163"/>
                  </a:cubicBezTo>
                  <a:cubicBezTo>
                    <a:pt x="161" y="160"/>
                    <a:pt x="162" y="157"/>
                    <a:pt x="164" y="155"/>
                  </a:cubicBezTo>
                  <a:cubicBezTo>
                    <a:pt x="173" y="137"/>
                    <a:pt x="184" y="119"/>
                    <a:pt x="185" y="92"/>
                  </a:cubicBezTo>
                  <a:cubicBezTo>
                    <a:pt x="185" y="92"/>
                    <a:pt x="185" y="92"/>
                    <a:pt x="185" y="92"/>
                  </a:cubicBezTo>
                  <a:cubicBezTo>
                    <a:pt x="185" y="89"/>
                    <a:pt x="185" y="89"/>
                    <a:pt x="185" y="89"/>
                  </a:cubicBezTo>
                  <a:cubicBezTo>
                    <a:pt x="184" y="64"/>
                    <a:pt x="175" y="43"/>
                    <a:pt x="158" y="26"/>
                  </a:cubicBezTo>
                  <a:close/>
                  <a:moveTo>
                    <a:pt x="176" y="92"/>
                  </a:moveTo>
                  <a:cubicBezTo>
                    <a:pt x="174" y="116"/>
                    <a:pt x="165" y="133"/>
                    <a:pt x="156" y="150"/>
                  </a:cubicBezTo>
                  <a:cubicBezTo>
                    <a:pt x="154" y="153"/>
                    <a:pt x="153" y="156"/>
                    <a:pt x="152" y="158"/>
                  </a:cubicBezTo>
                  <a:cubicBezTo>
                    <a:pt x="151" y="160"/>
                    <a:pt x="149" y="162"/>
                    <a:pt x="148" y="164"/>
                  </a:cubicBezTo>
                  <a:cubicBezTo>
                    <a:pt x="148" y="164"/>
                    <a:pt x="148" y="164"/>
                    <a:pt x="148" y="164"/>
                  </a:cubicBezTo>
                  <a:cubicBezTo>
                    <a:pt x="148" y="161"/>
                    <a:pt x="148" y="159"/>
                    <a:pt x="149" y="154"/>
                  </a:cubicBezTo>
                  <a:cubicBezTo>
                    <a:pt x="150" y="148"/>
                    <a:pt x="148" y="144"/>
                    <a:pt x="148" y="141"/>
                  </a:cubicBezTo>
                  <a:cubicBezTo>
                    <a:pt x="147" y="137"/>
                    <a:pt x="145" y="129"/>
                    <a:pt x="145" y="129"/>
                  </a:cubicBezTo>
                  <a:cubicBezTo>
                    <a:pt x="145" y="120"/>
                    <a:pt x="141" y="122"/>
                    <a:pt x="141" y="122"/>
                  </a:cubicBezTo>
                  <a:cubicBezTo>
                    <a:pt x="139" y="118"/>
                    <a:pt x="117" y="110"/>
                    <a:pt x="117" y="110"/>
                  </a:cubicBezTo>
                  <a:cubicBezTo>
                    <a:pt x="107" y="101"/>
                    <a:pt x="107" y="101"/>
                    <a:pt x="107" y="101"/>
                  </a:cubicBezTo>
                  <a:cubicBezTo>
                    <a:pt x="109" y="103"/>
                    <a:pt x="109" y="103"/>
                    <a:pt x="109" y="103"/>
                  </a:cubicBezTo>
                  <a:cubicBezTo>
                    <a:pt x="109" y="111"/>
                    <a:pt x="101" y="137"/>
                    <a:pt x="101" y="137"/>
                  </a:cubicBezTo>
                  <a:cubicBezTo>
                    <a:pt x="102" y="134"/>
                    <a:pt x="96" y="124"/>
                    <a:pt x="96" y="124"/>
                  </a:cubicBezTo>
                  <a:cubicBezTo>
                    <a:pt x="95" y="123"/>
                    <a:pt x="97" y="117"/>
                    <a:pt x="97" y="117"/>
                  </a:cubicBezTo>
                  <a:cubicBezTo>
                    <a:pt x="90" y="109"/>
                    <a:pt x="86" y="118"/>
                    <a:pt x="86" y="118"/>
                  </a:cubicBezTo>
                  <a:cubicBezTo>
                    <a:pt x="85" y="120"/>
                    <a:pt x="89" y="126"/>
                    <a:pt x="89" y="126"/>
                  </a:cubicBezTo>
                  <a:cubicBezTo>
                    <a:pt x="88" y="127"/>
                    <a:pt x="88" y="133"/>
                    <a:pt x="88" y="133"/>
                  </a:cubicBezTo>
                  <a:cubicBezTo>
                    <a:pt x="87" y="135"/>
                    <a:pt x="85" y="141"/>
                    <a:pt x="85" y="141"/>
                  </a:cubicBezTo>
                  <a:cubicBezTo>
                    <a:pt x="80" y="128"/>
                    <a:pt x="78" y="103"/>
                    <a:pt x="78" y="103"/>
                  </a:cubicBezTo>
                  <a:cubicBezTo>
                    <a:pt x="77" y="102"/>
                    <a:pt x="80" y="101"/>
                    <a:pt x="80" y="101"/>
                  </a:cubicBezTo>
                  <a:cubicBezTo>
                    <a:pt x="82" y="104"/>
                    <a:pt x="82" y="104"/>
                    <a:pt x="82" y="104"/>
                  </a:cubicBezTo>
                  <a:cubicBezTo>
                    <a:pt x="84" y="108"/>
                    <a:pt x="93" y="113"/>
                    <a:pt x="93" y="113"/>
                  </a:cubicBezTo>
                  <a:cubicBezTo>
                    <a:pt x="102" y="107"/>
                    <a:pt x="102" y="107"/>
                    <a:pt x="102" y="107"/>
                  </a:cubicBezTo>
                  <a:cubicBezTo>
                    <a:pt x="108" y="104"/>
                    <a:pt x="107" y="101"/>
                    <a:pt x="107" y="101"/>
                  </a:cubicBezTo>
                  <a:cubicBezTo>
                    <a:pt x="106" y="100"/>
                    <a:pt x="106" y="94"/>
                    <a:pt x="106" y="94"/>
                  </a:cubicBezTo>
                  <a:cubicBezTo>
                    <a:pt x="107" y="93"/>
                    <a:pt x="110" y="85"/>
                    <a:pt x="110" y="85"/>
                  </a:cubicBezTo>
                  <a:cubicBezTo>
                    <a:pt x="114" y="80"/>
                    <a:pt x="113" y="71"/>
                    <a:pt x="113" y="71"/>
                  </a:cubicBezTo>
                  <a:cubicBezTo>
                    <a:pt x="119" y="41"/>
                    <a:pt x="90" y="44"/>
                    <a:pt x="90" y="44"/>
                  </a:cubicBezTo>
                  <a:cubicBezTo>
                    <a:pt x="69" y="46"/>
                    <a:pt x="75" y="72"/>
                    <a:pt x="75" y="72"/>
                  </a:cubicBezTo>
                  <a:cubicBezTo>
                    <a:pt x="72" y="73"/>
                    <a:pt x="77" y="83"/>
                    <a:pt x="77" y="83"/>
                  </a:cubicBezTo>
                  <a:cubicBezTo>
                    <a:pt x="76" y="84"/>
                    <a:pt x="79" y="91"/>
                    <a:pt x="79" y="91"/>
                  </a:cubicBezTo>
                  <a:cubicBezTo>
                    <a:pt x="80" y="99"/>
                    <a:pt x="80" y="99"/>
                    <a:pt x="80" y="99"/>
                  </a:cubicBezTo>
                  <a:cubicBezTo>
                    <a:pt x="78" y="100"/>
                    <a:pt x="71" y="109"/>
                    <a:pt x="71" y="109"/>
                  </a:cubicBezTo>
                  <a:cubicBezTo>
                    <a:pt x="59" y="109"/>
                    <a:pt x="47" y="119"/>
                    <a:pt x="47" y="119"/>
                  </a:cubicBezTo>
                  <a:cubicBezTo>
                    <a:pt x="40" y="118"/>
                    <a:pt x="41" y="123"/>
                    <a:pt x="41" y="129"/>
                  </a:cubicBezTo>
                  <a:cubicBezTo>
                    <a:pt x="41" y="134"/>
                    <a:pt x="41" y="133"/>
                    <a:pt x="38" y="141"/>
                  </a:cubicBezTo>
                  <a:cubicBezTo>
                    <a:pt x="35" y="148"/>
                    <a:pt x="39" y="144"/>
                    <a:pt x="37" y="148"/>
                  </a:cubicBezTo>
                  <a:cubicBezTo>
                    <a:pt x="36" y="151"/>
                    <a:pt x="36" y="154"/>
                    <a:pt x="36" y="159"/>
                  </a:cubicBezTo>
                  <a:cubicBezTo>
                    <a:pt x="36" y="160"/>
                    <a:pt x="36" y="162"/>
                    <a:pt x="36" y="163"/>
                  </a:cubicBezTo>
                  <a:cubicBezTo>
                    <a:pt x="35" y="162"/>
                    <a:pt x="34" y="160"/>
                    <a:pt x="33" y="159"/>
                  </a:cubicBezTo>
                  <a:cubicBezTo>
                    <a:pt x="31" y="155"/>
                    <a:pt x="31" y="155"/>
                    <a:pt x="31" y="155"/>
                  </a:cubicBezTo>
                  <a:cubicBezTo>
                    <a:pt x="26" y="147"/>
                    <a:pt x="21" y="138"/>
                    <a:pt x="17" y="129"/>
                  </a:cubicBezTo>
                  <a:cubicBezTo>
                    <a:pt x="12" y="119"/>
                    <a:pt x="10" y="108"/>
                    <a:pt x="9" y="92"/>
                  </a:cubicBezTo>
                  <a:cubicBezTo>
                    <a:pt x="9" y="87"/>
                    <a:pt x="9" y="87"/>
                    <a:pt x="9" y="87"/>
                  </a:cubicBezTo>
                  <a:cubicBezTo>
                    <a:pt x="10" y="75"/>
                    <a:pt x="12" y="65"/>
                    <a:pt x="17" y="55"/>
                  </a:cubicBezTo>
                  <a:cubicBezTo>
                    <a:pt x="21" y="46"/>
                    <a:pt x="27" y="39"/>
                    <a:pt x="33" y="33"/>
                  </a:cubicBezTo>
                  <a:cubicBezTo>
                    <a:pt x="48" y="17"/>
                    <a:pt x="66" y="10"/>
                    <a:pt x="87" y="9"/>
                  </a:cubicBezTo>
                  <a:cubicBezTo>
                    <a:pt x="93" y="9"/>
                    <a:pt x="93" y="9"/>
                    <a:pt x="93" y="9"/>
                  </a:cubicBezTo>
                  <a:cubicBezTo>
                    <a:pt x="117" y="10"/>
                    <a:pt x="137" y="18"/>
                    <a:pt x="151" y="32"/>
                  </a:cubicBezTo>
                  <a:cubicBezTo>
                    <a:pt x="167" y="48"/>
                    <a:pt x="175" y="67"/>
                    <a:pt x="176" y="90"/>
                  </a:cubicBezTo>
                  <a:lnTo>
                    <a:pt x="176" y="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Freeform 500"/>
            <p:cNvSpPr>
              <a:spLocks/>
            </p:cNvSpPr>
            <p:nvPr/>
          </p:nvSpPr>
          <p:spPr bwMode="auto">
            <a:xfrm>
              <a:off x="6883236" y="5084093"/>
              <a:ext cx="430277" cy="369550"/>
            </a:xfrm>
            <a:custGeom>
              <a:avLst/>
              <a:gdLst>
                <a:gd name="T0" fmla="*/ 164 w 246"/>
                <a:gd name="T1" fmla="*/ 0 h 211"/>
                <a:gd name="T2" fmla="*/ 81 w 246"/>
                <a:gd name="T3" fmla="*/ 0 h 211"/>
                <a:gd name="T4" fmla="*/ 0 w 246"/>
                <a:gd name="T5" fmla="*/ 68 h 211"/>
                <a:gd name="T6" fmla="*/ 25 w 246"/>
                <a:gd name="T7" fmla="*/ 68 h 211"/>
                <a:gd name="T8" fmla="*/ 84 w 246"/>
                <a:gd name="T9" fmla="*/ 23 h 211"/>
                <a:gd name="T10" fmla="*/ 161 w 246"/>
                <a:gd name="T11" fmla="*/ 23 h 211"/>
                <a:gd name="T12" fmla="*/ 222 w 246"/>
                <a:gd name="T13" fmla="*/ 85 h 211"/>
                <a:gd name="T14" fmla="*/ 161 w 246"/>
                <a:gd name="T15" fmla="*/ 146 h 211"/>
                <a:gd name="T16" fmla="*/ 123 w 246"/>
                <a:gd name="T17" fmla="*/ 146 h 211"/>
                <a:gd name="T18" fmla="*/ 123 w 246"/>
                <a:gd name="T19" fmla="*/ 155 h 211"/>
                <a:gd name="T20" fmla="*/ 123 w 246"/>
                <a:gd name="T21" fmla="*/ 160 h 211"/>
                <a:gd name="T22" fmla="*/ 123 w 246"/>
                <a:gd name="T23" fmla="*/ 168 h 211"/>
                <a:gd name="T24" fmla="*/ 139 w 246"/>
                <a:gd name="T25" fmla="*/ 168 h 211"/>
                <a:gd name="T26" fmla="*/ 189 w 246"/>
                <a:gd name="T27" fmla="*/ 211 h 211"/>
                <a:gd name="T28" fmla="*/ 186 w 246"/>
                <a:gd name="T29" fmla="*/ 165 h 211"/>
                <a:gd name="T30" fmla="*/ 246 w 246"/>
                <a:gd name="T31" fmla="*/ 86 h 211"/>
                <a:gd name="T32" fmla="*/ 246 w 246"/>
                <a:gd name="T33" fmla="*/ 82 h 211"/>
                <a:gd name="T34" fmla="*/ 164 w 246"/>
                <a:gd name="T35"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6" h="211">
                  <a:moveTo>
                    <a:pt x="164" y="0"/>
                  </a:moveTo>
                  <a:cubicBezTo>
                    <a:pt x="81" y="0"/>
                    <a:pt x="81" y="0"/>
                    <a:pt x="81" y="0"/>
                  </a:cubicBezTo>
                  <a:cubicBezTo>
                    <a:pt x="41" y="0"/>
                    <a:pt x="7" y="29"/>
                    <a:pt x="0" y="68"/>
                  </a:cubicBezTo>
                  <a:cubicBezTo>
                    <a:pt x="25" y="68"/>
                    <a:pt x="25" y="68"/>
                    <a:pt x="25" y="68"/>
                  </a:cubicBezTo>
                  <a:cubicBezTo>
                    <a:pt x="33" y="42"/>
                    <a:pt x="56" y="23"/>
                    <a:pt x="84" y="23"/>
                  </a:cubicBezTo>
                  <a:cubicBezTo>
                    <a:pt x="161" y="23"/>
                    <a:pt x="161" y="23"/>
                    <a:pt x="161" y="23"/>
                  </a:cubicBezTo>
                  <a:cubicBezTo>
                    <a:pt x="195" y="23"/>
                    <a:pt x="222" y="51"/>
                    <a:pt x="222" y="85"/>
                  </a:cubicBezTo>
                  <a:cubicBezTo>
                    <a:pt x="222" y="119"/>
                    <a:pt x="195" y="146"/>
                    <a:pt x="161" y="146"/>
                  </a:cubicBezTo>
                  <a:cubicBezTo>
                    <a:pt x="123" y="146"/>
                    <a:pt x="123" y="146"/>
                    <a:pt x="123" y="146"/>
                  </a:cubicBezTo>
                  <a:cubicBezTo>
                    <a:pt x="123" y="149"/>
                    <a:pt x="123" y="152"/>
                    <a:pt x="123" y="155"/>
                  </a:cubicBezTo>
                  <a:cubicBezTo>
                    <a:pt x="123" y="160"/>
                    <a:pt x="123" y="160"/>
                    <a:pt x="123" y="160"/>
                  </a:cubicBezTo>
                  <a:cubicBezTo>
                    <a:pt x="123" y="162"/>
                    <a:pt x="123" y="165"/>
                    <a:pt x="123" y="168"/>
                  </a:cubicBezTo>
                  <a:cubicBezTo>
                    <a:pt x="139" y="168"/>
                    <a:pt x="139" y="168"/>
                    <a:pt x="139" y="168"/>
                  </a:cubicBezTo>
                  <a:cubicBezTo>
                    <a:pt x="189" y="211"/>
                    <a:pt x="189" y="211"/>
                    <a:pt x="189" y="211"/>
                  </a:cubicBezTo>
                  <a:cubicBezTo>
                    <a:pt x="186" y="165"/>
                    <a:pt x="186" y="165"/>
                    <a:pt x="186" y="165"/>
                  </a:cubicBezTo>
                  <a:cubicBezTo>
                    <a:pt x="220" y="156"/>
                    <a:pt x="246" y="124"/>
                    <a:pt x="246" y="86"/>
                  </a:cubicBezTo>
                  <a:cubicBezTo>
                    <a:pt x="246" y="82"/>
                    <a:pt x="246" y="82"/>
                    <a:pt x="246" y="82"/>
                  </a:cubicBezTo>
                  <a:cubicBezTo>
                    <a:pt x="246" y="37"/>
                    <a:pt x="210" y="0"/>
                    <a:pt x="16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501"/>
            <p:cNvSpPr>
              <a:spLocks/>
            </p:cNvSpPr>
            <p:nvPr/>
          </p:nvSpPr>
          <p:spPr bwMode="auto">
            <a:xfrm>
              <a:off x="6866944" y="5366255"/>
              <a:ext cx="17774" cy="39991"/>
            </a:xfrm>
            <a:custGeom>
              <a:avLst/>
              <a:gdLst>
                <a:gd name="T0" fmla="*/ 0 w 10"/>
                <a:gd name="T1" fmla="*/ 0 h 23"/>
                <a:gd name="T2" fmla="*/ 0 w 10"/>
                <a:gd name="T3" fmla="*/ 23 h 23"/>
                <a:gd name="T4" fmla="*/ 8 w 10"/>
                <a:gd name="T5" fmla="*/ 19 h 23"/>
                <a:gd name="T6" fmla="*/ 10 w 10"/>
                <a:gd name="T7" fmla="*/ 11 h 23"/>
                <a:gd name="T8" fmla="*/ 8 w 10"/>
                <a:gd name="T9" fmla="*/ 4 h 23"/>
                <a:gd name="T10" fmla="*/ 0 w 10"/>
                <a:gd name="T11" fmla="*/ 0 h 23"/>
              </a:gdLst>
              <a:ahLst/>
              <a:cxnLst>
                <a:cxn ang="0">
                  <a:pos x="T0" y="T1"/>
                </a:cxn>
                <a:cxn ang="0">
                  <a:pos x="T2" y="T3"/>
                </a:cxn>
                <a:cxn ang="0">
                  <a:pos x="T4" y="T5"/>
                </a:cxn>
                <a:cxn ang="0">
                  <a:pos x="T6" y="T7"/>
                </a:cxn>
                <a:cxn ang="0">
                  <a:pos x="T8" y="T9"/>
                </a:cxn>
                <a:cxn ang="0">
                  <a:pos x="T10" y="T11"/>
                </a:cxn>
              </a:cxnLst>
              <a:rect l="0" t="0" r="r" b="b"/>
              <a:pathLst>
                <a:path w="10" h="23">
                  <a:moveTo>
                    <a:pt x="0" y="0"/>
                  </a:moveTo>
                  <a:cubicBezTo>
                    <a:pt x="0" y="23"/>
                    <a:pt x="0" y="23"/>
                    <a:pt x="0" y="23"/>
                  </a:cubicBezTo>
                  <a:cubicBezTo>
                    <a:pt x="3" y="22"/>
                    <a:pt x="6" y="21"/>
                    <a:pt x="8" y="19"/>
                  </a:cubicBezTo>
                  <a:cubicBezTo>
                    <a:pt x="9" y="17"/>
                    <a:pt x="10" y="14"/>
                    <a:pt x="10" y="11"/>
                  </a:cubicBezTo>
                  <a:cubicBezTo>
                    <a:pt x="10" y="8"/>
                    <a:pt x="10" y="6"/>
                    <a:pt x="8" y="4"/>
                  </a:cubicBezTo>
                  <a:cubicBezTo>
                    <a:pt x="7" y="3"/>
                    <a:pt x="4"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Freeform 502"/>
            <p:cNvSpPr>
              <a:spLocks noEditPoints="1"/>
            </p:cNvSpPr>
            <p:nvPr/>
          </p:nvSpPr>
          <p:spPr bwMode="auto">
            <a:xfrm>
              <a:off x="6775852" y="5277385"/>
              <a:ext cx="174036" cy="173296"/>
            </a:xfrm>
            <a:custGeom>
              <a:avLst/>
              <a:gdLst>
                <a:gd name="T0" fmla="*/ 50 w 99"/>
                <a:gd name="T1" fmla="*/ 0 h 99"/>
                <a:gd name="T2" fmla="*/ 0 w 99"/>
                <a:gd name="T3" fmla="*/ 49 h 99"/>
                <a:gd name="T4" fmla="*/ 50 w 99"/>
                <a:gd name="T5" fmla="*/ 99 h 99"/>
                <a:gd name="T6" fmla="*/ 99 w 99"/>
                <a:gd name="T7" fmla="*/ 49 h 99"/>
                <a:gd name="T8" fmla="*/ 50 w 99"/>
                <a:gd name="T9" fmla="*/ 0 h 99"/>
                <a:gd name="T10" fmla="*/ 65 w 99"/>
                <a:gd name="T11" fmla="*/ 74 h 99"/>
                <a:gd name="T12" fmla="*/ 52 w 99"/>
                <a:gd name="T13" fmla="*/ 80 h 99"/>
                <a:gd name="T14" fmla="*/ 52 w 99"/>
                <a:gd name="T15" fmla="*/ 87 h 99"/>
                <a:gd name="T16" fmla="*/ 48 w 99"/>
                <a:gd name="T17" fmla="*/ 87 h 99"/>
                <a:gd name="T18" fmla="*/ 48 w 99"/>
                <a:gd name="T19" fmla="*/ 80 h 99"/>
                <a:gd name="T20" fmla="*/ 39 w 99"/>
                <a:gd name="T21" fmla="*/ 77 h 99"/>
                <a:gd name="T22" fmla="*/ 33 w 99"/>
                <a:gd name="T23" fmla="*/ 72 h 99"/>
                <a:gd name="T24" fmla="*/ 30 w 99"/>
                <a:gd name="T25" fmla="*/ 62 h 99"/>
                <a:gd name="T26" fmla="*/ 38 w 99"/>
                <a:gd name="T27" fmla="*/ 60 h 99"/>
                <a:gd name="T28" fmla="*/ 41 w 99"/>
                <a:gd name="T29" fmla="*/ 69 h 99"/>
                <a:gd name="T30" fmla="*/ 48 w 99"/>
                <a:gd name="T31" fmla="*/ 74 h 99"/>
                <a:gd name="T32" fmla="*/ 48 w 99"/>
                <a:gd name="T33" fmla="*/ 50 h 99"/>
                <a:gd name="T34" fmla="*/ 39 w 99"/>
                <a:gd name="T35" fmla="*/ 47 h 99"/>
                <a:gd name="T36" fmla="*/ 33 w 99"/>
                <a:gd name="T37" fmla="*/ 41 h 99"/>
                <a:gd name="T38" fmla="*/ 31 w 99"/>
                <a:gd name="T39" fmla="*/ 33 h 99"/>
                <a:gd name="T40" fmla="*/ 37 w 99"/>
                <a:gd name="T41" fmla="*/ 20 h 99"/>
                <a:gd name="T42" fmla="*/ 48 w 99"/>
                <a:gd name="T43" fmla="*/ 16 h 99"/>
                <a:gd name="T44" fmla="*/ 48 w 99"/>
                <a:gd name="T45" fmla="*/ 13 h 99"/>
                <a:gd name="T46" fmla="*/ 52 w 99"/>
                <a:gd name="T47" fmla="*/ 13 h 99"/>
                <a:gd name="T48" fmla="*/ 52 w 99"/>
                <a:gd name="T49" fmla="*/ 16 h 99"/>
                <a:gd name="T50" fmla="*/ 63 w 99"/>
                <a:gd name="T51" fmla="*/ 20 h 99"/>
                <a:gd name="T52" fmla="*/ 68 w 99"/>
                <a:gd name="T53" fmla="*/ 31 h 99"/>
                <a:gd name="T54" fmla="*/ 61 w 99"/>
                <a:gd name="T55" fmla="*/ 32 h 99"/>
                <a:gd name="T56" fmla="*/ 58 w 99"/>
                <a:gd name="T57" fmla="*/ 26 h 99"/>
                <a:gd name="T58" fmla="*/ 52 w 99"/>
                <a:gd name="T59" fmla="*/ 23 h 99"/>
                <a:gd name="T60" fmla="*/ 52 w 99"/>
                <a:gd name="T61" fmla="*/ 44 h 99"/>
                <a:gd name="T62" fmla="*/ 60 w 99"/>
                <a:gd name="T63" fmla="*/ 46 h 99"/>
                <a:gd name="T64" fmla="*/ 65 w 99"/>
                <a:gd name="T65" fmla="*/ 50 h 99"/>
                <a:gd name="T66" fmla="*/ 69 w 99"/>
                <a:gd name="T67" fmla="*/ 55 h 99"/>
                <a:gd name="T68" fmla="*/ 70 w 99"/>
                <a:gd name="T69" fmla="*/ 61 h 99"/>
                <a:gd name="T70" fmla="*/ 65 w 99"/>
                <a:gd name="T71" fmla="*/ 74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9" h="99">
                  <a:moveTo>
                    <a:pt x="50" y="0"/>
                  </a:moveTo>
                  <a:cubicBezTo>
                    <a:pt x="22" y="0"/>
                    <a:pt x="0" y="22"/>
                    <a:pt x="0" y="49"/>
                  </a:cubicBezTo>
                  <a:cubicBezTo>
                    <a:pt x="0" y="77"/>
                    <a:pt x="22" y="99"/>
                    <a:pt x="50" y="99"/>
                  </a:cubicBezTo>
                  <a:cubicBezTo>
                    <a:pt x="77" y="99"/>
                    <a:pt x="99" y="77"/>
                    <a:pt x="99" y="49"/>
                  </a:cubicBezTo>
                  <a:cubicBezTo>
                    <a:pt x="99" y="22"/>
                    <a:pt x="77" y="0"/>
                    <a:pt x="50" y="0"/>
                  </a:cubicBezTo>
                  <a:close/>
                  <a:moveTo>
                    <a:pt x="65" y="74"/>
                  </a:moveTo>
                  <a:cubicBezTo>
                    <a:pt x="62" y="78"/>
                    <a:pt x="58" y="79"/>
                    <a:pt x="52" y="80"/>
                  </a:cubicBezTo>
                  <a:cubicBezTo>
                    <a:pt x="52" y="87"/>
                    <a:pt x="52" y="87"/>
                    <a:pt x="52" y="87"/>
                  </a:cubicBezTo>
                  <a:cubicBezTo>
                    <a:pt x="48" y="87"/>
                    <a:pt x="48" y="87"/>
                    <a:pt x="48" y="87"/>
                  </a:cubicBezTo>
                  <a:cubicBezTo>
                    <a:pt x="48" y="80"/>
                    <a:pt x="48" y="80"/>
                    <a:pt x="48" y="80"/>
                  </a:cubicBezTo>
                  <a:cubicBezTo>
                    <a:pt x="44" y="79"/>
                    <a:pt x="41" y="79"/>
                    <a:pt x="39" y="77"/>
                  </a:cubicBezTo>
                  <a:cubicBezTo>
                    <a:pt x="37" y="76"/>
                    <a:pt x="35" y="74"/>
                    <a:pt x="33" y="72"/>
                  </a:cubicBezTo>
                  <a:cubicBezTo>
                    <a:pt x="31" y="69"/>
                    <a:pt x="30" y="66"/>
                    <a:pt x="30" y="62"/>
                  </a:cubicBezTo>
                  <a:cubicBezTo>
                    <a:pt x="38" y="60"/>
                    <a:pt x="38" y="60"/>
                    <a:pt x="38" y="60"/>
                  </a:cubicBezTo>
                  <a:cubicBezTo>
                    <a:pt x="38" y="64"/>
                    <a:pt x="39" y="67"/>
                    <a:pt x="41" y="69"/>
                  </a:cubicBezTo>
                  <a:cubicBezTo>
                    <a:pt x="43" y="72"/>
                    <a:pt x="45" y="73"/>
                    <a:pt x="48" y="74"/>
                  </a:cubicBezTo>
                  <a:cubicBezTo>
                    <a:pt x="48" y="50"/>
                    <a:pt x="48" y="50"/>
                    <a:pt x="48" y="50"/>
                  </a:cubicBezTo>
                  <a:cubicBezTo>
                    <a:pt x="45" y="49"/>
                    <a:pt x="42" y="48"/>
                    <a:pt x="39" y="47"/>
                  </a:cubicBezTo>
                  <a:cubicBezTo>
                    <a:pt x="36" y="45"/>
                    <a:pt x="35" y="43"/>
                    <a:pt x="33" y="41"/>
                  </a:cubicBezTo>
                  <a:cubicBezTo>
                    <a:pt x="32" y="39"/>
                    <a:pt x="31" y="36"/>
                    <a:pt x="31" y="33"/>
                  </a:cubicBezTo>
                  <a:cubicBezTo>
                    <a:pt x="31" y="28"/>
                    <a:pt x="33" y="24"/>
                    <a:pt x="37" y="20"/>
                  </a:cubicBezTo>
                  <a:cubicBezTo>
                    <a:pt x="39" y="18"/>
                    <a:pt x="43" y="17"/>
                    <a:pt x="48" y="16"/>
                  </a:cubicBezTo>
                  <a:cubicBezTo>
                    <a:pt x="48" y="13"/>
                    <a:pt x="48" y="13"/>
                    <a:pt x="48" y="13"/>
                  </a:cubicBezTo>
                  <a:cubicBezTo>
                    <a:pt x="52" y="13"/>
                    <a:pt x="52" y="13"/>
                    <a:pt x="52" y="13"/>
                  </a:cubicBezTo>
                  <a:cubicBezTo>
                    <a:pt x="52" y="16"/>
                    <a:pt x="52" y="16"/>
                    <a:pt x="52" y="16"/>
                  </a:cubicBezTo>
                  <a:cubicBezTo>
                    <a:pt x="57" y="17"/>
                    <a:pt x="60" y="18"/>
                    <a:pt x="63" y="20"/>
                  </a:cubicBezTo>
                  <a:cubicBezTo>
                    <a:pt x="66" y="23"/>
                    <a:pt x="68" y="26"/>
                    <a:pt x="68" y="31"/>
                  </a:cubicBezTo>
                  <a:cubicBezTo>
                    <a:pt x="61" y="32"/>
                    <a:pt x="61" y="32"/>
                    <a:pt x="61" y="32"/>
                  </a:cubicBezTo>
                  <a:cubicBezTo>
                    <a:pt x="60" y="29"/>
                    <a:pt x="59" y="27"/>
                    <a:pt x="58" y="26"/>
                  </a:cubicBezTo>
                  <a:cubicBezTo>
                    <a:pt x="57" y="24"/>
                    <a:pt x="55" y="23"/>
                    <a:pt x="52" y="23"/>
                  </a:cubicBezTo>
                  <a:cubicBezTo>
                    <a:pt x="52" y="44"/>
                    <a:pt x="52" y="44"/>
                    <a:pt x="52" y="44"/>
                  </a:cubicBezTo>
                  <a:cubicBezTo>
                    <a:pt x="56" y="45"/>
                    <a:pt x="59" y="46"/>
                    <a:pt x="60" y="46"/>
                  </a:cubicBezTo>
                  <a:cubicBezTo>
                    <a:pt x="62" y="47"/>
                    <a:pt x="64" y="48"/>
                    <a:pt x="65" y="50"/>
                  </a:cubicBezTo>
                  <a:cubicBezTo>
                    <a:pt x="67" y="51"/>
                    <a:pt x="68" y="53"/>
                    <a:pt x="69" y="55"/>
                  </a:cubicBezTo>
                  <a:cubicBezTo>
                    <a:pt x="70" y="57"/>
                    <a:pt x="70" y="59"/>
                    <a:pt x="70" y="61"/>
                  </a:cubicBezTo>
                  <a:cubicBezTo>
                    <a:pt x="70" y="67"/>
                    <a:pt x="68" y="71"/>
                    <a:pt x="65"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Freeform 503"/>
            <p:cNvSpPr>
              <a:spLocks/>
            </p:cNvSpPr>
            <p:nvPr/>
          </p:nvSpPr>
          <p:spPr bwMode="auto">
            <a:xfrm>
              <a:off x="6844726" y="5315895"/>
              <a:ext cx="15552" cy="36288"/>
            </a:xfrm>
            <a:custGeom>
              <a:avLst/>
              <a:gdLst>
                <a:gd name="T0" fmla="*/ 0 w 9"/>
                <a:gd name="T1" fmla="*/ 11 h 21"/>
                <a:gd name="T2" fmla="*/ 2 w 9"/>
                <a:gd name="T3" fmla="*/ 17 h 21"/>
                <a:gd name="T4" fmla="*/ 9 w 9"/>
                <a:gd name="T5" fmla="*/ 21 h 21"/>
                <a:gd name="T6" fmla="*/ 9 w 9"/>
                <a:gd name="T7" fmla="*/ 0 h 21"/>
                <a:gd name="T8" fmla="*/ 2 w 9"/>
                <a:gd name="T9" fmla="*/ 4 h 21"/>
                <a:gd name="T10" fmla="*/ 0 w 9"/>
                <a:gd name="T11" fmla="*/ 11 h 21"/>
              </a:gdLst>
              <a:ahLst/>
              <a:cxnLst>
                <a:cxn ang="0">
                  <a:pos x="T0" y="T1"/>
                </a:cxn>
                <a:cxn ang="0">
                  <a:pos x="T2" y="T3"/>
                </a:cxn>
                <a:cxn ang="0">
                  <a:pos x="T4" y="T5"/>
                </a:cxn>
                <a:cxn ang="0">
                  <a:pos x="T6" y="T7"/>
                </a:cxn>
                <a:cxn ang="0">
                  <a:pos x="T8" y="T9"/>
                </a:cxn>
                <a:cxn ang="0">
                  <a:pos x="T10" y="T11"/>
                </a:cxn>
              </a:cxnLst>
              <a:rect l="0" t="0" r="r" b="b"/>
              <a:pathLst>
                <a:path w="9" h="21">
                  <a:moveTo>
                    <a:pt x="0" y="11"/>
                  </a:moveTo>
                  <a:cubicBezTo>
                    <a:pt x="0" y="13"/>
                    <a:pt x="0" y="15"/>
                    <a:pt x="2" y="17"/>
                  </a:cubicBezTo>
                  <a:cubicBezTo>
                    <a:pt x="3" y="19"/>
                    <a:pt x="6" y="20"/>
                    <a:pt x="9" y="21"/>
                  </a:cubicBezTo>
                  <a:cubicBezTo>
                    <a:pt x="9" y="0"/>
                    <a:pt x="9" y="0"/>
                    <a:pt x="9" y="0"/>
                  </a:cubicBezTo>
                  <a:cubicBezTo>
                    <a:pt x="6" y="1"/>
                    <a:pt x="4" y="2"/>
                    <a:pt x="2" y="4"/>
                  </a:cubicBezTo>
                  <a:cubicBezTo>
                    <a:pt x="1" y="6"/>
                    <a:pt x="0" y="8"/>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Freeform 504"/>
            <p:cNvSpPr>
              <a:spLocks noEditPoints="1"/>
            </p:cNvSpPr>
            <p:nvPr/>
          </p:nvSpPr>
          <p:spPr bwMode="auto">
            <a:xfrm>
              <a:off x="6649954" y="5215917"/>
              <a:ext cx="432499" cy="369550"/>
            </a:xfrm>
            <a:custGeom>
              <a:avLst/>
              <a:gdLst>
                <a:gd name="T0" fmla="*/ 165 w 247"/>
                <a:gd name="T1" fmla="*/ 0 h 211"/>
                <a:gd name="T2" fmla="*/ 82 w 247"/>
                <a:gd name="T3" fmla="*/ 0 h 211"/>
                <a:gd name="T4" fmla="*/ 0 w 247"/>
                <a:gd name="T5" fmla="*/ 82 h 211"/>
                <a:gd name="T6" fmla="*/ 0 w 247"/>
                <a:gd name="T7" fmla="*/ 86 h 211"/>
                <a:gd name="T8" fmla="*/ 61 w 247"/>
                <a:gd name="T9" fmla="*/ 165 h 211"/>
                <a:gd name="T10" fmla="*/ 58 w 247"/>
                <a:gd name="T11" fmla="*/ 211 h 211"/>
                <a:gd name="T12" fmla="*/ 107 w 247"/>
                <a:gd name="T13" fmla="*/ 168 h 211"/>
                <a:gd name="T14" fmla="*/ 165 w 247"/>
                <a:gd name="T15" fmla="*/ 168 h 211"/>
                <a:gd name="T16" fmla="*/ 247 w 247"/>
                <a:gd name="T17" fmla="*/ 86 h 211"/>
                <a:gd name="T18" fmla="*/ 247 w 247"/>
                <a:gd name="T19" fmla="*/ 82 h 211"/>
                <a:gd name="T20" fmla="*/ 165 w 247"/>
                <a:gd name="T21" fmla="*/ 0 h 211"/>
                <a:gd name="T22" fmla="*/ 122 w 247"/>
                <a:gd name="T23" fmla="*/ 147 h 211"/>
                <a:gd name="T24" fmla="*/ 59 w 247"/>
                <a:gd name="T25" fmla="*/ 84 h 211"/>
                <a:gd name="T26" fmla="*/ 122 w 247"/>
                <a:gd name="T27" fmla="*/ 22 h 211"/>
                <a:gd name="T28" fmla="*/ 184 w 247"/>
                <a:gd name="T29" fmla="*/ 84 h 211"/>
                <a:gd name="T30" fmla="*/ 122 w 247"/>
                <a:gd name="T31" fmla="*/ 14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7" h="211">
                  <a:moveTo>
                    <a:pt x="165" y="0"/>
                  </a:moveTo>
                  <a:cubicBezTo>
                    <a:pt x="82" y="0"/>
                    <a:pt x="82" y="0"/>
                    <a:pt x="82" y="0"/>
                  </a:cubicBezTo>
                  <a:cubicBezTo>
                    <a:pt x="37" y="0"/>
                    <a:pt x="0" y="37"/>
                    <a:pt x="0" y="82"/>
                  </a:cubicBezTo>
                  <a:cubicBezTo>
                    <a:pt x="0" y="86"/>
                    <a:pt x="0" y="86"/>
                    <a:pt x="0" y="86"/>
                  </a:cubicBezTo>
                  <a:cubicBezTo>
                    <a:pt x="0" y="124"/>
                    <a:pt x="26" y="156"/>
                    <a:pt x="61" y="165"/>
                  </a:cubicBezTo>
                  <a:cubicBezTo>
                    <a:pt x="58" y="211"/>
                    <a:pt x="58" y="211"/>
                    <a:pt x="58" y="211"/>
                  </a:cubicBezTo>
                  <a:cubicBezTo>
                    <a:pt x="107" y="168"/>
                    <a:pt x="107" y="168"/>
                    <a:pt x="107" y="168"/>
                  </a:cubicBezTo>
                  <a:cubicBezTo>
                    <a:pt x="165" y="168"/>
                    <a:pt x="165" y="168"/>
                    <a:pt x="165" y="168"/>
                  </a:cubicBezTo>
                  <a:cubicBezTo>
                    <a:pt x="211" y="168"/>
                    <a:pt x="247" y="131"/>
                    <a:pt x="247" y="86"/>
                  </a:cubicBezTo>
                  <a:cubicBezTo>
                    <a:pt x="247" y="82"/>
                    <a:pt x="247" y="82"/>
                    <a:pt x="247" y="82"/>
                  </a:cubicBezTo>
                  <a:cubicBezTo>
                    <a:pt x="247" y="37"/>
                    <a:pt x="211" y="0"/>
                    <a:pt x="165" y="0"/>
                  </a:cubicBezTo>
                  <a:close/>
                  <a:moveTo>
                    <a:pt x="122" y="147"/>
                  </a:moveTo>
                  <a:cubicBezTo>
                    <a:pt x="87" y="147"/>
                    <a:pt x="59" y="119"/>
                    <a:pt x="59" y="84"/>
                  </a:cubicBezTo>
                  <a:cubicBezTo>
                    <a:pt x="59" y="50"/>
                    <a:pt x="87" y="22"/>
                    <a:pt x="122" y="22"/>
                  </a:cubicBezTo>
                  <a:cubicBezTo>
                    <a:pt x="156" y="22"/>
                    <a:pt x="184" y="50"/>
                    <a:pt x="184" y="84"/>
                  </a:cubicBezTo>
                  <a:cubicBezTo>
                    <a:pt x="184" y="119"/>
                    <a:pt x="156" y="147"/>
                    <a:pt x="122" y="1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528"/>
            <p:cNvSpPr>
              <a:spLocks/>
            </p:cNvSpPr>
            <p:nvPr/>
          </p:nvSpPr>
          <p:spPr bwMode="auto">
            <a:xfrm>
              <a:off x="6725493" y="4091716"/>
              <a:ext cx="94794" cy="94794"/>
            </a:xfrm>
            <a:custGeom>
              <a:avLst/>
              <a:gdLst>
                <a:gd name="T0" fmla="*/ 28 w 54"/>
                <a:gd name="T1" fmla="*/ 53 h 54"/>
                <a:gd name="T2" fmla="*/ 54 w 54"/>
                <a:gd name="T3" fmla="*/ 26 h 54"/>
                <a:gd name="T4" fmla="*/ 26 w 54"/>
                <a:gd name="T5" fmla="*/ 1 h 54"/>
                <a:gd name="T6" fmla="*/ 1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2" y="1"/>
                    <a:pt x="0" y="14"/>
                    <a:pt x="1"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529"/>
            <p:cNvSpPr>
              <a:spLocks/>
            </p:cNvSpPr>
            <p:nvPr/>
          </p:nvSpPr>
          <p:spPr bwMode="auto">
            <a:xfrm>
              <a:off x="6679577" y="4191694"/>
              <a:ext cx="187367" cy="134786"/>
            </a:xfrm>
            <a:custGeom>
              <a:avLst/>
              <a:gdLst>
                <a:gd name="T0" fmla="*/ 82 w 107"/>
                <a:gd name="T1" fmla="*/ 0 h 77"/>
                <a:gd name="T2" fmla="*/ 55 w 107"/>
                <a:gd name="T3" fmla="*/ 31 h 77"/>
                <a:gd name="T4" fmla="*/ 25 w 107"/>
                <a:gd name="T5" fmla="*/ 1 h 77"/>
                <a:gd name="T6" fmla="*/ 1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5" y="31"/>
                    <a:pt x="55" y="31"/>
                    <a:pt x="55" y="31"/>
                  </a:cubicBezTo>
                  <a:cubicBezTo>
                    <a:pt x="25" y="1"/>
                    <a:pt x="25" y="1"/>
                    <a:pt x="25" y="1"/>
                  </a:cubicBezTo>
                  <a:cubicBezTo>
                    <a:pt x="8" y="8"/>
                    <a:pt x="0" y="18"/>
                    <a:pt x="1" y="34"/>
                  </a:cubicBezTo>
                  <a:cubicBezTo>
                    <a:pt x="2" y="77"/>
                    <a:pt x="2" y="77"/>
                    <a:pt x="2" y="77"/>
                  </a:cubicBezTo>
                  <a:cubicBezTo>
                    <a:pt x="107" y="77"/>
                    <a:pt x="107" y="77"/>
                    <a:pt x="107" y="77"/>
                  </a:cubicBezTo>
                  <a:cubicBezTo>
                    <a:pt x="105" y="31"/>
                    <a:pt x="105" y="31"/>
                    <a:pt x="105" y="31"/>
                  </a:cubicBezTo>
                  <a:cubicBezTo>
                    <a:pt x="105" y="15"/>
                    <a:pt x="99"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Freeform 530"/>
            <p:cNvSpPr>
              <a:spLocks/>
            </p:cNvSpPr>
            <p:nvPr/>
          </p:nvSpPr>
          <p:spPr bwMode="auto">
            <a:xfrm>
              <a:off x="6895086" y="4095418"/>
              <a:ext cx="139970" cy="136267"/>
            </a:xfrm>
            <a:custGeom>
              <a:avLst/>
              <a:gdLst>
                <a:gd name="T0" fmla="*/ 41 w 80"/>
                <a:gd name="T1" fmla="*/ 78 h 78"/>
                <a:gd name="T2" fmla="*/ 79 w 80"/>
                <a:gd name="T3" fmla="*/ 38 h 78"/>
                <a:gd name="T4" fmla="*/ 38 w 80"/>
                <a:gd name="T5" fmla="*/ 0 h 78"/>
                <a:gd name="T6" fmla="*/ 0 w 80"/>
                <a:gd name="T7" fmla="*/ 40 h 78"/>
                <a:gd name="T8" fmla="*/ 41 w 80"/>
                <a:gd name="T9" fmla="*/ 78 h 78"/>
              </a:gdLst>
              <a:ahLst/>
              <a:cxnLst>
                <a:cxn ang="0">
                  <a:pos x="T0" y="T1"/>
                </a:cxn>
                <a:cxn ang="0">
                  <a:pos x="T2" y="T3"/>
                </a:cxn>
                <a:cxn ang="0">
                  <a:pos x="T4" y="T5"/>
                </a:cxn>
                <a:cxn ang="0">
                  <a:pos x="T6" y="T7"/>
                </a:cxn>
                <a:cxn ang="0">
                  <a:pos x="T8" y="T9"/>
                </a:cxn>
              </a:cxnLst>
              <a:rect l="0" t="0" r="r" b="b"/>
              <a:pathLst>
                <a:path w="80" h="78">
                  <a:moveTo>
                    <a:pt x="41" y="78"/>
                  </a:moveTo>
                  <a:cubicBezTo>
                    <a:pt x="63" y="77"/>
                    <a:pt x="80" y="59"/>
                    <a:pt x="79" y="38"/>
                  </a:cubicBezTo>
                  <a:cubicBezTo>
                    <a:pt x="78" y="16"/>
                    <a:pt x="60" y="0"/>
                    <a:pt x="38" y="0"/>
                  </a:cubicBezTo>
                  <a:cubicBezTo>
                    <a:pt x="17" y="1"/>
                    <a:pt x="0" y="19"/>
                    <a:pt x="0" y="40"/>
                  </a:cubicBezTo>
                  <a:cubicBezTo>
                    <a:pt x="1" y="62"/>
                    <a:pt x="19" y="78"/>
                    <a:pt x="41"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Freeform 531"/>
            <p:cNvSpPr>
              <a:spLocks/>
            </p:cNvSpPr>
            <p:nvPr/>
          </p:nvSpPr>
          <p:spPr bwMode="auto">
            <a:xfrm>
              <a:off x="6826952" y="4238351"/>
              <a:ext cx="276977" cy="203660"/>
            </a:xfrm>
            <a:custGeom>
              <a:avLst/>
              <a:gdLst>
                <a:gd name="T0" fmla="*/ 121 w 158"/>
                <a:gd name="T1" fmla="*/ 1 h 116"/>
                <a:gd name="T2" fmla="*/ 156 w 158"/>
                <a:gd name="T3" fmla="*/ 47 h 116"/>
                <a:gd name="T4" fmla="*/ 158 w 158"/>
                <a:gd name="T5" fmla="*/ 116 h 116"/>
                <a:gd name="T6" fmla="*/ 3 w 158"/>
                <a:gd name="T7" fmla="*/ 116 h 116"/>
                <a:gd name="T8" fmla="*/ 1 w 158"/>
                <a:gd name="T9" fmla="*/ 52 h 116"/>
                <a:gd name="T10" fmla="*/ 38 w 158"/>
                <a:gd name="T11" fmla="*/ 3 h 116"/>
                <a:gd name="T12" fmla="*/ 57 w 158"/>
                <a:gd name="T13" fmla="*/ 0 h 116"/>
                <a:gd name="T14" fmla="*/ 77 w 158"/>
                <a:gd name="T15" fmla="*/ 22 h 116"/>
                <a:gd name="T16" fmla="*/ 67 w 158"/>
                <a:gd name="T17" fmla="*/ 114 h 116"/>
                <a:gd name="T18" fmla="*/ 101 w 158"/>
                <a:gd name="T19" fmla="*/ 115 h 116"/>
                <a:gd name="T20" fmla="*/ 85 w 158"/>
                <a:gd name="T21" fmla="*/ 22 h 116"/>
                <a:gd name="T22" fmla="*/ 103 w 158"/>
                <a:gd name="T23" fmla="*/ 1 h 116"/>
                <a:gd name="T24" fmla="*/ 121 w 158"/>
                <a:gd name="T25" fmla="*/ 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16">
                  <a:moveTo>
                    <a:pt x="121" y="1"/>
                  </a:moveTo>
                  <a:cubicBezTo>
                    <a:pt x="146" y="11"/>
                    <a:pt x="155" y="24"/>
                    <a:pt x="156" y="47"/>
                  </a:cubicBezTo>
                  <a:cubicBezTo>
                    <a:pt x="158" y="116"/>
                    <a:pt x="158" y="116"/>
                    <a:pt x="158" y="116"/>
                  </a:cubicBezTo>
                  <a:cubicBezTo>
                    <a:pt x="3" y="116"/>
                    <a:pt x="3" y="116"/>
                    <a:pt x="3" y="116"/>
                  </a:cubicBezTo>
                  <a:cubicBezTo>
                    <a:pt x="1" y="52"/>
                    <a:pt x="1" y="52"/>
                    <a:pt x="1" y="52"/>
                  </a:cubicBezTo>
                  <a:cubicBezTo>
                    <a:pt x="0" y="28"/>
                    <a:pt x="11" y="13"/>
                    <a:pt x="38" y="3"/>
                  </a:cubicBezTo>
                  <a:cubicBezTo>
                    <a:pt x="57" y="0"/>
                    <a:pt x="57" y="0"/>
                    <a:pt x="57" y="0"/>
                  </a:cubicBezTo>
                  <a:cubicBezTo>
                    <a:pt x="57" y="0"/>
                    <a:pt x="78" y="20"/>
                    <a:pt x="77" y="22"/>
                  </a:cubicBezTo>
                  <a:cubicBezTo>
                    <a:pt x="76" y="24"/>
                    <a:pt x="67" y="114"/>
                    <a:pt x="67" y="114"/>
                  </a:cubicBezTo>
                  <a:cubicBezTo>
                    <a:pt x="101" y="115"/>
                    <a:pt x="101" y="115"/>
                    <a:pt x="101" y="115"/>
                  </a:cubicBezTo>
                  <a:cubicBezTo>
                    <a:pt x="85" y="22"/>
                    <a:pt x="85" y="22"/>
                    <a:pt x="85" y="22"/>
                  </a:cubicBezTo>
                  <a:cubicBezTo>
                    <a:pt x="103" y="1"/>
                    <a:pt x="103" y="1"/>
                    <a:pt x="103" y="1"/>
                  </a:cubicBezTo>
                  <a:lnTo>
                    <a:pt x="12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Freeform 532"/>
            <p:cNvSpPr>
              <a:spLocks/>
            </p:cNvSpPr>
            <p:nvPr/>
          </p:nvSpPr>
          <p:spPr bwMode="auto">
            <a:xfrm>
              <a:off x="7115779" y="4091716"/>
              <a:ext cx="94794" cy="94794"/>
            </a:xfrm>
            <a:custGeom>
              <a:avLst/>
              <a:gdLst>
                <a:gd name="T0" fmla="*/ 28 w 54"/>
                <a:gd name="T1" fmla="*/ 53 h 54"/>
                <a:gd name="T2" fmla="*/ 54 w 54"/>
                <a:gd name="T3" fmla="*/ 26 h 54"/>
                <a:gd name="T4" fmla="*/ 26 w 54"/>
                <a:gd name="T5" fmla="*/ 1 h 54"/>
                <a:gd name="T6" fmla="*/ 0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1" y="1"/>
                    <a:pt x="0" y="14"/>
                    <a:pt x="0"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Freeform 533"/>
            <p:cNvSpPr>
              <a:spLocks/>
            </p:cNvSpPr>
            <p:nvPr/>
          </p:nvSpPr>
          <p:spPr bwMode="auto">
            <a:xfrm>
              <a:off x="7070603" y="4191694"/>
              <a:ext cx="187367" cy="134786"/>
            </a:xfrm>
            <a:custGeom>
              <a:avLst/>
              <a:gdLst>
                <a:gd name="T0" fmla="*/ 82 w 107"/>
                <a:gd name="T1" fmla="*/ 0 h 77"/>
                <a:gd name="T2" fmla="*/ 54 w 107"/>
                <a:gd name="T3" fmla="*/ 31 h 77"/>
                <a:gd name="T4" fmla="*/ 25 w 107"/>
                <a:gd name="T5" fmla="*/ 1 h 77"/>
                <a:gd name="T6" fmla="*/ 0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4" y="31"/>
                    <a:pt x="54" y="31"/>
                    <a:pt x="54" y="31"/>
                  </a:cubicBezTo>
                  <a:cubicBezTo>
                    <a:pt x="25" y="1"/>
                    <a:pt x="25" y="1"/>
                    <a:pt x="25" y="1"/>
                  </a:cubicBezTo>
                  <a:cubicBezTo>
                    <a:pt x="7" y="8"/>
                    <a:pt x="0" y="18"/>
                    <a:pt x="0" y="34"/>
                  </a:cubicBezTo>
                  <a:cubicBezTo>
                    <a:pt x="2" y="77"/>
                    <a:pt x="2" y="77"/>
                    <a:pt x="2" y="77"/>
                  </a:cubicBezTo>
                  <a:cubicBezTo>
                    <a:pt x="107" y="77"/>
                    <a:pt x="107" y="77"/>
                    <a:pt x="107" y="77"/>
                  </a:cubicBezTo>
                  <a:cubicBezTo>
                    <a:pt x="105" y="31"/>
                    <a:pt x="105" y="31"/>
                    <a:pt x="105" y="31"/>
                  </a:cubicBezTo>
                  <a:cubicBezTo>
                    <a:pt x="104" y="15"/>
                    <a:pt x="98"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Freeform 539"/>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Freeform 540"/>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2" name="矩形 1"/>
          <p:cNvSpPr/>
          <p:nvPr/>
        </p:nvSpPr>
        <p:spPr>
          <a:xfrm>
            <a:off x="935596" y="1635646"/>
            <a:ext cx="3924436" cy="438582"/>
          </a:xfrm>
          <a:prstGeom prst="rect">
            <a:avLst/>
          </a:prstGeom>
        </p:spPr>
        <p:txBody>
          <a:bodyPr wrap="square">
            <a:spAutoFit/>
          </a:bodyPr>
          <a:lstStyle/>
          <a:p>
            <a:pPr>
              <a:lnSpc>
                <a:spcPct val="125000"/>
              </a:lnSpc>
            </a:pPr>
            <a:r>
              <a:rPr lang="zh-CN" altLang="en-US" b="1" dirty="0" smtClean="0"/>
              <a:t>定时器</a:t>
            </a:r>
            <a:r>
              <a:rPr lang="en-US" altLang="zh-CN" b="1" dirty="0" err="1" smtClean="0"/>
              <a:t>TIM3</a:t>
            </a:r>
            <a:r>
              <a:rPr lang="zh-CN" altLang="en-US" b="1" dirty="0" smtClean="0"/>
              <a:t>的</a:t>
            </a:r>
            <a:r>
              <a:rPr lang="zh-CN" altLang="en-US" b="1" dirty="0"/>
              <a:t>引脚复用功能</a:t>
            </a:r>
            <a:r>
              <a:rPr lang="zh-CN" altLang="en-US" b="1" dirty="0" smtClean="0"/>
              <a:t>映像：</a:t>
            </a:r>
            <a:endParaRPr lang="zh-CN" altLang="en-US" b="1" dirty="0"/>
          </a:p>
        </p:txBody>
      </p:sp>
      <p:graphicFrame>
        <p:nvGraphicFramePr>
          <p:cNvPr id="7" name="表格 6"/>
          <p:cNvGraphicFramePr>
            <a:graphicFrameLocks noGrp="1"/>
          </p:cNvGraphicFramePr>
          <p:nvPr>
            <p:extLst>
              <p:ext uri="{D42A27DB-BD31-4B8C-83A1-F6EECF244321}">
                <p14:modId xmlns:p14="http://schemas.microsoft.com/office/powerpoint/2010/main" val="2391806945"/>
              </p:ext>
            </p:extLst>
          </p:nvPr>
        </p:nvGraphicFramePr>
        <p:xfrm>
          <a:off x="341529" y="2213340"/>
          <a:ext cx="8460941" cy="1706880"/>
        </p:xfrm>
        <a:graphic>
          <a:graphicData uri="http://schemas.openxmlformats.org/drawingml/2006/table">
            <a:tbl>
              <a:tblPr firstRow="1" firstCol="1" bandRow="1">
                <a:tableStyleId>{5C22544A-7EE6-4342-B048-85BDC9FD1C3A}</a:tableStyleId>
              </a:tblPr>
              <a:tblGrid>
                <a:gridCol w="1359858"/>
                <a:gridCol w="2367823"/>
                <a:gridCol w="2366630"/>
                <a:gridCol w="2366630"/>
              </a:tblGrid>
              <a:tr h="0">
                <a:tc>
                  <a:txBody>
                    <a:bodyPr/>
                    <a:lstStyle/>
                    <a:p>
                      <a:pPr algn="ctr">
                        <a:spcAft>
                          <a:spcPts val="0"/>
                        </a:spcAft>
                      </a:pPr>
                      <a:r>
                        <a:rPr lang="zh-CN" sz="2000" b="1" kern="100">
                          <a:effectLst/>
                        </a:rPr>
                        <a:t>复用功能</a:t>
                      </a:r>
                      <a:endParaRPr lang="zh-CN" sz="2800" b="1" kern="100">
                        <a:effectLst/>
                        <a:latin typeface="Times New Roman"/>
                        <a:ea typeface="宋体"/>
                        <a:cs typeface="Times New Roman"/>
                      </a:endParaRPr>
                    </a:p>
                  </a:txBody>
                  <a:tcPr marL="68580" marR="68580" marT="0" marB="0" anchor="ctr"/>
                </a:tc>
                <a:tc>
                  <a:txBody>
                    <a:bodyPr/>
                    <a:lstStyle/>
                    <a:p>
                      <a:pPr algn="ctr">
                        <a:spcAft>
                          <a:spcPts val="0"/>
                        </a:spcAft>
                      </a:pPr>
                      <a:r>
                        <a:rPr lang="en-US" sz="1600" b="1" kern="100">
                          <a:effectLst/>
                        </a:rPr>
                        <a:t>TIM3_REMAP[1:0] = 00</a:t>
                      </a:r>
                      <a:endParaRPr lang="zh-CN" sz="2800" b="1" kern="100">
                        <a:effectLst/>
                      </a:endParaRPr>
                    </a:p>
                    <a:p>
                      <a:pPr algn="ctr">
                        <a:spcAft>
                          <a:spcPts val="0"/>
                        </a:spcAft>
                      </a:pPr>
                      <a:r>
                        <a:rPr lang="en-US" sz="1600" b="1" kern="100">
                          <a:effectLst/>
                        </a:rPr>
                        <a:t>(</a:t>
                      </a:r>
                      <a:r>
                        <a:rPr lang="zh-CN" sz="1600" b="1" kern="100">
                          <a:effectLst/>
                        </a:rPr>
                        <a:t>没有重映像</a:t>
                      </a:r>
                      <a:r>
                        <a:rPr lang="en-US" sz="1600" b="1" kern="100">
                          <a:effectLst/>
                        </a:rPr>
                        <a:t>)</a:t>
                      </a:r>
                      <a:endParaRPr lang="zh-CN" sz="2800" b="1" kern="100">
                        <a:effectLst/>
                        <a:latin typeface="Times New Roman"/>
                        <a:ea typeface="宋体"/>
                        <a:cs typeface="Times New Roman"/>
                      </a:endParaRPr>
                    </a:p>
                  </a:txBody>
                  <a:tcPr marL="68580" marR="68580" marT="0" marB="0"/>
                </a:tc>
                <a:tc>
                  <a:txBody>
                    <a:bodyPr/>
                    <a:lstStyle/>
                    <a:p>
                      <a:pPr algn="ctr">
                        <a:spcAft>
                          <a:spcPts val="0"/>
                        </a:spcAft>
                      </a:pPr>
                      <a:r>
                        <a:rPr lang="en-US" sz="1600" b="1" kern="100">
                          <a:effectLst/>
                        </a:rPr>
                        <a:t>TIM3_REMAP[1:0] = 10</a:t>
                      </a:r>
                      <a:endParaRPr lang="zh-CN" sz="2800" b="1" kern="100">
                        <a:effectLst/>
                      </a:endParaRPr>
                    </a:p>
                    <a:p>
                      <a:pPr algn="ctr">
                        <a:spcAft>
                          <a:spcPts val="0"/>
                        </a:spcAft>
                      </a:pPr>
                      <a:r>
                        <a:rPr lang="en-US" sz="1600" b="1" kern="100">
                          <a:effectLst/>
                        </a:rPr>
                        <a:t>(</a:t>
                      </a:r>
                      <a:r>
                        <a:rPr lang="zh-CN" sz="1600" b="1" kern="100">
                          <a:effectLst/>
                        </a:rPr>
                        <a:t>部分重映像</a:t>
                      </a:r>
                      <a:r>
                        <a:rPr lang="en-US" sz="1600" b="1" kern="100">
                          <a:effectLst/>
                        </a:rPr>
                        <a:t>)</a:t>
                      </a:r>
                      <a:endParaRPr lang="zh-CN" sz="2800" b="1" kern="100">
                        <a:effectLst/>
                        <a:latin typeface="Times New Roman"/>
                        <a:ea typeface="宋体"/>
                        <a:cs typeface="Times New Roman"/>
                      </a:endParaRPr>
                    </a:p>
                  </a:txBody>
                  <a:tcPr marL="68580" marR="68580" marT="0" marB="0"/>
                </a:tc>
                <a:tc>
                  <a:txBody>
                    <a:bodyPr/>
                    <a:lstStyle/>
                    <a:p>
                      <a:pPr algn="ctr">
                        <a:spcAft>
                          <a:spcPts val="0"/>
                        </a:spcAft>
                      </a:pPr>
                      <a:r>
                        <a:rPr lang="en-US" sz="1600" b="1" kern="100">
                          <a:effectLst/>
                        </a:rPr>
                        <a:t>TIM3_REMAP[1:0] = 11</a:t>
                      </a:r>
                      <a:endParaRPr lang="zh-CN" sz="2800" b="1" kern="100">
                        <a:effectLst/>
                      </a:endParaRPr>
                    </a:p>
                    <a:p>
                      <a:pPr algn="ctr">
                        <a:spcAft>
                          <a:spcPts val="0"/>
                        </a:spcAft>
                      </a:pPr>
                      <a:r>
                        <a:rPr lang="en-US" sz="1600" b="1" kern="100">
                          <a:effectLst/>
                        </a:rPr>
                        <a:t>(</a:t>
                      </a:r>
                      <a:r>
                        <a:rPr lang="zh-CN" sz="1600" b="1" kern="100">
                          <a:effectLst/>
                        </a:rPr>
                        <a:t>完全重映像</a:t>
                      </a:r>
                      <a:r>
                        <a:rPr lang="en-US" sz="1600" b="1" kern="100">
                          <a:effectLst/>
                        </a:rPr>
                        <a:t>)</a:t>
                      </a:r>
                      <a:r>
                        <a:rPr lang="en-US" sz="1600" b="1" kern="100" baseline="30000">
                          <a:effectLst/>
                        </a:rPr>
                        <a:t> (1)</a:t>
                      </a:r>
                      <a:endParaRPr lang="zh-CN" sz="2800" b="1" kern="100">
                        <a:effectLst/>
                        <a:latin typeface="Times New Roman"/>
                        <a:ea typeface="宋体"/>
                        <a:cs typeface="Times New Roman"/>
                      </a:endParaRPr>
                    </a:p>
                  </a:txBody>
                  <a:tcPr marL="68580" marR="68580" marT="0" marB="0"/>
                </a:tc>
              </a:tr>
              <a:tr h="0">
                <a:tc>
                  <a:txBody>
                    <a:bodyPr/>
                    <a:lstStyle/>
                    <a:p>
                      <a:pPr algn="ctr">
                        <a:spcAft>
                          <a:spcPts val="0"/>
                        </a:spcAft>
                      </a:pPr>
                      <a:r>
                        <a:rPr lang="en-US" sz="1600" b="1" kern="100">
                          <a:effectLst/>
                        </a:rPr>
                        <a:t>TIM3_CH1</a:t>
                      </a:r>
                      <a:endParaRPr lang="zh-CN" sz="2800" b="1" kern="100">
                        <a:effectLst/>
                        <a:latin typeface="Times New Roman"/>
                        <a:ea typeface="宋体"/>
                        <a:cs typeface="Times New Roman"/>
                      </a:endParaRPr>
                    </a:p>
                  </a:txBody>
                  <a:tcPr marL="68580" marR="68580" marT="0" marB="0"/>
                </a:tc>
                <a:tc>
                  <a:txBody>
                    <a:bodyPr/>
                    <a:lstStyle/>
                    <a:p>
                      <a:pPr algn="ctr">
                        <a:spcAft>
                          <a:spcPts val="0"/>
                        </a:spcAft>
                      </a:pPr>
                      <a:r>
                        <a:rPr lang="en-US" sz="2000" b="1" kern="100">
                          <a:effectLst/>
                        </a:rPr>
                        <a:t>PA6</a:t>
                      </a:r>
                      <a:endParaRPr lang="zh-CN" sz="2800" b="1" kern="100">
                        <a:effectLst/>
                        <a:latin typeface="Times New Roman"/>
                        <a:ea typeface="宋体"/>
                        <a:cs typeface="Times New Roman"/>
                      </a:endParaRPr>
                    </a:p>
                  </a:txBody>
                  <a:tcPr marL="68580" marR="68580" marT="0" marB="0"/>
                </a:tc>
                <a:tc>
                  <a:txBody>
                    <a:bodyPr/>
                    <a:lstStyle/>
                    <a:p>
                      <a:pPr algn="ctr">
                        <a:spcAft>
                          <a:spcPts val="0"/>
                        </a:spcAft>
                      </a:pPr>
                      <a:r>
                        <a:rPr lang="en-US" sz="2000" b="1" kern="100">
                          <a:effectLst/>
                        </a:rPr>
                        <a:t>PB4</a:t>
                      </a:r>
                      <a:endParaRPr lang="zh-CN" sz="2800" b="1" kern="100">
                        <a:effectLst/>
                        <a:latin typeface="Times New Roman"/>
                        <a:ea typeface="宋体"/>
                        <a:cs typeface="Times New Roman"/>
                      </a:endParaRPr>
                    </a:p>
                  </a:txBody>
                  <a:tcPr marL="68580" marR="68580" marT="0" marB="0"/>
                </a:tc>
                <a:tc>
                  <a:txBody>
                    <a:bodyPr/>
                    <a:lstStyle/>
                    <a:p>
                      <a:pPr algn="ctr">
                        <a:spcAft>
                          <a:spcPts val="0"/>
                        </a:spcAft>
                      </a:pPr>
                      <a:r>
                        <a:rPr lang="en-US" sz="2000" b="1" kern="100">
                          <a:effectLst/>
                        </a:rPr>
                        <a:t>PC6</a:t>
                      </a:r>
                      <a:endParaRPr lang="zh-CN" sz="2800" b="1" kern="100">
                        <a:effectLst/>
                        <a:latin typeface="Times New Roman"/>
                        <a:ea typeface="宋体"/>
                        <a:cs typeface="Times New Roman"/>
                      </a:endParaRPr>
                    </a:p>
                  </a:txBody>
                  <a:tcPr marL="68580" marR="68580" marT="0" marB="0"/>
                </a:tc>
              </a:tr>
              <a:tr h="0">
                <a:tc>
                  <a:txBody>
                    <a:bodyPr/>
                    <a:lstStyle/>
                    <a:p>
                      <a:pPr algn="ctr">
                        <a:spcAft>
                          <a:spcPts val="0"/>
                        </a:spcAft>
                      </a:pPr>
                      <a:r>
                        <a:rPr lang="en-US" sz="1600" b="1" kern="100">
                          <a:effectLst/>
                        </a:rPr>
                        <a:t>TIM3_CH2</a:t>
                      </a:r>
                      <a:endParaRPr lang="zh-CN" sz="2800" b="1" kern="100">
                        <a:effectLst/>
                        <a:latin typeface="Times New Roman"/>
                        <a:ea typeface="宋体"/>
                        <a:cs typeface="Times New Roman"/>
                      </a:endParaRPr>
                    </a:p>
                  </a:txBody>
                  <a:tcPr marL="68580" marR="68580" marT="0" marB="0"/>
                </a:tc>
                <a:tc>
                  <a:txBody>
                    <a:bodyPr/>
                    <a:lstStyle/>
                    <a:p>
                      <a:pPr algn="ctr">
                        <a:spcAft>
                          <a:spcPts val="0"/>
                        </a:spcAft>
                      </a:pPr>
                      <a:r>
                        <a:rPr lang="en-US" sz="2000" b="1" kern="100">
                          <a:effectLst/>
                        </a:rPr>
                        <a:t>PA7</a:t>
                      </a:r>
                      <a:endParaRPr lang="zh-CN" sz="2800" b="1" kern="100">
                        <a:effectLst/>
                        <a:latin typeface="Times New Roman"/>
                        <a:ea typeface="宋体"/>
                        <a:cs typeface="Times New Roman"/>
                      </a:endParaRPr>
                    </a:p>
                  </a:txBody>
                  <a:tcPr marL="68580" marR="68580" marT="0" marB="0"/>
                </a:tc>
                <a:tc>
                  <a:txBody>
                    <a:bodyPr/>
                    <a:lstStyle/>
                    <a:p>
                      <a:pPr algn="ctr">
                        <a:spcAft>
                          <a:spcPts val="0"/>
                        </a:spcAft>
                      </a:pPr>
                      <a:r>
                        <a:rPr lang="en-US" sz="2000" b="1" kern="100">
                          <a:effectLst/>
                        </a:rPr>
                        <a:t>PB5</a:t>
                      </a:r>
                      <a:endParaRPr lang="zh-CN" sz="2800" b="1" kern="100">
                        <a:effectLst/>
                        <a:latin typeface="Times New Roman"/>
                        <a:ea typeface="宋体"/>
                        <a:cs typeface="Times New Roman"/>
                      </a:endParaRPr>
                    </a:p>
                  </a:txBody>
                  <a:tcPr marL="68580" marR="68580" marT="0" marB="0"/>
                </a:tc>
                <a:tc>
                  <a:txBody>
                    <a:bodyPr/>
                    <a:lstStyle/>
                    <a:p>
                      <a:pPr algn="ctr">
                        <a:spcAft>
                          <a:spcPts val="0"/>
                        </a:spcAft>
                      </a:pPr>
                      <a:r>
                        <a:rPr lang="en-US" sz="2000" b="1" kern="100">
                          <a:effectLst/>
                        </a:rPr>
                        <a:t>PC7</a:t>
                      </a:r>
                      <a:endParaRPr lang="zh-CN" sz="2800" b="1" kern="100">
                        <a:effectLst/>
                        <a:latin typeface="Times New Roman"/>
                        <a:ea typeface="宋体"/>
                        <a:cs typeface="Times New Roman"/>
                      </a:endParaRPr>
                    </a:p>
                  </a:txBody>
                  <a:tcPr marL="68580" marR="68580" marT="0" marB="0"/>
                </a:tc>
              </a:tr>
              <a:tr h="0">
                <a:tc>
                  <a:txBody>
                    <a:bodyPr/>
                    <a:lstStyle/>
                    <a:p>
                      <a:pPr algn="ctr">
                        <a:spcAft>
                          <a:spcPts val="0"/>
                        </a:spcAft>
                      </a:pPr>
                      <a:r>
                        <a:rPr lang="en-US" sz="1600" b="1" kern="100">
                          <a:effectLst/>
                        </a:rPr>
                        <a:t>TIM3_CH3</a:t>
                      </a:r>
                      <a:endParaRPr lang="zh-CN" sz="2800" b="1" kern="100">
                        <a:effectLst/>
                        <a:latin typeface="Times New Roman"/>
                        <a:ea typeface="宋体"/>
                        <a:cs typeface="Times New Roman"/>
                      </a:endParaRPr>
                    </a:p>
                  </a:txBody>
                  <a:tcPr marL="68580" marR="68580" marT="0" marB="0"/>
                </a:tc>
                <a:tc gridSpan="2">
                  <a:txBody>
                    <a:bodyPr/>
                    <a:lstStyle/>
                    <a:p>
                      <a:pPr algn="ctr">
                        <a:spcAft>
                          <a:spcPts val="0"/>
                        </a:spcAft>
                      </a:pPr>
                      <a:r>
                        <a:rPr lang="en-US" sz="2000" b="1" kern="100">
                          <a:effectLst/>
                        </a:rPr>
                        <a:t>PB0</a:t>
                      </a:r>
                      <a:endParaRPr lang="zh-CN" sz="2800" b="1" kern="100">
                        <a:effectLst/>
                        <a:latin typeface="Times New Roman"/>
                        <a:ea typeface="宋体"/>
                        <a:cs typeface="Times New Roman"/>
                      </a:endParaRPr>
                    </a:p>
                  </a:txBody>
                  <a:tcPr marL="68580" marR="68580" marT="0" marB="0"/>
                </a:tc>
                <a:tc hMerge="1">
                  <a:txBody>
                    <a:bodyPr/>
                    <a:lstStyle/>
                    <a:p>
                      <a:endParaRPr lang="zh-CN" altLang="en-US"/>
                    </a:p>
                  </a:txBody>
                  <a:tcPr/>
                </a:tc>
                <a:tc>
                  <a:txBody>
                    <a:bodyPr/>
                    <a:lstStyle/>
                    <a:p>
                      <a:pPr algn="ctr">
                        <a:spcAft>
                          <a:spcPts val="0"/>
                        </a:spcAft>
                      </a:pPr>
                      <a:r>
                        <a:rPr lang="en-US" sz="2000" b="1" kern="100">
                          <a:effectLst/>
                        </a:rPr>
                        <a:t>PC8</a:t>
                      </a:r>
                      <a:endParaRPr lang="zh-CN" sz="2800" b="1" kern="100">
                        <a:effectLst/>
                        <a:latin typeface="Times New Roman"/>
                        <a:ea typeface="宋体"/>
                        <a:cs typeface="Times New Roman"/>
                      </a:endParaRPr>
                    </a:p>
                  </a:txBody>
                  <a:tcPr marL="68580" marR="68580" marT="0" marB="0"/>
                </a:tc>
              </a:tr>
              <a:tr h="0">
                <a:tc>
                  <a:txBody>
                    <a:bodyPr/>
                    <a:lstStyle/>
                    <a:p>
                      <a:pPr algn="ctr">
                        <a:spcAft>
                          <a:spcPts val="0"/>
                        </a:spcAft>
                      </a:pPr>
                      <a:r>
                        <a:rPr lang="en-US" sz="1600" b="1" kern="100">
                          <a:effectLst/>
                        </a:rPr>
                        <a:t>TIM3_CH4</a:t>
                      </a:r>
                      <a:endParaRPr lang="zh-CN" sz="2800" b="1" kern="100">
                        <a:effectLst/>
                        <a:latin typeface="Times New Roman"/>
                        <a:ea typeface="宋体"/>
                        <a:cs typeface="Times New Roman"/>
                      </a:endParaRPr>
                    </a:p>
                  </a:txBody>
                  <a:tcPr marL="68580" marR="68580" marT="0" marB="0"/>
                </a:tc>
                <a:tc gridSpan="2">
                  <a:txBody>
                    <a:bodyPr/>
                    <a:lstStyle/>
                    <a:p>
                      <a:pPr algn="ctr">
                        <a:spcAft>
                          <a:spcPts val="0"/>
                        </a:spcAft>
                      </a:pPr>
                      <a:r>
                        <a:rPr lang="en-US" sz="2000" b="1" kern="100">
                          <a:effectLst/>
                        </a:rPr>
                        <a:t>PB1</a:t>
                      </a:r>
                      <a:endParaRPr lang="zh-CN" sz="2800" b="1" kern="100">
                        <a:effectLst/>
                        <a:latin typeface="Times New Roman"/>
                        <a:ea typeface="宋体"/>
                        <a:cs typeface="Times New Roman"/>
                      </a:endParaRPr>
                    </a:p>
                  </a:txBody>
                  <a:tcPr marL="68580" marR="68580" marT="0" marB="0"/>
                </a:tc>
                <a:tc hMerge="1">
                  <a:txBody>
                    <a:bodyPr/>
                    <a:lstStyle/>
                    <a:p>
                      <a:endParaRPr lang="zh-CN" altLang="en-US"/>
                    </a:p>
                  </a:txBody>
                  <a:tcPr/>
                </a:tc>
                <a:tc>
                  <a:txBody>
                    <a:bodyPr/>
                    <a:lstStyle/>
                    <a:p>
                      <a:pPr algn="ctr">
                        <a:spcAft>
                          <a:spcPts val="0"/>
                        </a:spcAft>
                      </a:pPr>
                      <a:r>
                        <a:rPr lang="en-US" sz="2000" b="1" kern="100" dirty="0" err="1">
                          <a:effectLst/>
                        </a:rPr>
                        <a:t>PC9</a:t>
                      </a:r>
                      <a:endParaRPr lang="zh-CN" sz="2800" b="1" kern="100" dirty="0">
                        <a:effectLst/>
                        <a:latin typeface="Times New Roman"/>
                        <a:ea typeface="宋体"/>
                        <a:cs typeface="Times New Roman"/>
                      </a:endParaRPr>
                    </a:p>
                  </a:txBody>
                  <a:tcPr marL="68580" marR="68580" marT="0" marB="0"/>
                </a:tc>
              </a:tr>
            </a:tbl>
          </a:graphicData>
        </a:graphic>
      </p:graphicFrame>
      <p:sp>
        <p:nvSpPr>
          <p:cNvPr id="8" name="矩形 7"/>
          <p:cNvSpPr/>
          <p:nvPr/>
        </p:nvSpPr>
        <p:spPr>
          <a:xfrm>
            <a:off x="1754061" y="4244558"/>
            <a:ext cx="5724699" cy="369332"/>
          </a:xfrm>
          <a:prstGeom prst="rect">
            <a:avLst/>
          </a:prstGeom>
        </p:spPr>
        <p:txBody>
          <a:bodyPr wrap="square">
            <a:spAutoFit/>
          </a:bodyPr>
          <a:lstStyle/>
          <a:p>
            <a:r>
              <a:rPr lang="zh-CN" altLang="en-US" b="1" dirty="0"/>
              <a:t>注：</a:t>
            </a:r>
            <a:r>
              <a:rPr lang="en-US" altLang="zh-CN" b="1" dirty="0"/>
              <a:t>(1) </a:t>
            </a:r>
            <a:r>
              <a:rPr lang="zh-CN" altLang="en-US" b="1" dirty="0"/>
              <a:t>重映像只适用于</a:t>
            </a:r>
            <a:r>
              <a:rPr lang="en-US" altLang="zh-CN" b="1" dirty="0"/>
              <a:t>64</a:t>
            </a:r>
            <a:r>
              <a:rPr lang="zh-CN" altLang="en-US" b="1" dirty="0"/>
              <a:t>、</a:t>
            </a:r>
            <a:r>
              <a:rPr lang="en-US" altLang="zh-CN" b="1" dirty="0"/>
              <a:t>100</a:t>
            </a:r>
            <a:r>
              <a:rPr lang="zh-CN" altLang="en-US" b="1" dirty="0"/>
              <a:t>和</a:t>
            </a:r>
            <a:r>
              <a:rPr lang="en-US" altLang="zh-CN" b="1" dirty="0"/>
              <a:t>144</a:t>
            </a:r>
            <a:r>
              <a:rPr lang="zh-CN" altLang="en-US" b="1" dirty="0"/>
              <a:t>引脚的封装。</a:t>
            </a:r>
          </a:p>
        </p:txBody>
      </p:sp>
    </p:spTree>
    <p:extLst>
      <p:ext uri="{BB962C8B-B14F-4D97-AF65-F5344CB8AC3E}">
        <p14:creationId xmlns:p14="http://schemas.microsoft.com/office/powerpoint/2010/main" val="1042620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514806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998484" cy="461665"/>
          </a:xfrm>
          <a:prstGeom prst="rect">
            <a:avLst/>
          </a:prstGeom>
        </p:spPr>
        <p:txBody>
          <a:bodyPr wrap="none">
            <a:spAutoFit/>
          </a:bodyPr>
          <a:lstStyle/>
          <a:p>
            <a:r>
              <a:rPr lang="en-US" altLang="zh-CN" sz="2400" b="1" dirty="0">
                <a:solidFill>
                  <a:schemeClr val="bg1"/>
                </a:solidFill>
              </a:rPr>
              <a:t>9.3.2 PWM</a:t>
            </a:r>
            <a:r>
              <a:rPr lang="zh-CN" altLang="en-US" sz="2400" b="1" dirty="0">
                <a:solidFill>
                  <a:schemeClr val="bg1"/>
                </a:solidFill>
              </a:rPr>
              <a:t>标准外设库输出配置过程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矩形 4"/>
          <p:cNvSpPr/>
          <p:nvPr/>
        </p:nvSpPr>
        <p:spPr>
          <a:xfrm>
            <a:off x="408943" y="1131590"/>
            <a:ext cx="2645647" cy="646331"/>
          </a:xfrm>
          <a:prstGeom prst="rect">
            <a:avLst/>
          </a:prstGeom>
        </p:spPr>
        <p:txBody>
          <a:bodyPr wrap="square">
            <a:spAutoFit/>
          </a:bodyPr>
          <a:lstStyle/>
          <a:p>
            <a:r>
              <a:rPr lang="en-US" altLang="zh-CN" b="1" dirty="0">
                <a:solidFill>
                  <a:srgbClr val="C00000"/>
                </a:solidFill>
              </a:rPr>
              <a:t>1</a:t>
            </a:r>
            <a:r>
              <a:rPr lang="zh-CN" altLang="en-US" b="1" dirty="0">
                <a:solidFill>
                  <a:srgbClr val="C00000"/>
                </a:solidFill>
              </a:rPr>
              <a:t>．配置</a:t>
            </a:r>
            <a:r>
              <a:rPr lang="en-US" altLang="zh-CN" b="1" dirty="0" err="1">
                <a:solidFill>
                  <a:srgbClr val="C00000"/>
                </a:solidFill>
              </a:rPr>
              <a:t>PWM</a:t>
            </a:r>
            <a:r>
              <a:rPr lang="zh-CN" altLang="en-US" b="1" dirty="0">
                <a:solidFill>
                  <a:srgbClr val="C00000"/>
                </a:solidFill>
              </a:rPr>
              <a:t>输出通道，开启</a:t>
            </a:r>
            <a:r>
              <a:rPr lang="en-US" altLang="zh-CN" b="1" dirty="0" err="1">
                <a:solidFill>
                  <a:srgbClr val="C00000"/>
                </a:solidFill>
              </a:rPr>
              <a:t>TIM3</a:t>
            </a:r>
            <a:r>
              <a:rPr lang="zh-CN" altLang="en-US" b="1" dirty="0">
                <a:solidFill>
                  <a:srgbClr val="C00000"/>
                </a:solidFill>
              </a:rPr>
              <a:t>时钟</a:t>
            </a:r>
          </a:p>
        </p:txBody>
      </p:sp>
      <p:grpSp>
        <p:nvGrpSpPr>
          <p:cNvPr id="10" name="Group 61"/>
          <p:cNvGrpSpPr/>
          <p:nvPr/>
        </p:nvGrpSpPr>
        <p:grpSpPr>
          <a:xfrm>
            <a:off x="124196" y="3832758"/>
            <a:ext cx="1221203" cy="1075561"/>
            <a:chOff x="4958468" y="3328177"/>
            <a:chExt cx="2986020" cy="2997870"/>
          </a:xfrm>
          <a:solidFill>
            <a:schemeClr val="accent5">
              <a:lumMod val="20000"/>
              <a:lumOff val="80000"/>
            </a:schemeClr>
          </a:solidFill>
        </p:grpSpPr>
        <p:sp>
          <p:nvSpPr>
            <p:cNvPr id="11" name="Freeform 491"/>
            <p:cNvSpPr>
              <a:spLocks noEditPoints="1"/>
            </p:cNvSpPr>
            <p:nvPr/>
          </p:nvSpPr>
          <p:spPr bwMode="auto">
            <a:xfrm>
              <a:off x="4958468" y="3328177"/>
              <a:ext cx="2986020" cy="2997870"/>
            </a:xfrm>
            <a:custGeom>
              <a:avLst/>
              <a:gdLst>
                <a:gd name="T0" fmla="*/ 1407 w 1705"/>
                <a:gd name="T1" fmla="*/ 204 h 1712"/>
                <a:gd name="T2" fmla="*/ 1345 w 1705"/>
                <a:gd name="T3" fmla="*/ 201 h 1712"/>
                <a:gd name="T4" fmla="*/ 1229 w 1705"/>
                <a:gd name="T5" fmla="*/ 290 h 1712"/>
                <a:gd name="T6" fmla="*/ 1107 w 1705"/>
                <a:gd name="T7" fmla="*/ 310 h 1712"/>
                <a:gd name="T8" fmla="*/ 1012 w 1705"/>
                <a:gd name="T9" fmla="*/ 230 h 1712"/>
                <a:gd name="T10" fmla="*/ 986 w 1705"/>
                <a:gd name="T11" fmla="*/ 40 h 1712"/>
                <a:gd name="T12" fmla="*/ 946 w 1705"/>
                <a:gd name="T13" fmla="*/ 0 h 1712"/>
                <a:gd name="T14" fmla="*/ 777 w 1705"/>
                <a:gd name="T15" fmla="*/ 0 h 1712"/>
                <a:gd name="T16" fmla="*/ 728 w 1705"/>
                <a:gd name="T17" fmla="*/ 54 h 1712"/>
                <a:gd name="T18" fmla="*/ 702 w 1705"/>
                <a:gd name="T19" fmla="*/ 227 h 1712"/>
                <a:gd name="T20" fmla="*/ 628 w 1705"/>
                <a:gd name="T21" fmla="*/ 299 h 1712"/>
                <a:gd name="T22" fmla="*/ 537 w 1705"/>
                <a:gd name="T23" fmla="*/ 313 h 1712"/>
                <a:gd name="T24" fmla="*/ 365 w 1705"/>
                <a:gd name="T25" fmla="*/ 184 h 1712"/>
                <a:gd name="T26" fmla="*/ 312 w 1705"/>
                <a:gd name="T27" fmla="*/ 187 h 1712"/>
                <a:gd name="T28" fmla="*/ 193 w 1705"/>
                <a:gd name="T29" fmla="*/ 307 h 1712"/>
                <a:gd name="T30" fmla="*/ 193 w 1705"/>
                <a:gd name="T31" fmla="*/ 367 h 1712"/>
                <a:gd name="T32" fmla="*/ 314 w 1705"/>
                <a:gd name="T33" fmla="*/ 525 h 1712"/>
                <a:gd name="T34" fmla="*/ 304 w 1705"/>
                <a:gd name="T35" fmla="*/ 607 h 1712"/>
                <a:gd name="T36" fmla="*/ 241 w 1705"/>
                <a:gd name="T37" fmla="*/ 696 h 1712"/>
                <a:gd name="T38" fmla="*/ 46 w 1705"/>
                <a:gd name="T39" fmla="*/ 720 h 1712"/>
                <a:gd name="T40" fmla="*/ 4 w 1705"/>
                <a:gd name="T41" fmla="*/ 755 h 1712"/>
                <a:gd name="T42" fmla="*/ 0 w 1705"/>
                <a:gd name="T43" fmla="*/ 936 h 1712"/>
                <a:gd name="T44" fmla="*/ 51 w 1705"/>
                <a:gd name="T45" fmla="*/ 986 h 1712"/>
                <a:gd name="T46" fmla="*/ 217 w 1705"/>
                <a:gd name="T47" fmla="*/ 1012 h 1712"/>
                <a:gd name="T48" fmla="*/ 298 w 1705"/>
                <a:gd name="T49" fmla="*/ 1089 h 1712"/>
                <a:gd name="T50" fmla="*/ 300 w 1705"/>
                <a:gd name="T51" fmla="*/ 1189 h 1712"/>
                <a:gd name="T52" fmla="*/ 190 w 1705"/>
                <a:gd name="T53" fmla="*/ 1322 h 1712"/>
                <a:gd name="T54" fmla="*/ 194 w 1705"/>
                <a:gd name="T55" fmla="*/ 1407 h 1712"/>
                <a:gd name="T56" fmla="*/ 297 w 1705"/>
                <a:gd name="T57" fmla="*/ 1514 h 1712"/>
                <a:gd name="T58" fmla="*/ 372 w 1705"/>
                <a:gd name="T59" fmla="*/ 1515 h 1712"/>
                <a:gd name="T60" fmla="*/ 505 w 1705"/>
                <a:gd name="T61" fmla="*/ 1417 h 1712"/>
                <a:gd name="T62" fmla="*/ 623 w 1705"/>
                <a:gd name="T63" fmla="*/ 1421 h 1712"/>
                <a:gd name="T64" fmla="*/ 693 w 1705"/>
                <a:gd name="T65" fmla="*/ 1490 h 1712"/>
                <a:gd name="T66" fmla="*/ 716 w 1705"/>
                <a:gd name="T67" fmla="*/ 1655 h 1712"/>
                <a:gd name="T68" fmla="*/ 771 w 1705"/>
                <a:gd name="T69" fmla="*/ 1712 h 1712"/>
                <a:gd name="T70" fmla="*/ 922 w 1705"/>
                <a:gd name="T71" fmla="*/ 1712 h 1712"/>
                <a:gd name="T72" fmla="*/ 980 w 1705"/>
                <a:gd name="T73" fmla="*/ 1663 h 1712"/>
                <a:gd name="T74" fmla="*/ 1007 w 1705"/>
                <a:gd name="T75" fmla="*/ 1486 h 1712"/>
                <a:gd name="T76" fmla="*/ 1103 w 1705"/>
                <a:gd name="T77" fmla="*/ 1408 h 1712"/>
                <a:gd name="T78" fmla="*/ 1194 w 1705"/>
                <a:gd name="T79" fmla="*/ 1422 h 1712"/>
                <a:gd name="T80" fmla="*/ 1324 w 1705"/>
                <a:gd name="T81" fmla="*/ 1523 h 1712"/>
                <a:gd name="T82" fmla="*/ 1393 w 1705"/>
                <a:gd name="T83" fmla="*/ 1521 h 1712"/>
                <a:gd name="T84" fmla="*/ 1505 w 1705"/>
                <a:gd name="T85" fmla="*/ 1410 h 1712"/>
                <a:gd name="T86" fmla="*/ 1516 w 1705"/>
                <a:gd name="T87" fmla="*/ 1341 h 1712"/>
                <a:gd name="T88" fmla="*/ 1406 w 1705"/>
                <a:gd name="T89" fmla="*/ 1195 h 1712"/>
                <a:gd name="T90" fmla="*/ 1414 w 1705"/>
                <a:gd name="T91" fmla="*/ 1085 h 1712"/>
                <a:gd name="T92" fmla="*/ 1501 w 1705"/>
                <a:gd name="T93" fmla="*/ 1012 h 1712"/>
                <a:gd name="T94" fmla="*/ 1649 w 1705"/>
                <a:gd name="T95" fmla="*/ 995 h 1712"/>
                <a:gd name="T96" fmla="*/ 1701 w 1705"/>
                <a:gd name="T97" fmla="*/ 954 h 1712"/>
                <a:gd name="T98" fmla="*/ 1705 w 1705"/>
                <a:gd name="T99" fmla="*/ 778 h 1712"/>
                <a:gd name="T100" fmla="*/ 1662 w 1705"/>
                <a:gd name="T101" fmla="*/ 732 h 1712"/>
                <a:gd name="T102" fmla="*/ 1455 w 1705"/>
                <a:gd name="T103" fmla="*/ 692 h 1712"/>
                <a:gd name="T104" fmla="*/ 1404 w 1705"/>
                <a:gd name="T105" fmla="*/ 608 h 1712"/>
                <a:gd name="T106" fmla="*/ 1412 w 1705"/>
                <a:gd name="T107" fmla="*/ 517 h 1712"/>
                <a:gd name="T108" fmla="*/ 1504 w 1705"/>
                <a:gd name="T109" fmla="*/ 396 h 1712"/>
                <a:gd name="T110" fmla="*/ 1521 w 1705"/>
                <a:gd name="T111" fmla="*/ 332 h 1712"/>
                <a:gd name="T112" fmla="*/ 1407 w 1705"/>
                <a:gd name="T113" fmla="*/ 204 h 1712"/>
                <a:gd name="T114" fmla="*/ 996 w 1705"/>
                <a:gd name="T115" fmla="*/ 1003 h 1712"/>
                <a:gd name="T116" fmla="*/ 703 w 1705"/>
                <a:gd name="T117" fmla="*/ 1002 h 1712"/>
                <a:gd name="T118" fmla="*/ 705 w 1705"/>
                <a:gd name="T119" fmla="*/ 710 h 1712"/>
                <a:gd name="T120" fmla="*/ 997 w 1705"/>
                <a:gd name="T121" fmla="*/ 711 h 1712"/>
                <a:gd name="T122" fmla="*/ 996 w 1705"/>
                <a:gd name="T123" fmla="*/ 1003 h 1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5" h="1712">
                  <a:moveTo>
                    <a:pt x="1407" y="204"/>
                  </a:moveTo>
                  <a:cubicBezTo>
                    <a:pt x="1376" y="174"/>
                    <a:pt x="1345" y="201"/>
                    <a:pt x="1345" y="201"/>
                  </a:cubicBezTo>
                  <a:cubicBezTo>
                    <a:pt x="1345" y="201"/>
                    <a:pt x="1289" y="241"/>
                    <a:pt x="1229" y="290"/>
                  </a:cubicBezTo>
                  <a:cubicBezTo>
                    <a:pt x="1169" y="338"/>
                    <a:pt x="1107" y="310"/>
                    <a:pt x="1107" y="310"/>
                  </a:cubicBezTo>
                  <a:cubicBezTo>
                    <a:pt x="1015" y="289"/>
                    <a:pt x="1012" y="230"/>
                    <a:pt x="1012" y="230"/>
                  </a:cubicBezTo>
                  <a:cubicBezTo>
                    <a:pt x="986" y="40"/>
                    <a:pt x="986" y="40"/>
                    <a:pt x="986" y="40"/>
                  </a:cubicBezTo>
                  <a:cubicBezTo>
                    <a:pt x="980" y="1"/>
                    <a:pt x="946" y="0"/>
                    <a:pt x="946" y="0"/>
                  </a:cubicBezTo>
                  <a:cubicBezTo>
                    <a:pt x="777" y="0"/>
                    <a:pt x="777" y="0"/>
                    <a:pt x="777" y="0"/>
                  </a:cubicBezTo>
                  <a:cubicBezTo>
                    <a:pt x="730" y="2"/>
                    <a:pt x="728" y="54"/>
                    <a:pt x="728" y="54"/>
                  </a:cubicBezTo>
                  <a:cubicBezTo>
                    <a:pt x="702" y="227"/>
                    <a:pt x="702" y="227"/>
                    <a:pt x="702" y="227"/>
                  </a:cubicBezTo>
                  <a:cubicBezTo>
                    <a:pt x="696" y="258"/>
                    <a:pt x="628" y="299"/>
                    <a:pt x="628" y="299"/>
                  </a:cubicBezTo>
                  <a:cubicBezTo>
                    <a:pt x="589" y="322"/>
                    <a:pt x="537" y="313"/>
                    <a:pt x="537" y="313"/>
                  </a:cubicBezTo>
                  <a:cubicBezTo>
                    <a:pt x="365" y="184"/>
                    <a:pt x="365" y="184"/>
                    <a:pt x="365" y="184"/>
                  </a:cubicBezTo>
                  <a:cubicBezTo>
                    <a:pt x="342" y="166"/>
                    <a:pt x="312" y="187"/>
                    <a:pt x="312" y="187"/>
                  </a:cubicBezTo>
                  <a:cubicBezTo>
                    <a:pt x="193" y="307"/>
                    <a:pt x="193" y="307"/>
                    <a:pt x="193" y="307"/>
                  </a:cubicBezTo>
                  <a:cubicBezTo>
                    <a:pt x="165" y="336"/>
                    <a:pt x="193" y="367"/>
                    <a:pt x="193" y="367"/>
                  </a:cubicBezTo>
                  <a:cubicBezTo>
                    <a:pt x="199" y="374"/>
                    <a:pt x="314" y="525"/>
                    <a:pt x="314" y="525"/>
                  </a:cubicBezTo>
                  <a:cubicBezTo>
                    <a:pt x="322" y="545"/>
                    <a:pt x="304" y="607"/>
                    <a:pt x="304" y="607"/>
                  </a:cubicBezTo>
                  <a:cubicBezTo>
                    <a:pt x="292" y="669"/>
                    <a:pt x="241" y="696"/>
                    <a:pt x="241" y="696"/>
                  </a:cubicBezTo>
                  <a:cubicBezTo>
                    <a:pt x="46" y="720"/>
                    <a:pt x="46" y="720"/>
                    <a:pt x="46" y="720"/>
                  </a:cubicBezTo>
                  <a:cubicBezTo>
                    <a:pt x="16" y="720"/>
                    <a:pt x="4" y="755"/>
                    <a:pt x="4" y="755"/>
                  </a:cubicBezTo>
                  <a:cubicBezTo>
                    <a:pt x="0" y="936"/>
                    <a:pt x="0" y="936"/>
                    <a:pt x="0" y="936"/>
                  </a:cubicBezTo>
                  <a:cubicBezTo>
                    <a:pt x="2" y="977"/>
                    <a:pt x="51" y="986"/>
                    <a:pt x="51" y="986"/>
                  </a:cubicBezTo>
                  <a:cubicBezTo>
                    <a:pt x="217" y="1012"/>
                    <a:pt x="217" y="1012"/>
                    <a:pt x="217" y="1012"/>
                  </a:cubicBezTo>
                  <a:cubicBezTo>
                    <a:pt x="268" y="1014"/>
                    <a:pt x="298" y="1089"/>
                    <a:pt x="298" y="1089"/>
                  </a:cubicBezTo>
                  <a:cubicBezTo>
                    <a:pt x="321" y="1136"/>
                    <a:pt x="300" y="1189"/>
                    <a:pt x="300" y="1189"/>
                  </a:cubicBezTo>
                  <a:cubicBezTo>
                    <a:pt x="190" y="1322"/>
                    <a:pt x="190" y="1322"/>
                    <a:pt x="190" y="1322"/>
                  </a:cubicBezTo>
                  <a:cubicBezTo>
                    <a:pt x="152" y="1368"/>
                    <a:pt x="194" y="1407"/>
                    <a:pt x="194" y="1407"/>
                  </a:cubicBezTo>
                  <a:cubicBezTo>
                    <a:pt x="297" y="1514"/>
                    <a:pt x="297" y="1514"/>
                    <a:pt x="297" y="1514"/>
                  </a:cubicBezTo>
                  <a:cubicBezTo>
                    <a:pt x="335" y="1550"/>
                    <a:pt x="372" y="1515"/>
                    <a:pt x="372" y="1515"/>
                  </a:cubicBezTo>
                  <a:cubicBezTo>
                    <a:pt x="505" y="1417"/>
                    <a:pt x="505" y="1417"/>
                    <a:pt x="505" y="1417"/>
                  </a:cubicBezTo>
                  <a:cubicBezTo>
                    <a:pt x="551" y="1380"/>
                    <a:pt x="623" y="1421"/>
                    <a:pt x="623" y="1421"/>
                  </a:cubicBezTo>
                  <a:cubicBezTo>
                    <a:pt x="691" y="1446"/>
                    <a:pt x="693" y="1490"/>
                    <a:pt x="693" y="1490"/>
                  </a:cubicBezTo>
                  <a:cubicBezTo>
                    <a:pt x="716" y="1655"/>
                    <a:pt x="716" y="1655"/>
                    <a:pt x="716" y="1655"/>
                  </a:cubicBezTo>
                  <a:cubicBezTo>
                    <a:pt x="718" y="1709"/>
                    <a:pt x="771" y="1712"/>
                    <a:pt x="771" y="1712"/>
                  </a:cubicBezTo>
                  <a:cubicBezTo>
                    <a:pt x="922" y="1712"/>
                    <a:pt x="922" y="1712"/>
                    <a:pt x="922" y="1712"/>
                  </a:cubicBezTo>
                  <a:cubicBezTo>
                    <a:pt x="981" y="1703"/>
                    <a:pt x="980" y="1663"/>
                    <a:pt x="980" y="1663"/>
                  </a:cubicBezTo>
                  <a:cubicBezTo>
                    <a:pt x="1007" y="1486"/>
                    <a:pt x="1007" y="1486"/>
                    <a:pt x="1007" y="1486"/>
                  </a:cubicBezTo>
                  <a:cubicBezTo>
                    <a:pt x="1016" y="1422"/>
                    <a:pt x="1103" y="1408"/>
                    <a:pt x="1103" y="1408"/>
                  </a:cubicBezTo>
                  <a:cubicBezTo>
                    <a:pt x="1163" y="1387"/>
                    <a:pt x="1194" y="1422"/>
                    <a:pt x="1194" y="1422"/>
                  </a:cubicBezTo>
                  <a:cubicBezTo>
                    <a:pt x="1324" y="1523"/>
                    <a:pt x="1324" y="1523"/>
                    <a:pt x="1324" y="1523"/>
                  </a:cubicBezTo>
                  <a:cubicBezTo>
                    <a:pt x="1353" y="1549"/>
                    <a:pt x="1393" y="1521"/>
                    <a:pt x="1393" y="1521"/>
                  </a:cubicBezTo>
                  <a:cubicBezTo>
                    <a:pt x="1505" y="1410"/>
                    <a:pt x="1505" y="1410"/>
                    <a:pt x="1505" y="1410"/>
                  </a:cubicBezTo>
                  <a:cubicBezTo>
                    <a:pt x="1546" y="1372"/>
                    <a:pt x="1516" y="1341"/>
                    <a:pt x="1516" y="1341"/>
                  </a:cubicBezTo>
                  <a:cubicBezTo>
                    <a:pt x="1406" y="1195"/>
                    <a:pt x="1406" y="1195"/>
                    <a:pt x="1406" y="1195"/>
                  </a:cubicBezTo>
                  <a:cubicBezTo>
                    <a:pt x="1378" y="1154"/>
                    <a:pt x="1414" y="1085"/>
                    <a:pt x="1414" y="1085"/>
                  </a:cubicBezTo>
                  <a:cubicBezTo>
                    <a:pt x="1439" y="1013"/>
                    <a:pt x="1501" y="1012"/>
                    <a:pt x="1501" y="1012"/>
                  </a:cubicBezTo>
                  <a:cubicBezTo>
                    <a:pt x="1649" y="995"/>
                    <a:pt x="1649" y="995"/>
                    <a:pt x="1649" y="995"/>
                  </a:cubicBezTo>
                  <a:cubicBezTo>
                    <a:pt x="1688" y="998"/>
                    <a:pt x="1701" y="954"/>
                    <a:pt x="1701" y="954"/>
                  </a:cubicBezTo>
                  <a:cubicBezTo>
                    <a:pt x="1705" y="778"/>
                    <a:pt x="1705" y="778"/>
                    <a:pt x="1705" y="778"/>
                  </a:cubicBezTo>
                  <a:cubicBezTo>
                    <a:pt x="1700" y="733"/>
                    <a:pt x="1662" y="732"/>
                    <a:pt x="1662" y="732"/>
                  </a:cubicBezTo>
                  <a:cubicBezTo>
                    <a:pt x="1455" y="692"/>
                    <a:pt x="1455" y="692"/>
                    <a:pt x="1455" y="692"/>
                  </a:cubicBezTo>
                  <a:cubicBezTo>
                    <a:pt x="1420" y="683"/>
                    <a:pt x="1404" y="608"/>
                    <a:pt x="1404" y="608"/>
                  </a:cubicBezTo>
                  <a:cubicBezTo>
                    <a:pt x="1384" y="551"/>
                    <a:pt x="1412" y="517"/>
                    <a:pt x="1412" y="517"/>
                  </a:cubicBezTo>
                  <a:cubicBezTo>
                    <a:pt x="1504" y="396"/>
                    <a:pt x="1504" y="396"/>
                    <a:pt x="1504" y="396"/>
                  </a:cubicBezTo>
                  <a:cubicBezTo>
                    <a:pt x="1544" y="354"/>
                    <a:pt x="1521" y="332"/>
                    <a:pt x="1521" y="332"/>
                  </a:cubicBezTo>
                  <a:cubicBezTo>
                    <a:pt x="1521" y="332"/>
                    <a:pt x="1438" y="234"/>
                    <a:pt x="1407" y="204"/>
                  </a:cubicBezTo>
                  <a:close/>
                  <a:moveTo>
                    <a:pt x="996" y="1003"/>
                  </a:moveTo>
                  <a:cubicBezTo>
                    <a:pt x="915" y="1084"/>
                    <a:pt x="784" y="1083"/>
                    <a:pt x="703" y="1002"/>
                  </a:cubicBezTo>
                  <a:cubicBezTo>
                    <a:pt x="623" y="921"/>
                    <a:pt x="624" y="790"/>
                    <a:pt x="705" y="710"/>
                  </a:cubicBezTo>
                  <a:cubicBezTo>
                    <a:pt x="786" y="629"/>
                    <a:pt x="917" y="630"/>
                    <a:pt x="997" y="711"/>
                  </a:cubicBezTo>
                  <a:cubicBezTo>
                    <a:pt x="1077" y="792"/>
                    <a:pt x="1077" y="923"/>
                    <a:pt x="996" y="1003"/>
                  </a:cubicBezTo>
                  <a:close/>
                </a:path>
              </a:pathLst>
            </a:custGeom>
            <a:grpFill/>
            <a:ln>
              <a:noFill/>
            </a:ln>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Freeform 495"/>
            <p:cNvSpPr>
              <a:spLocks/>
            </p:cNvSpPr>
            <p:nvPr/>
          </p:nvSpPr>
          <p:spPr bwMode="auto">
            <a:xfrm>
              <a:off x="5791621" y="5558806"/>
              <a:ext cx="124417" cy="14071"/>
            </a:xfrm>
            <a:custGeom>
              <a:avLst/>
              <a:gdLst>
                <a:gd name="T0" fmla="*/ 68 w 71"/>
                <a:gd name="T1" fmla="*/ 0 h 8"/>
                <a:gd name="T2" fmla="*/ 2 w 71"/>
                <a:gd name="T3" fmla="*/ 0 h 8"/>
                <a:gd name="T4" fmla="*/ 0 w 71"/>
                <a:gd name="T5" fmla="*/ 4 h 8"/>
                <a:gd name="T6" fmla="*/ 4 w 71"/>
                <a:gd name="T7" fmla="*/ 7 h 8"/>
                <a:gd name="T8" fmla="*/ 8 w 71"/>
                <a:gd name="T9" fmla="*/ 7 h 8"/>
                <a:gd name="T10" fmla="*/ 8 w 71"/>
                <a:gd name="T11" fmla="*/ 7 h 8"/>
                <a:gd name="T12" fmla="*/ 62 w 71"/>
                <a:gd name="T13" fmla="*/ 7 h 8"/>
                <a:gd name="T14" fmla="*/ 68 w 71"/>
                <a:gd name="T15" fmla="*/ 7 h 8"/>
                <a:gd name="T16" fmla="*/ 71 w 71"/>
                <a:gd name="T17" fmla="*/ 4 h 8"/>
                <a:gd name="T18" fmla="*/ 68 w 71"/>
                <a:gd name="T19"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 h="8">
                  <a:moveTo>
                    <a:pt x="68" y="0"/>
                  </a:moveTo>
                  <a:cubicBezTo>
                    <a:pt x="2" y="0"/>
                    <a:pt x="2" y="0"/>
                    <a:pt x="2" y="0"/>
                  </a:cubicBezTo>
                  <a:cubicBezTo>
                    <a:pt x="2" y="0"/>
                    <a:pt x="0" y="0"/>
                    <a:pt x="0" y="4"/>
                  </a:cubicBezTo>
                  <a:cubicBezTo>
                    <a:pt x="0" y="8"/>
                    <a:pt x="4" y="7"/>
                    <a:pt x="4" y="7"/>
                  </a:cubicBezTo>
                  <a:cubicBezTo>
                    <a:pt x="8" y="7"/>
                    <a:pt x="8" y="7"/>
                    <a:pt x="8" y="7"/>
                  </a:cubicBezTo>
                  <a:cubicBezTo>
                    <a:pt x="8" y="7"/>
                    <a:pt x="8" y="7"/>
                    <a:pt x="8" y="7"/>
                  </a:cubicBezTo>
                  <a:cubicBezTo>
                    <a:pt x="62" y="7"/>
                    <a:pt x="62" y="7"/>
                    <a:pt x="62" y="7"/>
                  </a:cubicBezTo>
                  <a:cubicBezTo>
                    <a:pt x="68" y="7"/>
                    <a:pt x="68" y="7"/>
                    <a:pt x="68" y="7"/>
                  </a:cubicBezTo>
                  <a:cubicBezTo>
                    <a:pt x="68" y="7"/>
                    <a:pt x="71" y="6"/>
                    <a:pt x="71" y="4"/>
                  </a:cubicBezTo>
                  <a:cubicBezTo>
                    <a:pt x="71" y="1"/>
                    <a:pt x="68" y="0"/>
                    <a:pt x="6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Freeform 496"/>
            <p:cNvSpPr>
              <a:spLocks/>
            </p:cNvSpPr>
            <p:nvPr/>
          </p:nvSpPr>
          <p:spPr bwMode="auto">
            <a:xfrm>
              <a:off x="5784956" y="5539550"/>
              <a:ext cx="136267" cy="14071"/>
            </a:xfrm>
            <a:custGeom>
              <a:avLst/>
              <a:gdLst>
                <a:gd name="T0" fmla="*/ 75 w 78"/>
                <a:gd name="T1" fmla="*/ 0 h 8"/>
                <a:gd name="T2" fmla="*/ 3 w 78"/>
                <a:gd name="T3" fmla="*/ 0 h 8"/>
                <a:gd name="T4" fmla="*/ 0 w 78"/>
                <a:gd name="T5" fmla="*/ 4 h 8"/>
                <a:gd name="T6" fmla="*/ 6 w 78"/>
                <a:gd name="T7" fmla="*/ 7 h 8"/>
                <a:gd name="T8" fmla="*/ 72 w 78"/>
                <a:gd name="T9" fmla="*/ 7 h 8"/>
                <a:gd name="T10" fmla="*/ 75 w 78"/>
                <a:gd name="T11" fmla="*/ 7 h 8"/>
                <a:gd name="T12" fmla="*/ 78 w 78"/>
                <a:gd name="T13" fmla="*/ 3 h 8"/>
                <a:gd name="T14" fmla="*/ 75 w 7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8">
                  <a:moveTo>
                    <a:pt x="75" y="0"/>
                  </a:moveTo>
                  <a:cubicBezTo>
                    <a:pt x="3" y="0"/>
                    <a:pt x="3" y="0"/>
                    <a:pt x="3" y="0"/>
                  </a:cubicBezTo>
                  <a:cubicBezTo>
                    <a:pt x="3" y="0"/>
                    <a:pt x="0" y="0"/>
                    <a:pt x="0" y="4"/>
                  </a:cubicBezTo>
                  <a:cubicBezTo>
                    <a:pt x="0" y="8"/>
                    <a:pt x="6" y="7"/>
                    <a:pt x="6" y="7"/>
                  </a:cubicBezTo>
                  <a:cubicBezTo>
                    <a:pt x="72" y="7"/>
                    <a:pt x="72" y="7"/>
                    <a:pt x="72" y="7"/>
                  </a:cubicBezTo>
                  <a:cubicBezTo>
                    <a:pt x="75" y="7"/>
                    <a:pt x="75" y="7"/>
                    <a:pt x="75" y="7"/>
                  </a:cubicBezTo>
                  <a:cubicBezTo>
                    <a:pt x="75" y="7"/>
                    <a:pt x="78" y="7"/>
                    <a:pt x="78" y="3"/>
                  </a:cubicBezTo>
                  <a:cubicBezTo>
                    <a:pt x="78" y="0"/>
                    <a:pt x="75" y="0"/>
                    <a:pt x="7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497"/>
            <p:cNvSpPr>
              <a:spLocks/>
            </p:cNvSpPr>
            <p:nvPr/>
          </p:nvSpPr>
          <p:spPr bwMode="auto">
            <a:xfrm>
              <a:off x="5784956" y="5501040"/>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498"/>
            <p:cNvSpPr>
              <a:spLocks/>
            </p:cNvSpPr>
            <p:nvPr/>
          </p:nvSpPr>
          <p:spPr bwMode="auto">
            <a:xfrm>
              <a:off x="5784956" y="5520295"/>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Freeform 499"/>
            <p:cNvSpPr>
              <a:spLocks noEditPoints="1"/>
            </p:cNvSpPr>
            <p:nvPr/>
          </p:nvSpPr>
          <p:spPr bwMode="auto">
            <a:xfrm>
              <a:off x="5690161" y="5090018"/>
              <a:ext cx="324374" cy="402135"/>
            </a:xfrm>
            <a:custGeom>
              <a:avLst/>
              <a:gdLst>
                <a:gd name="T0" fmla="*/ 94 w 185"/>
                <a:gd name="T1" fmla="*/ 0 h 230"/>
                <a:gd name="T2" fmla="*/ 87 w 185"/>
                <a:gd name="T3" fmla="*/ 0 h 230"/>
                <a:gd name="T4" fmla="*/ 8 w 185"/>
                <a:gd name="T5" fmla="*/ 51 h 230"/>
                <a:gd name="T6" fmla="*/ 0 w 185"/>
                <a:gd name="T7" fmla="*/ 92 h 230"/>
                <a:gd name="T8" fmla="*/ 9 w 185"/>
                <a:gd name="T9" fmla="*/ 133 h 230"/>
                <a:gd name="T10" fmla="*/ 25 w 185"/>
                <a:gd name="T11" fmla="*/ 163 h 230"/>
                <a:gd name="T12" fmla="*/ 40 w 185"/>
                <a:gd name="T13" fmla="*/ 193 h 230"/>
                <a:gd name="T14" fmla="*/ 43 w 185"/>
                <a:gd name="T15" fmla="*/ 213 h 230"/>
                <a:gd name="T16" fmla="*/ 55 w 185"/>
                <a:gd name="T17" fmla="*/ 230 h 230"/>
                <a:gd name="T18" fmla="*/ 134 w 185"/>
                <a:gd name="T19" fmla="*/ 229 h 230"/>
                <a:gd name="T20" fmla="*/ 145 w 185"/>
                <a:gd name="T21" fmla="*/ 193 h 230"/>
                <a:gd name="T22" fmla="*/ 160 w 185"/>
                <a:gd name="T23" fmla="*/ 163 h 230"/>
                <a:gd name="T24" fmla="*/ 185 w 185"/>
                <a:gd name="T25" fmla="*/ 92 h 230"/>
                <a:gd name="T26" fmla="*/ 185 w 185"/>
                <a:gd name="T27" fmla="*/ 89 h 230"/>
                <a:gd name="T28" fmla="*/ 176 w 185"/>
                <a:gd name="T29" fmla="*/ 92 h 230"/>
                <a:gd name="T30" fmla="*/ 152 w 185"/>
                <a:gd name="T31" fmla="*/ 158 h 230"/>
                <a:gd name="T32" fmla="*/ 148 w 185"/>
                <a:gd name="T33" fmla="*/ 164 h 230"/>
                <a:gd name="T34" fmla="*/ 148 w 185"/>
                <a:gd name="T35" fmla="*/ 141 h 230"/>
                <a:gd name="T36" fmla="*/ 141 w 185"/>
                <a:gd name="T37" fmla="*/ 122 h 230"/>
                <a:gd name="T38" fmla="*/ 107 w 185"/>
                <a:gd name="T39" fmla="*/ 101 h 230"/>
                <a:gd name="T40" fmla="*/ 101 w 185"/>
                <a:gd name="T41" fmla="*/ 137 h 230"/>
                <a:gd name="T42" fmla="*/ 97 w 185"/>
                <a:gd name="T43" fmla="*/ 117 h 230"/>
                <a:gd name="T44" fmla="*/ 89 w 185"/>
                <a:gd name="T45" fmla="*/ 126 h 230"/>
                <a:gd name="T46" fmla="*/ 85 w 185"/>
                <a:gd name="T47" fmla="*/ 141 h 230"/>
                <a:gd name="T48" fmla="*/ 80 w 185"/>
                <a:gd name="T49" fmla="*/ 101 h 230"/>
                <a:gd name="T50" fmla="*/ 93 w 185"/>
                <a:gd name="T51" fmla="*/ 113 h 230"/>
                <a:gd name="T52" fmla="*/ 107 w 185"/>
                <a:gd name="T53" fmla="*/ 101 h 230"/>
                <a:gd name="T54" fmla="*/ 110 w 185"/>
                <a:gd name="T55" fmla="*/ 85 h 230"/>
                <a:gd name="T56" fmla="*/ 90 w 185"/>
                <a:gd name="T57" fmla="*/ 44 h 230"/>
                <a:gd name="T58" fmla="*/ 77 w 185"/>
                <a:gd name="T59" fmla="*/ 83 h 230"/>
                <a:gd name="T60" fmla="*/ 80 w 185"/>
                <a:gd name="T61" fmla="*/ 99 h 230"/>
                <a:gd name="T62" fmla="*/ 47 w 185"/>
                <a:gd name="T63" fmla="*/ 119 h 230"/>
                <a:gd name="T64" fmla="*/ 38 w 185"/>
                <a:gd name="T65" fmla="*/ 141 h 230"/>
                <a:gd name="T66" fmla="*/ 36 w 185"/>
                <a:gd name="T67" fmla="*/ 159 h 230"/>
                <a:gd name="T68" fmla="*/ 33 w 185"/>
                <a:gd name="T69" fmla="*/ 159 h 230"/>
                <a:gd name="T70" fmla="*/ 17 w 185"/>
                <a:gd name="T71" fmla="*/ 129 h 230"/>
                <a:gd name="T72" fmla="*/ 9 w 185"/>
                <a:gd name="T73" fmla="*/ 87 h 230"/>
                <a:gd name="T74" fmla="*/ 33 w 185"/>
                <a:gd name="T75" fmla="*/ 33 h 230"/>
                <a:gd name="T76" fmla="*/ 93 w 185"/>
                <a:gd name="T77" fmla="*/ 9 h 230"/>
                <a:gd name="T78" fmla="*/ 176 w 185"/>
                <a:gd name="T79" fmla="*/ 9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5" h="230">
                  <a:moveTo>
                    <a:pt x="158" y="26"/>
                  </a:moveTo>
                  <a:cubicBezTo>
                    <a:pt x="142" y="10"/>
                    <a:pt x="120" y="1"/>
                    <a:pt x="94" y="0"/>
                  </a:cubicBezTo>
                  <a:cubicBezTo>
                    <a:pt x="94" y="0"/>
                    <a:pt x="94" y="0"/>
                    <a:pt x="93" y="0"/>
                  </a:cubicBezTo>
                  <a:cubicBezTo>
                    <a:pt x="87" y="0"/>
                    <a:pt x="87" y="0"/>
                    <a:pt x="87" y="0"/>
                  </a:cubicBezTo>
                  <a:cubicBezTo>
                    <a:pt x="63" y="0"/>
                    <a:pt x="44" y="9"/>
                    <a:pt x="27" y="26"/>
                  </a:cubicBezTo>
                  <a:cubicBezTo>
                    <a:pt x="20" y="33"/>
                    <a:pt x="13" y="40"/>
                    <a:pt x="8" y="51"/>
                  </a:cubicBezTo>
                  <a:cubicBezTo>
                    <a:pt x="3" y="62"/>
                    <a:pt x="0" y="74"/>
                    <a:pt x="0" y="87"/>
                  </a:cubicBezTo>
                  <a:cubicBezTo>
                    <a:pt x="0" y="92"/>
                    <a:pt x="0" y="92"/>
                    <a:pt x="0" y="92"/>
                  </a:cubicBezTo>
                  <a:cubicBezTo>
                    <a:pt x="0" y="93"/>
                    <a:pt x="0" y="93"/>
                    <a:pt x="0" y="93"/>
                  </a:cubicBezTo>
                  <a:cubicBezTo>
                    <a:pt x="1" y="109"/>
                    <a:pt x="4" y="122"/>
                    <a:pt x="9" y="133"/>
                  </a:cubicBezTo>
                  <a:cubicBezTo>
                    <a:pt x="13" y="142"/>
                    <a:pt x="18" y="151"/>
                    <a:pt x="23" y="160"/>
                  </a:cubicBezTo>
                  <a:cubicBezTo>
                    <a:pt x="25" y="163"/>
                    <a:pt x="25" y="163"/>
                    <a:pt x="25" y="163"/>
                  </a:cubicBezTo>
                  <a:cubicBezTo>
                    <a:pt x="26" y="165"/>
                    <a:pt x="27" y="167"/>
                    <a:pt x="28" y="169"/>
                  </a:cubicBezTo>
                  <a:cubicBezTo>
                    <a:pt x="33" y="177"/>
                    <a:pt x="37" y="184"/>
                    <a:pt x="40" y="193"/>
                  </a:cubicBezTo>
                  <a:cubicBezTo>
                    <a:pt x="41" y="197"/>
                    <a:pt x="41" y="201"/>
                    <a:pt x="42" y="205"/>
                  </a:cubicBezTo>
                  <a:cubicBezTo>
                    <a:pt x="42" y="208"/>
                    <a:pt x="42" y="210"/>
                    <a:pt x="43" y="213"/>
                  </a:cubicBezTo>
                  <a:cubicBezTo>
                    <a:pt x="44" y="220"/>
                    <a:pt x="49" y="225"/>
                    <a:pt x="52" y="229"/>
                  </a:cubicBezTo>
                  <a:cubicBezTo>
                    <a:pt x="53" y="230"/>
                    <a:pt x="54" y="230"/>
                    <a:pt x="55" y="230"/>
                  </a:cubicBezTo>
                  <a:cubicBezTo>
                    <a:pt x="130" y="230"/>
                    <a:pt x="130" y="230"/>
                    <a:pt x="130" y="230"/>
                  </a:cubicBezTo>
                  <a:cubicBezTo>
                    <a:pt x="132" y="230"/>
                    <a:pt x="133" y="230"/>
                    <a:pt x="134" y="229"/>
                  </a:cubicBezTo>
                  <a:cubicBezTo>
                    <a:pt x="140" y="223"/>
                    <a:pt x="141" y="214"/>
                    <a:pt x="142" y="205"/>
                  </a:cubicBezTo>
                  <a:cubicBezTo>
                    <a:pt x="143" y="201"/>
                    <a:pt x="144" y="197"/>
                    <a:pt x="145" y="193"/>
                  </a:cubicBezTo>
                  <a:cubicBezTo>
                    <a:pt x="148" y="185"/>
                    <a:pt x="152" y="176"/>
                    <a:pt x="156" y="168"/>
                  </a:cubicBezTo>
                  <a:cubicBezTo>
                    <a:pt x="158" y="166"/>
                    <a:pt x="159" y="164"/>
                    <a:pt x="160" y="163"/>
                  </a:cubicBezTo>
                  <a:cubicBezTo>
                    <a:pt x="161" y="160"/>
                    <a:pt x="162" y="157"/>
                    <a:pt x="164" y="155"/>
                  </a:cubicBezTo>
                  <a:cubicBezTo>
                    <a:pt x="173" y="137"/>
                    <a:pt x="184" y="119"/>
                    <a:pt x="185" y="92"/>
                  </a:cubicBezTo>
                  <a:cubicBezTo>
                    <a:pt x="185" y="92"/>
                    <a:pt x="185" y="92"/>
                    <a:pt x="185" y="92"/>
                  </a:cubicBezTo>
                  <a:cubicBezTo>
                    <a:pt x="185" y="89"/>
                    <a:pt x="185" y="89"/>
                    <a:pt x="185" y="89"/>
                  </a:cubicBezTo>
                  <a:cubicBezTo>
                    <a:pt x="184" y="64"/>
                    <a:pt x="175" y="43"/>
                    <a:pt x="158" y="26"/>
                  </a:cubicBezTo>
                  <a:close/>
                  <a:moveTo>
                    <a:pt x="176" y="92"/>
                  </a:moveTo>
                  <a:cubicBezTo>
                    <a:pt x="174" y="116"/>
                    <a:pt x="165" y="133"/>
                    <a:pt x="156" y="150"/>
                  </a:cubicBezTo>
                  <a:cubicBezTo>
                    <a:pt x="154" y="153"/>
                    <a:pt x="153" y="156"/>
                    <a:pt x="152" y="158"/>
                  </a:cubicBezTo>
                  <a:cubicBezTo>
                    <a:pt x="151" y="160"/>
                    <a:pt x="149" y="162"/>
                    <a:pt x="148" y="164"/>
                  </a:cubicBezTo>
                  <a:cubicBezTo>
                    <a:pt x="148" y="164"/>
                    <a:pt x="148" y="164"/>
                    <a:pt x="148" y="164"/>
                  </a:cubicBezTo>
                  <a:cubicBezTo>
                    <a:pt x="148" y="161"/>
                    <a:pt x="148" y="159"/>
                    <a:pt x="149" y="154"/>
                  </a:cubicBezTo>
                  <a:cubicBezTo>
                    <a:pt x="150" y="148"/>
                    <a:pt x="148" y="144"/>
                    <a:pt x="148" y="141"/>
                  </a:cubicBezTo>
                  <a:cubicBezTo>
                    <a:pt x="147" y="137"/>
                    <a:pt x="145" y="129"/>
                    <a:pt x="145" y="129"/>
                  </a:cubicBezTo>
                  <a:cubicBezTo>
                    <a:pt x="145" y="120"/>
                    <a:pt x="141" y="122"/>
                    <a:pt x="141" y="122"/>
                  </a:cubicBezTo>
                  <a:cubicBezTo>
                    <a:pt x="139" y="118"/>
                    <a:pt x="117" y="110"/>
                    <a:pt x="117" y="110"/>
                  </a:cubicBezTo>
                  <a:cubicBezTo>
                    <a:pt x="107" y="101"/>
                    <a:pt x="107" y="101"/>
                    <a:pt x="107" y="101"/>
                  </a:cubicBezTo>
                  <a:cubicBezTo>
                    <a:pt x="109" y="103"/>
                    <a:pt x="109" y="103"/>
                    <a:pt x="109" y="103"/>
                  </a:cubicBezTo>
                  <a:cubicBezTo>
                    <a:pt x="109" y="111"/>
                    <a:pt x="101" y="137"/>
                    <a:pt x="101" y="137"/>
                  </a:cubicBezTo>
                  <a:cubicBezTo>
                    <a:pt x="102" y="134"/>
                    <a:pt x="96" y="124"/>
                    <a:pt x="96" y="124"/>
                  </a:cubicBezTo>
                  <a:cubicBezTo>
                    <a:pt x="95" y="123"/>
                    <a:pt x="97" y="117"/>
                    <a:pt x="97" y="117"/>
                  </a:cubicBezTo>
                  <a:cubicBezTo>
                    <a:pt x="90" y="109"/>
                    <a:pt x="86" y="118"/>
                    <a:pt x="86" y="118"/>
                  </a:cubicBezTo>
                  <a:cubicBezTo>
                    <a:pt x="85" y="120"/>
                    <a:pt x="89" y="126"/>
                    <a:pt x="89" y="126"/>
                  </a:cubicBezTo>
                  <a:cubicBezTo>
                    <a:pt x="88" y="127"/>
                    <a:pt x="88" y="133"/>
                    <a:pt x="88" y="133"/>
                  </a:cubicBezTo>
                  <a:cubicBezTo>
                    <a:pt x="87" y="135"/>
                    <a:pt x="85" y="141"/>
                    <a:pt x="85" y="141"/>
                  </a:cubicBezTo>
                  <a:cubicBezTo>
                    <a:pt x="80" y="128"/>
                    <a:pt x="78" y="103"/>
                    <a:pt x="78" y="103"/>
                  </a:cubicBezTo>
                  <a:cubicBezTo>
                    <a:pt x="77" y="102"/>
                    <a:pt x="80" y="101"/>
                    <a:pt x="80" y="101"/>
                  </a:cubicBezTo>
                  <a:cubicBezTo>
                    <a:pt x="82" y="104"/>
                    <a:pt x="82" y="104"/>
                    <a:pt x="82" y="104"/>
                  </a:cubicBezTo>
                  <a:cubicBezTo>
                    <a:pt x="84" y="108"/>
                    <a:pt x="93" y="113"/>
                    <a:pt x="93" y="113"/>
                  </a:cubicBezTo>
                  <a:cubicBezTo>
                    <a:pt x="102" y="107"/>
                    <a:pt x="102" y="107"/>
                    <a:pt x="102" y="107"/>
                  </a:cubicBezTo>
                  <a:cubicBezTo>
                    <a:pt x="108" y="104"/>
                    <a:pt x="107" y="101"/>
                    <a:pt x="107" y="101"/>
                  </a:cubicBezTo>
                  <a:cubicBezTo>
                    <a:pt x="106" y="100"/>
                    <a:pt x="106" y="94"/>
                    <a:pt x="106" y="94"/>
                  </a:cubicBezTo>
                  <a:cubicBezTo>
                    <a:pt x="107" y="93"/>
                    <a:pt x="110" y="85"/>
                    <a:pt x="110" y="85"/>
                  </a:cubicBezTo>
                  <a:cubicBezTo>
                    <a:pt x="114" y="80"/>
                    <a:pt x="113" y="71"/>
                    <a:pt x="113" y="71"/>
                  </a:cubicBezTo>
                  <a:cubicBezTo>
                    <a:pt x="119" y="41"/>
                    <a:pt x="90" y="44"/>
                    <a:pt x="90" y="44"/>
                  </a:cubicBezTo>
                  <a:cubicBezTo>
                    <a:pt x="69" y="46"/>
                    <a:pt x="75" y="72"/>
                    <a:pt x="75" y="72"/>
                  </a:cubicBezTo>
                  <a:cubicBezTo>
                    <a:pt x="72" y="73"/>
                    <a:pt x="77" y="83"/>
                    <a:pt x="77" y="83"/>
                  </a:cubicBezTo>
                  <a:cubicBezTo>
                    <a:pt x="76" y="84"/>
                    <a:pt x="79" y="91"/>
                    <a:pt x="79" y="91"/>
                  </a:cubicBezTo>
                  <a:cubicBezTo>
                    <a:pt x="80" y="99"/>
                    <a:pt x="80" y="99"/>
                    <a:pt x="80" y="99"/>
                  </a:cubicBezTo>
                  <a:cubicBezTo>
                    <a:pt x="78" y="100"/>
                    <a:pt x="71" y="109"/>
                    <a:pt x="71" y="109"/>
                  </a:cubicBezTo>
                  <a:cubicBezTo>
                    <a:pt x="59" y="109"/>
                    <a:pt x="47" y="119"/>
                    <a:pt x="47" y="119"/>
                  </a:cubicBezTo>
                  <a:cubicBezTo>
                    <a:pt x="40" y="118"/>
                    <a:pt x="41" y="123"/>
                    <a:pt x="41" y="129"/>
                  </a:cubicBezTo>
                  <a:cubicBezTo>
                    <a:pt x="41" y="134"/>
                    <a:pt x="41" y="133"/>
                    <a:pt x="38" y="141"/>
                  </a:cubicBezTo>
                  <a:cubicBezTo>
                    <a:pt x="35" y="148"/>
                    <a:pt x="39" y="144"/>
                    <a:pt x="37" y="148"/>
                  </a:cubicBezTo>
                  <a:cubicBezTo>
                    <a:pt x="36" y="151"/>
                    <a:pt x="36" y="154"/>
                    <a:pt x="36" y="159"/>
                  </a:cubicBezTo>
                  <a:cubicBezTo>
                    <a:pt x="36" y="160"/>
                    <a:pt x="36" y="162"/>
                    <a:pt x="36" y="163"/>
                  </a:cubicBezTo>
                  <a:cubicBezTo>
                    <a:pt x="35" y="162"/>
                    <a:pt x="34" y="160"/>
                    <a:pt x="33" y="159"/>
                  </a:cubicBezTo>
                  <a:cubicBezTo>
                    <a:pt x="31" y="155"/>
                    <a:pt x="31" y="155"/>
                    <a:pt x="31" y="155"/>
                  </a:cubicBezTo>
                  <a:cubicBezTo>
                    <a:pt x="26" y="147"/>
                    <a:pt x="21" y="138"/>
                    <a:pt x="17" y="129"/>
                  </a:cubicBezTo>
                  <a:cubicBezTo>
                    <a:pt x="12" y="119"/>
                    <a:pt x="10" y="108"/>
                    <a:pt x="9" y="92"/>
                  </a:cubicBezTo>
                  <a:cubicBezTo>
                    <a:pt x="9" y="87"/>
                    <a:pt x="9" y="87"/>
                    <a:pt x="9" y="87"/>
                  </a:cubicBezTo>
                  <a:cubicBezTo>
                    <a:pt x="10" y="75"/>
                    <a:pt x="12" y="65"/>
                    <a:pt x="17" y="55"/>
                  </a:cubicBezTo>
                  <a:cubicBezTo>
                    <a:pt x="21" y="46"/>
                    <a:pt x="27" y="39"/>
                    <a:pt x="33" y="33"/>
                  </a:cubicBezTo>
                  <a:cubicBezTo>
                    <a:pt x="48" y="17"/>
                    <a:pt x="66" y="10"/>
                    <a:pt x="87" y="9"/>
                  </a:cubicBezTo>
                  <a:cubicBezTo>
                    <a:pt x="93" y="9"/>
                    <a:pt x="93" y="9"/>
                    <a:pt x="93" y="9"/>
                  </a:cubicBezTo>
                  <a:cubicBezTo>
                    <a:pt x="117" y="10"/>
                    <a:pt x="137" y="18"/>
                    <a:pt x="151" y="32"/>
                  </a:cubicBezTo>
                  <a:cubicBezTo>
                    <a:pt x="167" y="48"/>
                    <a:pt x="175" y="67"/>
                    <a:pt x="176" y="90"/>
                  </a:cubicBezTo>
                  <a:lnTo>
                    <a:pt x="176" y="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Freeform 500"/>
            <p:cNvSpPr>
              <a:spLocks/>
            </p:cNvSpPr>
            <p:nvPr/>
          </p:nvSpPr>
          <p:spPr bwMode="auto">
            <a:xfrm>
              <a:off x="6883236" y="5084093"/>
              <a:ext cx="430277" cy="369550"/>
            </a:xfrm>
            <a:custGeom>
              <a:avLst/>
              <a:gdLst>
                <a:gd name="T0" fmla="*/ 164 w 246"/>
                <a:gd name="T1" fmla="*/ 0 h 211"/>
                <a:gd name="T2" fmla="*/ 81 w 246"/>
                <a:gd name="T3" fmla="*/ 0 h 211"/>
                <a:gd name="T4" fmla="*/ 0 w 246"/>
                <a:gd name="T5" fmla="*/ 68 h 211"/>
                <a:gd name="T6" fmla="*/ 25 w 246"/>
                <a:gd name="T7" fmla="*/ 68 h 211"/>
                <a:gd name="T8" fmla="*/ 84 w 246"/>
                <a:gd name="T9" fmla="*/ 23 h 211"/>
                <a:gd name="T10" fmla="*/ 161 w 246"/>
                <a:gd name="T11" fmla="*/ 23 h 211"/>
                <a:gd name="T12" fmla="*/ 222 w 246"/>
                <a:gd name="T13" fmla="*/ 85 h 211"/>
                <a:gd name="T14" fmla="*/ 161 w 246"/>
                <a:gd name="T15" fmla="*/ 146 h 211"/>
                <a:gd name="T16" fmla="*/ 123 w 246"/>
                <a:gd name="T17" fmla="*/ 146 h 211"/>
                <a:gd name="T18" fmla="*/ 123 w 246"/>
                <a:gd name="T19" fmla="*/ 155 h 211"/>
                <a:gd name="T20" fmla="*/ 123 w 246"/>
                <a:gd name="T21" fmla="*/ 160 h 211"/>
                <a:gd name="T22" fmla="*/ 123 w 246"/>
                <a:gd name="T23" fmla="*/ 168 h 211"/>
                <a:gd name="T24" fmla="*/ 139 w 246"/>
                <a:gd name="T25" fmla="*/ 168 h 211"/>
                <a:gd name="T26" fmla="*/ 189 w 246"/>
                <a:gd name="T27" fmla="*/ 211 h 211"/>
                <a:gd name="T28" fmla="*/ 186 w 246"/>
                <a:gd name="T29" fmla="*/ 165 h 211"/>
                <a:gd name="T30" fmla="*/ 246 w 246"/>
                <a:gd name="T31" fmla="*/ 86 h 211"/>
                <a:gd name="T32" fmla="*/ 246 w 246"/>
                <a:gd name="T33" fmla="*/ 82 h 211"/>
                <a:gd name="T34" fmla="*/ 164 w 246"/>
                <a:gd name="T35"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6" h="211">
                  <a:moveTo>
                    <a:pt x="164" y="0"/>
                  </a:moveTo>
                  <a:cubicBezTo>
                    <a:pt x="81" y="0"/>
                    <a:pt x="81" y="0"/>
                    <a:pt x="81" y="0"/>
                  </a:cubicBezTo>
                  <a:cubicBezTo>
                    <a:pt x="41" y="0"/>
                    <a:pt x="7" y="29"/>
                    <a:pt x="0" y="68"/>
                  </a:cubicBezTo>
                  <a:cubicBezTo>
                    <a:pt x="25" y="68"/>
                    <a:pt x="25" y="68"/>
                    <a:pt x="25" y="68"/>
                  </a:cubicBezTo>
                  <a:cubicBezTo>
                    <a:pt x="33" y="42"/>
                    <a:pt x="56" y="23"/>
                    <a:pt x="84" y="23"/>
                  </a:cubicBezTo>
                  <a:cubicBezTo>
                    <a:pt x="161" y="23"/>
                    <a:pt x="161" y="23"/>
                    <a:pt x="161" y="23"/>
                  </a:cubicBezTo>
                  <a:cubicBezTo>
                    <a:pt x="195" y="23"/>
                    <a:pt x="222" y="51"/>
                    <a:pt x="222" y="85"/>
                  </a:cubicBezTo>
                  <a:cubicBezTo>
                    <a:pt x="222" y="119"/>
                    <a:pt x="195" y="146"/>
                    <a:pt x="161" y="146"/>
                  </a:cubicBezTo>
                  <a:cubicBezTo>
                    <a:pt x="123" y="146"/>
                    <a:pt x="123" y="146"/>
                    <a:pt x="123" y="146"/>
                  </a:cubicBezTo>
                  <a:cubicBezTo>
                    <a:pt x="123" y="149"/>
                    <a:pt x="123" y="152"/>
                    <a:pt x="123" y="155"/>
                  </a:cubicBezTo>
                  <a:cubicBezTo>
                    <a:pt x="123" y="160"/>
                    <a:pt x="123" y="160"/>
                    <a:pt x="123" y="160"/>
                  </a:cubicBezTo>
                  <a:cubicBezTo>
                    <a:pt x="123" y="162"/>
                    <a:pt x="123" y="165"/>
                    <a:pt x="123" y="168"/>
                  </a:cubicBezTo>
                  <a:cubicBezTo>
                    <a:pt x="139" y="168"/>
                    <a:pt x="139" y="168"/>
                    <a:pt x="139" y="168"/>
                  </a:cubicBezTo>
                  <a:cubicBezTo>
                    <a:pt x="189" y="211"/>
                    <a:pt x="189" y="211"/>
                    <a:pt x="189" y="211"/>
                  </a:cubicBezTo>
                  <a:cubicBezTo>
                    <a:pt x="186" y="165"/>
                    <a:pt x="186" y="165"/>
                    <a:pt x="186" y="165"/>
                  </a:cubicBezTo>
                  <a:cubicBezTo>
                    <a:pt x="220" y="156"/>
                    <a:pt x="246" y="124"/>
                    <a:pt x="246" y="86"/>
                  </a:cubicBezTo>
                  <a:cubicBezTo>
                    <a:pt x="246" y="82"/>
                    <a:pt x="246" y="82"/>
                    <a:pt x="246" y="82"/>
                  </a:cubicBezTo>
                  <a:cubicBezTo>
                    <a:pt x="246" y="37"/>
                    <a:pt x="210" y="0"/>
                    <a:pt x="16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501"/>
            <p:cNvSpPr>
              <a:spLocks/>
            </p:cNvSpPr>
            <p:nvPr/>
          </p:nvSpPr>
          <p:spPr bwMode="auto">
            <a:xfrm>
              <a:off x="6866944" y="5366255"/>
              <a:ext cx="17774" cy="39991"/>
            </a:xfrm>
            <a:custGeom>
              <a:avLst/>
              <a:gdLst>
                <a:gd name="T0" fmla="*/ 0 w 10"/>
                <a:gd name="T1" fmla="*/ 0 h 23"/>
                <a:gd name="T2" fmla="*/ 0 w 10"/>
                <a:gd name="T3" fmla="*/ 23 h 23"/>
                <a:gd name="T4" fmla="*/ 8 w 10"/>
                <a:gd name="T5" fmla="*/ 19 h 23"/>
                <a:gd name="T6" fmla="*/ 10 w 10"/>
                <a:gd name="T7" fmla="*/ 11 h 23"/>
                <a:gd name="T8" fmla="*/ 8 w 10"/>
                <a:gd name="T9" fmla="*/ 4 h 23"/>
                <a:gd name="T10" fmla="*/ 0 w 10"/>
                <a:gd name="T11" fmla="*/ 0 h 23"/>
              </a:gdLst>
              <a:ahLst/>
              <a:cxnLst>
                <a:cxn ang="0">
                  <a:pos x="T0" y="T1"/>
                </a:cxn>
                <a:cxn ang="0">
                  <a:pos x="T2" y="T3"/>
                </a:cxn>
                <a:cxn ang="0">
                  <a:pos x="T4" y="T5"/>
                </a:cxn>
                <a:cxn ang="0">
                  <a:pos x="T6" y="T7"/>
                </a:cxn>
                <a:cxn ang="0">
                  <a:pos x="T8" y="T9"/>
                </a:cxn>
                <a:cxn ang="0">
                  <a:pos x="T10" y="T11"/>
                </a:cxn>
              </a:cxnLst>
              <a:rect l="0" t="0" r="r" b="b"/>
              <a:pathLst>
                <a:path w="10" h="23">
                  <a:moveTo>
                    <a:pt x="0" y="0"/>
                  </a:moveTo>
                  <a:cubicBezTo>
                    <a:pt x="0" y="23"/>
                    <a:pt x="0" y="23"/>
                    <a:pt x="0" y="23"/>
                  </a:cubicBezTo>
                  <a:cubicBezTo>
                    <a:pt x="3" y="22"/>
                    <a:pt x="6" y="21"/>
                    <a:pt x="8" y="19"/>
                  </a:cubicBezTo>
                  <a:cubicBezTo>
                    <a:pt x="9" y="17"/>
                    <a:pt x="10" y="14"/>
                    <a:pt x="10" y="11"/>
                  </a:cubicBezTo>
                  <a:cubicBezTo>
                    <a:pt x="10" y="8"/>
                    <a:pt x="10" y="6"/>
                    <a:pt x="8" y="4"/>
                  </a:cubicBezTo>
                  <a:cubicBezTo>
                    <a:pt x="7" y="3"/>
                    <a:pt x="4"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Freeform 502"/>
            <p:cNvSpPr>
              <a:spLocks noEditPoints="1"/>
            </p:cNvSpPr>
            <p:nvPr/>
          </p:nvSpPr>
          <p:spPr bwMode="auto">
            <a:xfrm>
              <a:off x="6775852" y="5277385"/>
              <a:ext cx="174036" cy="173296"/>
            </a:xfrm>
            <a:custGeom>
              <a:avLst/>
              <a:gdLst>
                <a:gd name="T0" fmla="*/ 50 w 99"/>
                <a:gd name="T1" fmla="*/ 0 h 99"/>
                <a:gd name="T2" fmla="*/ 0 w 99"/>
                <a:gd name="T3" fmla="*/ 49 h 99"/>
                <a:gd name="T4" fmla="*/ 50 w 99"/>
                <a:gd name="T5" fmla="*/ 99 h 99"/>
                <a:gd name="T6" fmla="*/ 99 w 99"/>
                <a:gd name="T7" fmla="*/ 49 h 99"/>
                <a:gd name="T8" fmla="*/ 50 w 99"/>
                <a:gd name="T9" fmla="*/ 0 h 99"/>
                <a:gd name="T10" fmla="*/ 65 w 99"/>
                <a:gd name="T11" fmla="*/ 74 h 99"/>
                <a:gd name="T12" fmla="*/ 52 w 99"/>
                <a:gd name="T13" fmla="*/ 80 h 99"/>
                <a:gd name="T14" fmla="*/ 52 w 99"/>
                <a:gd name="T15" fmla="*/ 87 h 99"/>
                <a:gd name="T16" fmla="*/ 48 w 99"/>
                <a:gd name="T17" fmla="*/ 87 h 99"/>
                <a:gd name="T18" fmla="*/ 48 w 99"/>
                <a:gd name="T19" fmla="*/ 80 h 99"/>
                <a:gd name="T20" fmla="*/ 39 w 99"/>
                <a:gd name="T21" fmla="*/ 77 h 99"/>
                <a:gd name="T22" fmla="*/ 33 w 99"/>
                <a:gd name="T23" fmla="*/ 72 h 99"/>
                <a:gd name="T24" fmla="*/ 30 w 99"/>
                <a:gd name="T25" fmla="*/ 62 h 99"/>
                <a:gd name="T26" fmla="*/ 38 w 99"/>
                <a:gd name="T27" fmla="*/ 60 h 99"/>
                <a:gd name="T28" fmla="*/ 41 w 99"/>
                <a:gd name="T29" fmla="*/ 69 h 99"/>
                <a:gd name="T30" fmla="*/ 48 w 99"/>
                <a:gd name="T31" fmla="*/ 74 h 99"/>
                <a:gd name="T32" fmla="*/ 48 w 99"/>
                <a:gd name="T33" fmla="*/ 50 h 99"/>
                <a:gd name="T34" fmla="*/ 39 w 99"/>
                <a:gd name="T35" fmla="*/ 47 h 99"/>
                <a:gd name="T36" fmla="*/ 33 w 99"/>
                <a:gd name="T37" fmla="*/ 41 h 99"/>
                <a:gd name="T38" fmla="*/ 31 w 99"/>
                <a:gd name="T39" fmla="*/ 33 h 99"/>
                <a:gd name="T40" fmla="*/ 37 w 99"/>
                <a:gd name="T41" fmla="*/ 20 h 99"/>
                <a:gd name="T42" fmla="*/ 48 w 99"/>
                <a:gd name="T43" fmla="*/ 16 h 99"/>
                <a:gd name="T44" fmla="*/ 48 w 99"/>
                <a:gd name="T45" fmla="*/ 13 h 99"/>
                <a:gd name="T46" fmla="*/ 52 w 99"/>
                <a:gd name="T47" fmla="*/ 13 h 99"/>
                <a:gd name="T48" fmla="*/ 52 w 99"/>
                <a:gd name="T49" fmla="*/ 16 h 99"/>
                <a:gd name="T50" fmla="*/ 63 w 99"/>
                <a:gd name="T51" fmla="*/ 20 h 99"/>
                <a:gd name="T52" fmla="*/ 68 w 99"/>
                <a:gd name="T53" fmla="*/ 31 h 99"/>
                <a:gd name="T54" fmla="*/ 61 w 99"/>
                <a:gd name="T55" fmla="*/ 32 h 99"/>
                <a:gd name="T56" fmla="*/ 58 w 99"/>
                <a:gd name="T57" fmla="*/ 26 h 99"/>
                <a:gd name="T58" fmla="*/ 52 w 99"/>
                <a:gd name="T59" fmla="*/ 23 h 99"/>
                <a:gd name="T60" fmla="*/ 52 w 99"/>
                <a:gd name="T61" fmla="*/ 44 h 99"/>
                <a:gd name="T62" fmla="*/ 60 w 99"/>
                <a:gd name="T63" fmla="*/ 46 h 99"/>
                <a:gd name="T64" fmla="*/ 65 w 99"/>
                <a:gd name="T65" fmla="*/ 50 h 99"/>
                <a:gd name="T66" fmla="*/ 69 w 99"/>
                <a:gd name="T67" fmla="*/ 55 h 99"/>
                <a:gd name="T68" fmla="*/ 70 w 99"/>
                <a:gd name="T69" fmla="*/ 61 h 99"/>
                <a:gd name="T70" fmla="*/ 65 w 99"/>
                <a:gd name="T71" fmla="*/ 74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9" h="99">
                  <a:moveTo>
                    <a:pt x="50" y="0"/>
                  </a:moveTo>
                  <a:cubicBezTo>
                    <a:pt x="22" y="0"/>
                    <a:pt x="0" y="22"/>
                    <a:pt x="0" y="49"/>
                  </a:cubicBezTo>
                  <a:cubicBezTo>
                    <a:pt x="0" y="77"/>
                    <a:pt x="22" y="99"/>
                    <a:pt x="50" y="99"/>
                  </a:cubicBezTo>
                  <a:cubicBezTo>
                    <a:pt x="77" y="99"/>
                    <a:pt x="99" y="77"/>
                    <a:pt x="99" y="49"/>
                  </a:cubicBezTo>
                  <a:cubicBezTo>
                    <a:pt x="99" y="22"/>
                    <a:pt x="77" y="0"/>
                    <a:pt x="50" y="0"/>
                  </a:cubicBezTo>
                  <a:close/>
                  <a:moveTo>
                    <a:pt x="65" y="74"/>
                  </a:moveTo>
                  <a:cubicBezTo>
                    <a:pt x="62" y="78"/>
                    <a:pt x="58" y="79"/>
                    <a:pt x="52" y="80"/>
                  </a:cubicBezTo>
                  <a:cubicBezTo>
                    <a:pt x="52" y="87"/>
                    <a:pt x="52" y="87"/>
                    <a:pt x="52" y="87"/>
                  </a:cubicBezTo>
                  <a:cubicBezTo>
                    <a:pt x="48" y="87"/>
                    <a:pt x="48" y="87"/>
                    <a:pt x="48" y="87"/>
                  </a:cubicBezTo>
                  <a:cubicBezTo>
                    <a:pt x="48" y="80"/>
                    <a:pt x="48" y="80"/>
                    <a:pt x="48" y="80"/>
                  </a:cubicBezTo>
                  <a:cubicBezTo>
                    <a:pt x="44" y="79"/>
                    <a:pt x="41" y="79"/>
                    <a:pt x="39" y="77"/>
                  </a:cubicBezTo>
                  <a:cubicBezTo>
                    <a:pt x="37" y="76"/>
                    <a:pt x="35" y="74"/>
                    <a:pt x="33" y="72"/>
                  </a:cubicBezTo>
                  <a:cubicBezTo>
                    <a:pt x="31" y="69"/>
                    <a:pt x="30" y="66"/>
                    <a:pt x="30" y="62"/>
                  </a:cubicBezTo>
                  <a:cubicBezTo>
                    <a:pt x="38" y="60"/>
                    <a:pt x="38" y="60"/>
                    <a:pt x="38" y="60"/>
                  </a:cubicBezTo>
                  <a:cubicBezTo>
                    <a:pt x="38" y="64"/>
                    <a:pt x="39" y="67"/>
                    <a:pt x="41" y="69"/>
                  </a:cubicBezTo>
                  <a:cubicBezTo>
                    <a:pt x="43" y="72"/>
                    <a:pt x="45" y="73"/>
                    <a:pt x="48" y="74"/>
                  </a:cubicBezTo>
                  <a:cubicBezTo>
                    <a:pt x="48" y="50"/>
                    <a:pt x="48" y="50"/>
                    <a:pt x="48" y="50"/>
                  </a:cubicBezTo>
                  <a:cubicBezTo>
                    <a:pt x="45" y="49"/>
                    <a:pt x="42" y="48"/>
                    <a:pt x="39" y="47"/>
                  </a:cubicBezTo>
                  <a:cubicBezTo>
                    <a:pt x="36" y="45"/>
                    <a:pt x="35" y="43"/>
                    <a:pt x="33" y="41"/>
                  </a:cubicBezTo>
                  <a:cubicBezTo>
                    <a:pt x="32" y="39"/>
                    <a:pt x="31" y="36"/>
                    <a:pt x="31" y="33"/>
                  </a:cubicBezTo>
                  <a:cubicBezTo>
                    <a:pt x="31" y="28"/>
                    <a:pt x="33" y="24"/>
                    <a:pt x="37" y="20"/>
                  </a:cubicBezTo>
                  <a:cubicBezTo>
                    <a:pt x="39" y="18"/>
                    <a:pt x="43" y="17"/>
                    <a:pt x="48" y="16"/>
                  </a:cubicBezTo>
                  <a:cubicBezTo>
                    <a:pt x="48" y="13"/>
                    <a:pt x="48" y="13"/>
                    <a:pt x="48" y="13"/>
                  </a:cubicBezTo>
                  <a:cubicBezTo>
                    <a:pt x="52" y="13"/>
                    <a:pt x="52" y="13"/>
                    <a:pt x="52" y="13"/>
                  </a:cubicBezTo>
                  <a:cubicBezTo>
                    <a:pt x="52" y="16"/>
                    <a:pt x="52" y="16"/>
                    <a:pt x="52" y="16"/>
                  </a:cubicBezTo>
                  <a:cubicBezTo>
                    <a:pt x="57" y="17"/>
                    <a:pt x="60" y="18"/>
                    <a:pt x="63" y="20"/>
                  </a:cubicBezTo>
                  <a:cubicBezTo>
                    <a:pt x="66" y="23"/>
                    <a:pt x="68" y="26"/>
                    <a:pt x="68" y="31"/>
                  </a:cubicBezTo>
                  <a:cubicBezTo>
                    <a:pt x="61" y="32"/>
                    <a:pt x="61" y="32"/>
                    <a:pt x="61" y="32"/>
                  </a:cubicBezTo>
                  <a:cubicBezTo>
                    <a:pt x="60" y="29"/>
                    <a:pt x="59" y="27"/>
                    <a:pt x="58" y="26"/>
                  </a:cubicBezTo>
                  <a:cubicBezTo>
                    <a:pt x="57" y="24"/>
                    <a:pt x="55" y="23"/>
                    <a:pt x="52" y="23"/>
                  </a:cubicBezTo>
                  <a:cubicBezTo>
                    <a:pt x="52" y="44"/>
                    <a:pt x="52" y="44"/>
                    <a:pt x="52" y="44"/>
                  </a:cubicBezTo>
                  <a:cubicBezTo>
                    <a:pt x="56" y="45"/>
                    <a:pt x="59" y="46"/>
                    <a:pt x="60" y="46"/>
                  </a:cubicBezTo>
                  <a:cubicBezTo>
                    <a:pt x="62" y="47"/>
                    <a:pt x="64" y="48"/>
                    <a:pt x="65" y="50"/>
                  </a:cubicBezTo>
                  <a:cubicBezTo>
                    <a:pt x="67" y="51"/>
                    <a:pt x="68" y="53"/>
                    <a:pt x="69" y="55"/>
                  </a:cubicBezTo>
                  <a:cubicBezTo>
                    <a:pt x="70" y="57"/>
                    <a:pt x="70" y="59"/>
                    <a:pt x="70" y="61"/>
                  </a:cubicBezTo>
                  <a:cubicBezTo>
                    <a:pt x="70" y="67"/>
                    <a:pt x="68" y="71"/>
                    <a:pt x="65"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Freeform 503"/>
            <p:cNvSpPr>
              <a:spLocks/>
            </p:cNvSpPr>
            <p:nvPr/>
          </p:nvSpPr>
          <p:spPr bwMode="auto">
            <a:xfrm>
              <a:off x="6844726" y="5315895"/>
              <a:ext cx="15552" cy="36288"/>
            </a:xfrm>
            <a:custGeom>
              <a:avLst/>
              <a:gdLst>
                <a:gd name="T0" fmla="*/ 0 w 9"/>
                <a:gd name="T1" fmla="*/ 11 h 21"/>
                <a:gd name="T2" fmla="*/ 2 w 9"/>
                <a:gd name="T3" fmla="*/ 17 h 21"/>
                <a:gd name="T4" fmla="*/ 9 w 9"/>
                <a:gd name="T5" fmla="*/ 21 h 21"/>
                <a:gd name="T6" fmla="*/ 9 w 9"/>
                <a:gd name="T7" fmla="*/ 0 h 21"/>
                <a:gd name="T8" fmla="*/ 2 w 9"/>
                <a:gd name="T9" fmla="*/ 4 h 21"/>
                <a:gd name="T10" fmla="*/ 0 w 9"/>
                <a:gd name="T11" fmla="*/ 11 h 21"/>
              </a:gdLst>
              <a:ahLst/>
              <a:cxnLst>
                <a:cxn ang="0">
                  <a:pos x="T0" y="T1"/>
                </a:cxn>
                <a:cxn ang="0">
                  <a:pos x="T2" y="T3"/>
                </a:cxn>
                <a:cxn ang="0">
                  <a:pos x="T4" y="T5"/>
                </a:cxn>
                <a:cxn ang="0">
                  <a:pos x="T6" y="T7"/>
                </a:cxn>
                <a:cxn ang="0">
                  <a:pos x="T8" y="T9"/>
                </a:cxn>
                <a:cxn ang="0">
                  <a:pos x="T10" y="T11"/>
                </a:cxn>
              </a:cxnLst>
              <a:rect l="0" t="0" r="r" b="b"/>
              <a:pathLst>
                <a:path w="9" h="21">
                  <a:moveTo>
                    <a:pt x="0" y="11"/>
                  </a:moveTo>
                  <a:cubicBezTo>
                    <a:pt x="0" y="13"/>
                    <a:pt x="0" y="15"/>
                    <a:pt x="2" y="17"/>
                  </a:cubicBezTo>
                  <a:cubicBezTo>
                    <a:pt x="3" y="19"/>
                    <a:pt x="6" y="20"/>
                    <a:pt x="9" y="21"/>
                  </a:cubicBezTo>
                  <a:cubicBezTo>
                    <a:pt x="9" y="0"/>
                    <a:pt x="9" y="0"/>
                    <a:pt x="9" y="0"/>
                  </a:cubicBezTo>
                  <a:cubicBezTo>
                    <a:pt x="6" y="1"/>
                    <a:pt x="4" y="2"/>
                    <a:pt x="2" y="4"/>
                  </a:cubicBezTo>
                  <a:cubicBezTo>
                    <a:pt x="1" y="6"/>
                    <a:pt x="0" y="8"/>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Freeform 504"/>
            <p:cNvSpPr>
              <a:spLocks noEditPoints="1"/>
            </p:cNvSpPr>
            <p:nvPr/>
          </p:nvSpPr>
          <p:spPr bwMode="auto">
            <a:xfrm>
              <a:off x="6649954" y="5215917"/>
              <a:ext cx="432499" cy="369550"/>
            </a:xfrm>
            <a:custGeom>
              <a:avLst/>
              <a:gdLst>
                <a:gd name="T0" fmla="*/ 165 w 247"/>
                <a:gd name="T1" fmla="*/ 0 h 211"/>
                <a:gd name="T2" fmla="*/ 82 w 247"/>
                <a:gd name="T3" fmla="*/ 0 h 211"/>
                <a:gd name="T4" fmla="*/ 0 w 247"/>
                <a:gd name="T5" fmla="*/ 82 h 211"/>
                <a:gd name="T6" fmla="*/ 0 w 247"/>
                <a:gd name="T7" fmla="*/ 86 h 211"/>
                <a:gd name="T8" fmla="*/ 61 w 247"/>
                <a:gd name="T9" fmla="*/ 165 h 211"/>
                <a:gd name="T10" fmla="*/ 58 w 247"/>
                <a:gd name="T11" fmla="*/ 211 h 211"/>
                <a:gd name="T12" fmla="*/ 107 w 247"/>
                <a:gd name="T13" fmla="*/ 168 h 211"/>
                <a:gd name="T14" fmla="*/ 165 w 247"/>
                <a:gd name="T15" fmla="*/ 168 h 211"/>
                <a:gd name="T16" fmla="*/ 247 w 247"/>
                <a:gd name="T17" fmla="*/ 86 h 211"/>
                <a:gd name="T18" fmla="*/ 247 w 247"/>
                <a:gd name="T19" fmla="*/ 82 h 211"/>
                <a:gd name="T20" fmla="*/ 165 w 247"/>
                <a:gd name="T21" fmla="*/ 0 h 211"/>
                <a:gd name="T22" fmla="*/ 122 w 247"/>
                <a:gd name="T23" fmla="*/ 147 h 211"/>
                <a:gd name="T24" fmla="*/ 59 w 247"/>
                <a:gd name="T25" fmla="*/ 84 h 211"/>
                <a:gd name="T26" fmla="*/ 122 w 247"/>
                <a:gd name="T27" fmla="*/ 22 h 211"/>
                <a:gd name="T28" fmla="*/ 184 w 247"/>
                <a:gd name="T29" fmla="*/ 84 h 211"/>
                <a:gd name="T30" fmla="*/ 122 w 247"/>
                <a:gd name="T31" fmla="*/ 14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7" h="211">
                  <a:moveTo>
                    <a:pt x="165" y="0"/>
                  </a:moveTo>
                  <a:cubicBezTo>
                    <a:pt x="82" y="0"/>
                    <a:pt x="82" y="0"/>
                    <a:pt x="82" y="0"/>
                  </a:cubicBezTo>
                  <a:cubicBezTo>
                    <a:pt x="37" y="0"/>
                    <a:pt x="0" y="37"/>
                    <a:pt x="0" y="82"/>
                  </a:cubicBezTo>
                  <a:cubicBezTo>
                    <a:pt x="0" y="86"/>
                    <a:pt x="0" y="86"/>
                    <a:pt x="0" y="86"/>
                  </a:cubicBezTo>
                  <a:cubicBezTo>
                    <a:pt x="0" y="124"/>
                    <a:pt x="26" y="156"/>
                    <a:pt x="61" y="165"/>
                  </a:cubicBezTo>
                  <a:cubicBezTo>
                    <a:pt x="58" y="211"/>
                    <a:pt x="58" y="211"/>
                    <a:pt x="58" y="211"/>
                  </a:cubicBezTo>
                  <a:cubicBezTo>
                    <a:pt x="107" y="168"/>
                    <a:pt x="107" y="168"/>
                    <a:pt x="107" y="168"/>
                  </a:cubicBezTo>
                  <a:cubicBezTo>
                    <a:pt x="165" y="168"/>
                    <a:pt x="165" y="168"/>
                    <a:pt x="165" y="168"/>
                  </a:cubicBezTo>
                  <a:cubicBezTo>
                    <a:pt x="211" y="168"/>
                    <a:pt x="247" y="131"/>
                    <a:pt x="247" y="86"/>
                  </a:cubicBezTo>
                  <a:cubicBezTo>
                    <a:pt x="247" y="82"/>
                    <a:pt x="247" y="82"/>
                    <a:pt x="247" y="82"/>
                  </a:cubicBezTo>
                  <a:cubicBezTo>
                    <a:pt x="247" y="37"/>
                    <a:pt x="211" y="0"/>
                    <a:pt x="165" y="0"/>
                  </a:cubicBezTo>
                  <a:close/>
                  <a:moveTo>
                    <a:pt x="122" y="147"/>
                  </a:moveTo>
                  <a:cubicBezTo>
                    <a:pt x="87" y="147"/>
                    <a:pt x="59" y="119"/>
                    <a:pt x="59" y="84"/>
                  </a:cubicBezTo>
                  <a:cubicBezTo>
                    <a:pt x="59" y="50"/>
                    <a:pt x="87" y="22"/>
                    <a:pt x="122" y="22"/>
                  </a:cubicBezTo>
                  <a:cubicBezTo>
                    <a:pt x="156" y="22"/>
                    <a:pt x="184" y="50"/>
                    <a:pt x="184" y="84"/>
                  </a:cubicBezTo>
                  <a:cubicBezTo>
                    <a:pt x="184" y="119"/>
                    <a:pt x="156" y="147"/>
                    <a:pt x="122" y="1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528"/>
            <p:cNvSpPr>
              <a:spLocks/>
            </p:cNvSpPr>
            <p:nvPr/>
          </p:nvSpPr>
          <p:spPr bwMode="auto">
            <a:xfrm>
              <a:off x="6725493" y="4091716"/>
              <a:ext cx="94794" cy="94794"/>
            </a:xfrm>
            <a:custGeom>
              <a:avLst/>
              <a:gdLst>
                <a:gd name="T0" fmla="*/ 28 w 54"/>
                <a:gd name="T1" fmla="*/ 53 h 54"/>
                <a:gd name="T2" fmla="*/ 54 w 54"/>
                <a:gd name="T3" fmla="*/ 26 h 54"/>
                <a:gd name="T4" fmla="*/ 26 w 54"/>
                <a:gd name="T5" fmla="*/ 1 h 54"/>
                <a:gd name="T6" fmla="*/ 1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2" y="1"/>
                    <a:pt x="0" y="14"/>
                    <a:pt x="1"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529"/>
            <p:cNvSpPr>
              <a:spLocks/>
            </p:cNvSpPr>
            <p:nvPr/>
          </p:nvSpPr>
          <p:spPr bwMode="auto">
            <a:xfrm>
              <a:off x="6679577" y="4191694"/>
              <a:ext cx="187367" cy="134786"/>
            </a:xfrm>
            <a:custGeom>
              <a:avLst/>
              <a:gdLst>
                <a:gd name="T0" fmla="*/ 82 w 107"/>
                <a:gd name="T1" fmla="*/ 0 h 77"/>
                <a:gd name="T2" fmla="*/ 55 w 107"/>
                <a:gd name="T3" fmla="*/ 31 h 77"/>
                <a:gd name="T4" fmla="*/ 25 w 107"/>
                <a:gd name="T5" fmla="*/ 1 h 77"/>
                <a:gd name="T6" fmla="*/ 1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5" y="31"/>
                    <a:pt x="55" y="31"/>
                    <a:pt x="55" y="31"/>
                  </a:cubicBezTo>
                  <a:cubicBezTo>
                    <a:pt x="25" y="1"/>
                    <a:pt x="25" y="1"/>
                    <a:pt x="25" y="1"/>
                  </a:cubicBezTo>
                  <a:cubicBezTo>
                    <a:pt x="8" y="8"/>
                    <a:pt x="0" y="18"/>
                    <a:pt x="1" y="34"/>
                  </a:cubicBezTo>
                  <a:cubicBezTo>
                    <a:pt x="2" y="77"/>
                    <a:pt x="2" y="77"/>
                    <a:pt x="2" y="77"/>
                  </a:cubicBezTo>
                  <a:cubicBezTo>
                    <a:pt x="107" y="77"/>
                    <a:pt x="107" y="77"/>
                    <a:pt x="107" y="77"/>
                  </a:cubicBezTo>
                  <a:cubicBezTo>
                    <a:pt x="105" y="31"/>
                    <a:pt x="105" y="31"/>
                    <a:pt x="105" y="31"/>
                  </a:cubicBezTo>
                  <a:cubicBezTo>
                    <a:pt x="105" y="15"/>
                    <a:pt x="99"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Freeform 530"/>
            <p:cNvSpPr>
              <a:spLocks/>
            </p:cNvSpPr>
            <p:nvPr/>
          </p:nvSpPr>
          <p:spPr bwMode="auto">
            <a:xfrm>
              <a:off x="6895086" y="4095418"/>
              <a:ext cx="139970" cy="136267"/>
            </a:xfrm>
            <a:custGeom>
              <a:avLst/>
              <a:gdLst>
                <a:gd name="T0" fmla="*/ 41 w 80"/>
                <a:gd name="T1" fmla="*/ 78 h 78"/>
                <a:gd name="T2" fmla="*/ 79 w 80"/>
                <a:gd name="T3" fmla="*/ 38 h 78"/>
                <a:gd name="T4" fmla="*/ 38 w 80"/>
                <a:gd name="T5" fmla="*/ 0 h 78"/>
                <a:gd name="T6" fmla="*/ 0 w 80"/>
                <a:gd name="T7" fmla="*/ 40 h 78"/>
                <a:gd name="T8" fmla="*/ 41 w 80"/>
                <a:gd name="T9" fmla="*/ 78 h 78"/>
              </a:gdLst>
              <a:ahLst/>
              <a:cxnLst>
                <a:cxn ang="0">
                  <a:pos x="T0" y="T1"/>
                </a:cxn>
                <a:cxn ang="0">
                  <a:pos x="T2" y="T3"/>
                </a:cxn>
                <a:cxn ang="0">
                  <a:pos x="T4" y="T5"/>
                </a:cxn>
                <a:cxn ang="0">
                  <a:pos x="T6" y="T7"/>
                </a:cxn>
                <a:cxn ang="0">
                  <a:pos x="T8" y="T9"/>
                </a:cxn>
              </a:cxnLst>
              <a:rect l="0" t="0" r="r" b="b"/>
              <a:pathLst>
                <a:path w="80" h="78">
                  <a:moveTo>
                    <a:pt x="41" y="78"/>
                  </a:moveTo>
                  <a:cubicBezTo>
                    <a:pt x="63" y="77"/>
                    <a:pt x="80" y="59"/>
                    <a:pt x="79" y="38"/>
                  </a:cubicBezTo>
                  <a:cubicBezTo>
                    <a:pt x="78" y="16"/>
                    <a:pt x="60" y="0"/>
                    <a:pt x="38" y="0"/>
                  </a:cubicBezTo>
                  <a:cubicBezTo>
                    <a:pt x="17" y="1"/>
                    <a:pt x="0" y="19"/>
                    <a:pt x="0" y="40"/>
                  </a:cubicBezTo>
                  <a:cubicBezTo>
                    <a:pt x="1" y="62"/>
                    <a:pt x="19" y="78"/>
                    <a:pt x="41"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Freeform 531"/>
            <p:cNvSpPr>
              <a:spLocks/>
            </p:cNvSpPr>
            <p:nvPr/>
          </p:nvSpPr>
          <p:spPr bwMode="auto">
            <a:xfrm>
              <a:off x="6826952" y="4238351"/>
              <a:ext cx="276977" cy="203660"/>
            </a:xfrm>
            <a:custGeom>
              <a:avLst/>
              <a:gdLst>
                <a:gd name="T0" fmla="*/ 121 w 158"/>
                <a:gd name="T1" fmla="*/ 1 h 116"/>
                <a:gd name="T2" fmla="*/ 156 w 158"/>
                <a:gd name="T3" fmla="*/ 47 h 116"/>
                <a:gd name="T4" fmla="*/ 158 w 158"/>
                <a:gd name="T5" fmla="*/ 116 h 116"/>
                <a:gd name="T6" fmla="*/ 3 w 158"/>
                <a:gd name="T7" fmla="*/ 116 h 116"/>
                <a:gd name="T8" fmla="*/ 1 w 158"/>
                <a:gd name="T9" fmla="*/ 52 h 116"/>
                <a:gd name="T10" fmla="*/ 38 w 158"/>
                <a:gd name="T11" fmla="*/ 3 h 116"/>
                <a:gd name="T12" fmla="*/ 57 w 158"/>
                <a:gd name="T13" fmla="*/ 0 h 116"/>
                <a:gd name="T14" fmla="*/ 77 w 158"/>
                <a:gd name="T15" fmla="*/ 22 h 116"/>
                <a:gd name="T16" fmla="*/ 67 w 158"/>
                <a:gd name="T17" fmla="*/ 114 h 116"/>
                <a:gd name="T18" fmla="*/ 101 w 158"/>
                <a:gd name="T19" fmla="*/ 115 h 116"/>
                <a:gd name="T20" fmla="*/ 85 w 158"/>
                <a:gd name="T21" fmla="*/ 22 h 116"/>
                <a:gd name="T22" fmla="*/ 103 w 158"/>
                <a:gd name="T23" fmla="*/ 1 h 116"/>
                <a:gd name="T24" fmla="*/ 121 w 158"/>
                <a:gd name="T25" fmla="*/ 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16">
                  <a:moveTo>
                    <a:pt x="121" y="1"/>
                  </a:moveTo>
                  <a:cubicBezTo>
                    <a:pt x="146" y="11"/>
                    <a:pt x="155" y="24"/>
                    <a:pt x="156" y="47"/>
                  </a:cubicBezTo>
                  <a:cubicBezTo>
                    <a:pt x="158" y="116"/>
                    <a:pt x="158" y="116"/>
                    <a:pt x="158" y="116"/>
                  </a:cubicBezTo>
                  <a:cubicBezTo>
                    <a:pt x="3" y="116"/>
                    <a:pt x="3" y="116"/>
                    <a:pt x="3" y="116"/>
                  </a:cubicBezTo>
                  <a:cubicBezTo>
                    <a:pt x="1" y="52"/>
                    <a:pt x="1" y="52"/>
                    <a:pt x="1" y="52"/>
                  </a:cubicBezTo>
                  <a:cubicBezTo>
                    <a:pt x="0" y="28"/>
                    <a:pt x="11" y="13"/>
                    <a:pt x="38" y="3"/>
                  </a:cubicBezTo>
                  <a:cubicBezTo>
                    <a:pt x="57" y="0"/>
                    <a:pt x="57" y="0"/>
                    <a:pt x="57" y="0"/>
                  </a:cubicBezTo>
                  <a:cubicBezTo>
                    <a:pt x="57" y="0"/>
                    <a:pt x="78" y="20"/>
                    <a:pt x="77" y="22"/>
                  </a:cubicBezTo>
                  <a:cubicBezTo>
                    <a:pt x="76" y="24"/>
                    <a:pt x="67" y="114"/>
                    <a:pt x="67" y="114"/>
                  </a:cubicBezTo>
                  <a:cubicBezTo>
                    <a:pt x="101" y="115"/>
                    <a:pt x="101" y="115"/>
                    <a:pt x="101" y="115"/>
                  </a:cubicBezTo>
                  <a:cubicBezTo>
                    <a:pt x="85" y="22"/>
                    <a:pt x="85" y="22"/>
                    <a:pt x="85" y="22"/>
                  </a:cubicBezTo>
                  <a:cubicBezTo>
                    <a:pt x="103" y="1"/>
                    <a:pt x="103" y="1"/>
                    <a:pt x="103" y="1"/>
                  </a:cubicBezTo>
                  <a:lnTo>
                    <a:pt x="12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Freeform 532"/>
            <p:cNvSpPr>
              <a:spLocks/>
            </p:cNvSpPr>
            <p:nvPr/>
          </p:nvSpPr>
          <p:spPr bwMode="auto">
            <a:xfrm>
              <a:off x="7115779" y="4091716"/>
              <a:ext cx="94794" cy="94794"/>
            </a:xfrm>
            <a:custGeom>
              <a:avLst/>
              <a:gdLst>
                <a:gd name="T0" fmla="*/ 28 w 54"/>
                <a:gd name="T1" fmla="*/ 53 h 54"/>
                <a:gd name="T2" fmla="*/ 54 w 54"/>
                <a:gd name="T3" fmla="*/ 26 h 54"/>
                <a:gd name="T4" fmla="*/ 26 w 54"/>
                <a:gd name="T5" fmla="*/ 1 h 54"/>
                <a:gd name="T6" fmla="*/ 0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1" y="1"/>
                    <a:pt x="0" y="14"/>
                    <a:pt x="0"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Freeform 533"/>
            <p:cNvSpPr>
              <a:spLocks/>
            </p:cNvSpPr>
            <p:nvPr/>
          </p:nvSpPr>
          <p:spPr bwMode="auto">
            <a:xfrm>
              <a:off x="7070603" y="4191694"/>
              <a:ext cx="187367" cy="134786"/>
            </a:xfrm>
            <a:custGeom>
              <a:avLst/>
              <a:gdLst>
                <a:gd name="T0" fmla="*/ 82 w 107"/>
                <a:gd name="T1" fmla="*/ 0 h 77"/>
                <a:gd name="T2" fmla="*/ 54 w 107"/>
                <a:gd name="T3" fmla="*/ 31 h 77"/>
                <a:gd name="T4" fmla="*/ 25 w 107"/>
                <a:gd name="T5" fmla="*/ 1 h 77"/>
                <a:gd name="T6" fmla="*/ 0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4" y="31"/>
                    <a:pt x="54" y="31"/>
                    <a:pt x="54" y="31"/>
                  </a:cubicBezTo>
                  <a:cubicBezTo>
                    <a:pt x="25" y="1"/>
                    <a:pt x="25" y="1"/>
                    <a:pt x="25" y="1"/>
                  </a:cubicBezTo>
                  <a:cubicBezTo>
                    <a:pt x="7" y="8"/>
                    <a:pt x="0" y="18"/>
                    <a:pt x="0" y="34"/>
                  </a:cubicBezTo>
                  <a:cubicBezTo>
                    <a:pt x="2" y="77"/>
                    <a:pt x="2" y="77"/>
                    <a:pt x="2" y="77"/>
                  </a:cubicBezTo>
                  <a:cubicBezTo>
                    <a:pt x="107" y="77"/>
                    <a:pt x="107" y="77"/>
                    <a:pt x="107" y="77"/>
                  </a:cubicBezTo>
                  <a:cubicBezTo>
                    <a:pt x="105" y="31"/>
                    <a:pt x="105" y="31"/>
                    <a:pt x="105" y="31"/>
                  </a:cubicBezTo>
                  <a:cubicBezTo>
                    <a:pt x="104" y="15"/>
                    <a:pt x="98"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Freeform 539"/>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Freeform 540"/>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2" name="矩形 1"/>
          <p:cNvSpPr/>
          <p:nvPr/>
        </p:nvSpPr>
        <p:spPr>
          <a:xfrm>
            <a:off x="443112" y="1959682"/>
            <a:ext cx="2577308" cy="2516073"/>
          </a:xfrm>
          <a:prstGeom prst="rect">
            <a:avLst/>
          </a:prstGeom>
        </p:spPr>
        <p:txBody>
          <a:bodyPr wrap="square">
            <a:spAutoFit/>
          </a:bodyPr>
          <a:lstStyle/>
          <a:p>
            <a:pPr marL="285750" indent="-285750">
              <a:lnSpc>
                <a:spcPct val="125000"/>
              </a:lnSpc>
              <a:buClr>
                <a:schemeClr val="accent5">
                  <a:lumMod val="60000"/>
                  <a:lumOff val="40000"/>
                </a:schemeClr>
              </a:buClr>
              <a:buFont typeface="Wingdings" pitchFamily="2" charset="2"/>
              <a:buChar char="Ø"/>
            </a:pPr>
            <a:r>
              <a:rPr lang="zh-CN" altLang="en-US" b="1" dirty="0" smtClean="0"/>
              <a:t>使用</a:t>
            </a:r>
            <a:r>
              <a:rPr lang="zh-CN" altLang="en-US" b="1" dirty="0"/>
              <a:t>定时器</a:t>
            </a:r>
            <a:r>
              <a:rPr lang="en-US" altLang="zh-CN" b="1" dirty="0"/>
              <a:t>3</a:t>
            </a:r>
            <a:r>
              <a:rPr lang="zh-CN" altLang="en-US" b="1" dirty="0"/>
              <a:t>的通道</a:t>
            </a:r>
            <a:r>
              <a:rPr lang="en-US" altLang="zh-CN" b="1" dirty="0"/>
              <a:t>2</a:t>
            </a:r>
            <a:r>
              <a:rPr lang="zh-CN" altLang="en-US" b="1" dirty="0"/>
              <a:t>（</a:t>
            </a:r>
            <a:r>
              <a:rPr lang="en-US" altLang="zh-CN" b="1" dirty="0" err="1"/>
              <a:t>TIM3_CH2</a:t>
            </a:r>
            <a:r>
              <a:rPr lang="zh-CN" altLang="en-US" b="1" dirty="0"/>
              <a:t>）作为</a:t>
            </a:r>
            <a:r>
              <a:rPr lang="en-US" altLang="zh-CN" b="1" dirty="0" err="1"/>
              <a:t>PWM</a:t>
            </a:r>
            <a:r>
              <a:rPr lang="zh-CN" altLang="en-US" b="1" dirty="0"/>
              <a:t>的输出</a:t>
            </a:r>
            <a:r>
              <a:rPr lang="zh-CN" altLang="en-US" b="1" dirty="0" smtClean="0"/>
              <a:t>引脚；</a:t>
            </a:r>
            <a:endParaRPr lang="en-US" altLang="zh-CN" b="1" dirty="0" smtClean="0"/>
          </a:p>
          <a:p>
            <a:pPr marL="285750" indent="-285750">
              <a:lnSpc>
                <a:spcPct val="125000"/>
              </a:lnSpc>
              <a:buClr>
                <a:schemeClr val="accent5">
                  <a:lumMod val="60000"/>
                  <a:lumOff val="40000"/>
                </a:schemeClr>
              </a:buClr>
              <a:buFont typeface="Wingdings" pitchFamily="2" charset="2"/>
              <a:buChar char="Ø"/>
            </a:pPr>
            <a:r>
              <a:rPr lang="zh-CN" altLang="en-US" b="1" dirty="0" smtClean="0"/>
              <a:t>对</a:t>
            </a:r>
            <a:r>
              <a:rPr lang="en-US" altLang="zh-CN" b="1" dirty="0" err="1"/>
              <a:t>PB5</a:t>
            </a:r>
            <a:r>
              <a:rPr lang="zh-CN" altLang="en-US" b="1" dirty="0"/>
              <a:t>引脚进行配置，配置</a:t>
            </a:r>
            <a:r>
              <a:rPr lang="en-US" altLang="zh-CN" b="1" dirty="0" err="1"/>
              <a:t>PB5</a:t>
            </a:r>
            <a:r>
              <a:rPr lang="zh-CN" altLang="en-US" b="1" dirty="0"/>
              <a:t>为复用推挽输出模式（</a:t>
            </a:r>
            <a:r>
              <a:rPr lang="en-US" altLang="zh-CN" b="1" dirty="0" err="1" smtClean="0"/>
              <a:t>GPIO_Mode_AF_PP</a:t>
            </a:r>
            <a:r>
              <a:rPr lang="zh-CN" altLang="en-US" b="1" dirty="0" smtClean="0"/>
              <a:t>）</a:t>
            </a:r>
            <a:endParaRPr lang="zh-CN" altLang="en-US" b="1" dirty="0"/>
          </a:p>
        </p:txBody>
      </p:sp>
      <p:sp>
        <p:nvSpPr>
          <p:cNvPr id="3" name="矩形 2"/>
          <p:cNvSpPr/>
          <p:nvPr/>
        </p:nvSpPr>
        <p:spPr>
          <a:xfrm>
            <a:off x="3311860" y="894701"/>
            <a:ext cx="5472608" cy="409342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a:lnSpc>
                <a:spcPct val="125000"/>
              </a:lnSpc>
            </a:pPr>
            <a:r>
              <a:rPr lang="en-US" altLang="zh-CN" sz="1600" b="1" dirty="0" err="1">
                <a:solidFill>
                  <a:prstClr val="black"/>
                </a:solidFill>
              </a:rPr>
              <a:t>GPIO_InitTypeDef</a:t>
            </a:r>
            <a:r>
              <a:rPr lang="en-US" altLang="zh-CN" sz="1600" b="1" dirty="0">
                <a:solidFill>
                  <a:prstClr val="black"/>
                </a:solidFill>
              </a:rPr>
              <a:t> </a:t>
            </a:r>
            <a:r>
              <a:rPr lang="en-US" altLang="zh-CN" sz="1600" b="1" dirty="0" err="1">
                <a:solidFill>
                  <a:prstClr val="black"/>
                </a:solidFill>
              </a:rPr>
              <a:t>GPIO_InitStructure</a:t>
            </a:r>
            <a:r>
              <a:rPr lang="en-US" altLang="zh-CN" sz="1600" b="1" dirty="0" smtClean="0">
                <a:solidFill>
                  <a:prstClr val="black"/>
                </a:solidFill>
              </a:rPr>
              <a:t>;</a:t>
            </a:r>
          </a:p>
          <a:p>
            <a:pPr lvl="0">
              <a:lnSpc>
                <a:spcPct val="125000"/>
              </a:lnSpc>
            </a:pPr>
            <a:r>
              <a:rPr lang="en-US" altLang="zh-CN" sz="1600" b="1" dirty="0" smtClean="0">
                <a:solidFill>
                  <a:prstClr val="black"/>
                </a:solidFill>
              </a:rPr>
              <a:t>   //</a:t>
            </a:r>
            <a:r>
              <a:rPr lang="zh-CN" altLang="en-US" sz="1600" b="1" dirty="0">
                <a:solidFill>
                  <a:prstClr val="black"/>
                </a:solidFill>
              </a:rPr>
              <a:t>定义结构体</a:t>
            </a:r>
          </a:p>
          <a:p>
            <a:pPr lvl="0">
              <a:lnSpc>
                <a:spcPct val="125000"/>
              </a:lnSpc>
            </a:pPr>
            <a:r>
              <a:rPr lang="en-US" altLang="zh-CN" sz="1600" b="1" dirty="0" smtClean="0">
                <a:solidFill>
                  <a:prstClr val="black"/>
                </a:solidFill>
              </a:rPr>
              <a:t>   //</a:t>
            </a:r>
            <a:r>
              <a:rPr lang="zh-CN" altLang="en-US" sz="1600" b="1" dirty="0">
                <a:solidFill>
                  <a:prstClr val="black"/>
                </a:solidFill>
              </a:rPr>
              <a:t>使能</a:t>
            </a:r>
            <a:r>
              <a:rPr lang="en-US" altLang="zh-CN" sz="1600" b="1" dirty="0" err="1">
                <a:solidFill>
                  <a:prstClr val="black"/>
                </a:solidFill>
              </a:rPr>
              <a:t>GPIO</a:t>
            </a:r>
            <a:r>
              <a:rPr lang="zh-CN" altLang="en-US" sz="1600" b="1" dirty="0">
                <a:solidFill>
                  <a:prstClr val="black"/>
                </a:solidFill>
              </a:rPr>
              <a:t>外设和</a:t>
            </a:r>
            <a:r>
              <a:rPr lang="en-US" altLang="zh-CN" sz="1600" b="1" dirty="0" err="1">
                <a:solidFill>
                  <a:prstClr val="black"/>
                </a:solidFill>
              </a:rPr>
              <a:t>AFIO</a:t>
            </a:r>
            <a:r>
              <a:rPr lang="zh-CN" altLang="en-US" sz="1600" b="1" dirty="0">
                <a:solidFill>
                  <a:prstClr val="black"/>
                </a:solidFill>
              </a:rPr>
              <a:t>复用功能模块时钟</a:t>
            </a:r>
          </a:p>
          <a:p>
            <a:pPr lvl="0">
              <a:lnSpc>
                <a:spcPct val="125000"/>
              </a:lnSpc>
            </a:pPr>
            <a:r>
              <a:rPr lang="en-US" altLang="zh-CN" sz="1600" b="1" dirty="0" err="1">
                <a:solidFill>
                  <a:prstClr val="black"/>
                </a:solidFill>
              </a:rPr>
              <a:t>RCC_APB2PeriphClockCmd</a:t>
            </a:r>
            <a:r>
              <a:rPr lang="en-US" altLang="zh-CN" sz="1600" b="1" dirty="0">
                <a:solidFill>
                  <a:prstClr val="black"/>
                </a:solidFill>
              </a:rPr>
              <a:t>(</a:t>
            </a:r>
            <a:r>
              <a:rPr lang="en-US" altLang="zh-CN" sz="1600" b="1" dirty="0" err="1">
                <a:solidFill>
                  <a:prstClr val="black"/>
                </a:solidFill>
              </a:rPr>
              <a:t>RCC_APB2Periph_GPIOB|RCC_APB2Periph_AFIO,ENABLE</a:t>
            </a:r>
            <a:r>
              <a:rPr lang="en-US" altLang="zh-CN" sz="1600" b="1" dirty="0">
                <a:solidFill>
                  <a:prstClr val="black"/>
                </a:solidFill>
              </a:rPr>
              <a:t>); </a:t>
            </a:r>
          </a:p>
          <a:p>
            <a:pPr lvl="0">
              <a:lnSpc>
                <a:spcPct val="125000"/>
              </a:lnSpc>
            </a:pPr>
            <a:r>
              <a:rPr lang="en-US" altLang="zh-CN" sz="1600" b="1" dirty="0" smtClean="0">
                <a:solidFill>
                  <a:prstClr val="black"/>
                </a:solidFill>
              </a:rPr>
              <a:t>   //</a:t>
            </a:r>
            <a:r>
              <a:rPr lang="zh-CN" altLang="en-US" sz="1600" b="1" dirty="0">
                <a:solidFill>
                  <a:prstClr val="black"/>
                </a:solidFill>
              </a:rPr>
              <a:t>选择</a:t>
            </a:r>
            <a:r>
              <a:rPr lang="en-US" altLang="zh-CN" sz="1600" b="1" dirty="0" err="1">
                <a:solidFill>
                  <a:prstClr val="black"/>
                </a:solidFill>
              </a:rPr>
              <a:t>TIM3</a:t>
            </a:r>
            <a:r>
              <a:rPr lang="zh-CN" altLang="en-US" sz="1600" b="1" dirty="0">
                <a:solidFill>
                  <a:prstClr val="black"/>
                </a:solidFill>
              </a:rPr>
              <a:t>部分重映像    </a:t>
            </a:r>
          </a:p>
          <a:p>
            <a:pPr lvl="0">
              <a:lnSpc>
                <a:spcPct val="125000"/>
              </a:lnSpc>
            </a:pPr>
            <a:r>
              <a:rPr lang="en-US" altLang="zh-CN" sz="1600" b="1" dirty="0" err="1">
                <a:solidFill>
                  <a:prstClr val="black"/>
                </a:solidFill>
              </a:rPr>
              <a:t>GPIO_PinRemapConfig</a:t>
            </a:r>
            <a:r>
              <a:rPr lang="en-US" altLang="zh-CN" sz="1600" b="1" dirty="0">
                <a:solidFill>
                  <a:prstClr val="black"/>
                </a:solidFill>
              </a:rPr>
              <a:t>(</a:t>
            </a:r>
            <a:r>
              <a:rPr lang="en-US" altLang="zh-CN" sz="1600" b="1" dirty="0" err="1">
                <a:solidFill>
                  <a:prstClr val="black"/>
                </a:solidFill>
              </a:rPr>
              <a:t>GPIO_PartialRemap_TIM3</a:t>
            </a:r>
            <a:r>
              <a:rPr lang="en-US" altLang="zh-CN" sz="1600" b="1" dirty="0">
                <a:solidFill>
                  <a:prstClr val="black"/>
                </a:solidFill>
              </a:rPr>
              <a:t>, ENABLE); </a:t>
            </a:r>
          </a:p>
          <a:p>
            <a:pPr lvl="0">
              <a:lnSpc>
                <a:spcPct val="125000"/>
              </a:lnSpc>
            </a:pPr>
            <a:r>
              <a:rPr lang="en-US" altLang="zh-CN" sz="1600" b="1" dirty="0" smtClean="0">
                <a:solidFill>
                  <a:prstClr val="black"/>
                </a:solidFill>
              </a:rPr>
              <a:t>   //</a:t>
            </a:r>
            <a:r>
              <a:rPr lang="zh-CN" altLang="en-US" sz="1600" b="1" dirty="0">
                <a:solidFill>
                  <a:prstClr val="black"/>
                </a:solidFill>
              </a:rPr>
              <a:t>选择定时器</a:t>
            </a:r>
            <a:r>
              <a:rPr lang="en-US" altLang="zh-CN" sz="1600" b="1" dirty="0">
                <a:solidFill>
                  <a:prstClr val="black"/>
                </a:solidFill>
              </a:rPr>
              <a:t>3</a:t>
            </a:r>
            <a:r>
              <a:rPr lang="zh-CN" altLang="en-US" sz="1600" b="1" dirty="0">
                <a:solidFill>
                  <a:prstClr val="black"/>
                </a:solidFill>
              </a:rPr>
              <a:t>的通道</a:t>
            </a:r>
            <a:r>
              <a:rPr lang="en-US" altLang="zh-CN" sz="1600" b="1" dirty="0">
                <a:solidFill>
                  <a:prstClr val="black"/>
                </a:solidFill>
              </a:rPr>
              <a:t>2</a:t>
            </a:r>
            <a:r>
              <a:rPr lang="zh-CN" altLang="en-US" sz="1600" b="1" dirty="0">
                <a:solidFill>
                  <a:prstClr val="black"/>
                </a:solidFill>
              </a:rPr>
              <a:t>作为</a:t>
            </a:r>
            <a:r>
              <a:rPr lang="en-US" altLang="zh-CN" sz="1600" b="1" dirty="0" err="1">
                <a:solidFill>
                  <a:prstClr val="black"/>
                </a:solidFill>
              </a:rPr>
              <a:t>PWM</a:t>
            </a:r>
            <a:r>
              <a:rPr lang="zh-CN" altLang="en-US" sz="1600" b="1" dirty="0">
                <a:solidFill>
                  <a:prstClr val="black"/>
                </a:solidFill>
              </a:rPr>
              <a:t>的输出引脚</a:t>
            </a:r>
          </a:p>
          <a:p>
            <a:pPr lvl="0">
              <a:lnSpc>
                <a:spcPct val="125000"/>
              </a:lnSpc>
            </a:pPr>
            <a:r>
              <a:rPr lang="en-US" altLang="zh-CN" sz="1600" b="1" dirty="0" err="1">
                <a:solidFill>
                  <a:prstClr val="black"/>
                </a:solidFill>
              </a:rPr>
              <a:t>GPIO_InitStructure.GPIO_Pin</a:t>
            </a:r>
            <a:r>
              <a:rPr lang="en-US" altLang="zh-CN" sz="1600" b="1" dirty="0">
                <a:solidFill>
                  <a:prstClr val="black"/>
                </a:solidFill>
              </a:rPr>
              <a:t> = </a:t>
            </a:r>
            <a:r>
              <a:rPr lang="en-US" altLang="zh-CN" sz="1600" b="1" dirty="0" err="1">
                <a:solidFill>
                  <a:prstClr val="black"/>
                </a:solidFill>
              </a:rPr>
              <a:t>GPIO_Pin_5</a:t>
            </a:r>
            <a:r>
              <a:rPr lang="en-US" altLang="zh-CN" sz="1600" b="1" dirty="0">
                <a:solidFill>
                  <a:prstClr val="black"/>
                </a:solidFill>
              </a:rPr>
              <a:t>; //</a:t>
            </a:r>
            <a:r>
              <a:rPr lang="en-US" altLang="zh-CN" sz="1600" b="1" dirty="0" err="1">
                <a:solidFill>
                  <a:prstClr val="black"/>
                </a:solidFill>
              </a:rPr>
              <a:t>TIM_CH2</a:t>
            </a:r>
            <a:endParaRPr lang="en-US" altLang="zh-CN" sz="1600" b="1" dirty="0">
              <a:solidFill>
                <a:prstClr val="black"/>
              </a:solidFill>
            </a:endParaRPr>
          </a:p>
          <a:p>
            <a:pPr lvl="0">
              <a:lnSpc>
                <a:spcPct val="125000"/>
              </a:lnSpc>
            </a:pPr>
            <a:r>
              <a:rPr lang="en-US" altLang="zh-CN" sz="1600" b="1" dirty="0" err="1">
                <a:solidFill>
                  <a:prstClr val="black"/>
                </a:solidFill>
              </a:rPr>
              <a:t>GPIO_InitStructure.GPIO_Mode</a:t>
            </a:r>
            <a:r>
              <a:rPr lang="en-US" altLang="zh-CN" sz="1600" b="1" dirty="0">
                <a:solidFill>
                  <a:prstClr val="black"/>
                </a:solidFill>
              </a:rPr>
              <a:t> = </a:t>
            </a:r>
            <a:r>
              <a:rPr lang="en-US" altLang="zh-CN" sz="1600" b="1" dirty="0" err="1">
                <a:solidFill>
                  <a:prstClr val="black"/>
                </a:solidFill>
              </a:rPr>
              <a:t>GPIO_Mode_AF_PP</a:t>
            </a:r>
            <a:r>
              <a:rPr lang="en-US" altLang="zh-CN" sz="1600" b="1" dirty="0">
                <a:solidFill>
                  <a:prstClr val="black"/>
                </a:solidFill>
              </a:rPr>
              <a:t>; </a:t>
            </a:r>
            <a:endParaRPr lang="en-US" altLang="zh-CN" sz="1600" b="1" dirty="0" smtClean="0">
              <a:solidFill>
                <a:prstClr val="black"/>
              </a:solidFill>
            </a:endParaRPr>
          </a:p>
          <a:p>
            <a:pPr lvl="0">
              <a:lnSpc>
                <a:spcPct val="125000"/>
              </a:lnSpc>
            </a:pPr>
            <a:r>
              <a:rPr lang="en-US" altLang="zh-CN" sz="1600" b="1" dirty="0" smtClean="0">
                <a:solidFill>
                  <a:prstClr val="black"/>
                </a:solidFill>
              </a:rPr>
              <a:t>   //</a:t>
            </a:r>
            <a:r>
              <a:rPr lang="zh-CN" altLang="en-US" sz="1600" b="1" dirty="0">
                <a:solidFill>
                  <a:prstClr val="black"/>
                </a:solidFill>
              </a:rPr>
              <a:t>复用推挽输出模式</a:t>
            </a:r>
          </a:p>
          <a:p>
            <a:pPr lvl="0">
              <a:lnSpc>
                <a:spcPct val="125000"/>
              </a:lnSpc>
            </a:pPr>
            <a:r>
              <a:rPr lang="en-US" altLang="zh-CN" sz="1600" b="1" dirty="0" err="1">
                <a:solidFill>
                  <a:prstClr val="black"/>
                </a:solidFill>
              </a:rPr>
              <a:t>GPIO_InitStructure.GPIO_Speed</a:t>
            </a:r>
            <a:r>
              <a:rPr lang="en-US" altLang="zh-CN" sz="1600" b="1" dirty="0">
                <a:solidFill>
                  <a:prstClr val="black"/>
                </a:solidFill>
              </a:rPr>
              <a:t> = </a:t>
            </a:r>
            <a:r>
              <a:rPr lang="en-US" altLang="zh-CN" sz="1600" b="1" dirty="0" err="1">
                <a:solidFill>
                  <a:prstClr val="black"/>
                </a:solidFill>
              </a:rPr>
              <a:t>GPIO_Speed_50MHz</a:t>
            </a:r>
            <a:r>
              <a:rPr lang="en-US" altLang="zh-CN" sz="1600" b="1" dirty="0">
                <a:solidFill>
                  <a:prstClr val="black"/>
                </a:solidFill>
              </a:rPr>
              <a:t>;</a:t>
            </a:r>
          </a:p>
          <a:p>
            <a:pPr lvl="0">
              <a:lnSpc>
                <a:spcPct val="125000"/>
              </a:lnSpc>
            </a:pPr>
            <a:r>
              <a:rPr lang="en-US" altLang="zh-CN" sz="1600" b="1" dirty="0" err="1">
                <a:solidFill>
                  <a:prstClr val="black"/>
                </a:solidFill>
              </a:rPr>
              <a:t>GPIO_Init</a:t>
            </a:r>
            <a:r>
              <a:rPr lang="en-US" altLang="zh-CN" sz="1600" b="1" dirty="0">
                <a:solidFill>
                  <a:prstClr val="black"/>
                </a:solidFill>
              </a:rPr>
              <a:t>(</a:t>
            </a:r>
            <a:r>
              <a:rPr lang="en-US" altLang="zh-CN" sz="1600" b="1" dirty="0" err="1">
                <a:solidFill>
                  <a:prstClr val="black"/>
                </a:solidFill>
              </a:rPr>
              <a:t>GPIOB</a:t>
            </a:r>
            <a:r>
              <a:rPr lang="en-US" altLang="zh-CN" sz="1600" b="1" dirty="0">
                <a:solidFill>
                  <a:prstClr val="black"/>
                </a:solidFill>
              </a:rPr>
              <a:t>, &amp;</a:t>
            </a:r>
            <a:r>
              <a:rPr lang="en-US" altLang="zh-CN" sz="1600" b="1" dirty="0" err="1">
                <a:solidFill>
                  <a:prstClr val="black"/>
                </a:solidFill>
              </a:rPr>
              <a:t>GPIO_InitStructure</a:t>
            </a:r>
            <a:r>
              <a:rPr lang="en-US" altLang="zh-CN" sz="1600" b="1" dirty="0">
                <a:solidFill>
                  <a:prstClr val="black"/>
                </a:solidFill>
              </a:rPr>
              <a:t>);//</a:t>
            </a:r>
            <a:r>
              <a:rPr lang="zh-CN" altLang="en-US" sz="1600" b="1" dirty="0">
                <a:solidFill>
                  <a:prstClr val="black"/>
                </a:solidFill>
              </a:rPr>
              <a:t>初始化</a:t>
            </a:r>
            <a:r>
              <a:rPr lang="en-US" altLang="zh-CN" sz="1600" b="1" dirty="0" err="1">
                <a:solidFill>
                  <a:prstClr val="black"/>
                </a:solidFill>
              </a:rPr>
              <a:t>PB5</a:t>
            </a:r>
            <a:r>
              <a:rPr lang="zh-CN" altLang="en-US" sz="1600" b="1" dirty="0">
                <a:solidFill>
                  <a:prstClr val="black"/>
                </a:solidFill>
              </a:rPr>
              <a:t>引脚</a:t>
            </a:r>
          </a:p>
        </p:txBody>
      </p:sp>
    </p:spTree>
    <p:extLst>
      <p:ext uri="{BB962C8B-B14F-4D97-AF65-F5344CB8AC3E}">
        <p14:creationId xmlns:p14="http://schemas.microsoft.com/office/powerpoint/2010/main" val="609536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514806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998484" cy="461665"/>
          </a:xfrm>
          <a:prstGeom prst="rect">
            <a:avLst/>
          </a:prstGeom>
        </p:spPr>
        <p:txBody>
          <a:bodyPr wrap="none">
            <a:spAutoFit/>
          </a:bodyPr>
          <a:lstStyle/>
          <a:p>
            <a:r>
              <a:rPr lang="en-US" altLang="zh-CN" sz="2400" b="1" dirty="0">
                <a:solidFill>
                  <a:schemeClr val="bg1"/>
                </a:solidFill>
              </a:rPr>
              <a:t>9.3.2 PWM</a:t>
            </a:r>
            <a:r>
              <a:rPr lang="zh-CN" altLang="en-US" sz="2400" b="1" dirty="0">
                <a:solidFill>
                  <a:schemeClr val="bg1"/>
                </a:solidFill>
              </a:rPr>
              <a:t>标准外设库输出配置过程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矩形 4"/>
          <p:cNvSpPr/>
          <p:nvPr/>
        </p:nvSpPr>
        <p:spPr>
          <a:xfrm>
            <a:off x="888356" y="1320780"/>
            <a:ext cx="1614605" cy="646331"/>
          </a:xfrm>
          <a:prstGeom prst="rect">
            <a:avLst/>
          </a:prstGeom>
        </p:spPr>
        <p:txBody>
          <a:bodyPr wrap="square">
            <a:spAutoFit/>
          </a:bodyPr>
          <a:lstStyle/>
          <a:p>
            <a:r>
              <a:rPr lang="en-US" altLang="zh-CN" b="1" dirty="0">
                <a:solidFill>
                  <a:srgbClr val="C00000"/>
                </a:solidFill>
              </a:rPr>
              <a:t>2</a:t>
            </a:r>
            <a:r>
              <a:rPr lang="zh-CN" altLang="en-US" b="1" dirty="0">
                <a:solidFill>
                  <a:srgbClr val="C00000"/>
                </a:solidFill>
              </a:rPr>
              <a:t>．初始化定时器</a:t>
            </a:r>
            <a:r>
              <a:rPr lang="en-US" altLang="zh-CN" b="1" dirty="0">
                <a:solidFill>
                  <a:srgbClr val="C00000"/>
                </a:solidFill>
              </a:rPr>
              <a:t>TIM3</a:t>
            </a:r>
            <a:endParaRPr lang="zh-CN" altLang="en-US" b="1" dirty="0">
              <a:solidFill>
                <a:srgbClr val="C00000"/>
              </a:solidFill>
            </a:endParaRPr>
          </a:p>
        </p:txBody>
      </p:sp>
      <p:grpSp>
        <p:nvGrpSpPr>
          <p:cNvPr id="10" name="Group 61"/>
          <p:cNvGrpSpPr/>
          <p:nvPr/>
        </p:nvGrpSpPr>
        <p:grpSpPr>
          <a:xfrm>
            <a:off x="124196" y="3832758"/>
            <a:ext cx="1221203" cy="1075561"/>
            <a:chOff x="4958468" y="3328177"/>
            <a:chExt cx="2986020" cy="2997870"/>
          </a:xfrm>
          <a:solidFill>
            <a:schemeClr val="accent5">
              <a:lumMod val="20000"/>
              <a:lumOff val="80000"/>
            </a:schemeClr>
          </a:solidFill>
        </p:grpSpPr>
        <p:sp>
          <p:nvSpPr>
            <p:cNvPr id="11" name="Freeform 491"/>
            <p:cNvSpPr>
              <a:spLocks noEditPoints="1"/>
            </p:cNvSpPr>
            <p:nvPr/>
          </p:nvSpPr>
          <p:spPr bwMode="auto">
            <a:xfrm>
              <a:off x="4958468" y="3328177"/>
              <a:ext cx="2986020" cy="2997870"/>
            </a:xfrm>
            <a:custGeom>
              <a:avLst/>
              <a:gdLst>
                <a:gd name="T0" fmla="*/ 1407 w 1705"/>
                <a:gd name="T1" fmla="*/ 204 h 1712"/>
                <a:gd name="T2" fmla="*/ 1345 w 1705"/>
                <a:gd name="T3" fmla="*/ 201 h 1712"/>
                <a:gd name="T4" fmla="*/ 1229 w 1705"/>
                <a:gd name="T5" fmla="*/ 290 h 1712"/>
                <a:gd name="T6" fmla="*/ 1107 w 1705"/>
                <a:gd name="T7" fmla="*/ 310 h 1712"/>
                <a:gd name="T8" fmla="*/ 1012 w 1705"/>
                <a:gd name="T9" fmla="*/ 230 h 1712"/>
                <a:gd name="T10" fmla="*/ 986 w 1705"/>
                <a:gd name="T11" fmla="*/ 40 h 1712"/>
                <a:gd name="T12" fmla="*/ 946 w 1705"/>
                <a:gd name="T13" fmla="*/ 0 h 1712"/>
                <a:gd name="T14" fmla="*/ 777 w 1705"/>
                <a:gd name="T15" fmla="*/ 0 h 1712"/>
                <a:gd name="T16" fmla="*/ 728 w 1705"/>
                <a:gd name="T17" fmla="*/ 54 h 1712"/>
                <a:gd name="T18" fmla="*/ 702 w 1705"/>
                <a:gd name="T19" fmla="*/ 227 h 1712"/>
                <a:gd name="T20" fmla="*/ 628 w 1705"/>
                <a:gd name="T21" fmla="*/ 299 h 1712"/>
                <a:gd name="T22" fmla="*/ 537 w 1705"/>
                <a:gd name="T23" fmla="*/ 313 h 1712"/>
                <a:gd name="T24" fmla="*/ 365 w 1705"/>
                <a:gd name="T25" fmla="*/ 184 h 1712"/>
                <a:gd name="T26" fmla="*/ 312 w 1705"/>
                <a:gd name="T27" fmla="*/ 187 h 1712"/>
                <a:gd name="T28" fmla="*/ 193 w 1705"/>
                <a:gd name="T29" fmla="*/ 307 h 1712"/>
                <a:gd name="T30" fmla="*/ 193 w 1705"/>
                <a:gd name="T31" fmla="*/ 367 h 1712"/>
                <a:gd name="T32" fmla="*/ 314 w 1705"/>
                <a:gd name="T33" fmla="*/ 525 h 1712"/>
                <a:gd name="T34" fmla="*/ 304 w 1705"/>
                <a:gd name="T35" fmla="*/ 607 h 1712"/>
                <a:gd name="T36" fmla="*/ 241 w 1705"/>
                <a:gd name="T37" fmla="*/ 696 h 1712"/>
                <a:gd name="T38" fmla="*/ 46 w 1705"/>
                <a:gd name="T39" fmla="*/ 720 h 1712"/>
                <a:gd name="T40" fmla="*/ 4 w 1705"/>
                <a:gd name="T41" fmla="*/ 755 h 1712"/>
                <a:gd name="T42" fmla="*/ 0 w 1705"/>
                <a:gd name="T43" fmla="*/ 936 h 1712"/>
                <a:gd name="T44" fmla="*/ 51 w 1705"/>
                <a:gd name="T45" fmla="*/ 986 h 1712"/>
                <a:gd name="T46" fmla="*/ 217 w 1705"/>
                <a:gd name="T47" fmla="*/ 1012 h 1712"/>
                <a:gd name="T48" fmla="*/ 298 w 1705"/>
                <a:gd name="T49" fmla="*/ 1089 h 1712"/>
                <a:gd name="T50" fmla="*/ 300 w 1705"/>
                <a:gd name="T51" fmla="*/ 1189 h 1712"/>
                <a:gd name="T52" fmla="*/ 190 w 1705"/>
                <a:gd name="T53" fmla="*/ 1322 h 1712"/>
                <a:gd name="T54" fmla="*/ 194 w 1705"/>
                <a:gd name="T55" fmla="*/ 1407 h 1712"/>
                <a:gd name="T56" fmla="*/ 297 w 1705"/>
                <a:gd name="T57" fmla="*/ 1514 h 1712"/>
                <a:gd name="T58" fmla="*/ 372 w 1705"/>
                <a:gd name="T59" fmla="*/ 1515 h 1712"/>
                <a:gd name="T60" fmla="*/ 505 w 1705"/>
                <a:gd name="T61" fmla="*/ 1417 h 1712"/>
                <a:gd name="T62" fmla="*/ 623 w 1705"/>
                <a:gd name="T63" fmla="*/ 1421 h 1712"/>
                <a:gd name="T64" fmla="*/ 693 w 1705"/>
                <a:gd name="T65" fmla="*/ 1490 h 1712"/>
                <a:gd name="T66" fmla="*/ 716 w 1705"/>
                <a:gd name="T67" fmla="*/ 1655 h 1712"/>
                <a:gd name="T68" fmla="*/ 771 w 1705"/>
                <a:gd name="T69" fmla="*/ 1712 h 1712"/>
                <a:gd name="T70" fmla="*/ 922 w 1705"/>
                <a:gd name="T71" fmla="*/ 1712 h 1712"/>
                <a:gd name="T72" fmla="*/ 980 w 1705"/>
                <a:gd name="T73" fmla="*/ 1663 h 1712"/>
                <a:gd name="T74" fmla="*/ 1007 w 1705"/>
                <a:gd name="T75" fmla="*/ 1486 h 1712"/>
                <a:gd name="T76" fmla="*/ 1103 w 1705"/>
                <a:gd name="T77" fmla="*/ 1408 h 1712"/>
                <a:gd name="T78" fmla="*/ 1194 w 1705"/>
                <a:gd name="T79" fmla="*/ 1422 h 1712"/>
                <a:gd name="T80" fmla="*/ 1324 w 1705"/>
                <a:gd name="T81" fmla="*/ 1523 h 1712"/>
                <a:gd name="T82" fmla="*/ 1393 w 1705"/>
                <a:gd name="T83" fmla="*/ 1521 h 1712"/>
                <a:gd name="T84" fmla="*/ 1505 w 1705"/>
                <a:gd name="T85" fmla="*/ 1410 h 1712"/>
                <a:gd name="T86" fmla="*/ 1516 w 1705"/>
                <a:gd name="T87" fmla="*/ 1341 h 1712"/>
                <a:gd name="T88" fmla="*/ 1406 w 1705"/>
                <a:gd name="T89" fmla="*/ 1195 h 1712"/>
                <a:gd name="T90" fmla="*/ 1414 w 1705"/>
                <a:gd name="T91" fmla="*/ 1085 h 1712"/>
                <a:gd name="T92" fmla="*/ 1501 w 1705"/>
                <a:gd name="T93" fmla="*/ 1012 h 1712"/>
                <a:gd name="T94" fmla="*/ 1649 w 1705"/>
                <a:gd name="T95" fmla="*/ 995 h 1712"/>
                <a:gd name="T96" fmla="*/ 1701 w 1705"/>
                <a:gd name="T97" fmla="*/ 954 h 1712"/>
                <a:gd name="T98" fmla="*/ 1705 w 1705"/>
                <a:gd name="T99" fmla="*/ 778 h 1712"/>
                <a:gd name="T100" fmla="*/ 1662 w 1705"/>
                <a:gd name="T101" fmla="*/ 732 h 1712"/>
                <a:gd name="T102" fmla="*/ 1455 w 1705"/>
                <a:gd name="T103" fmla="*/ 692 h 1712"/>
                <a:gd name="T104" fmla="*/ 1404 w 1705"/>
                <a:gd name="T105" fmla="*/ 608 h 1712"/>
                <a:gd name="T106" fmla="*/ 1412 w 1705"/>
                <a:gd name="T107" fmla="*/ 517 h 1712"/>
                <a:gd name="T108" fmla="*/ 1504 w 1705"/>
                <a:gd name="T109" fmla="*/ 396 h 1712"/>
                <a:gd name="T110" fmla="*/ 1521 w 1705"/>
                <a:gd name="T111" fmla="*/ 332 h 1712"/>
                <a:gd name="T112" fmla="*/ 1407 w 1705"/>
                <a:gd name="T113" fmla="*/ 204 h 1712"/>
                <a:gd name="T114" fmla="*/ 996 w 1705"/>
                <a:gd name="T115" fmla="*/ 1003 h 1712"/>
                <a:gd name="T116" fmla="*/ 703 w 1705"/>
                <a:gd name="T117" fmla="*/ 1002 h 1712"/>
                <a:gd name="T118" fmla="*/ 705 w 1705"/>
                <a:gd name="T119" fmla="*/ 710 h 1712"/>
                <a:gd name="T120" fmla="*/ 997 w 1705"/>
                <a:gd name="T121" fmla="*/ 711 h 1712"/>
                <a:gd name="T122" fmla="*/ 996 w 1705"/>
                <a:gd name="T123" fmla="*/ 1003 h 1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5" h="1712">
                  <a:moveTo>
                    <a:pt x="1407" y="204"/>
                  </a:moveTo>
                  <a:cubicBezTo>
                    <a:pt x="1376" y="174"/>
                    <a:pt x="1345" y="201"/>
                    <a:pt x="1345" y="201"/>
                  </a:cubicBezTo>
                  <a:cubicBezTo>
                    <a:pt x="1345" y="201"/>
                    <a:pt x="1289" y="241"/>
                    <a:pt x="1229" y="290"/>
                  </a:cubicBezTo>
                  <a:cubicBezTo>
                    <a:pt x="1169" y="338"/>
                    <a:pt x="1107" y="310"/>
                    <a:pt x="1107" y="310"/>
                  </a:cubicBezTo>
                  <a:cubicBezTo>
                    <a:pt x="1015" y="289"/>
                    <a:pt x="1012" y="230"/>
                    <a:pt x="1012" y="230"/>
                  </a:cubicBezTo>
                  <a:cubicBezTo>
                    <a:pt x="986" y="40"/>
                    <a:pt x="986" y="40"/>
                    <a:pt x="986" y="40"/>
                  </a:cubicBezTo>
                  <a:cubicBezTo>
                    <a:pt x="980" y="1"/>
                    <a:pt x="946" y="0"/>
                    <a:pt x="946" y="0"/>
                  </a:cubicBezTo>
                  <a:cubicBezTo>
                    <a:pt x="777" y="0"/>
                    <a:pt x="777" y="0"/>
                    <a:pt x="777" y="0"/>
                  </a:cubicBezTo>
                  <a:cubicBezTo>
                    <a:pt x="730" y="2"/>
                    <a:pt x="728" y="54"/>
                    <a:pt x="728" y="54"/>
                  </a:cubicBezTo>
                  <a:cubicBezTo>
                    <a:pt x="702" y="227"/>
                    <a:pt x="702" y="227"/>
                    <a:pt x="702" y="227"/>
                  </a:cubicBezTo>
                  <a:cubicBezTo>
                    <a:pt x="696" y="258"/>
                    <a:pt x="628" y="299"/>
                    <a:pt x="628" y="299"/>
                  </a:cubicBezTo>
                  <a:cubicBezTo>
                    <a:pt x="589" y="322"/>
                    <a:pt x="537" y="313"/>
                    <a:pt x="537" y="313"/>
                  </a:cubicBezTo>
                  <a:cubicBezTo>
                    <a:pt x="365" y="184"/>
                    <a:pt x="365" y="184"/>
                    <a:pt x="365" y="184"/>
                  </a:cubicBezTo>
                  <a:cubicBezTo>
                    <a:pt x="342" y="166"/>
                    <a:pt x="312" y="187"/>
                    <a:pt x="312" y="187"/>
                  </a:cubicBezTo>
                  <a:cubicBezTo>
                    <a:pt x="193" y="307"/>
                    <a:pt x="193" y="307"/>
                    <a:pt x="193" y="307"/>
                  </a:cubicBezTo>
                  <a:cubicBezTo>
                    <a:pt x="165" y="336"/>
                    <a:pt x="193" y="367"/>
                    <a:pt x="193" y="367"/>
                  </a:cubicBezTo>
                  <a:cubicBezTo>
                    <a:pt x="199" y="374"/>
                    <a:pt x="314" y="525"/>
                    <a:pt x="314" y="525"/>
                  </a:cubicBezTo>
                  <a:cubicBezTo>
                    <a:pt x="322" y="545"/>
                    <a:pt x="304" y="607"/>
                    <a:pt x="304" y="607"/>
                  </a:cubicBezTo>
                  <a:cubicBezTo>
                    <a:pt x="292" y="669"/>
                    <a:pt x="241" y="696"/>
                    <a:pt x="241" y="696"/>
                  </a:cubicBezTo>
                  <a:cubicBezTo>
                    <a:pt x="46" y="720"/>
                    <a:pt x="46" y="720"/>
                    <a:pt x="46" y="720"/>
                  </a:cubicBezTo>
                  <a:cubicBezTo>
                    <a:pt x="16" y="720"/>
                    <a:pt x="4" y="755"/>
                    <a:pt x="4" y="755"/>
                  </a:cubicBezTo>
                  <a:cubicBezTo>
                    <a:pt x="0" y="936"/>
                    <a:pt x="0" y="936"/>
                    <a:pt x="0" y="936"/>
                  </a:cubicBezTo>
                  <a:cubicBezTo>
                    <a:pt x="2" y="977"/>
                    <a:pt x="51" y="986"/>
                    <a:pt x="51" y="986"/>
                  </a:cubicBezTo>
                  <a:cubicBezTo>
                    <a:pt x="217" y="1012"/>
                    <a:pt x="217" y="1012"/>
                    <a:pt x="217" y="1012"/>
                  </a:cubicBezTo>
                  <a:cubicBezTo>
                    <a:pt x="268" y="1014"/>
                    <a:pt x="298" y="1089"/>
                    <a:pt x="298" y="1089"/>
                  </a:cubicBezTo>
                  <a:cubicBezTo>
                    <a:pt x="321" y="1136"/>
                    <a:pt x="300" y="1189"/>
                    <a:pt x="300" y="1189"/>
                  </a:cubicBezTo>
                  <a:cubicBezTo>
                    <a:pt x="190" y="1322"/>
                    <a:pt x="190" y="1322"/>
                    <a:pt x="190" y="1322"/>
                  </a:cubicBezTo>
                  <a:cubicBezTo>
                    <a:pt x="152" y="1368"/>
                    <a:pt x="194" y="1407"/>
                    <a:pt x="194" y="1407"/>
                  </a:cubicBezTo>
                  <a:cubicBezTo>
                    <a:pt x="297" y="1514"/>
                    <a:pt x="297" y="1514"/>
                    <a:pt x="297" y="1514"/>
                  </a:cubicBezTo>
                  <a:cubicBezTo>
                    <a:pt x="335" y="1550"/>
                    <a:pt x="372" y="1515"/>
                    <a:pt x="372" y="1515"/>
                  </a:cubicBezTo>
                  <a:cubicBezTo>
                    <a:pt x="505" y="1417"/>
                    <a:pt x="505" y="1417"/>
                    <a:pt x="505" y="1417"/>
                  </a:cubicBezTo>
                  <a:cubicBezTo>
                    <a:pt x="551" y="1380"/>
                    <a:pt x="623" y="1421"/>
                    <a:pt x="623" y="1421"/>
                  </a:cubicBezTo>
                  <a:cubicBezTo>
                    <a:pt x="691" y="1446"/>
                    <a:pt x="693" y="1490"/>
                    <a:pt x="693" y="1490"/>
                  </a:cubicBezTo>
                  <a:cubicBezTo>
                    <a:pt x="716" y="1655"/>
                    <a:pt x="716" y="1655"/>
                    <a:pt x="716" y="1655"/>
                  </a:cubicBezTo>
                  <a:cubicBezTo>
                    <a:pt x="718" y="1709"/>
                    <a:pt x="771" y="1712"/>
                    <a:pt x="771" y="1712"/>
                  </a:cubicBezTo>
                  <a:cubicBezTo>
                    <a:pt x="922" y="1712"/>
                    <a:pt x="922" y="1712"/>
                    <a:pt x="922" y="1712"/>
                  </a:cubicBezTo>
                  <a:cubicBezTo>
                    <a:pt x="981" y="1703"/>
                    <a:pt x="980" y="1663"/>
                    <a:pt x="980" y="1663"/>
                  </a:cubicBezTo>
                  <a:cubicBezTo>
                    <a:pt x="1007" y="1486"/>
                    <a:pt x="1007" y="1486"/>
                    <a:pt x="1007" y="1486"/>
                  </a:cubicBezTo>
                  <a:cubicBezTo>
                    <a:pt x="1016" y="1422"/>
                    <a:pt x="1103" y="1408"/>
                    <a:pt x="1103" y="1408"/>
                  </a:cubicBezTo>
                  <a:cubicBezTo>
                    <a:pt x="1163" y="1387"/>
                    <a:pt x="1194" y="1422"/>
                    <a:pt x="1194" y="1422"/>
                  </a:cubicBezTo>
                  <a:cubicBezTo>
                    <a:pt x="1324" y="1523"/>
                    <a:pt x="1324" y="1523"/>
                    <a:pt x="1324" y="1523"/>
                  </a:cubicBezTo>
                  <a:cubicBezTo>
                    <a:pt x="1353" y="1549"/>
                    <a:pt x="1393" y="1521"/>
                    <a:pt x="1393" y="1521"/>
                  </a:cubicBezTo>
                  <a:cubicBezTo>
                    <a:pt x="1505" y="1410"/>
                    <a:pt x="1505" y="1410"/>
                    <a:pt x="1505" y="1410"/>
                  </a:cubicBezTo>
                  <a:cubicBezTo>
                    <a:pt x="1546" y="1372"/>
                    <a:pt x="1516" y="1341"/>
                    <a:pt x="1516" y="1341"/>
                  </a:cubicBezTo>
                  <a:cubicBezTo>
                    <a:pt x="1406" y="1195"/>
                    <a:pt x="1406" y="1195"/>
                    <a:pt x="1406" y="1195"/>
                  </a:cubicBezTo>
                  <a:cubicBezTo>
                    <a:pt x="1378" y="1154"/>
                    <a:pt x="1414" y="1085"/>
                    <a:pt x="1414" y="1085"/>
                  </a:cubicBezTo>
                  <a:cubicBezTo>
                    <a:pt x="1439" y="1013"/>
                    <a:pt x="1501" y="1012"/>
                    <a:pt x="1501" y="1012"/>
                  </a:cubicBezTo>
                  <a:cubicBezTo>
                    <a:pt x="1649" y="995"/>
                    <a:pt x="1649" y="995"/>
                    <a:pt x="1649" y="995"/>
                  </a:cubicBezTo>
                  <a:cubicBezTo>
                    <a:pt x="1688" y="998"/>
                    <a:pt x="1701" y="954"/>
                    <a:pt x="1701" y="954"/>
                  </a:cubicBezTo>
                  <a:cubicBezTo>
                    <a:pt x="1705" y="778"/>
                    <a:pt x="1705" y="778"/>
                    <a:pt x="1705" y="778"/>
                  </a:cubicBezTo>
                  <a:cubicBezTo>
                    <a:pt x="1700" y="733"/>
                    <a:pt x="1662" y="732"/>
                    <a:pt x="1662" y="732"/>
                  </a:cubicBezTo>
                  <a:cubicBezTo>
                    <a:pt x="1455" y="692"/>
                    <a:pt x="1455" y="692"/>
                    <a:pt x="1455" y="692"/>
                  </a:cubicBezTo>
                  <a:cubicBezTo>
                    <a:pt x="1420" y="683"/>
                    <a:pt x="1404" y="608"/>
                    <a:pt x="1404" y="608"/>
                  </a:cubicBezTo>
                  <a:cubicBezTo>
                    <a:pt x="1384" y="551"/>
                    <a:pt x="1412" y="517"/>
                    <a:pt x="1412" y="517"/>
                  </a:cubicBezTo>
                  <a:cubicBezTo>
                    <a:pt x="1504" y="396"/>
                    <a:pt x="1504" y="396"/>
                    <a:pt x="1504" y="396"/>
                  </a:cubicBezTo>
                  <a:cubicBezTo>
                    <a:pt x="1544" y="354"/>
                    <a:pt x="1521" y="332"/>
                    <a:pt x="1521" y="332"/>
                  </a:cubicBezTo>
                  <a:cubicBezTo>
                    <a:pt x="1521" y="332"/>
                    <a:pt x="1438" y="234"/>
                    <a:pt x="1407" y="204"/>
                  </a:cubicBezTo>
                  <a:close/>
                  <a:moveTo>
                    <a:pt x="996" y="1003"/>
                  </a:moveTo>
                  <a:cubicBezTo>
                    <a:pt x="915" y="1084"/>
                    <a:pt x="784" y="1083"/>
                    <a:pt x="703" y="1002"/>
                  </a:cubicBezTo>
                  <a:cubicBezTo>
                    <a:pt x="623" y="921"/>
                    <a:pt x="624" y="790"/>
                    <a:pt x="705" y="710"/>
                  </a:cubicBezTo>
                  <a:cubicBezTo>
                    <a:pt x="786" y="629"/>
                    <a:pt x="917" y="630"/>
                    <a:pt x="997" y="711"/>
                  </a:cubicBezTo>
                  <a:cubicBezTo>
                    <a:pt x="1077" y="792"/>
                    <a:pt x="1077" y="923"/>
                    <a:pt x="996" y="1003"/>
                  </a:cubicBezTo>
                  <a:close/>
                </a:path>
              </a:pathLst>
            </a:custGeom>
            <a:grpFill/>
            <a:ln>
              <a:noFill/>
            </a:ln>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Freeform 495"/>
            <p:cNvSpPr>
              <a:spLocks/>
            </p:cNvSpPr>
            <p:nvPr/>
          </p:nvSpPr>
          <p:spPr bwMode="auto">
            <a:xfrm>
              <a:off x="5791621" y="5558806"/>
              <a:ext cx="124417" cy="14071"/>
            </a:xfrm>
            <a:custGeom>
              <a:avLst/>
              <a:gdLst>
                <a:gd name="T0" fmla="*/ 68 w 71"/>
                <a:gd name="T1" fmla="*/ 0 h 8"/>
                <a:gd name="T2" fmla="*/ 2 w 71"/>
                <a:gd name="T3" fmla="*/ 0 h 8"/>
                <a:gd name="T4" fmla="*/ 0 w 71"/>
                <a:gd name="T5" fmla="*/ 4 h 8"/>
                <a:gd name="T6" fmla="*/ 4 w 71"/>
                <a:gd name="T7" fmla="*/ 7 h 8"/>
                <a:gd name="T8" fmla="*/ 8 w 71"/>
                <a:gd name="T9" fmla="*/ 7 h 8"/>
                <a:gd name="T10" fmla="*/ 8 w 71"/>
                <a:gd name="T11" fmla="*/ 7 h 8"/>
                <a:gd name="T12" fmla="*/ 62 w 71"/>
                <a:gd name="T13" fmla="*/ 7 h 8"/>
                <a:gd name="T14" fmla="*/ 68 w 71"/>
                <a:gd name="T15" fmla="*/ 7 h 8"/>
                <a:gd name="T16" fmla="*/ 71 w 71"/>
                <a:gd name="T17" fmla="*/ 4 h 8"/>
                <a:gd name="T18" fmla="*/ 68 w 71"/>
                <a:gd name="T19"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 h="8">
                  <a:moveTo>
                    <a:pt x="68" y="0"/>
                  </a:moveTo>
                  <a:cubicBezTo>
                    <a:pt x="2" y="0"/>
                    <a:pt x="2" y="0"/>
                    <a:pt x="2" y="0"/>
                  </a:cubicBezTo>
                  <a:cubicBezTo>
                    <a:pt x="2" y="0"/>
                    <a:pt x="0" y="0"/>
                    <a:pt x="0" y="4"/>
                  </a:cubicBezTo>
                  <a:cubicBezTo>
                    <a:pt x="0" y="8"/>
                    <a:pt x="4" y="7"/>
                    <a:pt x="4" y="7"/>
                  </a:cubicBezTo>
                  <a:cubicBezTo>
                    <a:pt x="8" y="7"/>
                    <a:pt x="8" y="7"/>
                    <a:pt x="8" y="7"/>
                  </a:cubicBezTo>
                  <a:cubicBezTo>
                    <a:pt x="8" y="7"/>
                    <a:pt x="8" y="7"/>
                    <a:pt x="8" y="7"/>
                  </a:cubicBezTo>
                  <a:cubicBezTo>
                    <a:pt x="62" y="7"/>
                    <a:pt x="62" y="7"/>
                    <a:pt x="62" y="7"/>
                  </a:cubicBezTo>
                  <a:cubicBezTo>
                    <a:pt x="68" y="7"/>
                    <a:pt x="68" y="7"/>
                    <a:pt x="68" y="7"/>
                  </a:cubicBezTo>
                  <a:cubicBezTo>
                    <a:pt x="68" y="7"/>
                    <a:pt x="71" y="6"/>
                    <a:pt x="71" y="4"/>
                  </a:cubicBezTo>
                  <a:cubicBezTo>
                    <a:pt x="71" y="1"/>
                    <a:pt x="68" y="0"/>
                    <a:pt x="6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Freeform 496"/>
            <p:cNvSpPr>
              <a:spLocks/>
            </p:cNvSpPr>
            <p:nvPr/>
          </p:nvSpPr>
          <p:spPr bwMode="auto">
            <a:xfrm>
              <a:off x="5784956" y="5539550"/>
              <a:ext cx="136267" cy="14071"/>
            </a:xfrm>
            <a:custGeom>
              <a:avLst/>
              <a:gdLst>
                <a:gd name="T0" fmla="*/ 75 w 78"/>
                <a:gd name="T1" fmla="*/ 0 h 8"/>
                <a:gd name="T2" fmla="*/ 3 w 78"/>
                <a:gd name="T3" fmla="*/ 0 h 8"/>
                <a:gd name="T4" fmla="*/ 0 w 78"/>
                <a:gd name="T5" fmla="*/ 4 h 8"/>
                <a:gd name="T6" fmla="*/ 6 w 78"/>
                <a:gd name="T7" fmla="*/ 7 h 8"/>
                <a:gd name="T8" fmla="*/ 72 w 78"/>
                <a:gd name="T9" fmla="*/ 7 h 8"/>
                <a:gd name="T10" fmla="*/ 75 w 78"/>
                <a:gd name="T11" fmla="*/ 7 h 8"/>
                <a:gd name="T12" fmla="*/ 78 w 78"/>
                <a:gd name="T13" fmla="*/ 3 h 8"/>
                <a:gd name="T14" fmla="*/ 75 w 7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8">
                  <a:moveTo>
                    <a:pt x="75" y="0"/>
                  </a:moveTo>
                  <a:cubicBezTo>
                    <a:pt x="3" y="0"/>
                    <a:pt x="3" y="0"/>
                    <a:pt x="3" y="0"/>
                  </a:cubicBezTo>
                  <a:cubicBezTo>
                    <a:pt x="3" y="0"/>
                    <a:pt x="0" y="0"/>
                    <a:pt x="0" y="4"/>
                  </a:cubicBezTo>
                  <a:cubicBezTo>
                    <a:pt x="0" y="8"/>
                    <a:pt x="6" y="7"/>
                    <a:pt x="6" y="7"/>
                  </a:cubicBezTo>
                  <a:cubicBezTo>
                    <a:pt x="72" y="7"/>
                    <a:pt x="72" y="7"/>
                    <a:pt x="72" y="7"/>
                  </a:cubicBezTo>
                  <a:cubicBezTo>
                    <a:pt x="75" y="7"/>
                    <a:pt x="75" y="7"/>
                    <a:pt x="75" y="7"/>
                  </a:cubicBezTo>
                  <a:cubicBezTo>
                    <a:pt x="75" y="7"/>
                    <a:pt x="78" y="7"/>
                    <a:pt x="78" y="3"/>
                  </a:cubicBezTo>
                  <a:cubicBezTo>
                    <a:pt x="78" y="0"/>
                    <a:pt x="75" y="0"/>
                    <a:pt x="7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497"/>
            <p:cNvSpPr>
              <a:spLocks/>
            </p:cNvSpPr>
            <p:nvPr/>
          </p:nvSpPr>
          <p:spPr bwMode="auto">
            <a:xfrm>
              <a:off x="5784956" y="5501040"/>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498"/>
            <p:cNvSpPr>
              <a:spLocks/>
            </p:cNvSpPr>
            <p:nvPr/>
          </p:nvSpPr>
          <p:spPr bwMode="auto">
            <a:xfrm>
              <a:off x="5784956" y="5520295"/>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Freeform 499"/>
            <p:cNvSpPr>
              <a:spLocks noEditPoints="1"/>
            </p:cNvSpPr>
            <p:nvPr/>
          </p:nvSpPr>
          <p:spPr bwMode="auto">
            <a:xfrm>
              <a:off x="5690161" y="5090018"/>
              <a:ext cx="324374" cy="402135"/>
            </a:xfrm>
            <a:custGeom>
              <a:avLst/>
              <a:gdLst>
                <a:gd name="T0" fmla="*/ 94 w 185"/>
                <a:gd name="T1" fmla="*/ 0 h 230"/>
                <a:gd name="T2" fmla="*/ 87 w 185"/>
                <a:gd name="T3" fmla="*/ 0 h 230"/>
                <a:gd name="T4" fmla="*/ 8 w 185"/>
                <a:gd name="T5" fmla="*/ 51 h 230"/>
                <a:gd name="T6" fmla="*/ 0 w 185"/>
                <a:gd name="T7" fmla="*/ 92 h 230"/>
                <a:gd name="T8" fmla="*/ 9 w 185"/>
                <a:gd name="T9" fmla="*/ 133 h 230"/>
                <a:gd name="T10" fmla="*/ 25 w 185"/>
                <a:gd name="T11" fmla="*/ 163 h 230"/>
                <a:gd name="T12" fmla="*/ 40 w 185"/>
                <a:gd name="T13" fmla="*/ 193 h 230"/>
                <a:gd name="T14" fmla="*/ 43 w 185"/>
                <a:gd name="T15" fmla="*/ 213 h 230"/>
                <a:gd name="T16" fmla="*/ 55 w 185"/>
                <a:gd name="T17" fmla="*/ 230 h 230"/>
                <a:gd name="T18" fmla="*/ 134 w 185"/>
                <a:gd name="T19" fmla="*/ 229 h 230"/>
                <a:gd name="T20" fmla="*/ 145 w 185"/>
                <a:gd name="T21" fmla="*/ 193 h 230"/>
                <a:gd name="T22" fmla="*/ 160 w 185"/>
                <a:gd name="T23" fmla="*/ 163 h 230"/>
                <a:gd name="T24" fmla="*/ 185 w 185"/>
                <a:gd name="T25" fmla="*/ 92 h 230"/>
                <a:gd name="T26" fmla="*/ 185 w 185"/>
                <a:gd name="T27" fmla="*/ 89 h 230"/>
                <a:gd name="T28" fmla="*/ 176 w 185"/>
                <a:gd name="T29" fmla="*/ 92 h 230"/>
                <a:gd name="T30" fmla="*/ 152 w 185"/>
                <a:gd name="T31" fmla="*/ 158 h 230"/>
                <a:gd name="T32" fmla="*/ 148 w 185"/>
                <a:gd name="T33" fmla="*/ 164 h 230"/>
                <a:gd name="T34" fmla="*/ 148 w 185"/>
                <a:gd name="T35" fmla="*/ 141 h 230"/>
                <a:gd name="T36" fmla="*/ 141 w 185"/>
                <a:gd name="T37" fmla="*/ 122 h 230"/>
                <a:gd name="T38" fmla="*/ 107 w 185"/>
                <a:gd name="T39" fmla="*/ 101 h 230"/>
                <a:gd name="T40" fmla="*/ 101 w 185"/>
                <a:gd name="T41" fmla="*/ 137 h 230"/>
                <a:gd name="T42" fmla="*/ 97 w 185"/>
                <a:gd name="T43" fmla="*/ 117 h 230"/>
                <a:gd name="T44" fmla="*/ 89 w 185"/>
                <a:gd name="T45" fmla="*/ 126 h 230"/>
                <a:gd name="T46" fmla="*/ 85 w 185"/>
                <a:gd name="T47" fmla="*/ 141 h 230"/>
                <a:gd name="T48" fmla="*/ 80 w 185"/>
                <a:gd name="T49" fmla="*/ 101 h 230"/>
                <a:gd name="T50" fmla="*/ 93 w 185"/>
                <a:gd name="T51" fmla="*/ 113 h 230"/>
                <a:gd name="T52" fmla="*/ 107 w 185"/>
                <a:gd name="T53" fmla="*/ 101 h 230"/>
                <a:gd name="T54" fmla="*/ 110 w 185"/>
                <a:gd name="T55" fmla="*/ 85 h 230"/>
                <a:gd name="T56" fmla="*/ 90 w 185"/>
                <a:gd name="T57" fmla="*/ 44 h 230"/>
                <a:gd name="T58" fmla="*/ 77 w 185"/>
                <a:gd name="T59" fmla="*/ 83 h 230"/>
                <a:gd name="T60" fmla="*/ 80 w 185"/>
                <a:gd name="T61" fmla="*/ 99 h 230"/>
                <a:gd name="T62" fmla="*/ 47 w 185"/>
                <a:gd name="T63" fmla="*/ 119 h 230"/>
                <a:gd name="T64" fmla="*/ 38 w 185"/>
                <a:gd name="T65" fmla="*/ 141 h 230"/>
                <a:gd name="T66" fmla="*/ 36 w 185"/>
                <a:gd name="T67" fmla="*/ 159 h 230"/>
                <a:gd name="T68" fmla="*/ 33 w 185"/>
                <a:gd name="T69" fmla="*/ 159 h 230"/>
                <a:gd name="T70" fmla="*/ 17 w 185"/>
                <a:gd name="T71" fmla="*/ 129 h 230"/>
                <a:gd name="T72" fmla="*/ 9 w 185"/>
                <a:gd name="T73" fmla="*/ 87 h 230"/>
                <a:gd name="T74" fmla="*/ 33 w 185"/>
                <a:gd name="T75" fmla="*/ 33 h 230"/>
                <a:gd name="T76" fmla="*/ 93 w 185"/>
                <a:gd name="T77" fmla="*/ 9 h 230"/>
                <a:gd name="T78" fmla="*/ 176 w 185"/>
                <a:gd name="T79" fmla="*/ 9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5" h="230">
                  <a:moveTo>
                    <a:pt x="158" y="26"/>
                  </a:moveTo>
                  <a:cubicBezTo>
                    <a:pt x="142" y="10"/>
                    <a:pt x="120" y="1"/>
                    <a:pt x="94" y="0"/>
                  </a:cubicBezTo>
                  <a:cubicBezTo>
                    <a:pt x="94" y="0"/>
                    <a:pt x="94" y="0"/>
                    <a:pt x="93" y="0"/>
                  </a:cubicBezTo>
                  <a:cubicBezTo>
                    <a:pt x="87" y="0"/>
                    <a:pt x="87" y="0"/>
                    <a:pt x="87" y="0"/>
                  </a:cubicBezTo>
                  <a:cubicBezTo>
                    <a:pt x="63" y="0"/>
                    <a:pt x="44" y="9"/>
                    <a:pt x="27" y="26"/>
                  </a:cubicBezTo>
                  <a:cubicBezTo>
                    <a:pt x="20" y="33"/>
                    <a:pt x="13" y="40"/>
                    <a:pt x="8" y="51"/>
                  </a:cubicBezTo>
                  <a:cubicBezTo>
                    <a:pt x="3" y="62"/>
                    <a:pt x="0" y="74"/>
                    <a:pt x="0" y="87"/>
                  </a:cubicBezTo>
                  <a:cubicBezTo>
                    <a:pt x="0" y="92"/>
                    <a:pt x="0" y="92"/>
                    <a:pt x="0" y="92"/>
                  </a:cubicBezTo>
                  <a:cubicBezTo>
                    <a:pt x="0" y="93"/>
                    <a:pt x="0" y="93"/>
                    <a:pt x="0" y="93"/>
                  </a:cubicBezTo>
                  <a:cubicBezTo>
                    <a:pt x="1" y="109"/>
                    <a:pt x="4" y="122"/>
                    <a:pt x="9" y="133"/>
                  </a:cubicBezTo>
                  <a:cubicBezTo>
                    <a:pt x="13" y="142"/>
                    <a:pt x="18" y="151"/>
                    <a:pt x="23" y="160"/>
                  </a:cubicBezTo>
                  <a:cubicBezTo>
                    <a:pt x="25" y="163"/>
                    <a:pt x="25" y="163"/>
                    <a:pt x="25" y="163"/>
                  </a:cubicBezTo>
                  <a:cubicBezTo>
                    <a:pt x="26" y="165"/>
                    <a:pt x="27" y="167"/>
                    <a:pt x="28" y="169"/>
                  </a:cubicBezTo>
                  <a:cubicBezTo>
                    <a:pt x="33" y="177"/>
                    <a:pt x="37" y="184"/>
                    <a:pt x="40" y="193"/>
                  </a:cubicBezTo>
                  <a:cubicBezTo>
                    <a:pt x="41" y="197"/>
                    <a:pt x="41" y="201"/>
                    <a:pt x="42" y="205"/>
                  </a:cubicBezTo>
                  <a:cubicBezTo>
                    <a:pt x="42" y="208"/>
                    <a:pt x="42" y="210"/>
                    <a:pt x="43" y="213"/>
                  </a:cubicBezTo>
                  <a:cubicBezTo>
                    <a:pt x="44" y="220"/>
                    <a:pt x="49" y="225"/>
                    <a:pt x="52" y="229"/>
                  </a:cubicBezTo>
                  <a:cubicBezTo>
                    <a:pt x="53" y="230"/>
                    <a:pt x="54" y="230"/>
                    <a:pt x="55" y="230"/>
                  </a:cubicBezTo>
                  <a:cubicBezTo>
                    <a:pt x="130" y="230"/>
                    <a:pt x="130" y="230"/>
                    <a:pt x="130" y="230"/>
                  </a:cubicBezTo>
                  <a:cubicBezTo>
                    <a:pt x="132" y="230"/>
                    <a:pt x="133" y="230"/>
                    <a:pt x="134" y="229"/>
                  </a:cubicBezTo>
                  <a:cubicBezTo>
                    <a:pt x="140" y="223"/>
                    <a:pt x="141" y="214"/>
                    <a:pt x="142" y="205"/>
                  </a:cubicBezTo>
                  <a:cubicBezTo>
                    <a:pt x="143" y="201"/>
                    <a:pt x="144" y="197"/>
                    <a:pt x="145" y="193"/>
                  </a:cubicBezTo>
                  <a:cubicBezTo>
                    <a:pt x="148" y="185"/>
                    <a:pt x="152" y="176"/>
                    <a:pt x="156" y="168"/>
                  </a:cubicBezTo>
                  <a:cubicBezTo>
                    <a:pt x="158" y="166"/>
                    <a:pt x="159" y="164"/>
                    <a:pt x="160" y="163"/>
                  </a:cubicBezTo>
                  <a:cubicBezTo>
                    <a:pt x="161" y="160"/>
                    <a:pt x="162" y="157"/>
                    <a:pt x="164" y="155"/>
                  </a:cubicBezTo>
                  <a:cubicBezTo>
                    <a:pt x="173" y="137"/>
                    <a:pt x="184" y="119"/>
                    <a:pt x="185" y="92"/>
                  </a:cubicBezTo>
                  <a:cubicBezTo>
                    <a:pt x="185" y="92"/>
                    <a:pt x="185" y="92"/>
                    <a:pt x="185" y="92"/>
                  </a:cubicBezTo>
                  <a:cubicBezTo>
                    <a:pt x="185" y="89"/>
                    <a:pt x="185" y="89"/>
                    <a:pt x="185" y="89"/>
                  </a:cubicBezTo>
                  <a:cubicBezTo>
                    <a:pt x="184" y="64"/>
                    <a:pt x="175" y="43"/>
                    <a:pt x="158" y="26"/>
                  </a:cubicBezTo>
                  <a:close/>
                  <a:moveTo>
                    <a:pt x="176" y="92"/>
                  </a:moveTo>
                  <a:cubicBezTo>
                    <a:pt x="174" y="116"/>
                    <a:pt x="165" y="133"/>
                    <a:pt x="156" y="150"/>
                  </a:cubicBezTo>
                  <a:cubicBezTo>
                    <a:pt x="154" y="153"/>
                    <a:pt x="153" y="156"/>
                    <a:pt x="152" y="158"/>
                  </a:cubicBezTo>
                  <a:cubicBezTo>
                    <a:pt x="151" y="160"/>
                    <a:pt x="149" y="162"/>
                    <a:pt x="148" y="164"/>
                  </a:cubicBezTo>
                  <a:cubicBezTo>
                    <a:pt x="148" y="164"/>
                    <a:pt x="148" y="164"/>
                    <a:pt x="148" y="164"/>
                  </a:cubicBezTo>
                  <a:cubicBezTo>
                    <a:pt x="148" y="161"/>
                    <a:pt x="148" y="159"/>
                    <a:pt x="149" y="154"/>
                  </a:cubicBezTo>
                  <a:cubicBezTo>
                    <a:pt x="150" y="148"/>
                    <a:pt x="148" y="144"/>
                    <a:pt x="148" y="141"/>
                  </a:cubicBezTo>
                  <a:cubicBezTo>
                    <a:pt x="147" y="137"/>
                    <a:pt x="145" y="129"/>
                    <a:pt x="145" y="129"/>
                  </a:cubicBezTo>
                  <a:cubicBezTo>
                    <a:pt x="145" y="120"/>
                    <a:pt x="141" y="122"/>
                    <a:pt x="141" y="122"/>
                  </a:cubicBezTo>
                  <a:cubicBezTo>
                    <a:pt x="139" y="118"/>
                    <a:pt x="117" y="110"/>
                    <a:pt x="117" y="110"/>
                  </a:cubicBezTo>
                  <a:cubicBezTo>
                    <a:pt x="107" y="101"/>
                    <a:pt x="107" y="101"/>
                    <a:pt x="107" y="101"/>
                  </a:cubicBezTo>
                  <a:cubicBezTo>
                    <a:pt x="109" y="103"/>
                    <a:pt x="109" y="103"/>
                    <a:pt x="109" y="103"/>
                  </a:cubicBezTo>
                  <a:cubicBezTo>
                    <a:pt x="109" y="111"/>
                    <a:pt x="101" y="137"/>
                    <a:pt x="101" y="137"/>
                  </a:cubicBezTo>
                  <a:cubicBezTo>
                    <a:pt x="102" y="134"/>
                    <a:pt x="96" y="124"/>
                    <a:pt x="96" y="124"/>
                  </a:cubicBezTo>
                  <a:cubicBezTo>
                    <a:pt x="95" y="123"/>
                    <a:pt x="97" y="117"/>
                    <a:pt x="97" y="117"/>
                  </a:cubicBezTo>
                  <a:cubicBezTo>
                    <a:pt x="90" y="109"/>
                    <a:pt x="86" y="118"/>
                    <a:pt x="86" y="118"/>
                  </a:cubicBezTo>
                  <a:cubicBezTo>
                    <a:pt x="85" y="120"/>
                    <a:pt x="89" y="126"/>
                    <a:pt x="89" y="126"/>
                  </a:cubicBezTo>
                  <a:cubicBezTo>
                    <a:pt x="88" y="127"/>
                    <a:pt x="88" y="133"/>
                    <a:pt x="88" y="133"/>
                  </a:cubicBezTo>
                  <a:cubicBezTo>
                    <a:pt x="87" y="135"/>
                    <a:pt x="85" y="141"/>
                    <a:pt x="85" y="141"/>
                  </a:cubicBezTo>
                  <a:cubicBezTo>
                    <a:pt x="80" y="128"/>
                    <a:pt x="78" y="103"/>
                    <a:pt x="78" y="103"/>
                  </a:cubicBezTo>
                  <a:cubicBezTo>
                    <a:pt x="77" y="102"/>
                    <a:pt x="80" y="101"/>
                    <a:pt x="80" y="101"/>
                  </a:cubicBezTo>
                  <a:cubicBezTo>
                    <a:pt x="82" y="104"/>
                    <a:pt x="82" y="104"/>
                    <a:pt x="82" y="104"/>
                  </a:cubicBezTo>
                  <a:cubicBezTo>
                    <a:pt x="84" y="108"/>
                    <a:pt x="93" y="113"/>
                    <a:pt x="93" y="113"/>
                  </a:cubicBezTo>
                  <a:cubicBezTo>
                    <a:pt x="102" y="107"/>
                    <a:pt x="102" y="107"/>
                    <a:pt x="102" y="107"/>
                  </a:cubicBezTo>
                  <a:cubicBezTo>
                    <a:pt x="108" y="104"/>
                    <a:pt x="107" y="101"/>
                    <a:pt x="107" y="101"/>
                  </a:cubicBezTo>
                  <a:cubicBezTo>
                    <a:pt x="106" y="100"/>
                    <a:pt x="106" y="94"/>
                    <a:pt x="106" y="94"/>
                  </a:cubicBezTo>
                  <a:cubicBezTo>
                    <a:pt x="107" y="93"/>
                    <a:pt x="110" y="85"/>
                    <a:pt x="110" y="85"/>
                  </a:cubicBezTo>
                  <a:cubicBezTo>
                    <a:pt x="114" y="80"/>
                    <a:pt x="113" y="71"/>
                    <a:pt x="113" y="71"/>
                  </a:cubicBezTo>
                  <a:cubicBezTo>
                    <a:pt x="119" y="41"/>
                    <a:pt x="90" y="44"/>
                    <a:pt x="90" y="44"/>
                  </a:cubicBezTo>
                  <a:cubicBezTo>
                    <a:pt x="69" y="46"/>
                    <a:pt x="75" y="72"/>
                    <a:pt x="75" y="72"/>
                  </a:cubicBezTo>
                  <a:cubicBezTo>
                    <a:pt x="72" y="73"/>
                    <a:pt x="77" y="83"/>
                    <a:pt x="77" y="83"/>
                  </a:cubicBezTo>
                  <a:cubicBezTo>
                    <a:pt x="76" y="84"/>
                    <a:pt x="79" y="91"/>
                    <a:pt x="79" y="91"/>
                  </a:cubicBezTo>
                  <a:cubicBezTo>
                    <a:pt x="80" y="99"/>
                    <a:pt x="80" y="99"/>
                    <a:pt x="80" y="99"/>
                  </a:cubicBezTo>
                  <a:cubicBezTo>
                    <a:pt x="78" y="100"/>
                    <a:pt x="71" y="109"/>
                    <a:pt x="71" y="109"/>
                  </a:cubicBezTo>
                  <a:cubicBezTo>
                    <a:pt x="59" y="109"/>
                    <a:pt x="47" y="119"/>
                    <a:pt x="47" y="119"/>
                  </a:cubicBezTo>
                  <a:cubicBezTo>
                    <a:pt x="40" y="118"/>
                    <a:pt x="41" y="123"/>
                    <a:pt x="41" y="129"/>
                  </a:cubicBezTo>
                  <a:cubicBezTo>
                    <a:pt x="41" y="134"/>
                    <a:pt x="41" y="133"/>
                    <a:pt x="38" y="141"/>
                  </a:cubicBezTo>
                  <a:cubicBezTo>
                    <a:pt x="35" y="148"/>
                    <a:pt x="39" y="144"/>
                    <a:pt x="37" y="148"/>
                  </a:cubicBezTo>
                  <a:cubicBezTo>
                    <a:pt x="36" y="151"/>
                    <a:pt x="36" y="154"/>
                    <a:pt x="36" y="159"/>
                  </a:cubicBezTo>
                  <a:cubicBezTo>
                    <a:pt x="36" y="160"/>
                    <a:pt x="36" y="162"/>
                    <a:pt x="36" y="163"/>
                  </a:cubicBezTo>
                  <a:cubicBezTo>
                    <a:pt x="35" y="162"/>
                    <a:pt x="34" y="160"/>
                    <a:pt x="33" y="159"/>
                  </a:cubicBezTo>
                  <a:cubicBezTo>
                    <a:pt x="31" y="155"/>
                    <a:pt x="31" y="155"/>
                    <a:pt x="31" y="155"/>
                  </a:cubicBezTo>
                  <a:cubicBezTo>
                    <a:pt x="26" y="147"/>
                    <a:pt x="21" y="138"/>
                    <a:pt x="17" y="129"/>
                  </a:cubicBezTo>
                  <a:cubicBezTo>
                    <a:pt x="12" y="119"/>
                    <a:pt x="10" y="108"/>
                    <a:pt x="9" y="92"/>
                  </a:cubicBezTo>
                  <a:cubicBezTo>
                    <a:pt x="9" y="87"/>
                    <a:pt x="9" y="87"/>
                    <a:pt x="9" y="87"/>
                  </a:cubicBezTo>
                  <a:cubicBezTo>
                    <a:pt x="10" y="75"/>
                    <a:pt x="12" y="65"/>
                    <a:pt x="17" y="55"/>
                  </a:cubicBezTo>
                  <a:cubicBezTo>
                    <a:pt x="21" y="46"/>
                    <a:pt x="27" y="39"/>
                    <a:pt x="33" y="33"/>
                  </a:cubicBezTo>
                  <a:cubicBezTo>
                    <a:pt x="48" y="17"/>
                    <a:pt x="66" y="10"/>
                    <a:pt x="87" y="9"/>
                  </a:cubicBezTo>
                  <a:cubicBezTo>
                    <a:pt x="93" y="9"/>
                    <a:pt x="93" y="9"/>
                    <a:pt x="93" y="9"/>
                  </a:cubicBezTo>
                  <a:cubicBezTo>
                    <a:pt x="117" y="10"/>
                    <a:pt x="137" y="18"/>
                    <a:pt x="151" y="32"/>
                  </a:cubicBezTo>
                  <a:cubicBezTo>
                    <a:pt x="167" y="48"/>
                    <a:pt x="175" y="67"/>
                    <a:pt x="176" y="90"/>
                  </a:cubicBezTo>
                  <a:lnTo>
                    <a:pt x="176" y="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Freeform 500"/>
            <p:cNvSpPr>
              <a:spLocks/>
            </p:cNvSpPr>
            <p:nvPr/>
          </p:nvSpPr>
          <p:spPr bwMode="auto">
            <a:xfrm>
              <a:off x="6883236" y="5084093"/>
              <a:ext cx="430277" cy="369550"/>
            </a:xfrm>
            <a:custGeom>
              <a:avLst/>
              <a:gdLst>
                <a:gd name="T0" fmla="*/ 164 w 246"/>
                <a:gd name="T1" fmla="*/ 0 h 211"/>
                <a:gd name="T2" fmla="*/ 81 w 246"/>
                <a:gd name="T3" fmla="*/ 0 h 211"/>
                <a:gd name="T4" fmla="*/ 0 w 246"/>
                <a:gd name="T5" fmla="*/ 68 h 211"/>
                <a:gd name="T6" fmla="*/ 25 w 246"/>
                <a:gd name="T7" fmla="*/ 68 h 211"/>
                <a:gd name="T8" fmla="*/ 84 w 246"/>
                <a:gd name="T9" fmla="*/ 23 h 211"/>
                <a:gd name="T10" fmla="*/ 161 w 246"/>
                <a:gd name="T11" fmla="*/ 23 h 211"/>
                <a:gd name="T12" fmla="*/ 222 w 246"/>
                <a:gd name="T13" fmla="*/ 85 h 211"/>
                <a:gd name="T14" fmla="*/ 161 w 246"/>
                <a:gd name="T15" fmla="*/ 146 h 211"/>
                <a:gd name="T16" fmla="*/ 123 w 246"/>
                <a:gd name="T17" fmla="*/ 146 h 211"/>
                <a:gd name="T18" fmla="*/ 123 w 246"/>
                <a:gd name="T19" fmla="*/ 155 h 211"/>
                <a:gd name="T20" fmla="*/ 123 w 246"/>
                <a:gd name="T21" fmla="*/ 160 h 211"/>
                <a:gd name="T22" fmla="*/ 123 w 246"/>
                <a:gd name="T23" fmla="*/ 168 h 211"/>
                <a:gd name="T24" fmla="*/ 139 w 246"/>
                <a:gd name="T25" fmla="*/ 168 h 211"/>
                <a:gd name="T26" fmla="*/ 189 w 246"/>
                <a:gd name="T27" fmla="*/ 211 h 211"/>
                <a:gd name="T28" fmla="*/ 186 w 246"/>
                <a:gd name="T29" fmla="*/ 165 h 211"/>
                <a:gd name="T30" fmla="*/ 246 w 246"/>
                <a:gd name="T31" fmla="*/ 86 h 211"/>
                <a:gd name="T32" fmla="*/ 246 w 246"/>
                <a:gd name="T33" fmla="*/ 82 h 211"/>
                <a:gd name="T34" fmla="*/ 164 w 246"/>
                <a:gd name="T35"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6" h="211">
                  <a:moveTo>
                    <a:pt x="164" y="0"/>
                  </a:moveTo>
                  <a:cubicBezTo>
                    <a:pt x="81" y="0"/>
                    <a:pt x="81" y="0"/>
                    <a:pt x="81" y="0"/>
                  </a:cubicBezTo>
                  <a:cubicBezTo>
                    <a:pt x="41" y="0"/>
                    <a:pt x="7" y="29"/>
                    <a:pt x="0" y="68"/>
                  </a:cubicBezTo>
                  <a:cubicBezTo>
                    <a:pt x="25" y="68"/>
                    <a:pt x="25" y="68"/>
                    <a:pt x="25" y="68"/>
                  </a:cubicBezTo>
                  <a:cubicBezTo>
                    <a:pt x="33" y="42"/>
                    <a:pt x="56" y="23"/>
                    <a:pt x="84" y="23"/>
                  </a:cubicBezTo>
                  <a:cubicBezTo>
                    <a:pt x="161" y="23"/>
                    <a:pt x="161" y="23"/>
                    <a:pt x="161" y="23"/>
                  </a:cubicBezTo>
                  <a:cubicBezTo>
                    <a:pt x="195" y="23"/>
                    <a:pt x="222" y="51"/>
                    <a:pt x="222" y="85"/>
                  </a:cubicBezTo>
                  <a:cubicBezTo>
                    <a:pt x="222" y="119"/>
                    <a:pt x="195" y="146"/>
                    <a:pt x="161" y="146"/>
                  </a:cubicBezTo>
                  <a:cubicBezTo>
                    <a:pt x="123" y="146"/>
                    <a:pt x="123" y="146"/>
                    <a:pt x="123" y="146"/>
                  </a:cubicBezTo>
                  <a:cubicBezTo>
                    <a:pt x="123" y="149"/>
                    <a:pt x="123" y="152"/>
                    <a:pt x="123" y="155"/>
                  </a:cubicBezTo>
                  <a:cubicBezTo>
                    <a:pt x="123" y="160"/>
                    <a:pt x="123" y="160"/>
                    <a:pt x="123" y="160"/>
                  </a:cubicBezTo>
                  <a:cubicBezTo>
                    <a:pt x="123" y="162"/>
                    <a:pt x="123" y="165"/>
                    <a:pt x="123" y="168"/>
                  </a:cubicBezTo>
                  <a:cubicBezTo>
                    <a:pt x="139" y="168"/>
                    <a:pt x="139" y="168"/>
                    <a:pt x="139" y="168"/>
                  </a:cubicBezTo>
                  <a:cubicBezTo>
                    <a:pt x="189" y="211"/>
                    <a:pt x="189" y="211"/>
                    <a:pt x="189" y="211"/>
                  </a:cubicBezTo>
                  <a:cubicBezTo>
                    <a:pt x="186" y="165"/>
                    <a:pt x="186" y="165"/>
                    <a:pt x="186" y="165"/>
                  </a:cubicBezTo>
                  <a:cubicBezTo>
                    <a:pt x="220" y="156"/>
                    <a:pt x="246" y="124"/>
                    <a:pt x="246" y="86"/>
                  </a:cubicBezTo>
                  <a:cubicBezTo>
                    <a:pt x="246" y="82"/>
                    <a:pt x="246" y="82"/>
                    <a:pt x="246" y="82"/>
                  </a:cubicBezTo>
                  <a:cubicBezTo>
                    <a:pt x="246" y="37"/>
                    <a:pt x="210" y="0"/>
                    <a:pt x="16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501"/>
            <p:cNvSpPr>
              <a:spLocks/>
            </p:cNvSpPr>
            <p:nvPr/>
          </p:nvSpPr>
          <p:spPr bwMode="auto">
            <a:xfrm>
              <a:off x="6866944" y="5366255"/>
              <a:ext cx="17774" cy="39991"/>
            </a:xfrm>
            <a:custGeom>
              <a:avLst/>
              <a:gdLst>
                <a:gd name="T0" fmla="*/ 0 w 10"/>
                <a:gd name="T1" fmla="*/ 0 h 23"/>
                <a:gd name="T2" fmla="*/ 0 w 10"/>
                <a:gd name="T3" fmla="*/ 23 h 23"/>
                <a:gd name="T4" fmla="*/ 8 w 10"/>
                <a:gd name="T5" fmla="*/ 19 h 23"/>
                <a:gd name="T6" fmla="*/ 10 w 10"/>
                <a:gd name="T7" fmla="*/ 11 h 23"/>
                <a:gd name="T8" fmla="*/ 8 w 10"/>
                <a:gd name="T9" fmla="*/ 4 h 23"/>
                <a:gd name="T10" fmla="*/ 0 w 10"/>
                <a:gd name="T11" fmla="*/ 0 h 23"/>
              </a:gdLst>
              <a:ahLst/>
              <a:cxnLst>
                <a:cxn ang="0">
                  <a:pos x="T0" y="T1"/>
                </a:cxn>
                <a:cxn ang="0">
                  <a:pos x="T2" y="T3"/>
                </a:cxn>
                <a:cxn ang="0">
                  <a:pos x="T4" y="T5"/>
                </a:cxn>
                <a:cxn ang="0">
                  <a:pos x="T6" y="T7"/>
                </a:cxn>
                <a:cxn ang="0">
                  <a:pos x="T8" y="T9"/>
                </a:cxn>
                <a:cxn ang="0">
                  <a:pos x="T10" y="T11"/>
                </a:cxn>
              </a:cxnLst>
              <a:rect l="0" t="0" r="r" b="b"/>
              <a:pathLst>
                <a:path w="10" h="23">
                  <a:moveTo>
                    <a:pt x="0" y="0"/>
                  </a:moveTo>
                  <a:cubicBezTo>
                    <a:pt x="0" y="23"/>
                    <a:pt x="0" y="23"/>
                    <a:pt x="0" y="23"/>
                  </a:cubicBezTo>
                  <a:cubicBezTo>
                    <a:pt x="3" y="22"/>
                    <a:pt x="6" y="21"/>
                    <a:pt x="8" y="19"/>
                  </a:cubicBezTo>
                  <a:cubicBezTo>
                    <a:pt x="9" y="17"/>
                    <a:pt x="10" y="14"/>
                    <a:pt x="10" y="11"/>
                  </a:cubicBezTo>
                  <a:cubicBezTo>
                    <a:pt x="10" y="8"/>
                    <a:pt x="10" y="6"/>
                    <a:pt x="8" y="4"/>
                  </a:cubicBezTo>
                  <a:cubicBezTo>
                    <a:pt x="7" y="3"/>
                    <a:pt x="4"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Freeform 502"/>
            <p:cNvSpPr>
              <a:spLocks noEditPoints="1"/>
            </p:cNvSpPr>
            <p:nvPr/>
          </p:nvSpPr>
          <p:spPr bwMode="auto">
            <a:xfrm>
              <a:off x="6775852" y="5277385"/>
              <a:ext cx="174036" cy="173296"/>
            </a:xfrm>
            <a:custGeom>
              <a:avLst/>
              <a:gdLst>
                <a:gd name="T0" fmla="*/ 50 w 99"/>
                <a:gd name="T1" fmla="*/ 0 h 99"/>
                <a:gd name="T2" fmla="*/ 0 w 99"/>
                <a:gd name="T3" fmla="*/ 49 h 99"/>
                <a:gd name="T4" fmla="*/ 50 w 99"/>
                <a:gd name="T5" fmla="*/ 99 h 99"/>
                <a:gd name="T6" fmla="*/ 99 w 99"/>
                <a:gd name="T7" fmla="*/ 49 h 99"/>
                <a:gd name="T8" fmla="*/ 50 w 99"/>
                <a:gd name="T9" fmla="*/ 0 h 99"/>
                <a:gd name="T10" fmla="*/ 65 w 99"/>
                <a:gd name="T11" fmla="*/ 74 h 99"/>
                <a:gd name="T12" fmla="*/ 52 w 99"/>
                <a:gd name="T13" fmla="*/ 80 h 99"/>
                <a:gd name="T14" fmla="*/ 52 w 99"/>
                <a:gd name="T15" fmla="*/ 87 h 99"/>
                <a:gd name="T16" fmla="*/ 48 w 99"/>
                <a:gd name="T17" fmla="*/ 87 h 99"/>
                <a:gd name="T18" fmla="*/ 48 w 99"/>
                <a:gd name="T19" fmla="*/ 80 h 99"/>
                <a:gd name="T20" fmla="*/ 39 w 99"/>
                <a:gd name="T21" fmla="*/ 77 h 99"/>
                <a:gd name="T22" fmla="*/ 33 w 99"/>
                <a:gd name="T23" fmla="*/ 72 h 99"/>
                <a:gd name="T24" fmla="*/ 30 w 99"/>
                <a:gd name="T25" fmla="*/ 62 h 99"/>
                <a:gd name="T26" fmla="*/ 38 w 99"/>
                <a:gd name="T27" fmla="*/ 60 h 99"/>
                <a:gd name="T28" fmla="*/ 41 w 99"/>
                <a:gd name="T29" fmla="*/ 69 h 99"/>
                <a:gd name="T30" fmla="*/ 48 w 99"/>
                <a:gd name="T31" fmla="*/ 74 h 99"/>
                <a:gd name="T32" fmla="*/ 48 w 99"/>
                <a:gd name="T33" fmla="*/ 50 h 99"/>
                <a:gd name="T34" fmla="*/ 39 w 99"/>
                <a:gd name="T35" fmla="*/ 47 h 99"/>
                <a:gd name="T36" fmla="*/ 33 w 99"/>
                <a:gd name="T37" fmla="*/ 41 h 99"/>
                <a:gd name="T38" fmla="*/ 31 w 99"/>
                <a:gd name="T39" fmla="*/ 33 h 99"/>
                <a:gd name="T40" fmla="*/ 37 w 99"/>
                <a:gd name="T41" fmla="*/ 20 h 99"/>
                <a:gd name="T42" fmla="*/ 48 w 99"/>
                <a:gd name="T43" fmla="*/ 16 h 99"/>
                <a:gd name="T44" fmla="*/ 48 w 99"/>
                <a:gd name="T45" fmla="*/ 13 h 99"/>
                <a:gd name="T46" fmla="*/ 52 w 99"/>
                <a:gd name="T47" fmla="*/ 13 h 99"/>
                <a:gd name="T48" fmla="*/ 52 w 99"/>
                <a:gd name="T49" fmla="*/ 16 h 99"/>
                <a:gd name="T50" fmla="*/ 63 w 99"/>
                <a:gd name="T51" fmla="*/ 20 h 99"/>
                <a:gd name="T52" fmla="*/ 68 w 99"/>
                <a:gd name="T53" fmla="*/ 31 h 99"/>
                <a:gd name="T54" fmla="*/ 61 w 99"/>
                <a:gd name="T55" fmla="*/ 32 h 99"/>
                <a:gd name="T56" fmla="*/ 58 w 99"/>
                <a:gd name="T57" fmla="*/ 26 h 99"/>
                <a:gd name="T58" fmla="*/ 52 w 99"/>
                <a:gd name="T59" fmla="*/ 23 h 99"/>
                <a:gd name="T60" fmla="*/ 52 w 99"/>
                <a:gd name="T61" fmla="*/ 44 h 99"/>
                <a:gd name="T62" fmla="*/ 60 w 99"/>
                <a:gd name="T63" fmla="*/ 46 h 99"/>
                <a:gd name="T64" fmla="*/ 65 w 99"/>
                <a:gd name="T65" fmla="*/ 50 h 99"/>
                <a:gd name="T66" fmla="*/ 69 w 99"/>
                <a:gd name="T67" fmla="*/ 55 h 99"/>
                <a:gd name="T68" fmla="*/ 70 w 99"/>
                <a:gd name="T69" fmla="*/ 61 h 99"/>
                <a:gd name="T70" fmla="*/ 65 w 99"/>
                <a:gd name="T71" fmla="*/ 74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9" h="99">
                  <a:moveTo>
                    <a:pt x="50" y="0"/>
                  </a:moveTo>
                  <a:cubicBezTo>
                    <a:pt x="22" y="0"/>
                    <a:pt x="0" y="22"/>
                    <a:pt x="0" y="49"/>
                  </a:cubicBezTo>
                  <a:cubicBezTo>
                    <a:pt x="0" y="77"/>
                    <a:pt x="22" y="99"/>
                    <a:pt x="50" y="99"/>
                  </a:cubicBezTo>
                  <a:cubicBezTo>
                    <a:pt x="77" y="99"/>
                    <a:pt x="99" y="77"/>
                    <a:pt x="99" y="49"/>
                  </a:cubicBezTo>
                  <a:cubicBezTo>
                    <a:pt x="99" y="22"/>
                    <a:pt x="77" y="0"/>
                    <a:pt x="50" y="0"/>
                  </a:cubicBezTo>
                  <a:close/>
                  <a:moveTo>
                    <a:pt x="65" y="74"/>
                  </a:moveTo>
                  <a:cubicBezTo>
                    <a:pt x="62" y="78"/>
                    <a:pt x="58" y="79"/>
                    <a:pt x="52" y="80"/>
                  </a:cubicBezTo>
                  <a:cubicBezTo>
                    <a:pt x="52" y="87"/>
                    <a:pt x="52" y="87"/>
                    <a:pt x="52" y="87"/>
                  </a:cubicBezTo>
                  <a:cubicBezTo>
                    <a:pt x="48" y="87"/>
                    <a:pt x="48" y="87"/>
                    <a:pt x="48" y="87"/>
                  </a:cubicBezTo>
                  <a:cubicBezTo>
                    <a:pt x="48" y="80"/>
                    <a:pt x="48" y="80"/>
                    <a:pt x="48" y="80"/>
                  </a:cubicBezTo>
                  <a:cubicBezTo>
                    <a:pt x="44" y="79"/>
                    <a:pt x="41" y="79"/>
                    <a:pt x="39" y="77"/>
                  </a:cubicBezTo>
                  <a:cubicBezTo>
                    <a:pt x="37" y="76"/>
                    <a:pt x="35" y="74"/>
                    <a:pt x="33" y="72"/>
                  </a:cubicBezTo>
                  <a:cubicBezTo>
                    <a:pt x="31" y="69"/>
                    <a:pt x="30" y="66"/>
                    <a:pt x="30" y="62"/>
                  </a:cubicBezTo>
                  <a:cubicBezTo>
                    <a:pt x="38" y="60"/>
                    <a:pt x="38" y="60"/>
                    <a:pt x="38" y="60"/>
                  </a:cubicBezTo>
                  <a:cubicBezTo>
                    <a:pt x="38" y="64"/>
                    <a:pt x="39" y="67"/>
                    <a:pt x="41" y="69"/>
                  </a:cubicBezTo>
                  <a:cubicBezTo>
                    <a:pt x="43" y="72"/>
                    <a:pt x="45" y="73"/>
                    <a:pt x="48" y="74"/>
                  </a:cubicBezTo>
                  <a:cubicBezTo>
                    <a:pt x="48" y="50"/>
                    <a:pt x="48" y="50"/>
                    <a:pt x="48" y="50"/>
                  </a:cubicBezTo>
                  <a:cubicBezTo>
                    <a:pt x="45" y="49"/>
                    <a:pt x="42" y="48"/>
                    <a:pt x="39" y="47"/>
                  </a:cubicBezTo>
                  <a:cubicBezTo>
                    <a:pt x="36" y="45"/>
                    <a:pt x="35" y="43"/>
                    <a:pt x="33" y="41"/>
                  </a:cubicBezTo>
                  <a:cubicBezTo>
                    <a:pt x="32" y="39"/>
                    <a:pt x="31" y="36"/>
                    <a:pt x="31" y="33"/>
                  </a:cubicBezTo>
                  <a:cubicBezTo>
                    <a:pt x="31" y="28"/>
                    <a:pt x="33" y="24"/>
                    <a:pt x="37" y="20"/>
                  </a:cubicBezTo>
                  <a:cubicBezTo>
                    <a:pt x="39" y="18"/>
                    <a:pt x="43" y="17"/>
                    <a:pt x="48" y="16"/>
                  </a:cubicBezTo>
                  <a:cubicBezTo>
                    <a:pt x="48" y="13"/>
                    <a:pt x="48" y="13"/>
                    <a:pt x="48" y="13"/>
                  </a:cubicBezTo>
                  <a:cubicBezTo>
                    <a:pt x="52" y="13"/>
                    <a:pt x="52" y="13"/>
                    <a:pt x="52" y="13"/>
                  </a:cubicBezTo>
                  <a:cubicBezTo>
                    <a:pt x="52" y="16"/>
                    <a:pt x="52" y="16"/>
                    <a:pt x="52" y="16"/>
                  </a:cubicBezTo>
                  <a:cubicBezTo>
                    <a:pt x="57" y="17"/>
                    <a:pt x="60" y="18"/>
                    <a:pt x="63" y="20"/>
                  </a:cubicBezTo>
                  <a:cubicBezTo>
                    <a:pt x="66" y="23"/>
                    <a:pt x="68" y="26"/>
                    <a:pt x="68" y="31"/>
                  </a:cubicBezTo>
                  <a:cubicBezTo>
                    <a:pt x="61" y="32"/>
                    <a:pt x="61" y="32"/>
                    <a:pt x="61" y="32"/>
                  </a:cubicBezTo>
                  <a:cubicBezTo>
                    <a:pt x="60" y="29"/>
                    <a:pt x="59" y="27"/>
                    <a:pt x="58" y="26"/>
                  </a:cubicBezTo>
                  <a:cubicBezTo>
                    <a:pt x="57" y="24"/>
                    <a:pt x="55" y="23"/>
                    <a:pt x="52" y="23"/>
                  </a:cubicBezTo>
                  <a:cubicBezTo>
                    <a:pt x="52" y="44"/>
                    <a:pt x="52" y="44"/>
                    <a:pt x="52" y="44"/>
                  </a:cubicBezTo>
                  <a:cubicBezTo>
                    <a:pt x="56" y="45"/>
                    <a:pt x="59" y="46"/>
                    <a:pt x="60" y="46"/>
                  </a:cubicBezTo>
                  <a:cubicBezTo>
                    <a:pt x="62" y="47"/>
                    <a:pt x="64" y="48"/>
                    <a:pt x="65" y="50"/>
                  </a:cubicBezTo>
                  <a:cubicBezTo>
                    <a:pt x="67" y="51"/>
                    <a:pt x="68" y="53"/>
                    <a:pt x="69" y="55"/>
                  </a:cubicBezTo>
                  <a:cubicBezTo>
                    <a:pt x="70" y="57"/>
                    <a:pt x="70" y="59"/>
                    <a:pt x="70" y="61"/>
                  </a:cubicBezTo>
                  <a:cubicBezTo>
                    <a:pt x="70" y="67"/>
                    <a:pt x="68" y="71"/>
                    <a:pt x="65"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Freeform 503"/>
            <p:cNvSpPr>
              <a:spLocks/>
            </p:cNvSpPr>
            <p:nvPr/>
          </p:nvSpPr>
          <p:spPr bwMode="auto">
            <a:xfrm>
              <a:off x="6844726" y="5315895"/>
              <a:ext cx="15552" cy="36288"/>
            </a:xfrm>
            <a:custGeom>
              <a:avLst/>
              <a:gdLst>
                <a:gd name="T0" fmla="*/ 0 w 9"/>
                <a:gd name="T1" fmla="*/ 11 h 21"/>
                <a:gd name="T2" fmla="*/ 2 w 9"/>
                <a:gd name="T3" fmla="*/ 17 h 21"/>
                <a:gd name="T4" fmla="*/ 9 w 9"/>
                <a:gd name="T5" fmla="*/ 21 h 21"/>
                <a:gd name="T6" fmla="*/ 9 w 9"/>
                <a:gd name="T7" fmla="*/ 0 h 21"/>
                <a:gd name="T8" fmla="*/ 2 w 9"/>
                <a:gd name="T9" fmla="*/ 4 h 21"/>
                <a:gd name="T10" fmla="*/ 0 w 9"/>
                <a:gd name="T11" fmla="*/ 11 h 21"/>
              </a:gdLst>
              <a:ahLst/>
              <a:cxnLst>
                <a:cxn ang="0">
                  <a:pos x="T0" y="T1"/>
                </a:cxn>
                <a:cxn ang="0">
                  <a:pos x="T2" y="T3"/>
                </a:cxn>
                <a:cxn ang="0">
                  <a:pos x="T4" y="T5"/>
                </a:cxn>
                <a:cxn ang="0">
                  <a:pos x="T6" y="T7"/>
                </a:cxn>
                <a:cxn ang="0">
                  <a:pos x="T8" y="T9"/>
                </a:cxn>
                <a:cxn ang="0">
                  <a:pos x="T10" y="T11"/>
                </a:cxn>
              </a:cxnLst>
              <a:rect l="0" t="0" r="r" b="b"/>
              <a:pathLst>
                <a:path w="9" h="21">
                  <a:moveTo>
                    <a:pt x="0" y="11"/>
                  </a:moveTo>
                  <a:cubicBezTo>
                    <a:pt x="0" y="13"/>
                    <a:pt x="0" y="15"/>
                    <a:pt x="2" y="17"/>
                  </a:cubicBezTo>
                  <a:cubicBezTo>
                    <a:pt x="3" y="19"/>
                    <a:pt x="6" y="20"/>
                    <a:pt x="9" y="21"/>
                  </a:cubicBezTo>
                  <a:cubicBezTo>
                    <a:pt x="9" y="0"/>
                    <a:pt x="9" y="0"/>
                    <a:pt x="9" y="0"/>
                  </a:cubicBezTo>
                  <a:cubicBezTo>
                    <a:pt x="6" y="1"/>
                    <a:pt x="4" y="2"/>
                    <a:pt x="2" y="4"/>
                  </a:cubicBezTo>
                  <a:cubicBezTo>
                    <a:pt x="1" y="6"/>
                    <a:pt x="0" y="8"/>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Freeform 504"/>
            <p:cNvSpPr>
              <a:spLocks noEditPoints="1"/>
            </p:cNvSpPr>
            <p:nvPr/>
          </p:nvSpPr>
          <p:spPr bwMode="auto">
            <a:xfrm>
              <a:off x="6649954" y="5215917"/>
              <a:ext cx="432499" cy="369550"/>
            </a:xfrm>
            <a:custGeom>
              <a:avLst/>
              <a:gdLst>
                <a:gd name="T0" fmla="*/ 165 w 247"/>
                <a:gd name="T1" fmla="*/ 0 h 211"/>
                <a:gd name="T2" fmla="*/ 82 w 247"/>
                <a:gd name="T3" fmla="*/ 0 h 211"/>
                <a:gd name="T4" fmla="*/ 0 w 247"/>
                <a:gd name="T5" fmla="*/ 82 h 211"/>
                <a:gd name="T6" fmla="*/ 0 w 247"/>
                <a:gd name="T7" fmla="*/ 86 h 211"/>
                <a:gd name="T8" fmla="*/ 61 w 247"/>
                <a:gd name="T9" fmla="*/ 165 h 211"/>
                <a:gd name="T10" fmla="*/ 58 w 247"/>
                <a:gd name="T11" fmla="*/ 211 h 211"/>
                <a:gd name="T12" fmla="*/ 107 w 247"/>
                <a:gd name="T13" fmla="*/ 168 h 211"/>
                <a:gd name="T14" fmla="*/ 165 w 247"/>
                <a:gd name="T15" fmla="*/ 168 h 211"/>
                <a:gd name="T16" fmla="*/ 247 w 247"/>
                <a:gd name="T17" fmla="*/ 86 h 211"/>
                <a:gd name="T18" fmla="*/ 247 w 247"/>
                <a:gd name="T19" fmla="*/ 82 h 211"/>
                <a:gd name="T20" fmla="*/ 165 w 247"/>
                <a:gd name="T21" fmla="*/ 0 h 211"/>
                <a:gd name="T22" fmla="*/ 122 w 247"/>
                <a:gd name="T23" fmla="*/ 147 h 211"/>
                <a:gd name="T24" fmla="*/ 59 w 247"/>
                <a:gd name="T25" fmla="*/ 84 h 211"/>
                <a:gd name="T26" fmla="*/ 122 w 247"/>
                <a:gd name="T27" fmla="*/ 22 h 211"/>
                <a:gd name="T28" fmla="*/ 184 w 247"/>
                <a:gd name="T29" fmla="*/ 84 h 211"/>
                <a:gd name="T30" fmla="*/ 122 w 247"/>
                <a:gd name="T31" fmla="*/ 14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7" h="211">
                  <a:moveTo>
                    <a:pt x="165" y="0"/>
                  </a:moveTo>
                  <a:cubicBezTo>
                    <a:pt x="82" y="0"/>
                    <a:pt x="82" y="0"/>
                    <a:pt x="82" y="0"/>
                  </a:cubicBezTo>
                  <a:cubicBezTo>
                    <a:pt x="37" y="0"/>
                    <a:pt x="0" y="37"/>
                    <a:pt x="0" y="82"/>
                  </a:cubicBezTo>
                  <a:cubicBezTo>
                    <a:pt x="0" y="86"/>
                    <a:pt x="0" y="86"/>
                    <a:pt x="0" y="86"/>
                  </a:cubicBezTo>
                  <a:cubicBezTo>
                    <a:pt x="0" y="124"/>
                    <a:pt x="26" y="156"/>
                    <a:pt x="61" y="165"/>
                  </a:cubicBezTo>
                  <a:cubicBezTo>
                    <a:pt x="58" y="211"/>
                    <a:pt x="58" y="211"/>
                    <a:pt x="58" y="211"/>
                  </a:cubicBezTo>
                  <a:cubicBezTo>
                    <a:pt x="107" y="168"/>
                    <a:pt x="107" y="168"/>
                    <a:pt x="107" y="168"/>
                  </a:cubicBezTo>
                  <a:cubicBezTo>
                    <a:pt x="165" y="168"/>
                    <a:pt x="165" y="168"/>
                    <a:pt x="165" y="168"/>
                  </a:cubicBezTo>
                  <a:cubicBezTo>
                    <a:pt x="211" y="168"/>
                    <a:pt x="247" y="131"/>
                    <a:pt x="247" y="86"/>
                  </a:cubicBezTo>
                  <a:cubicBezTo>
                    <a:pt x="247" y="82"/>
                    <a:pt x="247" y="82"/>
                    <a:pt x="247" y="82"/>
                  </a:cubicBezTo>
                  <a:cubicBezTo>
                    <a:pt x="247" y="37"/>
                    <a:pt x="211" y="0"/>
                    <a:pt x="165" y="0"/>
                  </a:cubicBezTo>
                  <a:close/>
                  <a:moveTo>
                    <a:pt x="122" y="147"/>
                  </a:moveTo>
                  <a:cubicBezTo>
                    <a:pt x="87" y="147"/>
                    <a:pt x="59" y="119"/>
                    <a:pt x="59" y="84"/>
                  </a:cubicBezTo>
                  <a:cubicBezTo>
                    <a:pt x="59" y="50"/>
                    <a:pt x="87" y="22"/>
                    <a:pt x="122" y="22"/>
                  </a:cubicBezTo>
                  <a:cubicBezTo>
                    <a:pt x="156" y="22"/>
                    <a:pt x="184" y="50"/>
                    <a:pt x="184" y="84"/>
                  </a:cubicBezTo>
                  <a:cubicBezTo>
                    <a:pt x="184" y="119"/>
                    <a:pt x="156" y="147"/>
                    <a:pt x="122" y="1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528"/>
            <p:cNvSpPr>
              <a:spLocks/>
            </p:cNvSpPr>
            <p:nvPr/>
          </p:nvSpPr>
          <p:spPr bwMode="auto">
            <a:xfrm>
              <a:off x="6725493" y="4091716"/>
              <a:ext cx="94794" cy="94794"/>
            </a:xfrm>
            <a:custGeom>
              <a:avLst/>
              <a:gdLst>
                <a:gd name="T0" fmla="*/ 28 w 54"/>
                <a:gd name="T1" fmla="*/ 53 h 54"/>
                <a:gd name="T2" fmla="*/ 54 w 54"/>
                <a:gd name="T3" fmla="*/ 26 h 54"/>
                <a:gd name="T4" fmla="*/ 26 w 54"/>
                <a:gd name="T5" fmla="*/ 1 h 54"/>
                <a:gd name="T6" fmla="*/ 1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2" y="1"/>
                    <a:pt x="0" y="14"/>
                    <a:pt x="1"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529"/>
            <p:cNvSpPr>
              <a:spLocks/>
            </p:cNvSpPr>
            <p:nvPr/>
          </p:nvSpPr>
          <p:spPr bwMode="auto">
            <a:xfrm>
              <a:off x="6679577" y="4191694"/>
              <a:ext cx="187367" cy="134786"/>
            </a:xfrm>
            <a:custGeom>
              <a:avLst/>
              <a:gdLst>
                <a:gd name="T0" fmla="*/ 82 w 107"/>
                <a:gd name="T1" fmla="*/ 0 h 77"/>
                <a:gd name="T2" fmla="*/ 55 w 107"/>
                <a:gd name="T3" fmla="*/ 31 h 77"/>
                <a:gd name="T4" fmla="*/ 25 w 107"/>
                <a:gd name="T5" fmla="*/ 1 h 77"/>
                <a:gd name="T6" fmla="*/ 1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5" y="31"/>
                    <a:pt x="55" y="31"/>
                    <a:pt x="55" y="31"/>
                  </a:cubicBezTo>
                  <a:cubicBezTo>
                    <a:pt x="25" y="1"/>
                    <a:pt x="25" y="1"/>
                    <a:pt x="25" y="1"/>
                  </a:cubicBezTo>
                  <a:cubicBezTo>
                    <a:pt x="8" y="8"/>
                    <a:pt x="0" y="18"/>
                    <a:pt x="1" y="34"/>
                  </a:cubicBezTo>
                  <a:cubicBezTo>
                    <a:pt x="2" y="77"/>
                    <a:pt x="2" y="77"/>
                    <a:pt x="2" y="77"/>
                  </a:cubicBezTo>
                  <a:cubicBezTo>
                    <a:pt x="107" y="77"/>
                    <a:pt x="107" y="77"/>
                    <a:pt x="107" y="77"/>
                  </a:cubicBezTo>
                  <a:cubicBezTo>
                    <a:pt x="105" y="31"/>
                    <a:pt x="105" y="31"/>
                    <a:pt x="105" y="31"/>
                  </a:cubicBezTo>
                  <a:cubicBezTo>
                    <a:pt x="105" y="15"/>
                    <a:pt x="99"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Freeform 530"/>
            <p:cNvSpPr>
              <a:spLocks/>
            </p:cNvSpPr>
            <p:nvPr/>
          </p:nvSpPr>
          <p:spPr bwMode="auto">
            <a:xfrm>
              <a:off x="6895086" y="4095418"/>
              <a:ext cx="139970" cy="136267"/>
            </a:xfrm>
            <a:custGeom>
              <a:avLst/>
              <a:gdLst>
                <a:gd name="T0" fmla="*/ 41 w 80"/>
                <a:gd name="T1" fmla="*/ 78 h 78"/>
                <a:gd name="T2" fmla="*/ 79 w 80"/>
                <a:gd name="T3" fmla="*/ 38 h 78"/>
                <a:gd name="T4" fmla="*/ 38 w 80"/>
                <a:gd name="T5" fmla="*/ 0 h 78"/>
                <a:gd name="T6" fmla="*/ 0 w 80"/>
                <a:gd name="T7" fmla="*/ 40 h 78"/>
                <a:gd name="T8" fmla="*/ 41 w 80"/>
                <a:gd name="T9" fmla="*/ 78 h 78"/>
              </a:gdLst>
              <a:ahLst/>
              <a:cxnLst>
                <a:cxn ang="0">
                  <a:pos x="T0" y="T1"/>
                </a:cxn>
                <a:cxn ang="0">
                  <a:pos x="T2" y="T3"/>
                </a:cxn>
                <a:cxn ang="0">
                  <a:pos x="T4" y="T5"/>
                </a:cxn>
                <a:cxn ang="0">
                  <a:pos x="T6" y="T7"/>
                </a:cxn>
                <a:cxn ang="0">
                  <a:pos x="T8" y="T9"/>
                </a:cxn>
              </a:cxnLst>
              <a:rect l="0" t="0" r="r" b="b"/>
              <a:pathLst>
                <a:path w="80" h="78">
                  <a:moveTo>
                    <a:pt x="41" y="78"/>
                  </a:moveTo>
                  <a:cubicBezTo>
                    <a:pt x="63" y="77"/>
                    <a:pt x="80" y="59"/>
                    <a:pt x="79" y="38"/>
                  </a:cubicBezTo>
                  <a:cubicBezTo>
                    <a:pt x="78" y="16"/>
                    <a:pt x="60" y="0"/>
                    <a:pt x="38" y="0"/>
                  </a:cubicBezTo>
                  <a:cubicBezTo>
                    <a:pt x="17" y="1"/>
                    <a:pt x="0" y="19"/>
                    <a:pt x="0" y="40"/>
                  </a:cubicBezTo>
                  <a:cubicBezTo>
                    <a:pt x="1" y="62"/>
                    <a:pt x="19" y="78"/>
                    <a:pt x="41"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Freeform 531"/>
            <p:cNvSpPr>
              <a:spLocks/>
            </p:cNvSpPr>
            <p:nvPr/>
          </p:nvSpPr>
          <p:spPr bwMode="auto">
            <a:xfrm>
              <a:off x="6826952" y="4238351"/>
              <a:ext cx="276977" cy="203660"/>
            </a:xfrm>
            <a:custGeom>
              <a:avLst/>
              <a:gdLst>
                <a:gd name="T0" fmla="*/ 121 w 158"/>
                <a:gd name="T1" fmla="*/ 1 h 116"/>
                <a:gd name="T2" fmla="*/ 156 w 158"/>
                <a:gd name="T3" fmla="*/ 47 h 116"/>
                <a:gd name="T4" fmla="*/ 158 w 158"/>
                <a:gd name="T5" fmla="*/ 116 h 116"/>
                <a:gd name="T6" fmla="*/ 3 w 158"/>
                <a:gd name="T7" fmla="*/ 116 h 116"/>
                <a:gd name="T8" fmla="*/ 1 w 158"/>
                <a:gd name="T9" fmla="*/ 52 h 116"/>
                <a:gd name="T10" fmla="*/ 38 w 158"/>
                <a:gd name="T11" fmla="*/ 3 h 116"/>
                <a:gd name="T12" fmla="*/ 57 w 158"/>
                <a:gd name="T13" fmla="*/ 0 h 116"/>
                <a:gd name="T14" fmla="*/ 77 w 158"/>
                <a:gd name="T15" fmla="*/ 22 h 116"/>
                <a:gd name="T16" fmla="*/ 67 w 158"/>
                <a:gd name="T17" fmla="*/ 114 h 116"/>
                <a:gd name="T18" fmla="*/ 101 w 158"/>
                <a:gd name="T19" fmla="*/ 115 h 116"/>
                <a:gd name="T20" fmla="*/ 85 w 158"/>
                <a:gd name="T21" fmla="*/ 22 h 116"/>
                <a:gd name="T22" fmla="*/ 103 w 158"/>
                <a:gd name="T23" fmla="*/ 1 h 116"/>
                <a:gd name="T24" fmla="*/ 121 w 158"/>
                <a:gd name="T25" fmla="*/ 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16">
                  <a:moveTo>
                    <a:pt x="121" y="1"/>
                  </a:moveTo>
                  <a:cubicBezTo>
                    <a:pt x="146" y="11"/>
                    <a:pt x="155" y="24"/>
                    <a:pt x="156" y="47"/>
                  </a:cubicBezTo>
                  <a:cubicBezTo>
                    <a:pt x="158" y="116"/>
                    <a:pt x="158" y="116"/>
                    <a:pt x="158" y="116"/>
                  </a:cubicBezTo>
                  <a:cubicBezTo>
                    <a:pt x="3" y="116"/>
                    <a:pt x="3" y="116"/>
                    <a:pt x="3" y="116"/>
                  </a:cubicBezTo>
                  <a:cubicBezTo>
                    <a:pt x="1" y="52"/>
                    <a:pt x="1" y="52"/>
                    <a:pt x="1" y="52"/>
                  </a:cubicBezTo>
                  <a:cubicBezTo>
                    <a:pt x="0" y="28"/>
                    <a:pt x="11" y="13"/>
                    <a:pt x="38" y="3"/>
                  </a:cubicBezTo>
                  <a:cubicBezTo>
                    <a:pt x="57" y="0"/>
                    <a:pt x="57" y="0"/>
                    <a:pt x="57" y="0"/>
                  </a:cubicBezTo>
                  <a:cubicBezTo>
                    <a:pt x="57" y="0"/>
                    <a:pt x="78" y="20"/>
                    <a:pt x="77" y="22"/>
                  </a:cubicBezTo>
                  <a:cubicBezTo>
                    <a:pt x="76" y="24"/>
                    <a:pt x="67" y="114"/>
                    <a:pt x="67" y="114"/>
                  </a:cubicBezTo>
                  <a:cubicBezTo>
                    <a:pt x="101" y="115"/>
                    <a:pt x="101" y="115"/>
                    <a:pt x="101" y="115"/>
                  </a:cubicBezTo>
                  <a:cubicBezTo>
                    <a:pt x="85" y="22"/>
                    <a:pt x="85" y="22"/>
                    <a:pt x="85" y="22"/>
                  </a:cubicBezTo>
                  <a:cubicBezTo>
                    <a:pt x="103" y="1"/>
                    <a:pt x="103" y="1"/>
                    <a:pt x="103" y="1"/>
                  </a:cubicBezTo>
                  <a:lnTo>
                    <a:pt x="12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Freeform 532"/>
            <p:cNvSpPr>
              <a:spLocks/>
            </p:cNvSpPr>
            <p:nvPr/>
          </p:nvSpPr>
          <p:spPr bwMode="auto">
            <a:xfrm>
              <a:off x="7115779" y="4091716"/>
              <a:ext cx="94794" cy="94794"/>
            </a:xfrm>
            <a:custGeom>
              <a:avLst/>
              <a:gdLst>
                <a:gd name="T0" fmla="*/ 28 w 54"/>
                <a:gd name="T1" fmla="*/ 53 h 54"/>
                <a:gd name="T2" fmla="*/ 54 w 54"/>
                <a:gd name="T3" fmla="*/ 26 h 54"/>
                <a:gd name="T4" fmla="*/ 26 w 54"/>
                <a:gd name="T5" fmla="*/ 1 h 54"/>
                <a:gd name="T6" fmla="*/ 0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1" y="1"/>
                    <a:pt x="0" y="14"/>
                    <a:pt x="0"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Freeform 533"/>
            <p:cNvSpPr>
              <a:spLocks/>
            </p:cNvSpPr>
            <p:nvPr/>
          </p:nvSpPr>
          <p:spPr bwMode="auto">
            <a:xfrm>
              <a:off x="7070603" y="4191694"/>
              <a:ext cx="187367" cy="134786"/>
            </a:xfrm>
            <a:custGeom>
              <a:avLst/>
              <a:gdLst>
                <a:gd name="T0" fmla="*/ 82 w 107"/>
                <a:gd name="T1" fmla="*/ 0 h 77"/>
                <a:gd name="T2" fmla="*/ 54 w 107"/>
                <a:gd name="T3" fmla="*/ 31 h 77"/>
                <a:gd name="T4" fmla="*/ 25 w 107"/>
                <a:gd name="T5" fmla="*/ 1 h 77"/>
                <a:gd name="T6" fmla="*/ 0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4" y="31"/>
                    <a:pt x="54" y="31"/>
                    <a:pt x="54" y="31"/>
                  </a:cubicBezTo>
                  <a:cubicBezTo>
                    <a:pt x="25" y="1"/>
                    <a:pt x="25" y="1"/>
                    <a:pt x="25" y="1"/>
                  </a:cubicBezTo>
                  <a:cubicBezTo>
                    <a:pt x="7" y="8"/>
                    <a:pt x="0" y="18"/>
                    <a:pt x="0" y="34"/>
                  </a:cubicBezTo>
                  <a:cubicBezTo>
                    <a:pt x="2" y="77"/>
                    <a:pt x="2" y="77"/>
                    <a:pt x="2" y="77"/>
                  </a:cubicBezTo>
                  <a:cubicBezTo>
                    <a:pt x="107" y="77"/>
                    <a:pt x="107" y="77"/>
                    <a:pt x="107" y="77"/>
                  </a:cubicBezTo>
                  <a:cubicBezTo>
                    <a:pt x="105" y="31"/>
                    <a:pt x="105" y="31"/>
                    <a:pt x="105" y="31"/>
                  </a:cubicBezTo>
                  <a:cubicBezTo>
                    <a:pt x="104" y="15"/>
                    <a:pt x="98"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Freeform 539"/>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Freeform 540"/>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2" name="矩形 1"/>
          <p:cNvSpPr/>
          <p:nvPr/>
        </p:nvSpPr>
        <p:spPr>
          <a:xfrm>
            <a:off x="441217" y="2139702"/>
            <a:ext cx="2577308" cy="1477328"/>
          </a:xfrm>
          <a:prstGeom prst="rect">
            <a:avLst/>
          </a:prstGeom>
        </p:spPr>
        <p:txBody>
          <a:bodyPr wrap="square">
            <a:spAutoFit/>
          </a:bodyPr>
          <a:lstStyle/>
          <a:p>
            <a:pPr marL="285750" indent="-285750">
              <a:lnSpc>
                <a:spcPct val="125000"/>
              </a:lnSpc>
              <a:buClr>
                <a:schemeClr val="accent5">
                  <a:lumMod val="60000"/>
                  <a:lumOff val="40000"/>
                </a:schemeClr>
              </a:buClr>
              <a:buFont typeface="Wingdings" pitchFamily="2" charset="2"/>
              <a:buChar char="Ø"/>
            </a:pPr>
            <a:r>
              <a:rPr lang="zh-CN" altLang="en-US" b="1" dirty="0"/>
              <a:t>设置预分频系数</a:t>
            </a:r>
            <a:r>
              <a:rPr lang="en-US" altLang="zh-CN" b="1" dirty="0"/>
              <a:t>PSC</a:t>
            </a:r>
            <a:r>
              <a:rPr lang="zh-CN" altLang="en-US" b="1" dirty="0"/>
              <a:t>、自动重载计数值</a:t>
            </a:r>
            <a:r>
              <a:rPr lang="en-US" altLang="zh-CN" b="1" dirty="0"/>
              <a:t>ARR</a:t>
            </a:r>
            <a:r>
              <a:rPr lang="zh-CN" altLang="en-US" b="1" dirty="0"/>
              <a:t>、计数模式、时钟分割等。</a:t>
            </a:r>
          </a:p>
        </p:txBody>
      </p:sp>
      <p:sp>
        <p:nvSpPr>
          <p:cNvPr id="3" name="矩形 2"/>
          <p:cNvSpPr/>
          <p:nvPr/>
        </p:nvSpPr>
        <p:spPr>
          <a:xfrm>
            <a:off x="3311860" y="1069126"/>
            <a:ext cx="5472608" cy="3839193"/>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a:lnSpc>
                <a:spcPct val="125000"/>
              </a:lnSpc>
            </a:pPr>
            <a:r>
              <a:rPr lang="en-US" altLang="zh-CN" sz="1400" b="1" dirty="0" err="1">
                <a:solidFill>
                  <a:prstClr val="black"/>
                </a:solidFill>
              </a:rPr>
              <a:t>TIM_TimeBaseInitTypeDef</a:t>
            </a:r>
            <a:r>
              <a:rPr lang="en-US" altLang="zh-CN" sz="1400" b="1" dirty="0">
                <a:solidFill>
                  <a:prstClr val="black"/>
                </a:solidFill>
              </a:rPr>
              <a:t>  </a:t>
            </a:r>
            <a:r>
              <a:rPr lang="en-US" altLang="zh-CN" sz="1400" b="1" dirty="0" err="1">
                <a:solidFill>
                  <a:prstClr val="black"/>
                </a:solidFill>
              </a:rPr>
              <a:t>TIM_TimeBaseStructure</a:t>
            </a:r>
            <a:r>
              <a:rPr lang="en-US" altLang="zh-CN" sz="1400" b="1" dirty="0" smtClean="0">
                <a:solidFill>
                  <a:prstClr val="black"/>
                </a:solidFill>
              </a:rPr>
              <a:t>;</a:t>
            </a:r>
          </a:p>
          <a:p>
            <a:pPr lvl="0">
              <a:lnSpc>
                <a:spcPct val="125000"/>
              </a:lnSpc>
            </a:pPr>
            <a:r>
              <a:rPr lang="en-US" altLang="zh-CN" sz="1400" b="1" dirty="0">
                <a:solidFill>
                  <a:prstClr val="black"/>
                </a:solidFill>
              </a:rPr>
              <a:t> </a:t>
            </a:r>
            <a:r>
              <a:rPr lang="en-US" altLang="zh-CN" sz="1400" b="1" dirty="0" smtClean="0">
                <a:solidFill>
                  <a:prstClr val="black"/>
                </a:solidFill>
              </a:rPr>
              <a:t>     //</a:t>
            </a:r>
            <a:r>
              <a:rPr lang="zh-CN" altLang="en-US" sz="1400" b="1" dirty="0">
                <a:solidFill>
                  <a:prstClr val="black"/>
                </a:solidFill>
              </a:rPr>
              <a:t>定义初始化结构体</a:t>
            </a:r>
          </a:p>
          <a:p>
            <a:pPr lvl="0">
              <a:lnSpc>
                <a:spcPct val="125000"/>
              </a:lnSpc>
            </a:pPr>
            <a:r>
              <a:rPr lang="en-US" altLang="zh-CN" sz="1400" b="1" dirty="0">
                <a:solidFill>
                  <a:prstClr val="black"/>
                </a:solidFill>
              </a:rPr>
              <a:t>RCC_APB1PeriphClockCmd(RCC_APB1Periph_TIM3, ENABLE); </a:t>
            </a:r>
            <a:r>
              <a:rPr lang="en-US" altLang="zh-CN" sz="1400" b="1" dirty="0" smtClean="0">
                <a:solidFill>
                  <a:prstClr val="black"/>
                </a:solidFill>
              </a:rPr>
              <a:t>   </a:t>
            </a:r>
          </a:p>
          <a:p>
            <a:pPr lvl="0">
              <a:lnSpc>
                <a:spcPct val="125000"/>
              </a:lnSpc>
            </a:pPr>
            <a:r>
              <a:rPr lang="en-US" altLang="zh-CN" sz="1400" b="1" dirty="0" smtClean="0">
                <a:solidFill>
                  <a:prstClr val="black"/>
                </a:solidFill>
              </a:rPr>
              <a:t>     //</a:t>
            </a:r>
            <a:r>
              <a:rPr lang="zh-CN" altLang="en-US" sz="1400" b="1" dirty="0">
                <a:solidFill>
                  <a:prstClr val="black"/>
                </a:solidFill>
              </a:rPr>
              <a:t>使能</a:t>
            </a:r>
            <a:r>
              <a:rPr lang="en-US" altLang="zh-CN" sz="1400" b="1" dirty="0">
                <a:solidFill>
                  <a:prstClr val="black"/>
                </a:solidFill>
              </a:rPr>
              <a:t>TIM3</a:t>
            </a:r>
            <a:r>
              <a:rPr lang="zh-CN" altLang="en-US" sz="1400" b="1" dirty="0">
                <a:solidFill>
                  <a:prstClr val="black"/>
                </a:solidFill>
              </a:rPr>
              <a:t>时钟</a:t>
            </a:r>
          </a:p>
          <a:p>
            <a:pPr lvl="0">
              <a:lnSpc>
                <a:spcPct val="125000"/>
              </a:lnSpc>
            </a:pPr>
            <a:r>
              <a:rPr lang="en-US" altLang="zh-CN" sz="1400" b="1" dirty="0" smtClean="0">
                <a:solidFill>
                  <a:prstClr val="black"/>
                </a:solidFill>
              </a:rPr>
              <a:t>     //</a:t>
            </a:r>
            <a:r>
              <a:rPr lang="zh-CN" altLang="en-US" sz="1400" b="1" dirty="0" smtClean="0">
                <a:solidFill>
                  <a:prstClr val="black"/>
                </a:solidFill>
              </a:rPr>
              <a:t>初始化</a:t>
            </a:r>
            <a:r>
              <a:rPr lang="en-US" altLang="zh-CN" sz="1400" b="1" dirty="0">
                <a:solidFill>
                  <a:prstClr val="black"/>
                </a:solidFill>
              </a:rPr>
              <a:t>TIM3</a:t>
            </a:r>
          </a:p>
          <a:p>
            <a:pPr lvl="0">
              <a:lnSpc>
                <a:spcPct val="125000"/>
              </a:lnSpc>
            </a:pPr>
            <a:r>
              <a:rPr lang="en-US" altLang="zh-CN" sz="1400" b="1" dirty="0" err="1" smtClean="0">
                <a:solidFill>
                  <a:prstClr val="black"/>
                </a:solidFill>
              </a:rPr>
              <a:t>TIM_TimeBaseStructure.TIM_Period</a:t>
            </a:r>
            <a:r>
              <a:rPr lang="en-US" altLang="zh-CN" sz="1400" b="1" dirty="0" smtClean="0">
                <a:solidFill>
                  <a:prstClr val="black"/>
                </a:solidFill>
              </a:rPr>
              <a:t> </a:t>
            </a:r>
            <a:r>
              <a:rPr lang="en-US" altLang="zh-CN" sz="1400" b="1" dirty="0">
                <a:solidFill>
                  <a:prstClr val="black"/>
                </a:solidFill>
              </a:rPr>
              <a:t>= </a:t>
            </a:r>
            <a:r>
              <a:rPr lang="en-US" altLang="zh-CN" sz="1400" b="1" dirty="0" err="1">
                <a:solidFill>
                  <a:prstClr val="black"/>
                </a:solidFill>
              </a:rPr>
              <a:t>arr</a:t>
            </a:r>
            <a:r>
              <a:rPr lang="en-US" altLang="zh-CN" sz="1400" b="1" dirty="0">
                <a:solidFill>
                  <a:prstClr val="black"/>
                </a:solidFill>
              </a:rPr>
              <a:t>; //</a:t>
            </a:r>
            <a:r>
              <a:rPr lang="zh-CN" altLang="en-US" sz="1400" b="1" dirty="0">
                <a:solidFill>
                  <a:prstClr val="black"/>
                </a:solidFill>
              </a:rPr>
              <a:t>设置自动重载值</a:t>
            </a:r>
          </a:p>
          <a:p>
            <a:pPr lvl="0">
              <a:lnSpc>
                <a:spcPct val="125000"/>
              </a:lnSpc>
            </a:pPr>
            <a:r>
              <a:rPr lang="en-US" altLang="zh-CN" sz="1400" b="1" dirty="0" err="1" smtClean="0">
                <a:solidFill>
                  <a:prstClr val="black"/>
                </a:solidFill>
              </a:rPr>
              <a:t>TIM_TimeBaseStructure.TIM_Prescaler</a:t>
            </a:r>
            <a:r>
              <a:rPr lang="en-US" altLang="zh-CN" sz="1400" b="1" dirty="0" smtClean="0">
                <a:solidFill>
                  <a:prstClr val="black"/>
                </a:solidFill>
              </a:rPr>
              <a:t> </a:t>
            </a:r>
            <a:r>
              <a:rPr lang="en-US" altLang="zh-CN" sz="1400" b="1" dirty="0">
                <a:solidFill>
                  <a:prstClr val="black"/>
                </a:solidFill>
              </a:rPr>
              <a:t>=</a:t>
            </a:r>
            <a:r>
              <a:rPr lang="en-US" altLang="zh-CN" sz="1400" b="1" dirty="0" err="1">
                <a:solidFill>
                  <a:prstClr val="black"/>
                </a:solidFill>
              </a:rPr>
              <a:t>psc</a:t>
            </a:r>
            <a:r>
              <a:rPr lang="en-US" altLang="zh-CN" sz="1400" b="1" dirty="0">
                <a:solidFill>
                  <a:prstClr val="black"/>
                </a:solidFill>
              </a:rPr>
              <a:t>; </a:t>
            </a:r>
            <a:endParaRPr lang="en-US" altLang="zh-CN" sz="1400" b="1" dirty="0" smtClean="0">
              <a:solidFill>
                <a:prstClr val="black"/>
              </a:solidFill>
            </a:endParaRPr>
          </a:p>
          <a:p>
            <a:pPr lvl="0">
              <a:lnSpc>
                <a:spcPct val="125000"/>
              </a:lnSpc>
            </a:pPr>
            <a:r>
              <a:rPr lang="en-US" altLang="zh-CN" sz="1400" b="1" dirty="0">
                <a:solidFill>
                  <a:prstClr val="black"/>
                </a:solidFill>
              </a:rPr>
              <a:t> </a:t>
            </a:r>
            <a:r>
              <a:rPr lang="en-US" altLang="zh-CN" sz="1400" b="1" dirty="0" smtClean="0">
                <a:solidFill>
                  <a:prstClr val="black"/>
                </a:solidFill>
              </a:rPr>
              <a:t>    //</a:t>
            </a:r>
            <a:r>
              <a:rPr lang="zh-CN" altLang="en-US" sz="1400" b="1" dirty="0">
                <a:solidFill>
                  <a:prstClr val="black"/>
                </a:solidFill>
              </a:rPr>
              <a:t>设置用来作为</a:t>
            </a:r>
            <a:r>
              <a:rPr lang="en-US" altLang="zh-CN" sz="1400" b="1" dirty="0">
                <a:solidFill>
                  <a:prstClr val="black"/>
                </a:solidFill>
              </a:rPr>
              <a:t>TIM3</a:t>
            </a:r>
            <a:r>
              <a:rPr lang="zh-CN" altLang="en-US" sz="1400" b="1" dirty="0">
                <a:solidFill>
                  <a:prstClr val="black"/>
                </a:solidFill>
              </a:rPr>
              <a:t>时钟频率的预分频值</a:t>
            </a:r>
          </a:p>
          <a:p>
            <a:pPr lvl="0">
              <a:lnSpc>
                <a:spcPct val="125000"/>
              </a:lnSpc>
            </a:pPr>
            <a:r>
              <a:rPr lang="en-US" altLang="zh-CN" sz="1400" b="1" dirty="0" err="1" smtClean="0">
                <a:solidFill>
                  <a:prstClr val="black"/>
                </a:solidFill>
              </a:rPr>
              <a:t>TIM_TimeBaseStructure.TIM_ClockDivision</a:t>
            </a:r>
            <a:r>
              <a:rPr lang="en-US" altLang="zh-CN" sz="1400" b="1" dirty="0" smtClean="0">
                <a:solidFill>
                  <a:prstClr val="black"/>
                </a:solidFill>
              </a:rPr>
              <a:t> </a:t>
            </a:r>
            <a:r>
              <a:rPr lang="en-US" altLang="zh-CN" sz="1400" b="1" dirty="0">
                <a:solidFill>
                  <a:prstClr val="black"/>
                </a:solidFill>
              </a:rPr>
              <a:t>= 0; </a:t>
            </a:r>
            <a:endParaRPr lang="en-US" altLang="zh-CN" sz="1400" b="1" dirty="0" smtClean="0">
              <a:solidFill>
                <a:prstClr val="black"/>
              </a:solidFill>
            </a:endParaRPr>
          </a:p>
          <a:p>
            <a:pPr lvl="0">
              <a:lnSpc>
                <a:spcPct val="125000"/>
              </a:lnSpc>
            </a:pPr>
            <a:r>
              <a:rPr lang="en-US" altLang="zh-CN" sz="1400" b="1" dirty="0">
                <a:solidFill>
                  <a:prstClr val="black"/>
                </a:solidFill>
              </a:rPr>
              <a:t> </a:t>
            </a:r>
            <a:r>
              <a:rPr lang="en-US" altLang="zh-CN" sz="1400" b="1" dirty="0" smtClean="0">
                <a:solidFill>
                  <a:prstClr val="black"/>
                </a:solidFill>
              </a:rPr>
              <a:t>   //</a:t>
            </a:r>
            <a:r>
              <a:rPr lang="zh-CN" altLang="en-US" sz="1400" b="1" dirty="0">
                <a:solidFill>
                  <a:prstClr val="black"/>
                </a:solidFill>
              </a:rPr>
              <a:t>设置时钟分割</a:t>
            </a:r>
            <a:r>
              <a:rPr lang="en-US" altLang="zh-CN" sz="1400" b="1" dirty="0">
                <a:solidFill>
                  <a:prstClr val="black"/>
                </a:solidFill>
              </a:rPr>
              <a:t>TDTS = </a:t>
            </a:r>
            <a:r>
              <a:rPr lang="en-US" altLang="zh-CN" sz="1400" b="1" dirty="0" err="1">
                <a:solidFill>
                  <a:prstClr val="black"/>
                </a:solidFill>
              </a:rPr>
              <a:t>Tck_tim</a:t>
            </a:r>
            <a:endParaRPr lang="en-US" altLang="zh-CN" sz="1400" b="1" dirty="0">
              <a:solidFill>
                <a:prstClr val="black"/>
              </a:solidFill>
            </a:endParaRPr>
          </a:p>
          <a:p>
            <a:pPr lvl="0">
              <a:lnSpc>
                <a:spcPct val="125000"/>
              </a:lnSpc>
            </a:pPr>
            <a:r>
              <a:rPr lang="en-US" altLang="zh-CN" sz="1400" b="1" dirty="0" err="1" smtClean="0">
                <a:solidFill>
                  <a:prstClr val="black"/>
                </a:solidFill>
              </a:rPr>
              <a:t>TIM_TimeBaseStructure.TIM_CounterMode</a:t>
            </a:r>
            <a:r>
              <a:rPr lang="en-US" altLang="zh-CN" sz="1400" b="1" dirty="0" smtClean="0">
                <a:solidFill>
                  <a:prstClr val="black"/>
                </a:solidFill>
              </a:rPr>
              <a:t> </a:t>
            </a:r>
            <a:r>
              <a:rPr lang="en-US" altLang="zh-CN" sz="1400" b="1" dirty="0">
                <a:solidFill>
                  <a:prstClr val="black"/>
                </a:solidFill>
              </a:rPr>
              <a:t>= </a:t>
            </a:r>
            <a:r>
              <a:rPr lang="en-US" altLang="zh-CN" sz="1400" b="1" dirty="0" err="1">
                <a:solidFill>
                  <a:prstClr val="black"/>
                </a:solidFill>
              </a:rPr>
              <a:t>TIM_CounterMode_Up</a:t>
            </a:r>
            <a:r>
              <a:rPr lang="en-US" altLang="zh-CN" sz="1400" b="1" dirty="0">
                <a:solidFill>
                  <a:prstClr val="black"/>
                </a:solidFill>
              </a:rPr>
              <a:t>;  </a:t>
            </a:r>
            <a:r>
              <a:rPr lang="en-US" altLang="zh-CN" sz="1400" b="1" dirty="0" smtClean="0">
                <a:solidFill>
                  <a:prstClr val="black"/>
                </a:solidFill>
              </a:rPr>
              <a:t>     </a:t>
            </a:r>
          </a:p>
          <a:p>
            <a:pPr lvl="0">
              <a:lnSpc>
                <a:spcPct val="125000"/>
              </a:lnSpc>
            </a:pPr>
            <a:r>
              <a:rPr lang="en-US" altLang="zh-CN" sz="1400" b="1" dirty="0">
                <a:solidFill>
                  <a:prstClr val="black"/>
                </a:solidFill>
              </a:rPr>
              <a:t> </a:t>
            </a:r>
            <a:r>
              <a:rPr lang="en-US" altLang="zh-CN" sz="1400" b="1" dirty="0" smtClean="0">
                <a:solidFill>
                  <a:prstClr val="black"/>
                </a:solidFill>
              </a:rPr>
              <a:t>    //</a:t>
            </a:r>
            <a:r>
              <a:rPr lang="en-US" altLang="zh-CN" sz="1400" b="1" dirty="0">
                <a:solidFill>
                  <a:prstClr val="black"/>
                </a:solidFill>
              </a:rPr>
              <a:t>TIM</a:t>
            </a:r>
            <a:r>
              <a:rPr lang="zh-CN" altLang="en-US" sz="1400" b="1" dirty="0">
                <a:solidFill>
                  <a:prstClr val="black"/>
                </a:solidFill>
              </a:rPr>
              <a:t>向上计数模式</a:t>
            </a:r>
          </a:p>
          <a:p>
            <a:pPr lvl="0">
              <a:lnSpc>
                <a:spcPct val="125000"/>
              </a:lnSpc>
            </a:pPr>
            <a:r>
              <a:rPr lang="en-US" altLang="zh-CN" sz="1400" b="1" dirty="0" err="1" smtClean="0">
                <a:solidFill>
                  <a:prstClr val="black"/>
                </a:solidFill>
              </a:rPr>
              <a:t>TIM_TimeBaseInit</a:t>
            </a:r>
            <a:r>
              <a:rPr lang="en-US" altLang="zh-CN" sz="1400" b="1" dirty="0" smtClean="0">
                <a:solidFill>
                  <a:prstClr val="black"/>
                </a:solidFill>
              </a:rPr>
              <a:t>(TIM3</a:t>
            </a:r>
            <a:r>
              <a:rPr lang="en-US" altLang="zh-CN" sz="1400" b="1" dirty="0">
                <a:solidFill>
                  <a:prstClr val="black"/>
                </a:solidFill>
              </a:rPr>
              <a:t>, &amp;</a:t>
            </a:r>
            <a:r>
              <a:rPr lang="en-US" altLang="zh-CN" sz="1400" b="1" dirty="0" err="1">
                <a:solidFill>
                  <a:prstClr val="black"/>
                </a:solidFill>
              </a:rPr>
              <a:t>TIM_TimeBaseStructure</a:t>
            </a:r>
            <a:r>
              <a:rPr lang="en-US" altLang="zh-CN" sz="1400" b="1" dirty="0">
                <a:solidFill>
                  <a:prstClr val="black"/>
                </a:solidFill>
              </a:rPr>
              <a:t>); </a:t>
            </a:r>
            <a:endParaRPr lang="en-US" altLang="zh-CN" sz="1400" b="1" dirty="0" smtClean="0">
              <a:solidFill>
                <a:prstClr val="black"/>
              </a:solidFill>
            </a:endParaRPr>
          </a:p>
          <a:p>
            <a:pPr lvl="0">
              <a:lnSpc>
                <a:spcPct val="125000"/>
              </a:lnSpc>
            </a:pPr>
            <a:r>
              <a:rPr lang="en-US" altLang="zh-CN" sz="1400" b="1" dirty="0">
                <a:solidFill>
                  <a:prstClr val="black"/>
                </a:solidFill>
              </a:rPr>
              <a:t> </a:t>
            </a:r>
            <a:r>
              <a:rPr lang="en-US" altLang="zh-CN" sz="1400" b="1" dirty="0" smtClean="0">
                <a:solidFill>
                  <a:prstClr val="black"/>
                </a:solidFill>
              </a:rPr>
              <a:t>  //</a:t>
            </a:r>
            <a:r>
              <a:rPr lang="zh-CN" altLang="en-US" sz="1400" b="1" dirty="0">
                <a:solidFill>
                  <a:prstClr val="black"/>
                </a:solidFill>
              </a:rPr>
              <a:t>初始化</a:t>
            </a:r>
            <a:r>
              <a:rPr lang="en-US" altLang="zh-CN" sz="1400" b="1" dirty="0">
                <a:solidFill>
                  <a:prstClr val="black"/>
                </a:solidFill>
              </a:rPr>
              <a:t>TIM3</a:t>
            </a:r>
          </a:p>
        </p:txBody>
      </p:sp>
    </p:spTree>
    <p:extLst>
      <p:ext uri="{BB962C8B-B14F-4D97-AF65-F5344CB8AC3E}">
        <p14:creationId xmlns:p14="http://schemas.microsoft.com/office/powerpoint/2010/main" val="2719005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514806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998484" cy="461665"/>
          </a:xfrm>
          <a:prstGeom prst="rect">
            <a:avLst/>
          </a:prstGeom>
        </p:spPr>
        <p:txBody>
          <a:bodyPr wrap="none">
            <a:spAutoFit/>
          </a:bodyPr>
          <a:lstStyle/>
          <a:p>
            <a:r>
              <a:rPr lang="en-US" altLang="zh-CN" sz="2400" b="1" dirty="0">
                <a:solidFill>
                  <a:schemeClr val="bg1"/>
                </a:solidFill>
              </a:rPr>
              <a:t>9.3.2 PWM</a:t>
            </a:r>
            <a:r>
              <a:rPr lang="zh-CN" altLang="en-US" sz="2400" b="1" dirty="0">
                <a:solidFill>
                  <a:schemeClr val="bg1"/>
                </a:solidFill>
              </a:rPr>
              <a:t>标准外设库输出配置过程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矩形 4"/>
          <p:cNvSpPr/>
          <p:nvPr/>
        </p:nvSpPr>
        <p:spPr>
          <a:xfrm>
            <a:off x="734797" y="1275606"/>
            <a:ext cx="2323713" cy="923330"/>
          </a:xfrm>
          <a:prstGeom prst="rect">
            <a:avLst/>
          </a:prstGeom>
        </p:spPr>
        <p:txBody>
          <a:bodyPr wrap="square">
            <a:spAutoFit/>
          </a:bodyPr>
          <a:lstStyle/>
          <a:p>
            <a:r>
              <a:rPr lang="en-US" altLang="zh-CN" b="1" dirty="0">
                <a:solidFill>
                  <a:srgbClr val="C00000"/>
                </a:solidFill>
              </a:rPr>
              <a:t>3</a:t>
            </a:r>
            <a:r>
              <a:rPr lang="zh-CN" altLang="en-US" b="1" dirty="0">
                <a:solidFill>
                  <a:srgbClr val="C00000"/>
                </a:solidFill>
              </a:rPr>
              <a:t>．设置</a:t>
            </a:r>
            <a:r>
              <a:rPr lang="en-US" altLang="zh-CN" b="1" dirty="0">
                <a:solidFill>
                  <a:srgbClr val="C00000"/>
                </a:solidFill>
              </a:rPr>
              <a:t>TIM3_CH2</a:t>
            </a:r>
            <a:r>
              <a:rPr lang="zh-CN" altLang="en-US" b="1" dirty="0">
                <a:solidFill>
                  <a:srgbClr val="C00000"/>
                </a:solidFill>
              </a:rPr>
              <a:t>的</a:t>
            </a:r>
            <a:r>
              <a:rPr lang="en-US" altLang="zh-CN" b="1" dirty="0">
                <a:solidFill>
                  <a:srgbClr val="C00000"/>
                </a:solidFill>
              </a:rPr>
              <a:t>PWM</a:t>
            </a:r>
            <a:r>
              <a:rPr lang="zh-CN" altLang="en-US" b="1" dirty="0">
                <a:solidFill>
                  <a:srgbClr val="C00000"/>
                </a:solidFill>
              </a:rPr>
              <a:t>模式，使能</a:t>
            </a:r>
            <a:r>
              <a:rPr lang="en-US" altLang="zh-CN" b="1" dirty="0">
                <a:solidFill>
                  <a:srgbClr val="C00000"/>
                </a:solidFill>
              </a:rPr>
              <a:t>TIM3</a:t>
            </a:r>
            <a:r>
              <a:rPr lang="zh-CN" altLang="en-US" b="1" dirty="0">
                <a:solidFill>
                  <a:srgbClr val="C00000"/>
                </a:solidFill>
              </a:rPr>
              <a:t>的</a:t>
            </a:r>
            <a:r>
              <a:rPr lang="en-US" altLang="zh-CN" b="1" dirty="0">
                <a:solidFill>
                  <a:srgbClr val="C00000"/>
                </a:solidFill>
              </a:rPr>
              <a:t>CH2</a:t>
            </a:r>
            <a:r>
              <a:rPr lang="zh-CN" altLang="en-US" b="1" dirty="0">
                <a:solidFill>
                  <a:srgbClr val="C00000"/>
                </a:solidFill>
              </a:rPr>
              <a:t>输出</a:t>
            </a:r>
          </a:p>
        </p:txBody>
      </p:sp>
      <p:grpSp>
        <p:nvGrpSpPr>
          <p:cNvPr id="10" name="Group 61"/>
          <p:cNvGrpSpPr/>
          <p:nvPr/>
        </p:nvGrpSpPr>
        <p:grpSpPr>
          <a:xfrm>
            <a:off x="124196" y="3832758"/>
            <a:ext cx="1221203" cy="1075561"/>
            <a:chOff x="4958468" y="3328177"/>
            <a:chExt cx="2986020" cy="2997870"/>
          </a:xfrm>
          <a:solidFill>
            <a:schemeClr val="accent5">
              <a:lumMod val="20000"/>
              <a:lumOff val="80000"/>
            </a:schemeClr>
          </a:solidFill>
        </p:grpSpPr>
        <p:sp>
          <p:nvSpPr>
            <p:cNvPr id="11" name="Freeform 491"/>
            <p:cNvSpPr>
              <a:spLocks noEditPoints="1"/>
            </p:cNvSpPr>
            <p:nvPr/>
          </p:nvSpPr>
          <p:spPr bwMode="auto">
            <a:xfrm>
              <a:off x="4958468" y="3328177"/>
              <a:ext cx="2986020" cy="2997870"/>
            </a:xfrm>
            <a:custGeom>
              <a:avLst/>
              <a:gdLst>
                <a:gd name="T0" fmla="*/ 1407 w 1705"/>
                <a:gd name="T1" fmla="*/ 204 h 1712"/>
                <a:gd name="T2" fmla="*/ 1345 w 1705"/>
                <a:gd name="T3" fmla="*/ 201 h 1712"/>
                <a:gd name="T4" fmla="*/ 1229 w 1705"/>
                <a:gd name="T5" fmla="*/ 290 h 1712"/>
                <a:gd name="T6" fmla="*/ 1107 w 1705"/>
                <a:gd name="T7" fmla="*/ 310 h 1712"/>
                <a:gd name="T8" fmla="*/ 1012 w 1705"/>
                <a:gd name="T9" fmla="*/ 230 h 1712"/>
                <a:gd name="T10" fmla="*/ 986 w 1705"/>
                <a:gd name="T11" fmla="*/ 40 h 1712"/>
                <a:gd name="T12" fmla="*/ 946 w 1705"/>
                <a:gd name="T13" fmla="*/ 0 h 1712"/>
                <a:gd name="T14" fmla="*/ 777 w 1705"/>
                <a:gd name="T15" fmla="*/ 0 h 1712"/>
                <a:gd name="T16" fmla="*/ 728 w 1705"/>
                <a:gd name="T17" fmla="*/ 54 h 1712"/>
                <a:gd name="T18" fmla="*/ 702 w 1705"/>
                <a:gd name="T19" fmla="*/ 227 h 1712"/>
                <a:gd name="T20" fmla="*/ 628 w 1705"/>
                <a:gd name="T21" fmla="*/ 299 h 1712"/>
                <a:gd name="T22" fmla="*/ 537 w 1705"/>
                <a:gd name="T23" fmla="*/ 313 h 1712"/>
                <a:gd name="T24" fmla="*/ 365 w 1705"/>
                <a:gd name="T25" fmla="*/ 184 h 1712"/>
                <a:gd name="T26" fmla="*/ 312 w 1705"/>
                <a:gd name="T27" fmla="*/ 187 h 1712"/>
                <a:gd name="T28" fmla="*/ 193 w 1705"/>
                <a:gd name="T29" fmla="*/ 307 h 1712"/>
                <a:gd name="T30" fmla="*/ 193 w 1705"/>
                <a:gd name="T31" fmla="*/ 367 h 1712"/>
                <a:gd name="T32" fmla="*/ 314 w 1705"/>
                <a:gd name="T33" fmla="*/ 525 h 1712"/>
                <a:gd name="T34" fmla="*/ 304 w 1705"/>
                <a:gd name="T35" fmla="*/ 607 h 1712"/>
                <a:gd name="T36" fmla="*/ 241 w 1705"/>
                <a:gd name="T37" fmla="*/ 696 h 1712"/>
                <a:gd name="T38" fmla="*/ 46 w 1705"/>
                <a:gd name="T39" fmla="*/ 720 h 1712"/>
                <a:gd name="T40" fmla="*/ 4 w 1705"/>
                <a:gd name="T41" fmla="*/ 755 h 1712"/>
                <a:gd name="T42" fmla="*/ 0 w 1705"/>
                <a:gd name="T43" fmla="*/ 936 h 1712"/>
                <a:gd name="T44" fmla="*/ 51 w 1705"/>
                <a:gd name="T45" fmla="*/ 986 h 1712"/>
                <a:gd name="T46" fmla="*/ 217 w 1705"/>
                <a:gd name="T47" fmla="*/ 1012 h 1712"/>
                <a:gd name="T48" fmla="*/ 298 w 1705"/>
                <a:gd name="T49" fmla="*/ 1089 h 1712"/>
                <a:gd name="T50" fmla="*/ 300 w 1705"/>
                <a:gd name="T51" fmla="*/ 1189 h 1712"/>
                <a:gd name="T52" fmla="*/ 190 w 1705"/>
                <a:gd name="T53" fmla="*/ 1322 h 1712"/>
                <a:gd name="T54" fmla="*/ 194 w 1705"/>
                <a:gd name="T55" fmla="*/ 1407 h 1712"/>
                <a:gd name="T56" fmla="*/ 297 w 1705"/>
                <a:gd name="T57" fmla="*/ 1514 h 1712"/>
                <a:gd name="T58" fmla="*/ 372 w 1705"/>
                <a:gd name="T59" fmla="*/ 1515 h 1712"/>
                <a:gd name="T60" fmla="*/ 505 w 1705"/>
                <a:gd name="T61" fmla="*/ 1417 h 1712"/>
                <a:gd name="T62" fmla="*/ 623 w 1705"/>
                <a:gd name="T63" fmla="*/ 1421 h 1712"/>
                <a:gd name="T64" fmla="*/ 693 w 1705"/>
                <a:gd name="T65" fmla="*/ 1490 h 1712"/>
                <a:gd name="T66" fmla="*/ 716 w 1705"/>
                <a:gd name="T67" fmla="*/ 1655 h 1712"/>
                <a:gd name="T68" fmla="*/ 771 w 1705"/>
                <a:gd name="T69" fmla="*/ 1712 h 1712"/>
                <a:gd name="T70" fmla="*/ 922 w 1705"/>
                <a:gd name="T71" fmla="*/ 1712 h 1712"/>
                <a:gd name="T72" fmla="*/ 980 w 1705"/>
                <a:gd name="T73" fmla="*/ 1663 h 1712"/>
                <a:gd name="T74" fmla="*/ 1007 w 1705"/>
                <a:gd name="T75" fmla="*/ 1486 h 1712"/>
                <a:gd name="T76" fmla="*/ 1103 w 1705"/>
                <a:gd name="T77" fmla="*/ 1408 h 1712"/>
                <a:gd name="T78" fmla="*/ 1194 w 1705"/>
                <a:gd name="T79" fmla="*/ 1422 h 1712"/>
                <a:gd name="T80" fmla="*/ 1324 w 1705"/>
                <a:gd name="T81" fmla="*/ 1523 h 1712"/>
                <a:gd name="T82" fmla="*/ 1393 w 1705"/>
                <a:gd name="T83" fmla="*/ 1521 h 1712"/>
                <a:gd name="T84" fmla="*/ 1505 w 1705"/>
                <a:gd name="T85" fmla="*/ 1410 h 1712"/>
                <a:gd name="T86" fmla="*/ 1516 w 1705"/>
                <a:gd name="T87" fmla="*/ 1341 h 1712"/>
                <a:gd name="T88" fmla="*/ 1406 w 1705"/>
                <a:gd name="T89" fmla="*/ 1195 h 1712"/>
                <a:gd name="T90" fmla="*/ 1414 w 1705"/>
                <a:gd name="T91" fmla="*/ 1085 h 1712"/>
                <a:gd name="T92" fmla="*/ 1501 w 1705"/>
                <a:gd name="T93" fmla="*/ 1012 h 1712"/>
                <a:gd name="T94" fmla="*/ 1649 w 1705"/>
                <a:gd name="T95" fmla="*/ 995 h 1712"/>
                <a:gd name="T96" fmla="*/ 1701 w 1705"/>
                <a:gd name="T97" fmla="*/ 954 h 1712"/>
                <a:gd name="T98" fmla="*/ 1705 w 1705"/>
                <a:gd name="T99" fmla="*/ 778 h 1712"/>
                <a:gd name="T100" fmla="*/ 1662 w 1705"/>
                <a:gd name="T101" fmla="*/ 732 h 1712"/>
                <a:gd name="T102" fmla="*/ 1455 w 1705"/>
                <a:gd name="T103" fmla="*/ 692 h 1712"/>
                <a:gd name="T104" fmla="*/ 1404 w 1705"/>
                <a:gd name="T105" fmla="*/ 608 h 1712"/>
                <a:gd name="T106" fmla="*/ 1412 w 1705"/>
                <a:gd name="T107" fmla="*/ 517 h 1712"/>
                <a:gd name="T108" fmla="*/ 1504 w 1705"/>
                <a:gd name="T109" fmla="*/ 396 h 1712"/>
                <a:gd name="T110" fmla="*/ 1521 w 1705"/>
                <a:gd name="T111" fmla="*/ 332 h 1712"/>
                <a:gd name="T112" fmla="*/ 1407 w 1705"/>
                <a:gd name="T113" fmla="*/ 204 h 1712"/>
                <a:gd name="T114" fmla="*/ 996 w 1705"/>
                <a:gd name="T115" fmla="*/ 1003 h 1712"/>
                <a:gd name="T116" fmla="*/ 703 w 1705"/>
                <a:gd name="T117" fmla="*/ 1002 h 1712"/>
                <a:gd name="T118" fmla="*/ 705 w 1705"/>
                <a:gd name="T119" fmla="*/ 710 h 1712"/>
                <a:gd name="T120" fmla="*/ 997 w 1705"/>
                <a:gd name="T121" fmla="*/ 711 h 1712"/>
                <a:gd name="T122" fmla="*/ 996 w 1705"/>
                <a:gd name="T123" fmla="*/ 1003 h 1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5" h="1712">
                  <a:moveTo>
                    <a:pt x="1407" y="204"/>
                  </a:moveTo>
                  <a:cubicBezTo>
                    <a:pt x="1376" y="174"/>
                    <a:pt x="1345" y="201"/>
                    <a:pt x="1345" y="201"/>
                  </a:cubicBezTo>
                  <a:cubicBezTo>
                    <a:pt x="1345" y="201"/>
                    <a:pt x="1289" y="241"/>
                    <a:pt x="1229" y="290"/>
                  </a:cubicBezTo>
                  <a:cubicBezTo>
                    <a:pt x="1169" y="338"/>
                    <a:pt x="1107" y="310"/>
                    <a:pt x="1107" y="310"/>
                  </a:cubicBezTo>
                  <a:cubicBezTo>
                    <a:pt x="1015" y="289"/>
                    <a:pt x="1012" y="230"/>
                    <a:pt x="1012" y="230"/>
                  </a:cubicBezTo>
                  <a:cubicBezTo>
                    <a:pt x="986" y="40"/>
                    <a:pt x="986" y="40"/>
                    <a:pt x="986" y="40"/>
                  </a:cubicBezTo>
                  <a:cubicBezTo>
                    <a:pt x="980" y="1"/>
                    <a:pt x="946" y="0"/>
                    <a:pt x="946" y="0"/>
                  </a:cubicBezTo>
                  <a:cubicBezTo>
                    <a:pt x="777" y="0"/>
                    <a:pt x="777" y="0"/>
                    <a:pt x="777" y="0"/>
                  </a:cubicBezTo>
                  <a:cubicBezTo>
                    <a:pt x="730" y="2"/>
                    <a:pt x="728" y="54"/>
                    <a:pt x="728" y="54"/>
                  </a:cubicBezTo>
                  <a:cubicBezTo>
                    <a:pt x="702" y="227"/>
                    <a:pt x="702" y="227"/>
                    <a:pt x="702" y="227"/>
                  </a:cubicBezTo>
                  <a:cubicBezTo>
                    <a:pt x="696" y="258"/>
                    <a:pt x="628" y="299"/>
                    <a:pt x="628" y="299"/>
                  </a:cubicBezTo>
                  <a:cubicBezTo>
                    <a:pt x="589" y="322"/>
                    <a:pt x="537" y="313"/>
                    <a:pt x="537" y="313"/>
                  </a:cubicBezTo>
                  <a:cubicBezTo>
                    <a:pt x="365" y="184"/>
                    <a:pt x="365" y="184"/>
                    <a:pt x="365" y="184"/>
                  </a:cubicBezTo>
                  <a:cubicBezTo>
                    <a:pt x="342" y="166"/>
                    <a:pt x="312" y="187"/>
                    <a:pt x="312" y="187"/>
                  </a:cubicBezTo>
                  <a:cubicBezTo>
                    <a:pt x="193" y="307"/>
                    <a:pt x="193" y="307"/>
                    <a:pt x="193" y="307"/>
                  </a:cubicBezTo>
                  <a:cubicBezTo>
                    <a:pt x="165" y="336"/>
                    <a:pt x="193" y="367"/>
                    <a:pt x="193" y="367"/>
                  </a:cubicBezTo>
                  <a:cubicBezTo>
                    <a:pt x="199" y="374"/>
                    <a:pt x="314" y="525"/>
                    <a:pt x="314" y="525"/>
                  </a:cubicBezTo>
                  <a:cubicBezTo>
                    <a:pt x="322" y="545"/>
                    <a:pt x="304" y="607"/>
                    <a:pt x="304" y="607"/>
                  </a:cubicBezTo>
                  <a:cubicBezTo>
                    <a:pt x="292" y="669"/>
                    <a:pt x="241" y="696"/>
                    <a:pt x="241" y="696"/>
                  </a:cubicBezTo>
                  <a:cubicBezTo>
                    <a:pt x="46" y="720"/>
                    <a:pt x="46" y="720"/>
                    <a:pt x="46" y="720"/>
                  </a:cubicBezTo>
                  <a:cubicBezTo>
                    <a:pt x="16" y="720"/>
                    <a:pt x="4" y="755"/>
                    <a:pt x="4" y="755"/>
                  </a:cubicBezTo>
                  <a:cubicBezTo>
                    <a:pt x="0" y="936"/>
                    <a:pt x="0" y="936"/>
                    <a:pt x="0" y="936"/>
                  </a:cubicBezTo>
                  <a:cubicBezTo>
                    <a:pt x="2" y="977"/>
                    <a:pt x="51" y="986"/>
                    <a:pt x="51" y="986"/>
                  </a:cubicBezTo>
                  <a:cubicBezTo>
                    <a:pt x="217" y="1012"/>
                    <a:pt x="217" y="1012"/>
                    <a:pt x="217" y="1012"/>
                  </a:cubicBezTo>
                  <a:cubicBezTo>
                    <a:pt x="268" y="1014"/>
                    <a:pt x="298" y="1089"/>
                    <a:pt x="298" y="1089"/>
                  </a:cubicBezTo>
                  <a:cubicBezTo>
                    <a:pt x="321" y="1136"/>
                    <a:pt x="300" y="1189"/>
                    <a:pt x="300" y="1189"/>
                  </a:cubicBezTo>
                  <a:cubicBezTo>
                    <a:pt x="190" y="1322"/>
                    <a:pt x="190" y="1322"/>
                    <a:pt x="190" y="1322"/>
                  </a:cubicBezTo>
                  <a:cubicBezTo>
                    <a:pt x="152" y="1368"/>
                    <a:pt x="194" y="1407"/>
                    <a:pt x="194" y="1407"/>
                  </a:cubicBezTo>
                  <a:cubicBezTo>
                    <a:pt x="297" y="1514"/>
                    <a:pt x="297" y="1514"/>
                    <a:pt x="297" y="1514"/>
                  </a:cubicBezTo>
                  <a:cubicBezTo>
                    <a:pt x="335" y="1550"/>
                    <a:pt x="372" y="1515"/>
                    <a:pt x="372" y="1515"/>
                  </a:cubicBezTo>
                  <a:cubicBezTo>
                    <a:pt x="505" y="1417"/>
                    <a:pt x="505" y="1417"/>
                    <a:pt x="505" y="1417"/>
                  </a:cubicBezTo>
                  <a:cubicBezTo>
                    <a:pt x="551" y="1380"/>
                    <a:pt x="623" y="1421"/>
                    <a:pt x="623" y="1421"/>
                  </a:cubicBezTo>
                  <a:cubicBezTo>
                    <a:pt x="691" y="1446"/>
                    <a:pt x="693" y="1490"/>
                    <a:pt x="693" y="1490"/>
                  </a:cubicBezTo>
                  <a:cubicBezTo>
                    <a:pt x="716" y="1655"/>
                    <a:pt x="716" y="1655"/>
                    <a:pt x="716" y="1655"/>
                  </a:cubicBezTo>
                  <a:cubicBezTo>
                    <a:pt x="718" y="1709"/>
                    <a:pt x="771" y="1712"/>
                    <a:pt x="771" y="1712"/>
                  </a:cubicBezTo>
                  <a:cubicBezTo>
                    <a:pt x="922" y="1712"/>
                    <a:pt x="922" y="1712"/>
                    <a:pt x="922" y="1712"/>
                  </a:cubicBezTo>
                  <a:cubicBezTo>
                    <a:pt x="981" y="1703"/>
                    <a:pt x="980" y="1663"/>
                    <a:pt x="980" y="1663"/>
                  </a:cubicBezTo>
                  <a:cubicBezTo>
                    <a:pt x="1007" y="1486"/>
                    <a:pt x="1007" y="1486"/>
                    <a:pt x="1007" y="1486"/>
                  </a:cubicBezTo>
                  <a:cubicBezTo>
                    <a:pt x="1016" y="1422"/>
                    <a:pt x="1103" y="1408"/>
                    <a:pt x="1103" y="1408"/>
                  </a:cubicBezTo>
                  <a:cubicBezTo>
                    <a:pt x="1163" y="1387"/>
                    <a:pt x="1194" y="1422"/>
                    <a:pt x="1194" y="1422"/>
                  </a:cubicBezTo>
                  <a:cubicBezTo>
                    <a:pt x="1324" y="1523"/>
                    <a:pt x="1324" y="1523"/>
                    <a:pt x="1324" y="1523"/>
                  </a:cubicBezTo>
                  <a:cubicBezTo>
                    <a:pt x="1353" y="1549"/>
                    <a:pt x="1393" y="1521"/>
                    <a:pt x="1393" y="1521"/>
                  </a:cubicBezTo>
                  <a:cubicBezTo>
                    <a:pt x="1505" y="1410"/>
                    <a:pt x="1505" y="1410"/>
                    <a:pt x="1505" y="1410"/>
                  </a:cubicBezTo>
                  <a:cubicBezTo>
                    <a:pt x="1546" y="1372"/>
                    <a:pt x="1516" y="1341"/>
                    <a:pt x="1516" y="1341"/>
                  </a:cubicBezTo>
                  <a:cubicBezTo>
                    <a:pt x="1406" y="1195"/>
                    <a:pt x="1406" y="1195"/>
                    <a:pt x="1406" y="1195"/>
                  </a:cubicBezTo>
                  <a:cubicBezTo>
                    <a:pt x="1378" y="1154"/>
                    <a:pt x="1414" y="1085"/>
                    <a:pt x="1414" y="1085"/>
                  </a:cubicBezTo>
                  <a:cubicBezTo>
                    <a:pt x="1439" y="1013"/>
                    <a:pt x="1501" y="1012"/>
                    <a:pt x="1501" y="1012"/>
                  </a:cubicBezTo>
                  <a:cubicBezTo>
                    <a:pt x="1649" y="995"/>
                    <a:pt x="1649" y="995"/>
                    <a:pt x="1649" y="995"/>
                  </a:cubicBezTo>
                  <a:cubicBezTo>
                    <a:pt x="1688" y="998"/>
                    <a:pt x="1701" y="954"/>
                    <a:pt x="1701" y="954"/>
                  </a:cubicBezTo>
                  <a:cubicBezTo>
                    <a:pt x="1705" y="778"/>
                    <a:pt x="1705" y="778"/>
                    <a:pt x="1705" y="778"/>
                  </a:cubicBezTo>
                  <a:cubicBezTo>
                    <a:pt x="1700" y="733"/>
                    <a:pt x="1662" y="732"/>
                    <a:pt x="1662" y="732"/>
                  </a:cubicBezTo>
                  <a:cubicBezTo>
                    <a:pt x="1455" y="692"/>
                    <a:pt x="1455" y="692"/>
                    <a:pt x="1455" y="692"/>
                  </a:cubicBezTo>
                  <a:cubicBezTo>
                    <a:pt x="1420" y="683"/>
                    <a:pt x="1404" y="608"/>
                    <a:pt x="1404" y="608"/>
                  </a:cubicBezTo>
                  <a:cubicBezTo>
                    <a:pt x="1384" y="551"/>
                    <a:pt x="1412" y="517"/>
                    <a:pt x="1412" y="517"/>
                  </a:cubicBezTo>
                  <a:cubicBezTo>
                    <a:pt x="1504" y="396"/>
                    <a:pt x="1504" y="396"/>
                    <a:pt x="1504" y="396"/>
                  </a:cubicBezTo>
                  <a:cubicBezTo>
                    <a:pt x="1544" y="354"/>
                    <a:pt x="1521" y="332"/>
                    <a:pt x="1521" y="332"/>
                  </a:cubicBezTo>
                  <a:cubicBezTo>
                    <a:pt x="1521" y="332"/>
                    <a:pt x="1438" y="234"/>
                    <a:pt x="1407" y="204"/>
                  </a:cubicBezTo>
                  <a:close/>
                  <a:moveTo>
                    <a:pt x="996" y="1003"/>
                  </a:moveTo>
                  <a:cubicBezTo>
                    <a:pt x="915" y="1084"/>
                    <a:pt x="784" y="1083"/>
                    <a:pt x="703" y="1002"/>
                  </a:cubicBezTo>
                  <a:cubicBezTo>
                    <a:pt x="623" y="921"/>
                    <a:pt x="624" y="790"/>
                    <a:pt x="705" y="710"/>
                  </a:cubicBezTo>
                  <a:cubicBezTo>
                    <a:pt x="786" y="629"/>
                    <a:pt x="917" y="630"/>
                    <a:pt x="997" y="711"/>
                  </a:cubicBezTo>
                  <a:cubicBezTo>
                    <a:pt x="1077" y="792"/>
                    <a:pt x="1077" y="923"/>
                    <a:pt x="996" y="1003"/>
                  </a:cubicBezTo>
                  <a:close/>
                </a:path>
              </a:pathLst>
            </a:custGeom>
            <a:grpFill/>
            <a:ln>
              <a:noFill/>
            </a:ln>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Freeform 495"/>
            <p:cNvSpPr>
              <a:spLocks/>
            </p:cNvSpPr>
            <p:nvPr/>
          </p:nvSpPr>
          <p:spPr bwMode="auto">
            <a:xfrm>
              <a:off x="5791621" y="5558806"/>
              <a:ext cx="124417" cy="14071"/>
            </a:xfrm>
            <a:custGeom>
              <a:avLst/>
              <a:gdLst>
                <a:gd name="T0" fmla="*/ 68 w 71"/>
                <a:gd name="T1" fmla="*/ 0 h 8"/>
                <a:gd name="T2" fmla="*/ 2 w 71"/>
                <a:gd name="T3" fmla="*/ 0 h 8"/>
                <a:gd name="T4" fmla="*/ 0 w 71"/>
                <a:gd name="T5" fmla="*/ 4 h 8"/>
                <a:gd name="T6" fmla="*/ 4 w 71"/>
                <a:gd name="T7" fmla="*/ 7 h 8"/>
                <a:gd name="T8" fmla="*/ 8 w 71"/>
                <a:gd name="T9" fmla="*/ 7 h 8"/>
                <a:gd name="T10" fmla="*/ 8 w 71"/>
                <a:gd name="T11" fmla="*/ 7 h 8"/>
                <a:gd name="T12" fmla="*/ 62 w 71"/>
                <a:gd name="T13" fmla="*/ 7 h 8"/>
                <a:gd name="T14" fmla="*/ 68 w 71"/>
                <a:gd name="T15" fmla="*/ 7 h 8"/>
                <a:gd name="T16" fmla="*/ 71 w 71"/>
                <a:gd name="T17" fmla="*/ 4 h 8"/>
                <a:gd name="T18" fmla="*/ 68 w 71"/>
                <a:gd name="T19"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 h="8">
                  <a:moveTo>
                    <a:pt x="68" y="0"/>
                  </a:moveTo>
                  <a:cubicBezTo>
                    <a:pt x="2" y="0"/>
                    <a:pt x="2" y="0"/>
                    <a:pt x="2" y="0"/>
                  </a:cubicBezTo>
                  <a:cubicBezTo>
                    <a:pt x="2" y="0"/>
                    <a:pt x="0" y="0"/>
                    <a:pt x="0" y="4"/>
                  </a:cubicBezTo>
                  <a:cubicBezTo>
                    <a:pt x="0" y="8"/>
                    <a:pt x="4" y="7"/>
                    <a:pt x="4" y="7"/>
                  </a:cubicBezTo>
                  <a:cubicBezTo>
                    <a:pt x="8" y="7"/>
                    <a:pt x="8" y="7"/>
                    <a:pt x="8" y="7"/>
                  </a:cubicBezTo>
                  <a:cubicBezTo>
                    <a:pt x="8" y="7"/>
                    <a:pt x="8" y="7"/>
                    <a:pt x="8" y="7"/>
                  </a:cubicBezTo>
                  <a:cubicBezTo>
                    <a:pt x="62" y="7"/>
                    <a:pt x="62" y="7"/>
                    <a:pt x="62" y="7"/>
                  </a:cubicBezTo>
                  <a:cubicBezTo>
                    <a:pt x="68" y="7"/>
                    <a:pt x="68" y="7"/>
                    <a:pt x="68" y="7"/>
                  </a:cubicBezTo>
                  <a:cubicBezTo>
                    <a:pt x="68" y="7"/>
                    <a:pt x="71" y="6"/>
                    <a:pt x="71" y="4"/>
                  </a:cubicBezTo>
                  <a:cubicBezTo>
                    <a:pt x="71" y="1"/>
                    <a:pt x="68" y="0"/>
                    <a:pt x="6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Freeform 496"/>
            <p:cNvSpPr>
              <a:spLocks/>
            </p:cNvSpPr>
            <p:nvPr/>
          </p:nvSpPr>
          <p:spPr bwMode="auto">
            <a:xfrm>
              <a:off x="5784956" y="5539550"/>
              <a:ext cx="136267" cy="14071"/>
            </a:xfrm>
            <a:custGeom>
              <a:avLst/>
              <a:gdLst>
                <a:gd name="T0" fmla="*/ 75 w 78"/>
                <a:gd name="T1" fmla="*/ 0 h 8"/>
                <a:gd name="T2" fmla="*/ 3 w 78"/>
                <a:gd name="T3" fmla="*/ 0 h 8"/>
                <a:gd name="T4" fmla="*/ 0 w 78"/>
                <a:gd name="T5" fmla="*/ 4 h 8"/>
                <a:gd name="T6" fmla="*/ 6 w 78"/>
                <a:gd name="T7" fmla="*/ 7 h 8"/>
                <a:gd name="T8" fmla="*/ 72 w 78"/>
                <a:gd name="T9" fmla="*/ 7 h 8"/>
                <a:gd name="T10" fmla="*/ 75 w 78"/>
                <a:gd name="T11" fmla="*/ 7 h 8"/>
                <a:gd name="T12" fmla="*/ 78 w 78"/>
                <a:gd name="T13" fmla="*/ 3 h 8"/>
                <a:gd name="T14" fmla="*/ 75 w 7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8">
                  <a:moveTo>
                    <a:pt x="75" y="0"/>
                  </a:moveTo>
                  <a:cubicBezTo>
                    <a:pt x="3" y="0"/>
                    <a:pt x="3" y="0"/>
                    <a:pt x="3" y="0"/>
                  </a:cubicBezTo>
                  <a:cubicBezTo>
                    <a:pt x="3" y="0"/>
                    <a:pt x="0" y="0"/>
                    <a:pt x="0" y="4"/>
                  </a:cubicBezTo>
                  <a:cubicBezTo>
                    <a:pt x="0" y="8"/>
                    <a:pt x="6" y="7"/>
                    <a:pt x="6" y="7"/>
                  </a:cubicBezTo>
                  <a:cubicBezTo>
                    <a:pt x="72" y="7"/>
                    <a:pt x="72" y="7"/>
                    <a:pt x="72" y="7"/>
                  </a:cubicBezTo>
                  <a:cubicBezTo>
                    <a:pt x="75" y="7"/>
                    <a:pt x="75" y="7"/>
                    <a:pt x="75" y="7"/>
                  </a:cubicBezTo>
                  <a:cubicBezTo>
                    <a:pt x="75" y="7"/>
                    <a:pt x="78" y="7"/>
                    <a:pt x="78" y="3"/>
                  </a:cubicBezTo>
                  <a:cubicBezTo>
                    <a:pt x="78" y="0"/>
                    <a:pt x="75" y="0"/>
                    <a:pt x="7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497"/>
            <p:cNvSpPr>
              <a:spLocks/>
            </p:cNvSpPr>
            <p:nvPr/>
          </p:nvSpPr>
          <p:spPr bwMode="auto">
            <a:xfrm>
              <a:off x="5784956" y="5501040"/>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498"/>
            <p:cNvSpPr>
              <a:spLocks/>
            </p:cNvSpPr>
            <p:nvPr/>
          </p:nvSpPr>
          <p:spPr bwMode="auto">
            <a:xfrm>
              <a:off x="5784956" y="5520295"/>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Freeform 499"/>
            <p:cNvSpPr>
              <a:spLocks noEditPoints="1"/>
            </p:cNvSpPr>
            <p:nvPr/>
          </p:nvSpPr>
          <p:spPr bwMode="auto">
            <a:xfrm>
              <a:off x="5690161" y="5090018"/>
              <a:ext cx="324374" cy="402135"/>
            </a:xfrm>
            <a:custGeom>
              <a:avLst/>
              <a:gdLst>
                <a:gd name="T0" fmla="*/ 94 w 185"/>
                <a:gd name="T1" fmla="*/ 0 h 230"/>
                <a:gd name="T2" fmla="*/ 87 w 185"/>
                <a:gd name="T3" fmla="*/ 0 h 230"/>
                <a:gd name="T4" fmla="*/ 8 w 185"/>
                <a:gd name="T5" fmla="*/ 51 h 230"/>
                <a:gd name="T6" fmla="*/ 0 w 185"/>
                <a:gd name="T7" fmla="*/ 92 h 230"/>
                <a:gd name="T8" fmla="*/ 9 w 185"/>
                <a:gd name="T9" fmla="*/ 133 h 230"/>
                <a:gd name="T10" fmla="*/ 25 w 185"/>
                <a:gd name="T11" fmla="*/ 163 h 230"/>
                <a:gd name="T12" fmla="*/ 40 w 185"/>
                <a:gd name="T13" fmla="*/ 193 h 230"/>
                <a:gd name="T14" fmla="*/ 43 w 185"/>
                <a:gd name="T15" fmla="*/ 213 h 230"/>
                <a:gd name="T16" fmla="*/ 55 w 185"/>
                <a:gd name="T17" fmla="*/ 230 h 230"/>
                <a:gd name="T18" fmla="*/ 134 w 185"/>
                <a:gd name="T19" fmla="*/ 229 h 230"/>
                <a:gd name="T20" fmla="*/ 145 w 185"/>
                <a:gd name="T21" fmla="*/ 193 h 230"/>
                <a:gd name="T22" fmla="*/ 160 w 185"/>
                <a:gd name="T23" fmla="*/ 163 h 230"/>
                <a:gd name="T24" fmla="*/ 185 w 185"/>
                <a:gd name="T25" fmla="*/ 92 h 230"/>
                <a:gd name="T26" fmla="*/ 185 w 185"/>
                <a:gd name="T27" fmla="*/ 89 h 230"/>
                <a:gd name="T28" fmla="*/ 176 w 185"/>
                <a:gd name="T29" fmla="*/ 92 h 230"/>
                <a:gd name="T30" fmla="*/ 152 w 185"/>
                <a:gd name="T31" fmla="*/ 158 h 230"/>
                <a:gd name="T32" fmla="*/ 148 w 185"/>
                <a:gd name="T33" fmla="*/ 164 h 230"/>
                <a:gd name="T34" fmla="*/ 148 w 185"/>
                <a:gd name="T35" fmla="*/ 141 h 230"/>
                <a:gd name="T36" fmla="*/ 141 w 185"/>
                <a:gd name="T37" fmla="*/ 122 h 230"/>
                <a:gd name="T38" fmla="*/ 107 w 185"/>
                <a:gd name="T39" fmla="*/ 101 h 230"/>
                <a:gd name="T40" fmla="*/ 101 w 185"/>
                <a:gd name="T41" fmla="*/ 137 h 230"/>
                <a:gd name="T42" fmla="*/ 97 w 185"/>
                <a:gd name="T43" fmla="*/ 117 h 230"/>
                <a:gd name="T44" fmla="*/ 89 w 185"/>
                <a:gd name="T45" fmla="*/ 126 h 230"/>
                <a:gd name="T46" fmla="*/ 85 w 185"/>
                <a:gd name="T47" fmla="*/ 141 h 230"/>
                <a:gd name="T48" fmla="*/ 80 w 185"/>
                <a:gd name="T49" fmla="*/ 101 h 230"/>
                <a:gd name="T50" fmla="*/ 93 w 185"/>
                <a:gd name="T51" fmla="*/ 113 h 230"/>
                <a:gd name="T52" fmla="*/ 107 w 185"/>
                <a:gd name="T53" fmla="*/ 101 h 230"/>
                <a:gd name="T54" fmla="*/ 110 w 185"/>
                <a:gd name="T55" fmla="*/ 85 h 230"/>
                <a:gd name="T56" fmla="*/ 90 w 185"/>
                <a:gd name="T57" fmla="*/ 44 h 230"/>
                <a:gd name="T58" fmla="*/ 77 w 185"/>
                <a:gd name="T59" fmla="*/ 83 h 230"/>
                <a:gd name="T60" fmla="*/ 80 w 185"/>
                <a:gd name="T61" fmla="*/ 99 h 230"/>
                <a:gd name="T62" fmla="*/ 47 w 185"/>
                <a:gd name="T63" fmla="*/ 119 h 230"/>
                <a:gd name="T64" fmla="*/ 38 w 185"/>
                <a:gd name="T65" fmla="*/ 141 h 230"/>
                <a:gd name="T66" fmla="*/ 36 w 185"/>
                <a:gd name="T67" fmla="*/ 159 h 230"/>
                <a:gd name="T68" fmla="*/ 33 w 185"/>
                <a:gd name="T69" fmla="*/ 159 h 230"/>
                <a:gd name="T70" fmla="*/ 17 w 185"/>
                <a:gd name="T71" fmla="*/ 129 h 230"/>
                <a:gd name="T72" fmla="*/ 9 w 185"/>
                <a:gd name="T73" fmla="*/ 87 h 230"/>
                <a:gd name="T74" fmla="*/ 33 w 185"/>
                <a:gd name="T75" fmla="*/ 33 h 230"/>
                <a:gd name="T76" fmla="*/ 93 w 185"/>
                <a:gd name="T77" fmla="*/ 9 h 230"/>
                <a:gd name="T78" fmla="*/ 176 w 185"/>
                <a:gd name="T79" fmla="*/ 9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5" h="230">
                  <a:moveTo>
                    <a:pt x="158" y="26"/>
                  </a:moveTo>
                  <a:cubicBezTo>
                    <a:pt x="142" y="10"/>
                    <a:pt x="120" y="1"/>
                    <a:pt x="94" y="0"/>
                  </a:cubicBezTo>
                  <a:cubicBezTo>
                    <a:pt x="94" y="0"/>
                    <a:pt x="94" y="0"/>
                    <a:pt x="93" y="0"/>
                  </a:cubicBezTo>
                  <a:cubicBezTo>
                    <a:pt x="87" y="0"/>
                    <a:pt x="87" y="0"/>
                    <a:pt x="87" y="0"/>
                  </a:cubicBezTo>
                  <a:cubicBezTo>
                    <a:pt x="63" y="0"/>
                    <a:pt x="44" y="9"/>
                    <a:pt x="27" y="26"/>
                  </a:cubicBezTo>
                  <a:cubicBezTo>
                    <a:pt x="20" y="33"/>
                    <a:pt x="13" y="40"/>
                    <a:pt x="8" y="51"/>
                  </a:cubicBezTo>
                  <a:cubicBezTo>
                    <a:pt x="3" y="62"/>
                    <a:pt x="0" y="74"/>
                    <a:pt x="0" y="87"/>
                  </a:cubicBezTo>
                  <a:cubicBezTo>
                    <a:pt x="0" y="92"/>
                    <a:pt x="0" y="92"/>
                    <a:pt x="0" y="92"/>
                  </a:cubicBezTo>
                  <a:cubicBezTo>
                    <a:pt x="0" y="93"/>
                    <a:pt x="0" y="93"/>
                    <a:pt x="0" y="93"/>
                  </a:cubicBezTo>
                  <a:cubicBezTo>
                    <a:pt x="1" y="109"/>
                    <a:pt x="4" y="122"/>
                    <a:pt x="9" y="133"/>
                  </a:cubicBezTo>
                  <a:cubicBezTo>
                    <a:pt x="13" y="142"/>
                    <a:pt x="18" y="151"/>
                    <a:pt x="23" y="160"/>
                  </a:cubicBezTo>
                  <a:cubicBezTo>
                    <a:pt x="25" y="163"/>
                    <a:pt x="25" y="163"/>
                    <a:pt x="25" y="163"/>
                  </a:cubicBezTo>
                  <a:cubicBezTo>
                    <a:pt x="26" y="165"/>
                    <a:pt x="27" y="167"/>
                    <a:pt x="28" y="169"/>
                  </a:cubicBezTo>
                  <a:cubicBezTo>
                    <a:pt x="33" y="177"/>
                    <a:pt x="37" y="184"/>
                    <a:pt x="40" y="193"/>
                  </a:cubicBezTo>
                  <a:cubicBezTo>
                    <a:pt x="41" y="197"/>
                    <a:pt x="41" y="201"/>
                    <a:pt x="42" y="205"/>
                  </a:cubicBezTo>
                  <a:cubicBezTo>
                    <a:pt x="42" y="208"/>
                    <a:pt x="42" y="210"/>
                    <a:pt x="43" y="213"/>
                  </a:cubicBezTo>
                  <a:cubicBezTo>
                    <a:pt x="44" y="220"/>
                    <a:pt x="49" y="225"/>
                    <a:pt x="52" y="229"/>
                  </a:cubicBezTo>
                  <a:cubicBezTo>
                    <a:pt x="53" y="230"/>
                    <a:pt x="54" y="230"/>
                    <a:pt x="55" y="230"/>
                  </a:cubicBezTo>
                  <a:cubicBezTo>
                    <a:pt x="130" y="230"/>
                    <a:pt x="130" y="230"/>
                    <a:pt x="130" y="230"/>
                  </a:cubicBezTo>
                  <a:cubicBezTo>
                    <a:pt x="132" y="230"/>
                    <a:pt x="133" y="230"/>
                    <a:pt x="134" y="229"/>
                  </a:cubicBezTo>
                  <a:cubicBezTo>
                    <a:pt x="140" y="223"/>
                    <a:pt x="141" y="214"/>
                    <a:pt x="142" y="205"/>
                  </a:cubicBezTo>
                  <a:cubicBezTo>
                    <a:pt x="143" y="201"/>
                    <a:pt x="144" y="197"/>
                    <a:pt x="145" y="193"/>
                  </a:cubicBezTo>
                  <a:cubicBezTo>
                    <a:pt x="148" y="185"/>
                    <a:pt x="152" y="176"/>
                    <a:pt x="156" y="168"/>
                  </a:cubicBezTo>
                  <a:cubicBezTo>
                    <a:pt x="158" y="166"/>
                    <a:pt x="159" y="164"/>
                    <a:pt x="160" y="163"/>
                  </a:cubicBezTo>
                  <a:cubicBezTo>
                    <a:pt x="161" y="160"/>
                    <a:pt x="162" y="157"/>
                    <a:pt x="164" y="155"/>
                  </a:cubicBezTo>
                  <a:cubicBezTo>
                    <a:pt x="173" y="137"/>
                    <a:pt x="184" y="119"/>
                    <a:pt x="185" y="92"/>
                  </a:cubicBezTo>
                  <a:cubicBezTo>
                    <a:pt x="185" y="92"/>
                    <a:pt x="185" y="92"/>
                    <a:pt x="185" y="92"/>
                  </a:cubicBezTo>
                  <a:cubicBezTo>
                    <a:pt x="185" y="89"/>
                    <a:pt x="185" y="89"/>
                    <a:pt x="185" y="89"/>
                  </a:cubicBezTo>
                  <a:cubicBezTo>
                    <a:pt x="184" y="64"/>
                    <a:pt x="175" y="43"/>
                    <a:pt x="158" y="26"/>
                  </a:cubicBezTo>
                  <a:close/>
                  <a:moveTo>
                    <a:pt x="176" y="92"/>
                  </a:moveTo>
                  <a:cubicBezTo>
                    <a:pt x="174" y="116"/>
                    <a:pt x="165" y="133"/>
                    <a:pt x="156" y="150"/>
                  </a:cubicBezTo>
                  <a:cubicBezTo>
                    <a:pt x="154" y="153"/>
                    <a:pt x="153" y="156"/>
                    <a:pt x="152" y="158"/>
                  </a:cubicBezTo>
                  <a:cubicBezTo>
                    <a:pt x="151" y="160"/>
                    <a:pt x="149" y="162"/>
                    <a:pt x="148" y="164"/>
                  </a:cubicBezTo>
                  <a:cubicBezTo>
                    <a:pt x="148" y="164"/>
                    <a:pt x="148" y="164"/>
                    <a:pt x="148" y="164"/>
                  </a:cubicBezTo>
                  <a:cubicBezTo>
                    <a:pt x="148" y="161"/>
                    <a:pt x="148" y="159"/>
                    <a:pt x="149" y="154"/>
                  </a:cubicBezTo>
                  <a:cubicBezTo>
                    <a:pt x="150" y="148"/>
                    <a:pt x="148" y="144"/>
                    <a:pt x="148" y="141"/>
                  </a:cubicBezTo>
                  <a:cubicBezTo>
                    <a:pt x="147" y="137"/>
                    <a:pt x="145" y="129"/>
                    <a:pt x="145" y="129"/>
                  </a:cubicBezTo>
                  <a:cubicBezTo>
                    <a:pt x="145" y="120"/>
                    <a:pt x="141" y="122"/>
                    <a:pt x="141" y="122"/>
                  </a:cubicBezTo>
                  <a:cubicBezTo>
                    <a:pt x="139" y="118"/>
                    <a:pt x="117" y="110"/>
                    <a:pt x="117" y="110"/>
                  </a:cubicBezTo>
                  <a:cubicBezTo>
                    <a:pt x="107" y="101"/>
                    <a:pt x="107" y="101"/>
                    <a:pt x="107" y="101"/>
                  </a:cubicBezTo>
                  <a:cubicBezTo>
                    <a:pt x="109" y="103"/>
                    <a:pt x="109" y="103"/>
                    <a:pt x="109" y="103"/>
                  </a:cubicBezTo>
                  <a:cubicBezTo>
                    <a:pt x="109" y="111"/>
                    <a:pt x="101" y="137"/>
                    <a:pt x="101" y="137"/>
                  </a:cubicBezTo>
                  <a:cubicBezTo>
                    <a:pt x="102" y="134"/>
                    <a:pt x="96" y="124"/>
                    <a:pt x="96" y="124"/>
                  </a:cubicBezTo>
                  <a:cubicBezTo>
                    <a:pt x="95" y="123"/>
                    <a:pt x="97" y="117"/>
                    <a:pt x="97" y="117"/>
                  </a:cubicBezTo>
                  <a:cubicBezTo>
                    <a:pt x="90" y="109"/>
                    <a:pt x="86" y="118"/>
                    <a:pt x="86" y="118"/>
                  </a:cubicBezTo>
                  <a:cubicBezTo>
                    <a:pt x="85" y="120"/>
                    <a:pt x="89" y="126"/>
                    <a:pt x="89" y="126"/>
                  </a:cubicBezTo>
                  <a:cubicBezTo>
                    <a:pt x="88" y="127"/>
                    <a:pt x="88" y="133"/>
                    <a:pt x="88" y="133"/>
                  </a:cubicBezTo>
                  <a:cubicBezTo>
                    <a:pt x="87" y="135"/>
                    <a:pt x="85" y="141"/>
                    <a:pt x="85" y="141"/>
                  </a:cubicBezTo>
                  <a:cubicBezTo>
                    <a:pt x="80" y="128"/>
                    <a:pt x="78" y="103"/>
                    <a:pt x="78" y="103"/>
                  </a:cubicBezTo>
                  <a:cubicBezTo>
                    <a:pt x="77" y="102"/>
                    <a:pt x="80" y="101"/>
                    <a:pt x="80" y="101"/>
                  </a:cubicBezTo>
                  <a:cubicBezTo>
                    <a:pt x="82" y="104"/>
                    <a:pt x="82" y="104"/>
                    <a:pt x="82" y="104"/>
                  </a:cubicBezTo>
                  <a:cubicBezTo>
                    <a:pt x="84" y="108"/>
                    <a:pt x="93" y="113"/>
                    <a:pt x="93" y="113"/>
                  </a:cubicBezTo>
                  <a:cubicBezTo>
                    <a:pt x="102" y="107"/>
                    <a:pt x="102" y="107"/>
                    <a:pt x="102" y="107"/>
                  </a:cubicBezTo>
                  <a:cubicBezTo>
                    <a:pt x="108" y="104"/>
                    <a:pt x="107" y="101"/>
                    <a:pt x="107" y="101"/>
                  </a:cubicBezTo>
                  <a:cubicBezTo>
                    <a:pt x="106" y="100"/>
                    <a:pt x="106" y="94"/>
                    <a:pt x="106" y="94"/>
                  </a:cubicBezTo>
                  <a:cubicBezTo>
                    <a:pt x="107" y="93"/>
                    <a:pt x="110" y="85"/>
                    <a:pt x="110" y="85"/>
                  </a:cubicBezTo>
                  <a:cubicBezTo>
                    <a:pt x="114" y="80"/>
                    <a:pt x="113" y="71"/>
                    <a:pt x="113" y="71"/>
                  </a:cubicBezTo>
                  <a:cubicBezTo>
                    <a:pt x="119" y="41"/>
                    <a:pt x="90" y="44"/>
                    <a:pt x="90" y="44"/>
                  </a:cubicBezTo>
                  <a:cubicBezTo>
                    <a:pt x="69" y="46"/>
                    <a:pt x="75" y="72"/>
                    <a:pt x="75" y="72"/>
                  </a:cubicBezTo>
                  <a:cubicBezTo>
                    <a:pt x="72" y="73"/>
                    <a:pt x="77" y="83"/>
                    <a:pt x="77" y="83"/>
                  </a:cubicBezTo>
                  <a:cubicBezTo>
                    <a:pt x="76" y="84"/>
                    <a:pt x="79" y="91"/>
                    <a:pt x="79" y="91"/>
                  </a:cubicBezTo>
                  <a:cubicBezTo>
                    <a:pt x="80" y="99"/>
                    <a:pt x="80" y="99"/>
                    <a:pt x="80" y="99"/>
                  </a:cubicBezTo>
                  <a:cubicBezTo>
                    <a:pt x="78" y="100"/>
                    <a:pt x="71" y="109"/>
                    <a:pt x="71" y="109"/>
                  </a:cubicBezTo>
                  <a:cubicBezTo>
                    <a:pt x="59" y="109"/>
                    <a:pt x="47" y="119"/>
                    <a:pt x="47" y="119"/>
                  </a:cubicBezTo>
                  <a:cubicBezTo>
                    <a:pt x="40" y="118"/>
                    <a:pt x="41" y="123"/>
                    <a:pt x="41" y="129"/>
                  </a:cubicBezTo>
                  <a:cubicBezTo>
                    <a:pt x="41" y="134"/>
                    <a:pt x="41" y="133"/>
                    <a:pt x="38" y="141"/>
                  </a:cubicBezTo>
                  <a:cubicBezTo>
                    <a:pt x="35" y="148"/>
                    <a:pt x="39" y="144"/>
                    <a:pt x="37" y="148"/>
                  </a:cubicBezTo>
                  <a:cubicBezTo>
                    <a:pt x="36" y="151"/>
                    <a:pt x="36" y="154"/>
                    <a:pt x="36" y="159"/>
                  </a:cubicBezTo>
                  <a:cubicBezTo>
                    <a:pt x="36" y="160"/>
                    <a:pt x="36" y="162"/>
                    <a:pt x="36" y="163"/>
                  </a:cubicBezTo>
                  <a:cubicBezTo>
                    <a:pt x="35" y="162"/>
                    <a:pt x="34" y="160"/>
                    <a:pt x="33" y="159"/>
                  </a:cubicBezTo>
                  <a:cubicBezTo>
                    <a:pt x="31" y="155"/>
                    <a:pt x="31" y="155"/>
                    <a:pt x="31" y="155"/>
                  </a:cubicBezTo>
                  <a:cubicBezTo>
                    <a:pt x="26" y="147"/>
                    <a:pt x="21" y="138"/>
                    <a:pt x="17" y="129"/>
                  </a:cubicBezTo>
                  <a:cubicBezTo>
                    <a:pt x="12" y="119"/>
                    <a:pt x="10" y="108"/>
                    <a:pt x="9" y="92"/>
                  </a:cubicBezTo>
                  <a:cubicBezTo>
                    <a:pt x="9" y="87"/>
                    <a:pt x="9" y="87"/>
                    <a:pt x="9" y="87"/>
                  </a:cubicBezTo>
                  <a:cubicBezTo>
                    <a:pt x="10" y="75"/>
                    <a:pt x="12" y="65"/>
                    <a:pt x="17" y="55"/>
                  </a:cubicBezTo>
                  <a:cubicBezTo>
                    <a:pt x="21" y="46"/>
                    <a:pt x="27" y="39"/>
                    <a:pt x="33" y="33"/>
                  </a:cubicBezTo>
                  <a:cubicBezTo>
                    <a:pt x="48" y="17"/>
                    <a:pt x="66" y="10"/>
                    <a:pt x="87" y="9"/>
                  </a:cubicBezTo>
                  <a:cubicBezTo>
                    <a:pt x="93" y="9"/>
                    <a:pt x="93" y="9"/>
                    <a:pt x="93" y="9"/>
                  </a:cubicBezTo>
                  <a:cubicBezTo>
                    <a:pt x="117" y="10"/>
                    <a:pt x="137" y="18"/>
                    <a:pt x="151" y="32"/>
                  </a:cubicBezTo>
                  <a:cubicBezTo>
                    <a:pt x="167" y="48"/>
                    <a:pt x="175" y="67"/>
                    <a:pt x="176" y="90"/>
                  </a:cubicBezTo>
                  <a:lnTo>
                    <a:pt x="176" y="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Freeform 500"/>
            <p:cNvSpPr>
              <a:spLocks/>
            </p:cNvSpPr>
            <p:nvPr/>
          </p:nvSpPr>
          <p:spPr bwMode="auto">
            <a:xfrm>
              <a:off x="6883236" y="5084093"/>
              <a:ext cx="430277" cy="369550"/>
            </a:xfrm>
            <a:custGeom>
              <a:avLst/>
              <a:gdLst>
                <a:gd name="T0" fmla="*/ 164 w 246"/>
                <a:gd name="T1" fmla="*/ 0 h 211"/>
                <a:gd name="T2" fmla="*/ 81 w 246"/>
                <a:gd name="T3" fmla="*/ 0 h 211"/>
                <a:gd name="T4" fmla="*/ 0 w 246"/>
                <a:gd name="T5" fmla="*/ 68 h 211"/>
                <a:gd name="T6" fmla="*/ 25 w 246"/>
                <a:gd name="T7" fmla="*/ 68 h 211"/>
                <a:gd name="T8" fmla="*/ 84 w 246"/>
                <a:gd name="T9" fmla="*/ 23 h 211"/>
                <a:gd name="T10" fmla="*/ 161 w 246"/>
                <a:gd name="T11" fmla="*/ 23 h 211"/>
                <a:gd name="T12" fmla="*/ 222 w 246"/>
                <a:gd name="T13" fmla="*/ 85 h 211"/>
                <a:gd name="T14" fmla="*/ 161 w 246"/>
                <a:gd name="T15" fmla="*/ 146 h 211"/>
                <a:gd name="T16" fmla="*/ 123 w 246"/>
                <a:gd name="T17" fmla="*/ 146 h 211"/>
                <a:gd name="T18" fmla="*/ 123 w 246"/>
                <a:gd name="T19" fmla="*/ 155 h 211"/>
                <a:gd name="T20" fmla="*/ 123 w 246"/>
                <a:gd name="T21" fmla="*/ 160 h 211"/>
                <a:gd name="T22" fmla="*/ 123 w 246"/>
                <a:gd name="T23" fmla="*/ 168 h 211"/>
                <a:gd name="T24" fmla="*/ 139 w 246"/>
                <a:gd name="T25" fmla="*/ 168 h 211"/>
                <a:gd name="T26" fmla="*/ 189 w 246"/>
                <a:gd name="T27" fmla="*/ 211 h 211"/>
                <a:gd name="T28" fmla="*/ 186 w 246"/>
                <a:gd name="T29" fmla="*/ 165 h 211"/>
                <a:gd name="T30" fmla="*/ 246 w 246"/>
                <a:gd name="T31" fmla="*/ 86 h 211"/>
                <a:gd name="T32" fmla="*/ 246 w 246"/>
                <a:gd name="T33" fmla="*/ 82 h 211"/>
                <a:gd name="T34" fmla="*/ 164 w 246"/>
                <a:gd name="T35"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6" h="211">
                  <a:moveTo>
                    <a:pt x="164" y="0"/>
                  </a:moveTo>
                  <a:cubicBezTo>
                    <a:pt x="81" y="0"/>
                    <a:pt x="81" y="0"/>
                    <a:pt x="81" y="0"/>
                  </a:cubicBezTo>
                  <a:cubicBezTo>
                    <a:pt x="41" y="0"/>
                    <a:pt x="7" y="29"/>
                    <a:pt x="0" y="68"/>
                  </a:cubicBezTo>
                  <a:cubicBezTo>
                    <a:pt x="25" y="68"/>
                    <a:pt x="25" y="68"/>
                    <a:pt x="25" y="68"/>
                  </a:cubicBezTo>
                  <a:cubicBezTo>
                    <a:pt x="33" y="42"/>
                    <a:pt x="56" y="23"/>
                    <a:pt x="84" y="23"/>
                  </a:cubicBezTo>
                  <a:cubicBezTo>
                    <a:pt x="161" y="23"/>
                    <a:pt x="161" y="23"/>
                    <a:pt x="161" y="23"/>
                  </a:cubicBezTo>
                  <a:cubicBezTo>
                    <a:pt x="195" y="23"/>
                    <a:pt x="222" y="51"/>
                    <a:pt x="222" y="85"/>
                  </a:cubicBezTo>
                  <a:cubicBezTo>
                    <a:pt x="222" y="119"/>
                    <a:pt x="195" y="146"/>
                    <a:pt x="161" y="146"/>
                  </a:cubicBezTo>
                  <a:cubicBezTo>
                    <a:pt x="123" y="146"/>
                    <a:pt x="123" y="146"/>
                    <a:pt x="123" y="146"/>
                  </a:cubicBezTo>
                  <a:cubicBezTo>
                    <a:pt x="123" y="149"/>
                    <a:pt x="123" y="152"/>
                    <a:pt x="123" y="155"/>
                  </a:cubicBezTo>
                  <a:cubicBezTo>
                    <a:pt x="123" y="160"/>
                    <a:pt x="123" y="160"/>
                    <a:pt x="123" y="160"/>
                  </a:cubicBezTo>
                  <a:cubicBezTo>
                    <a:pt x="123" y="162"/>
                    <a:pt x="123" y="165"/>
                    <a:pt x="123" y="168"/>
                  </a:cubicBezTo>
                  <a:cubicBezTo>
                    <a:pt x="139" y="168"/>
                    <a:pt x="139" y="168"/>
                    <a:pt x="139" y="168"/>
                  </a:cubicBezTo>
                  <a:cubicBezTo>
                    <a:pt x="189" y="211"/>
                    <a:pt x="189" y="211"/>
                    <a:pt x="189" y="211"/>
                  </a:cubicBezTo>
                  <a:cubicBezTo>
                    <a:pt x="186" y="165"/>
                    <a:pt x="186" y="165"/>
                    <a:pt x="186" y="165"/>
                  </a:cubicBezTo>
                  <a:cubicBezTo>
                    <a:pt x="220" y="156"/>
                    <a:pt x="246" y="124"/>
                    <a:pt x="246" y="86"/>
                  </a:cubicBezTo>
                  <a:cubicBezTo>
                    <a:pt x="246" y="82"/>
                    <a:pt x="246" y="82"/>
                    <a:pt x="246" y="82"/>
                  </a:cubicBezTo>
                  <a:cubicBezTo>
                    <a:pt x="246" y="37"/>
                    <a:pt x="210" y="0"/>
                    <a:pt x="16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501"/>
            <p:cNvSpPr>
              <a:spLocks/>
            </p:cNvSpPr>
            <p:nvPr/>
          </p:nvSpPr>
          <p:spPr bwMode="auto">
            <a:xfrm>
              <a:off x="6866944" y="5366255"/>
              <a:ext cx="17774" cy="39991"/>
            </a:xfrm>
            <a:custGeom>
              <a:avLst/>
              <a:gdLst>
                <a:gd name="T0" fmla="*/ 0 w 10"/>
                <a:gd name="T1" fmla="*/ 0 h 23"/>
                <a:gd name="T2" fmla="*/ 0 w 10"/>
                <a:gd name="T3" fmla="*/ 23 h 23"/>
                <a:gd name="T4" fmla="*/ 8 w 10"/>
                <a:gd name="T5" fmla="*/ 19 h 23"/>
                <a:gd name="T6" fmla="*/ 10 w 10"/>
                <a:gd name="T7" fmla="*/ 11 h 23"/>
                <a:gd name="T8" fmla="*/ 8 w 10"/>
                <a:gd name="T9" fmla="*/ 4 h 23"/>
                <a:gd name="T10" fmla="*/ 0 w 10"/>
                <a:gd name="T11" fmla="*/ 0 h 23"/>
              </a:gdLst>
              <a:ahLst/>
              <a:cxnLst>
                <a:cxn ang="0">
                  <a:pos x="T0" y="T1"/>
                </a:cxn>
                <a:cxn ang="0">
                  <a:pos x="T2" y="T3"/>
                </a:cxn>
                <a:cxn ang="0">
                  <a:pos x="T4" y="T5"/>
                </a:cxn>
                <a:cxn ang="0">
                  <a:pos x="T6" y="T7"/>
                </a:cxn>
                <a:cxn ang="0">
                  <a:pos x="T8" y="T9"/>
                </a:cxn>
                <a:cxn ang="0">
                  <a:pos x="T10" y="T11"/>
                </a:cxn>
              </a:cxnLst>
              <a:rect l="0" t="0" r="r" b="b"/>
              <a:pathLst>
                <a:path w="10" h="23">
                  <a:moveTo>
                    <a:pt x="0" y="0"/>
                  </a:moveTo>
                  <a:cubicBezTo>
                    <a:pt x="0" y="23"/>
                    <a:pt x="0" y="23"/>
                    <a:pt x="0" y="23"/>
                  </a:cubicBezTo>
                  <a:cubicBezTo>
                    <a:pt x="3" y="22"/>
                    <a:pt x="6" y="21"/>
                    <a:pt x="8" y="19"/>
                  </a:cubicBezTo>
                  <a:cubicBezTo>
                    <a:pt x="9" y="17"/>
                    <a:pt x="10" y="14"/>
                    <a:pt x="10" y="11"/>
                  </a:cubicBezTo>
                  <a:cubicBezTo>
                    <a:pt x="10" y="8"/>
                    <a:pt x="10" y="6"/>
                    <a:pt x="8" y="4"/>
                  </a:cubicBezTo>
                  <a:cubicBezTo>
                    <a:pt x="7" y="3"/>
                    <a:pt x="4"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Freeform 502"/>
            <p:cNvSpPr>
              <a:spLocks noEditPoints="1"/>
            </p:cNvSpPr>
            <p:nvPr/>
          </p:nvSpPr>
          <p:spPr bwMode="auto">
            <a:xfrm>
              <a:off x="6775852" y="5277385"/>
              <a:ext cx="174036" cy="173296"/>
            </a:xfrm>
            <a:custGeom>
              <a:avLst/>
              <a:gdLst>
                <a:gd name="T0" fmla="*/ 50 w 99"/>
                <a:gd name="T1" fmla="*/ 0 h 99"/>
                <a:gd name="T2" fmla="*/ 0 w 99"/>
                <a:gd name="T3" fmla="*/ 49 h 99"/>
                <a:gd name="T4" fmla="*/ 50 w 99"/>
                <a:gd name="T5" fmla="*/ 99 h 99"/>
                <a:gd name="T6" fmla="*/ 99 w 99"/>
                <a:gd name="T7" fmla="*/ 49 h 99"/>
                <a:gd name="T8" fmla="*/ 50 w 99"/>
                <a:gd name="T9" fmla="*/ 0 h 99"/>
                <a:gd name="T10" fmla="*/ 65 w 99"/>
                <a:gd name="T11" fmla="*/ 74 h 99"/>
                <a:gd name="T12" fmla="*/ 52 w 99"/>
                <a:gd name="T13" fmla="*/ 80 h 99"/>
                <a:gd name="T14" fmla="*/ 52 w 99"/>
                <a:gd name="T15" fmla="*/ 87 h 99"/>
                <a:gd name="T16" fmla="*/ 48 w 99"/>
                <a:gd name="T17" fmla="*/ 87 h 99"/>
                <a:gd name="T18" fmla="*/ 48 w 99"/>
                <a:gd name="T19" fmla="*/ 80 h 99"/>
                <a:gd name="T20" fmla="*/ 39 w 99"/>
                <a:gd name="T21" fmla="*/ 77 h 99"/>
                <a:gd name="T22" fmla="*/ 33 w 99"/>
                <a:gd name="T23" fmla="*/ 72 h 99"/>
                <a:gd name="T24" fmla="*/ 30 w 99"/>
                <a:gd name="T25" fmla="*/ 62 h 99"/>
                <a:gd name="T26" fmla="*/ 38 w 99"/>
                <a:gd name="T27" fmla="*/ 60 h 99"/>
                <a:gd name="T28" fmla="*/ 41 w 99"/>
                <a:gd name="T29" fmla="*/ 69 h 99"/>
                <a:gd name="T30" fmla="*/ 48 w 99"/>
                <a:gd name="T31" fmla="*/ 74 h 99"/>
                <a:gd name="T32" fmla="*/ 48 w 99"/>
                <a:gd name="T33" fmla="*/ 50 h 99"/>
                <a:gd name="T34" fmla="*/ 39 w 99"/>
                <a:gd name="T35" fmla="*/ 47 h 99"/>
                <a:gd name="T36" fmla="*/ 33 w 99"/>
                <a:gd name="T37" fmla="*/ 41 h 99"/>
                <a:gd name="T38" fmla="*/ 31 w 99"/>
                <a:gd name="T39" fmla="*/ 33 h 99"/>
                <a:gd name="T40" fmla="*/ 37 w 99"/>
                <a:gd name="T41" fmla="*/ 20 h 99"/>
                <a:gd name="T42" fmla="*/ 48 w 99"/>
                <a:gd name="T43" fmla="*/ 16 h 99"/>
                <a:gd name="T44" fmla="*/ 48 w 99"/>
                <a:gd name="T45" fmla="*/ 13 h 99"/>
                <a:gd name="T46" fmla="*/ 52 w 99"/>
                <a:gd name="T47" fmla="*/ 13 h 99"/>
                <a:gd name="T48" fmla="*/ 52 w 99"/>
                <a:gd name="T49" fmla="*/ 16 h 99"/>
                <a:gd name="T50" fmla="*/ 63 w 99"/>
                <a:gd name="T51" fmla="*/ 20 h 99"/>
                <a:gd name="T52" fmla="*/ 68 w 99"/>
                <a:gd name="T53" fmla="*/ 31 h 99"/>
                <a:gd name="T54" fmla="*/ 61 w 99"/>
                <a:gd name="T55" fmla="*/ 32 h 99"/>
                <a:gd name="T56" fmla="*/ 58 w 99"/>
                <a:gd name="T57" fmla="*/ 26 h 99"/>
                <a:gd name="T58" fmla="*/ 52 w 99"/>
                <a:gd name="T59" fmla="*/ 23 h 99"/>
                <a:gd name="T60" fmla="*/ 52 w 99"/>
                <a:gd name="T61" fmla="*/ 44 h 99"/>
                <a:gd name="T62" fmla="*/ 60 w 99"/>
                <a:gd name="T63" fmla="*/ 46 h 99"/>
                <a:gd name="T64" fmla="*/ 65 w 99"/>
                <a:gd name="T65" fmla="*/ 50 h 99"/>
                <a:gd name="T66" fmla="*/ 69 w 99"/>
                <a:gd name="T67" fmla="*/ 55 h 99"/>
                <a:gd name="T68" fmla="*/ 70 w 99"/>
                <a:gd name="T69" fmla="*/ 61 h 99"/>
                <a:gd name="T70" fmla="*/ 65 w 99"/>
                <a:gd name="T71" fmla="*/ 74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9" h="99">
                  <a:moveTo>
                    <a:pt x="50" y="0"/>
                  </a:moveTo>
                  <a:cubicBezTo>
                    <a:pt x="22" y="0"/>
                    <a:pt x="0" y="22"/>
                    <a:pt x="0" y="49"/>
                  </a:cubicBezTo>
                  <a:cubicBezTo>
                    <a:pt x="0" y="77"/>
                    <a:pt x="22" y="99"/>
                    <a:pt x="50" y="99"/>
                  </a:cubicBezTo>
                  <a:cubicBezTo>
                    <a:pt x="77" y="99"/>
                    <a:pt x="99" y="77"/>
                    <a:pt x="99" y="49"/>
                  </a:cubicBezTo>
                  <a:cubicBezTo>
                    <a:pt x="99" y="22"/>
                    <a:pt x="77" y="0"/>
                    <a:pt x="50" y="0"/>
                  </a:cubicBezTo>
                  <a:close/>
                  <a:moveTo>
                    <a:pt x="65" y="74"/>
                  </a:moveTo>
                  <a:cubicBezTo>
                    <a:pt x="62" y="78"/>
                    <a:pt x="58" y="79"/>
                    <a:pt x="52" y="80"/>
                  </a:cubicBezTo>
                  <a:cubicBezTo>
                    <a:pt x="52" y="87"/>
                    <a:pt x="52" y="87"/>
                    <a:pt x="52" y="87"/>
                  </a:cubicBezTo>
                  <a:cubicBezTo>
                    <a:pt x="48" y="87"/>
                    <a:pt x="48" y="87"/>
                    <a:pt x="48" y="87"/>
                  </a:cubicBezTo>
                  <a:cubicBezTo>
                    <a:pt x="48" y="80"/>
                    <a:pt x="48" y="80"/>
                    <a:pt x="48" y="80"/>
                  </a:cubicBezTo>
                  <a:cubicBezTo>
                    <a:pt x="44" y="79"/>
                    <a:pt x="41" y="79"/>
                    <a:pt x="39" y="77"/>
                  </a:cubicBezTo>
                  <a:cubicBezTo>
                    <a:pt x="37" y="76"/>
                    <a:pt x="35" y="74"/>
                    <a:pt x="33" y="72"/>
                  </a:cubicBezTo>
                  <a:cubicBezTo>
                    <a:pt x="31" y="69"/>
                    <a:pt x="30" y="66"/>
                    <a:pt x="30" y="62"/>
                  </a:cubicBezTo>
                  <a:cubicBezTo>
                    <a:pt x="38" y="60"/>
                    <a:pt x="38" y="60"/>
                    <a:pt x="38" y="60"/>
                  </a:cubicBezTo>
                  <a:cubicBezTo>
                    <a:pt x="38" y="64"/>
                    <a:pt x="39" y="67"/>
                    <a:pt x="41" y="69"/>
                  </a:cubicBezTo>
                  <a:cubicBezTo>
                    <a:pt x="43" y="72"/>
                    <a:pt x="45" y="73"/>
                    <a:pt x="48" y="74"/>
                  </a:cubicBezTo>
                  <a:cubicBezTo>
                    <a:pt x="48" y="50"/>
                    <a:pt x="48" y="50"/>
                    <a:pt x="48" y="50"/>
                  </a:cubicBezTo>
                  <a:cubicBezTo>
                    <a:pt x="45" y="49"/>
                    <a:pt x="42" y="48"/>
                    <a:pt x="39" y="47"/>
                  </a:cubicBezTo>
                  <a:cubicBezTo>
                    <a:pt x="36" y="45"/>
                    <a:pt x="35" y="43"/>
                    <a:pt x="33" y="41"/>
                  </a:cubicBezTo>
                  <a:cubicBezTo>
                    <a:pt x="32" y="39"/>
                    <a:pt x="31" y="36"/>
                    <a:pt x="31" y="33"/>
                  </a:cubicBezTo>
                  <a:cubicBezTo>
                    <a:pt x="31" y="28"/>
                    <a:pt x="33" y="24"/>
                    <a:pt x="37" y="20"/>
                  </a:cubicBezTo>
                  <a:cubicBezTo>
                    <a:pt x="39" y="18"/>
                    <a:pt x="43" y="17"/>
                    <a:pt x="48" y="16"/>
                  </a:cubicBezTo>
                  <a:cubicBezTo>
                    <a:pt x="48" y="13"/>
                    <a:pt x="48" y="13"/>
                    <a:pt x="48" y="13"/>
                  </a:cubicBezTo>
                  <a:cubicBezTo>
                    <a:pt x="52" y="13"/>
                    <a:pt x="52" y="13"/>
                    <a:pt x="52" y="13"/>
                  </a:cubicBezTo>
                  <a:cubicBezTo>
                    <a:pt x="52" y="16"/>
                    <a:pt x="52" y="16"/>
                    <a:pt x="52" y="16"/>
                  </a:cubicBezTo>
                  <a:cubicBezTo>
                    <a:pt x="57" y="17"/>
                    <a:pt x="60" y="18"/>
                    <a:pt x="63" y="20"/>
                  </a:cubicBezTo>
                  <a:cubicBezTo>
                    <a:pt x="66" y="23"/>
                    <a:pt x="68" y="26"/>
                    <a:pt x="68" y="31"/>
                  </a:cubicBezTo>
                  <a:cubicBezTo>
                    <a:pt x="61" y="32"/>
                    <a:pt x="61" y="32"/>
                    <a:pt x="61" y="32"/>
                  </a:cubicBezTo>
                  <a:cubicBezTo>
                    <a:pt x="60" y="29"/>
                    <a:pt x="59" y="27"/>
                    <a:pt x="58" y="26"/>
                  </a:cubicBezTo>
                  <a:cubicBezTo>
                    <a:pt x="57" y="24"/>
                    <a:pt x="55" y="23"/>
                    <a:pt x="52" y="23"/>
                  </a:cubicBezTo>
                  <a:cubicBezTo>
                    <a:pt x="52" y="44"/>
                    <a:pt x="52" y="44"/>
                    <a:pt x="52" y="44"/>
                  </a:cubicBezTo>
                  <a:cubicBezTo>
                    <a:pt x="56" y="45"/>
                    <a:pt x="59" y="46"/>
                    <a:pt x="60" y="46"/>
                  </a:cubicBezTo>
                  <a:cubicBezTo>
                    <a:pt x="62" y="47"/>
                    <a:pt x="64" y="48"/>
                    <a:pt x="65" y="50"/>
                  </a:cubicBezTo>
                  <a:cubicBezTo>
                    <a:pt x="67" y="51"/>
                    <a:pt x="68" y="53"/>
                    <a:pt x="69" y="55"/>
                  </a:cubicBezTo>
                  <a:cubicBezTo>
                    <a:pt x="70" y="57"/>
                    <a:pt x="70" y="59"/>
                    <a:pt x="70" y="61"/>
                  </a:cubicBezTo>
                  <a:cubicBezTo>
                    <a:pt x="70" y="67"/>
                    <a:pt x="68" y="71"/>
                    <a:pt x="65"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Freeform 503"/>
            <p:cNvSpPr>
              <a:spLocks/>
            </p:cNvSpPr>
            <p:nvPr/>
          </p:nvSpPr>
          <p:spPr bwMode="auto">
            <a:xfrm>
              <a:off x="6844726" y="5315895"/>
              <a:ext cx="15552" cy="36288"/>
            </a:xfrm>
            <a:custGeom>
              <a:avLst/>
              <a:gdLst>
                <a:gd name="T0" fmla="*/ 0 w 9"/>
                <a:gd name="T1" fmla="*/ 11 h 21"/>
                <a:gd name="T2" fmla="*/ 2 w 9"/>
                <a:gd name="T3" fmla="*/ 17 h 21"/>
                <a:gd name="T4" fmla="*/ 9 w 9"/>
                <a:gd name="T5" fmla="*/ 21 h 21"/>
                <a:gd name="T6" fmla="*/ 9 w 9"/>
                <a:gd name="T7" fmla="*/ 0 h 21"/>
                <a:gd name="T8" fmla="*/ 2 w 9"/>
                <a:gd name="T9" fmla="*/ 4 h 21"/>
                <a:gd name="T10" fmla="*/ 0 w 9"/>
                <a:gd name="T11" fmla="*/ 11 h 21"/>
              </a:gdLst>
              <a:ahLst/>
              <a:cxnLst>
                <a:cxn ang="0">
                  <a:pos x="T0" y="T1"/>
                </a:cxn>
                <a:cxn ang="0">
                  <a:pos x="T2" y="T3"/>
                </a:cxn>
                <a:cxn ang="0">
                  <a:pos x="T4" y="T5"/>
                </a:cxn>
                <a:cxn ang="0">
                  <a:pos x="T6" y="T7"/>
                </a:cxn>
                <a:cxn ang="0">
                  <a:pos x="T8" y="T9"/>
                </a:cxn>
                <a:cxn ang="0">
                  <a:pos x="T10" y="T11"/>
                </a:cxn>
              </a:cxnLst>
              <a:rect l="0" t="0" r="r" b="b"/>
              <a:pathLst>
                <a:path w="9" h="21">
                  <a:moveTo>
                    <a:pt x="0" y="11"/>
                  </a:moveTo>
                  <a:cubicBezTo>
                    <a:pt x="0" y="13"/>
                    <a:pt x="0" y="15"/>
                    <a:pt x="2" y="17"/>
                  </a:cubicBezTo>
                  <a:cubicBezTo>
                    <a:pt x="3" y="19"/>
                    <a:pt x="6" y="20"/>
                    <a:pt x="9" y="21"/>
                  </a:cubicBezTo>
                  <a:cubicBezTo>
                    <a:pt x="9" y="0"/>
                    <a:pt x="9" y="0"/>
                    <a:pt x="9" y="0"/>
                  </a:cubicBezTo>
                  <a:cubicBezTo>
                    <a:pt x="6" y="1"/>
                    <a:pt x="4" y="2"/>
                    <a:pt x="2" y="4"/>
                  </a:cubicBezTo>
                  <a:cubicBezTo>
                    <a:pt x="1" y="6"/>
                    <a:pt x="0" y="8"/>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Freeform 504"/>
            <p:cNvSpPr>
              <a:spLocks noEditPoints="1"/>
            </p:cNvSpPr>
            <p:nvPr/>
          </p:nvSpPr>
          <p:spPr bwMode="auto">
            <a:xfrm>
              <a:off x="6649954" y="5215917"/>
              <a:ext cx="432499" cy="369550"/>
            </a:xfrm>
            <a:custGeom>
              <a:avLst/>
              <a:gdLst>
                <a:gd name="T0" fmla="*/ 165 w 247"/>
                <a:gd name="T1" fmla="*/ 0 h 211"/>
                <a:gd name="T2" fmla="*/ 82 w 247"/>
                <a:gd name="T3" fmla="*/ 0 h 211"/>
                <a:gd name="T4" fmla="*/ 0 w 247"/>
                <a:gd name="T5" fmla="*/ 82 h 211"/>
                <a:gd name="T6" fmla="*/ 0 w 247"/>
                <a:gd name="T7" fmla="*/ 86 h 211"/>
                <a:gd name="T8" fmla="*/ 61 w 247"/>
                <a:gd name="T9" fmla="*/ 165 h 211"/>
                <a:gd name="T10" fmla="*/ 58 w 247"/>
                <a:gd name="T11" fmla="*/ 211 h 211"/>
                <a:gd name="T12" fmla="*/ 107 w 247"/>
                <a:gd name="T13" fmla="*/ 168 h 211"/>
                <a:gd name="T14" fmla="*/ 165 w 247"/>
                <a:gd name="T15" fmla="*/ 168 h 211"/>
                <a:gd name="T16" fmla="*/ 247 w 247"/>
                <a:gd name="T17" fmla="*/ 86 h 211"/>
                <a:gd name="T18" fmla="*/ 247 w 247"/>
                <a:gd name="T19" fmla="*/ 82 h 211"/>
                <a:gd name="T20" fmla="*/ 165 w 247"/>
                <a:gd name="T21" fmla="*/ 0 h 211"/>
                <a:gd name="T22" fmla="*/ 122 w 247"/>
                <a:gd name="T23" fmla="*/ 147 h 211"/>
                <a:gd name="T24" fmla="*/ 59 w 247"/>
                <a:gd name="T25" fmla="*/ 84 h 211"/>
                <a:gd name="T26" fmla="*/ 122 w 247"/>
                <a:gd name="T27" fmla="*/ 22 h 211"/>
                <a:gd name="T28" fmla="*/ 184 w 247"/>
                <a:gd name="T29" fmla="*/ 84 h 211"/>
                <a:gd name="T30" fmla="*/ 122 w 247"/>
                <a:gd name="T31" fmla="*/ 14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7" h="211">
                  <a:moveTo>
                    <a:pt x="165" y="0"/>
                  </a:moveTo>
                  <a:cubicBezTo>
                    <a:pt x="82" y="0"/>
                    <a:pt x="82" y="0"/>
                    <a:pt x="82" y="0"/>
                  </a:cubicBezTo>
                  <a:cubicBezTo>
                    <a:pt x="37" y="0"/>
                    <a:pt x="0" y="37"/>
                    <a:pt x="0" y="82"/>
                  </a:cubicBezTo>
                  <a:cubicBezTo>
                    <a:pt x="0" y="86"/>
                    <a:pt x="0" y="86"/>
                    <a:pt x="0" y="86"/>
                  </a:cubicBezTo>
                  <a:cubicBezTo>
                    <a:pt x="0" y="124"/>
                    <a:pt x="26" y="156"/>
                    <a:pt x="61" y="165"/>
                  </a:cubicBezTo>
                  <a:cubicBezTo>
                    <a:pt x="58" y="211"/>
                    <a:pt x="58" y="211"/>
                    <a:pt x="58" y="211"/>
                  </a:cubicBezTo>
                  <a:cubicBezTo>
                    <a:pt x="107" y="168"/>
                    <a:pt x="107" y="168"/>
                    <a:pt x="107" y="168"/>
                  </a:cubicBezTo>
                  <a:cubicBezTo>
                    <a:pt x="165" y="168"/>
                    <a:pt x="165" y="168"/>
                    <a:pt x="165" y="168"/>
                  </a:cubicBezTo>
                  <a:cubicBezTo>
                    <a:pt x="211" y="168"/>
                    <a:pt x="247" y="131"/>
                    <a:pt x="247" y="86"/>
                  </a:cubicBezTo>
                  <a:cubicBezTo>
                    <a:pt x="247" y="82"/>
                    <a:pt x="247" y="82"/>
                    <a:pt x="247" y="82"/>
                  </a:cubicBezTo>
                  <a:cubicBezTo>
                    <a:pt x="247" y="37"/>
                    <a:pt x="211" y="0"/>
                    <a:pt x="165" y="0"/>
                  </a:cubicBezTo>
                  <a:close/>
                  <a:moveTo>
                    <a:pt x="122" y="147"/>
                  </a:moveTo>
                  <a:cubicBezTo>
                    <a:pt x="87" y="147"/>
                    <a:pt x="59" y="119"/>
                    <a:pt x="59" y="84"/>
                  </a:cubicBezTo>
                  <a:cubicBezTo>
                    <a:pt x="59" y="50"/>
                    <a:pt x="87" y="22"/>
                    <a:pt x="122" y="22"/>
                  </a:cubicBezTo>
                  <a:cubicBezTo>
                    <a:pt x="156" y="22"/>
                    <a:pt x="184" y="50"/>
                    <a:pt x="184" y="84"/>
                  </a:cubicBezTo>
                  <a:cubicBezTo>
                    <a:pt x="184" y="119"/>
                    <a:pt x="156" y="147"/>
                    <a:pt x="122" y="1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528"/>
            <p:cNvSpPr>
              <a:spLocks/>
            </p:cNvSpPr>
            <p:nvPr/>
          </p:nvSpPr>
          <p:spPr bwMode="auto">
            <a:xfrm>
              <a:off x="6725493" y="4091716"/>
              <a:ext cx="94794" cy="94794"/>
            </a:xfrm>
            <a:custGeom>
              <a:avLst/>
              <a:gdLst>
                <a:gd name="T0" fmla="*/ 28 w 54"/>
                <a:gd name="T1" fmla="*/ 53 h 54"/>
                <a:gd name="T2" fmla="*/ 54 w 54"/>
                <a:gd name="T3" fmla="*/ 26 h 54"/>
                <a:gd name="T4" fmla="*/ 26 w 54"/>
                <a:gd name="T5" fmla="*/ 1 h 54"/>
                <a:gd name="T6" fmla="*/ 1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2" y="1"/>
                    <a:pt x="0" y="14"/>
                    <a:pt x="1"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529"/>
            <p:cNvSpPr>
              <a:spLocks/>
            </p:cNvSpPr>
            <p:nvPr/>
          </p:nvSpPr>
          <p:spPr bwMode="auto">
            <a:xfrm>
              <a:off x="6679577" y="4191694"/>
              <a:ext cx="187367" cy="134786"/>
            </a:xfrm>
            <a:custGeom>
              <a:avLst/>
              <a:gdLst>
                <a:gd name="T0" fmla="*/ 82 w 107"/>
                <a:gd name="T1" fmla="*/ 0 h 77"/>
                <a:gd name="T2" fmla="*/ 55 w 107"/>
                <a:gd name="T3" fmla="*/ 31 h 77"/>
                <a:gd name="T4" fmla="*/ 25 w 107"/>
                <a:gd name="T5" fmla="*/ 1 h 77"/>
                <a:gd name="T6" fmla="*/ 1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5" y="31"/>
                    <a:pt x="55" y="31"/>
                    <a:pt x="55" y="31"/>
                  </a:cubicBezTo>
                  <a:cubicBezTo>
                    <a:pt x="25" y="1"/>
                    <a:pt x="25" y="1"/>
                    <a:pt x="25" y="1"/>
                  </a:cubicBezTo>
                  <a:cubicBezTo>
                    <a:pt x="8" y="8"/>
                    <a:pt x="0" y="18"/>
                    <a:pt x="1" y="34"/>
                  </a:cubicBezTo>
                  <a:cubicBezTo>
                    <a:pt x="2" y="77"/>
                    <a:pt x="2" y="77"/>
                    <a:pt x="2" y="77"/>
                  </a:cubicBezTo>
                  <a:cubicBezTo>
                    <a:pt x="107" y="77"/>
                    <a:pt x="107" y="77"/>
                    <a:pt x="107" y="77"/>
                  </a:cubicBezTo>
                  <a:cubicBezTo>
                    <a:pt x="105" y="31"/>
                    <a:pt x="105" y="31"/>
                    <a:pt x="105" y="31"/>
                  </a:cubicBezTo>
                  <a:cubicBezTo>
                    <a:pt x="105" y="15"/>
                    <a:pt x="99"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Freeform 530"/>
            <p:cNvSpPr>
              <a:spLocks/>
            </p:cNvSpPr>
            <p:nvPr/>
          </p:nvSpPr>
          <p:spPr bwMode="auto">
            <a:xfrm>
              <a:off x="6895086" y="4095418"/>
              <a:ext cx="139970" cy="136267"/>
            </a:xfrm>
            <a:custGeom>
              <a:avLst/>
              <a:gdLst>
                <a:gd name="T0" fmla="*/ 41 w 80"/>
                <a:gd name="T1" fmla="*/ 78 h 78"/>
                <a:gd name="T2" fmla="*/ 79 w 80"/>
                <a:gd name="T3" fmla="*/ 38 h 78"/>
                <a:gd name="T4" fmla="*/ 38 w 80"/>
                <a:gd name="T5" fmla="*/ 0 h 78"/>
                <a:gd name="T6" fmla="*/ 0 w 80"/>
                <a:gd name="T7" fmla="*/ 40 h 78"/>
                <a:gd name="T8" fmla="*/ 41 w 80"/>
                <a:gd name="T9" fmla="*/ 78 h 78"/>
              </a:gdLst>
              <a:ahLst/>
              <a:cxnLst>
                <a:cxn ang="0">
                  <a:pos x="T0" y="T1"/>
                </a:cxn>
                <a:cxn ang="0">
                  <a:pos x="T2" y="T3"/>
                </a:cxn>
                <a:cxn ang="0">
                  <a:pos x="T4" y="T5"/>
                </a:cxn>
                <a:cxn ang="0">
                  <a:pos x="T6" y="T7"/>
                </a:cxn>
                <a:cxn ang="0">
                  <a:pos x="T8" y="T9"/>
                </a:cxn>
              </a:cxnLst>
              <a:rect l="0" t="0" r="r" b="b"/>
              <a:pathLst>
                <a:path w="80" h="78">
                  <a:moveTo>
                    <a:pt x="41" y="78"/>
                  </a:moveTo>
                  <a:cubicBezTo>
                    <a:pt x="63" y="77"/>
                    <a:pt x="80" y="59"/>
                    <a:pt x="79" y="38"/>
                  </a:cubicBezTo>
                  <a:cubicBezTo>
                    <a:pt x="78" y="16"/>
                    <a:pt x="60" y="0"/>
                    <a:pt x="38" y="0"/>
                  </a:cubicBezTo>
                  <a:cubicBezTo>
                    <a:pt x="17" y="1"/>
                    <a:pt x="0" y="19"/>
                    <a:pt x="0" y="40"/>
                  </a:cubicBezTo>
                  <a:cubicBezTo>
                    <a:pt x="1" y="62"/>
                    <a:pt x="19" y="78"/>
                    <a:pt x="41"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Freeform 531"/>
            <p:cNvSpPr>
              <a:spLocks/>
            </p:cNvSpPr>
            <p:nvPr/>
          </p:nvSpPr>
          <p:spPr bwMode="auto">
            <a:xfrm>
              <a:off x="6826952" y="4238351"/>
              <a:ext cx="276977" cy="203660"/>
            </a:xfrm>
            <a:custGeom>
              <a:avLst/>
              <a:gdLst>
                <a:gd name="T0" fmla="*/ 121 w 158"/>
                <a:gd name="T1" fmla="*/ 1 h 116"/>
                <a:gd name="T2" fmla="*/ 156 w 158"/>
                <a:gd name="T3" fmla="*/ 47 h 116"/>
                <a:gd name="T4" fmla="*/ 158 w 158"/>
                <a:gd name="T5" fmla="*/ 116 h 116"/>
                <a:gd name="T6" fmla="*/ 3 w 158"/>
                <a:gd name="T7" fmla="*/ 116 h 116"/>
                <a:gd name="T8" fmla="*/ 1 w 158"/>
                <a:gd name="T9" fmla="*/ 52 h 116"/>
                <a:gd name="T10" fmla="*/ 38 w 158"/>
                <a:gd name="T11" fmla="*/ 3 h 116"/>
                <a:gd name="T12" fmla="*/ 57 w 158"/>
                <a:gd name="T13" fmla="*/ 0 h 116"/>
                <a:gd name="T14" fmla="*/ 77 w 158"/>
                <a:gd name="T15" fmla="*/ 22 h 116"/>
                <a:gd name="T16" fmla="*/ 67 w 158"/>
                <a:gd name="T17" fmla="*/ 114 h 116"/>
                <a:gd name="T18" fmla="*/ 101 w 158"/>
                <a:gd name="T19" fmla="*/ 115 h 116"/>
                <a:gd name="T20" fmla="*/ 85 w 158"/>
                <a:gd name="T21" fmla="*/ 22 h 116"/>
                <a:gd name="T22" fmla="*/ 103 w 158"/>
                <a:gd name="T23" fmla="*/ 1 h 116"/>
                <a:gd name="T24" fmla="*/ 121 w 158"/>
                <a:gd name="T25" fmla="*/ 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16">
                  <a:moveTo>
                    <a:pt x="121" y="1"/>
                  </a:moveTo>
                  <a:cubicBezTo>
                    <a:pt x="146" y="11"/>
                    <a:pt x="155" y="24"/>
                    <a:pt x="156" y="47"/>
                  </a:cubicBezTo>
                  <a:cubicBezTo>
                    <a:pt x="158" y="116"/>
                    <a:pt x="158" y="116"/>
                    <a:pt x="158" y="116"/>
                  </a:cubicBezTo>
                  <a:cubicBezTo>
                    <a:pt x="3" y="116"/>
                    <a:pt x="3" y="116"/>
                    <a:pt x="3" y="116"/>
                  </a:cubicBezTo>
                  <a:cubicBezTo>
                    <a:pt x="1" y="52"/>
                    <a:pt x="1" y="52"/>
                    <a:pt x="1" y="52"/>
                  </a:cubicBezTo>
                  <a:cubicBezTo>
                    <a:pt x="0" y="28"/>
                    <a:pt x="11" y="13"/>
                    <a:pt x="38" y="3"/>
                  </a:cubicBezTo>
                  <a:cubicBezTo>
                    <a:pt x="57" y="0"/>
                    <a:pt x="57" y="0"/>
                    <a:pt x="57" y="0"/>
                  </a:cubicBezTo>
                  <a:cubicBezTo>
                    <a:pt x="57" y="0"/>
                    <a:pt x="78" y="20"/>
                    <a:pt x="77" y="22"/>
                  </a:cubicBezTo>
                  <a:cubicBezTo>
                    <a:pt x="76" y="24"/>
                    <a:pt x="67" y="114"/>
                    <a:pt x="67" y="114"/>
                  </a:cubicBezTo>
                  <a:cubicBezTo>
                    <a:pt x="101" y="115"/>
                    <a:pt x="101" y="115"/>
                    <a:pt x="101" y="115"/>
                  </a:cubicBezTo>
                  <a:cubicBezTo>
                    <a:pt x="85" y="22"/>
                    <a:pt x="85" y="22"/>
                    <a:pt x="85" y="22"/>
                  </a:cubicBezTo>
                  <a:cubicBezTo>
                    <a:pt x="103" y="1"/>
                    <a:pt x="103" y="1"/>
                    <a:pt x="103" y="1"/>
                  </a:cubicBezTo>
                  <a:lnTo>
                    <a:pt x="12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Freeform 532"/>
            <p:cNvSpPr>
              <a:spLocks/>
            </p:cNvSpPr>
            <p:nvPr/>
          </p:nvSpPr>
          <p:spPr bwMode="auto">
            <a:xfrm>
              <a:off x="7115779" y="4091716"/>
              <a:ext cx="94794" cy="94794"/>
            </a:xfrm>
            <a:custGeom>
              <a:avLst/>
              <a:gdLst>
                <a:gd name="T0" fmla="*/ 28 w 54"/>
                <a:gd name="T1" fmla="*/ 53 h 54"/>
                <a:gd name="T2" fmla="*/ 54 w 54"/>
                <a:gd name="T3" fmla="*/ 26 h 54"/>
                <a:gd name="T4" fmla="*/ 26 w 54"/>
                <a:gd name="T5" fmla="*/ 1 h 54"/>
                <a:gd name="T6" fmla="*/ 0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1" y="1"/>
                    <a:pt x="0" y="14"/>
                    <a:pt x="0"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Freeform 533"/>
            <p:cNvSpPr>
              <a:spLocks/>
            </p:cNvSpPr>
            <p:nvPr/>
          </p:nvSpPr>
          <p:spPr bwMode="auto">
            <a:xfrm>
              <a:off x="7070603" y="4191694"/>
              <a:ext cx="187367" cy="134786"/>
            </a:xfrm>
            <a:custGeom>
              <a:avLst/>
              <a:gdLst>
                <a:gd name="T0" fmla="*/ 82 w 107"/>
                <a:gd name="T1" fmla="*/ 0 h 77"/>
                <a:gd name="T2" fmla="*/ 54 w 107"/>
                <a:gd name="T3" fmla="*/ 31 h 77"/>
                <a:gd name="T4" fmla="*/ 25 w 107"/>
                <a:gd name="T5" fmla="*/ 1 h 77"/>
                <a:gd name="T6" fmla="*/ 0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4" y="31"/>
                    <a:pt x="54" y="31"/>
                    <a:pt x="54" y="31"/>
                  </a:cubicBezTo>
                  <a:cubicBezTo>
                    <a:pt x="25" y="1"/>
                    <a:pt x="25" y="1"/>
                    <a:pt x="25" y="1"/>
                  </a:cubicBezTo>
                  <a:cubicBezTo>
                    <a:pt x="7" y="8"/>
                    <a:pt x="0" y="18"/>
                    <a:pt x="0" y="34"/>
                  </a:cubicBezTo>
                  <a:cubicBezTo>
                    <a:pt x="2" y="77"/>
                    <a:pt x="2" y="77"/>
                    <a:pt x="2" y="77"/>
                  </a:cubicBezTo>
                  <a:cubicBezTo>
                    <a:pt x="107" y="77"/>
                    <a:pt x="107" y="77"/>
                    <a:pt x="107" y="77"/>
                  </a:cubicBezTo>
                  <a:cubicBezTo>
                    <a:pt x="105" y="31"/>
                    <a:pt x="105" y="31"/>
                    <a:pt x="105" y="31"/>
                  </a:cubicBezTo>
                  <a:cubicBezTo>
                    <a:pt x="104" y="15"/>
                    <a:pt x="98"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Freeform 539"/>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Freeform 540"/>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3" name="矩形 2"/>
          <p:cNvSpPr/>
          <p:nvPr/>
        </p:nvSpPr>
        <p:spPr>
          <a:xfrm>
            <a:off x="3322321" y="987574"/>
            <a:ext cx="5472608" cy="303127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a:lnSpc>
                <a:spcPct val="125000"/>
              </a:lnSpc>
            </a:pPr>
            <a:r>
              <a:rPr lang="zh-CN" altLang="en-US" sz="1400" b="1" dirty="0">
                <a:solidFill>
                  <a:prstClr val="black"/>
                </a:solidFill>
              </a:rPr>
              <a:t> </a:t>
            </a:r>
            <a:r>
              <a:rPr lang="zh-CN" altLang="en-US" sz="1400" b="1" dirty="0" smtClean="0">
                <a:solidFill>
                  <a:prstClr val="black"/>
                </a:solidFill>
              </a:rPr>
              <a:t>     </a:t>
            </a:r>
            <a:r>
              <a:rPr lang="en-US" altLang="zh-CN" sz="1400" b="1" dirty="0" smtClean="0">
                <a:solidFill>
                  <a:prstClr val="black"/>
                </a:solidFill>
              </a:rPr>
              <a:t>//</a:t>
            </a:r>
            <a:r>
              <a:rPr lang="zh-CN" altLang="en-US" sz="1400" b="1" dirty="0">
                <a:solidFill>
                  <a:prstClr val="black"/>
                </a:solidFill>
              </a:rPr>
              <a:t>初始化定时器</a:t>
            </a:r>
            <a:r>
              <a:rPr lang="en-US" altLang="zh-CN" sz="1400" b="1" dirty="0">
                <a:solidFill>
                  <a:prstClr val="black"/>
                </a:solidFill>
              </a:rPr>
              <a:t>TIM3</a:t>
            </a:r>
            <a:r>
              <a:rPr lang="zh-CN" altLang="en-US" sz="1400" b="1" dirty="0">
                <a:solidFill>
                  <a:prstClr val="black"/>
                </a:solidFill>
              </a:rPr>
              <a:t>通道</a:t>
            </a:r>
            <a:r>
              <a:rPr lang="en-US" altLang="zh-CN" sz="1400" b="1" dirty="0">
                <a:solidFill>
                  <a:prstClr val="black"/>
                </a:solidFill>
              </a:rPr>
              <a:t>2 PWM</a:t>
            </a:r>
            <a:r>
              <a:rPr lang="zh-CN" altLang="en-US" sz="1400" b="1" dirty="0">
                <a:solidFill>
                  <a:prstClr val="black"/>
                </a:solidFill>
              </a:rPr>
              <a:t>模式 </a:t>
            </a:r>
          </a:p>
          <a:p>
            <a:pPr lvl="0">
              <a:lnSpc>
                <a:spcPct val="125000"/>
              </a:lnSpc>
            </a:pPr>
            <a:r>
              <a:rPr lang="en-US" altLang="zh-CN" sz="1400" b="1" dirty="0" err="1">
                <a:solidFill>
                  <a:prstClr val="black"/>
                </a:solidFill>
              </a:rPr>
              <a:t>TIM_OCInitTypeDef</a:t>
            </a:r>
            <a:r>
              <a:rPr lang="en-US" altLang="zh-CN" sz="1400" b="1" dirty="0">
                <a:solidFill>
                  <a:prstClr val="black"/>
                </a:solidFill>
              </a:rPr>
              <a:t>  </a:t>
            </a:r>
            <a:r>
              <a:rPr lang="en-US" altLang="zh-CN" sz="1400" b="1" dirty="0" err="1">
                <a:solidFill>
                  <a:prstClr val="black"/>
                </a:solidFill>
              </a:rPr>
              <a:t>TIM_OCInitStructure</a:t>
            </a:r>
            <a:r>
              <a:rPr lang="en-US" altLang="zh-CN" sz="1400" b="1" dirty="0">
                <a:solidFill>
                  <a:prstClr val="black"/>
                </a:solidFill>
              </a:rPr>
              <a:t>;</a:t>
            </a:r>
          </a:p>
          <a:p>
            <a:pPr lvl="0">
              <a:lnSpc>
                <a:spcPct val="125000"/>
              </a:lnSpc>
            </a:pPr>
            <a:r>
              <a:rPr lang="en-US" altLang="zh-CN" sz="1400" b="1" dirty="0" err="1" smtClean="0">
                <a:solidFill>
                  <a:prstClr val="black"/>
                </a:solidFill>
              </a:rPr>
              <a:t>TIM_OCInitStructure.TIM_OCMode</a:t>
            </a:r>
            <a:r>
              <a:rPr lang="en-US" altLang="zh-CN" sz="1400" b="1" dirty="0" smtClean="0">
                <a:solidFill>
                  <a:prstClr val="black"/>
                </a:solidFill>
              </a:rPr>
              <a:t> </a:t>
            </a:r>
            <a:r>
              <a:rPr lang="en-US" altLang="zh-CN" sz="1400" b="1" dirty="0">
                <a:solidFill>
                  <a:prstClr val="black"/>
                </a:solidFill>
              </a:rPr>
              <a:t>= TIM_OCMode_PWM2; </a:t>
            </a:r>
            <a:endParaRPr lang="en-US" altLang="zh-CN" sz="1400" b="1" dirty="0" smtClean="0">
              <a:solidFill>
                <a:prstClr val="black"/>
              </a:solidFill>
            </a:endParaRPr>
          </a:p>
          <a:p>
            <a:pPr lvl="0">
              <a:lnSpc>
                <a:spcPct val="125000"/>
              </a:lnSpc>
            </a:pPr>
            <a:r>
              <a:rPr lang="en-US" altLang="zh-CN" sz="1400" b="1" dirty="0">
                <a:solidFill>
                  <a:prstClr val="black"/>
                </a:solidFill>
              </a:rPr>
              <a:t> </a:t>
            </a:r>
            <a:r>
              <a:rPr lang="en-US" altLang="zh-CN" sz="1400" b="1" dirty="0" smtClean="0">
                <a:solidFill>
                  <a:prstClr val="black"/>
                </a:solidFill>
              </a:rPr>
              <a:t>      //</a:t>
            </a:r>
            <a:r>
              <a:rPr lang="zh-CN" altLang="en-US" sz="1400" b="1" dirty="0">
                <a:solidFill>
                  <a:prstClr val="black"/>
                </a:solidFill>
              </a:rPr>
              <a:t>设置定时器模式：</a:t>
            </a:r>
            <a:r>
              <a:rPr lang="en-US" altLang="zh-CN" sz="1400" b="1" dirty="0">
                <a:solidFill>
                  <a:prstClr val="black"/>
                </a:solidFill>
              </a:rPr>
              <a:t>PWM2</a:t>
            </a:r>
            <a:r>
              <a:rPr lang="zh-CN" altLang="en-US" sz="1400" b="1" dirty="0">
                <a:solidFill>
                  <a:prstClr val="black"/>
                </a:solidFill>
              </a:rPr>
              <a:t>模式</a:t>
            </a:r>
          </a:p>
          <a:p>
            <a:pPr lvl="0">
              <a:lnSpc>
                <a:spcPct val="125000"/>
              </a:lnSpc>
            </a:pPr>
            <a:r>
              <a:rPr lang="zh-CN" altLang="en-US" sz="1400" b="1" dirty="0">
                <a:solidFill>
                  <a:prstClr val="black"/>
                </a:solidFill>
              </a:rPr>
              <a:t> </a:t>
            </a:r>
            <a:r>
              <a:rPr lang="en-US" altLang="zh-CN" sz="1400" b="1" dirty="0" err="1" smtClean="0">
                <a:solidFill>
                  <a:prstClr val="black"/>
                </a:solidFill>
              </a:rPr>
              <a:t>TIM_OCInitStructure.TIM_OutputState</a:t>
            </a:r>
            <a:r>
              <a:rPr lang="en-US" altLang="zh-CN" sz="1400" b="1" dirty="0" smtClean="0">
                <a:solidFill>
                  <a:prstClr val="black"/>
                </a:solidFill>
              </a:rPr>
              <a:t> </a:t>
            </a:r>
            <a:r>
              <a:rPr lang="en-US" altLang="zh-CN" sz="1400" b="1" dirty="0">
                <a:solidFill>
                  <a:prstClr val="black"/>
                </a:solidFill>
              </a:rPr>
              <a:t>= </a:t>
            </a:r>
            <a:r>
              <a:rPr lang="en-US" altLang="zh-CN" sz="1400" b="1" dirty="0" err="1">
                <a:solidFill>
                  <a:prstClr val="black"/>
                </a:solidFill>
              </a:rPr>
              <a:t>TIM_OutputState_Enable</a:t>
            </a:r>
            <a:r>
              <a:rPr lang="en-US" altLang="zh-CN" sz="1400" b="1" dirty="0" smtClean="0">
                <a:solidFill>
                  <a:prstClr val="black"/>
                </a:solidFill>
              </a:rPr>
              <a:t>;</a:t>
            </a:r>
          </a:p>
          <a:p>
            <a:pPr lvl="0">
              <a:lnSpc>
                <a:spcPct val="125000"/>
              </a:lnSpc>
            </a:pPr>
            <a:r>
              <a:rPr lang="en-US" altLang="zh-CN" sz="1400" b="1" dirty="0">
                <a:solidFill>
                  <a:prstClr val="black"/>
                </a:solidFill>
              </a:rPr>
              <a:t> </a:t>
            </a:r>
            <a:r>
              <a:rPr lang="en-US" altLang="zh-CN" sz="1400" b="1" dirty="0" smtClean="0">
                <a:solidFill>
                  <a:prstClr val="black"/>
                </a:solidFill>
              </a:rPr>
              <a:t>      </a:t>
            </a:r>
            <a:r>
              <a:rPr lang="en-US" altLang="zh-CN" sz="1400" b="1" dirty="0">
                <a:solidFill>
                  <a:prstClr val="black"/>
                </a:solidFill>
              </a:rPr>
              <a:t>//</a:t>
            </a:r>
            <a:r>
              <a:rPr lang="zh-CN" altLang="en-US" sz="1400" b="1" dirty="0">
                <a:solidFill>
                  <a:prstClr val="black"/>
                </a:solidFill>
              </a:rPr>
              <a:t>比较输出使能</a:t>
            </a:r>
          </a:p>
          <a:p>
            <a:pPr lvl="0">
              <a:lnSpc>
                <a:spcPct val="125000"/>
              </a:lnSpc>
            </a:pPr>
            <a:r>
              <a:rPr lang="en-US" altLang="zh-CN" sz="1400" b="1" dirty="0" err="1" smtClean="0">
                <a:solidFill>
                  <a:prstClr val="black"/>
                </a:solidFill>
              </a:rPr>
              <a:t>TIM_OCInitStructure.TIM_OCPolarity</a:t>
            </a:r>
            <a:r>
              <a:rPr lang="en-US" altLang="zh-CN" sz="1400" b="1" dirty="0" smtClean="0">
                <a:solidFill>
                  <a:prstClr val="black"/>
                </a:solidFill>
              </a:rPr>
              <a:t> </a:t>
            </a:r>
            <a:r>
              <a:rPr lang="en-US" altLang="zh-CN" sz="1400" b="1" dirty="0">
                <a:solidFill>
                  <a:prstClr val="black"/>
                </a:solidFill>
              </a:rPr>
              <a:t>= </a:t>
            </a:r>
            <a:r>
              <a:rPr lang="en-US" altLang="zh-CN" sz="1400" b="1" dirty="0" err="1">
                <a:solidFill>
                  <a:prstClr val="black"/>
                </a:solidFill>
              </a:rPr>
              <a:t>TIM_OCPolarity_High</a:t>
            </a:r>
            <a:r>
              <a:rPr lang="en-US" altLang="zh-CN" sz="1400" b="1" dirty="0" smtClean="0">
                <a:solidFill>
                  <a:prstClr val="black"/>
                </a:solidFill>
              </a:rPr>
              <a:t>;</a:t>
            </a:r>
          </a:p>
          <a:p>
            <a:pPr lvl="0">
              <a:lnSpc>
                <a:spcPct val="125000"/>
              </a:lnSpc>
            </a:pPr>
            <a:r>
              <a:rPr lang="en-US" altLang="zh-CN" sz="1400" b="1" dirty="0">
                <a:solidFill>
                  <a:prstClr val="black"/>
                </a:solidFill>
              </a:rPr>
              <a:t> </a:t>
            </a:r>
            <a:r>
              <a:rPr lang="en-US" altLang="zh-CN" sz="1400" b="1" dirty="0" smtClean="0">
                <a:solidFill>
                  <a:prstClr val="black"/>
                </a:solidFill>
              </a:rPr>
              <a:t>      </a:t>
            </a:r>
            <a:r>
              <a:rPr lang="en-US" altLang="zh-CN" sz="1400" b="1" dirty="0">
                <a:solidFill>
                  <a:prstClr val="black"/>
                </a:solidFill>
              </a:rPr>
              <a:t>//</a:t>
            </a:r>
            <a:r>
              <a:rPr lang="zh-CN" altLang="en-US" sz="1400" b="1" dirty="0">
                <a:solidFill>
                  <a:prstClr val="black"/>
                </a:solidFill>
              </a:rPr>
              <a:t>设置输出极性</a:t>
            </a:r>
          </a:p>
          <a:p>
            <a:pPr lvl="0">
              <a:lnSpc>
                <a:spcPct val="125000"/>
              </a:lnSpc>
            </a:pPr>
            <a:r>
              <a:rPr lang="en-US" altLang="zh-CN" sz="1400" b="1" dirty="0" smtClean="0">
                <a:solidFill>
                  <a:prstClr val="black"/>
                </a:solidFill>
              </a:rPr>
              <a:t>TIM_OC2Init(TIM3</a:t>
            </a:r>
            <a:r>
              <a:rPr lang="en-US" altLang="zh-CN" sz="1400" b="1" dirty="0">
                <a:solidFill>
                  <a:prstClr val="black"/>
                </a:solidFill>
              </a:rPr>
              <a:t>, &amp;</a:t>
            </a:r>
            <a:r>
              <a:rPr lang="en-US" altLang="zh-CN" sz="1400" b="1" dirty="0" err="1">
                <a:solidFill>
                  <a:prstClr val="black"/>
                </a:solidFill>
              </a:rPr>
              <a:t>TIM_OCInitStructure</a:t>
            </a:r>
            <a:r>
              <a:rPr lang="en-US" altLang="zh-CN" sz="1400" b="1" dirty="0">
                <a:solidFill>
                  <a:prstClr val="black"/>
                </a:solidFill>
              </a:rPr>
              <a:t>);  //</a:t>
            </a:r>
            <a:r>
              <a:rPr lang="zh-CN" altLang="en-US" sz="1400" b="1" dirty="0">
                <a:solidFill>
                  <a:prstClr val="black"/>
                </a:solidFill>
              </a:rPr>
              <a:t>初始化</a:t>
            </a:r>
            <a:r>
              <a:rPr lang="en-US" altLang="zh-CN" sz="1400" b="1" dirty="0">
                <a:solidFill>
                  <a:prstClr val="black"/>
                </a:solidFill>
              </a:rPr>
              <a:t>TIM3 OC2</a:t>
            </a:r>
          </a:p>
          <a:p>
            <a:pPr lvl="0">
              <a:lnSpc>
                <a:spcPct val="125000"/>
              </a:lnSpc>
            </a:pPr>
            <a:r>
              <a:rPr lang="en-US" altLang="zh-CN" sz="1400" b="1" dirty="0" smtClean="0">
                <a:solidFill>
                  <a:prstClr val="black"/>
                </a:solidFill>
              </a:rPr>
              <a:t>TIM_OC2PreloadConfig(TIM3</a:t>
            </a:r>
            <a:r>
              <a:rPr lang="en-US" altLang="zh-CN" sz="1400" b="1" dirty="0">
                <a:solidFill>
                  <a:prstClr val="black"/>
                </a:solidFill>
              </a:rPr>
              <a:t>, </a:t>
            </a:r>
            <a:r>
              <a:rPr lang="en-US" altLang="zh-CN" sz="1400" b="1" dirty="0" err="1">
                <a:solidFill>
                  <a:prstClr val="black"/>
                </a:solidFill>
              </a:rPr>
              <a:t>TIM_OCPreload_Enable</a:t>
            </a:r>
            <a:r>
              <a:rPr lang="en-US" altLang="zh-CN" sz="1400" b="1" dirty="0">
                <a:solidFill>
                  <a:prstClr val="black"/>
                </a:solidFill>
              </a:rPr>
              <a:t>);  </a:t>
            </a:r>
            <a:endParaRPr lang="en-US" altLang="zh-CN" sz="1400" b="1" dirty="0" smtClean="0">
              <a:solidFill>
                <a:prstClr val="black"/>
              </a:solidFill>
            </a:endParaRPr>
          </a:p>
          <a:p>
            <a:pPr lvl="0">
              <a:lnSpc>
                <a:spcPct val="125000"/>
              </a:lnSpc>
            </a:pPr>
            <a:r>
              <a:rPr lang="en-US" altLang="zh-CN" sz="1400" b="1" dirty="0">
                <a:solidFill>
                  <a:prstClr val="black"/>
                </a:solidFill>
              </a:rPr>
              <a:t> </a:t>
            </a:r>
            <a:r>
              <a:rPr lang="en-US" altLang="zh-CN" sz="1400" b="1" dirty="0" smtClean="0">
                <a:solidFill>
                  <a:prstClr val="black"/>
                </a:solidFill>
              </a:rPr>
              <a:t>      //</a:t>
            </a:r>
            <a:r>
              <a:rPr lang="zh-CN" altLang="en-US" sz="1400" b="1" dirty="0">
                <a:solidFill>
                  <a:prstClr val="black"/>
                </a:solidFill>
              </a:rPr>
              <a:t>使能</a:t>
            </a:r>
            <a:r>
              <a:rPr lang="en-US" altLang="zh-CN" sz="1400" b="1" dirty="0">
                <a:solidFill>
                  <a:prstClr val="black"/>
                </a:solidFill>
              </a:rPr>
              <a:t>TIM3</a:t>
            </a:r>
            <a:r>
              <a:rPr lang="zh-CN" altLang="en-US" sz="1400" b="1" dirty="0">
                <a:solidFill>
                  <a:prstClr val="black"/>
                </a:solidFill>
              </a:rPr>
              <a:t>在</a:t>
            </a:r>
            <a:r>
              <a:rPr lang="en-US" altLang="zh-CN" sz="1400" b="1" dirty="0">
                <a:solidFill>
                  <a:prstClr val="black"/>
                </a:solidFill>
              </a:rPr>
              <a:t>CCR2</a:t>
            </a:r>
            <a:r>
              <a:rPr lang="zh-CN" altLang="en-US" sz="1400" b="1" dirty="0">
                <a:solidFill>
                  <a:prstClr val="black"/>
                </a:solidFill>
              </a:rPr>
              <a:t>上的预装载寄存器</a:t>
            </a:r>
            <a:endParaRPr lang="en-US" altLang="zh-CN" sz="1400" b="1" dirty="0">
              <a:solidFill>
                <a:prstClr val="black"/>
              </a:solidFill>
            </a:endParaRPr>
          </a:p>
        </p:txBody>
      </p:sp>
      <p:sp>
        <p:nvSpPr>
          <p:cNvPr id="32" name="矩形 31"/>
          <p:cNvSpPr/>
          <p:nvPr/>
        </p:nvSpPr>
        <p:spPr>
          <a:xfrm>
            <a:off x="683568" y="4212114"/>
            <a:ext cx="2323713" cy="369332"/>
          </a:xfrm>
          <a:prstGeom prst="rect">
            <a:avLst/>
          </a:prstGeom>
        </p:spPr>
        <p:txBody>
          <a:bodyPr wrap="square">
            <a:spAutoFit/>
          </a:bodyPr>
          <a:lstStyle/>
          <a:p>
            <a:r>
              <a:rPr lang="en-US" altLang="zh-CN" b="1" dirty="0">
                <a:solidFill>
                  <a:srgbClr val="C00000"/>
                </a:solidFill>
              </a:rPr>
              <a:t>4</a:t>
            </a:r>
            <a:r>
              <a:rPr lang="zh-CN" altLang="en-US" b="1" dirty="0">
                <a:solidFill>
                  <a:srgbClr val="C00000"/>
                </a:solidFill>
              </a:rPr>
              <a:t>．使能定时器</a:t>
            </a:r>
            <a:r>
              <a:rPr lang="en-US" altLang="zh-CN" b="1" dirty="0">
                <a:solidFill>
                  <a:srgbClr val="C00000"/>
                </a:solidFill>
              </a:rPr>
              <a:t>TIM3</a:t>
            </a:r>
            <a:endParaRPr lang="zh-CN" altLang="en-US" b="1" dirty="0">
              <a:solidFill>
                <a:srgbClr val="C00000"/>
              </a:solidFill>
            </a:endParaRPr>
          </a:p>
        </p:txBody>
      </p:sp>
      <p:sp>
        <p:nvSpPr>
          <p:cNvPr id="7" name="矩形 6"/>
          <p:cNvSpPr/>
          <p:nvPr/>
        </p:nvSpPr>
        <p:spPr>
          <a:xfrm>
            <a:off x="3322321" y="4257552"/>
            <a:ext cx="3514104" cy="338554"/>
          </a:xfrm>
          <a:prstGeom prst="rect">
            <a:avLst/>
          </a:prstGeom>
        </p:spPr>
        <p:style>
          <a:lnRef idx="2">
            <a:schemeClr val="accent4"/>
          </a:lnRef>
          <a:fillRef idx="1">
            <a:schemeClr val="lt1"/>
          </a:fillRef>
          <a:effectRef idx="0">
            <a:schemeClr val="accent4"/>
          </a:effectRef>
          <a:fontRef idx="minor">
            <a:schemeClr val="dk1"/>
          </a:fontRef>
        </p:style>
        <p:txBody>
          <a:bodyPr wrap="none">
            <a:spAutoFit/>
          </a:bodyPr>
          <a:lstStyle/>
          <a:p>
            <a:r>
              <a:rPr lang="en-GB" altLang="zh-CN" sz="1600" b="1" dirty="0" err="1"/>
              <a:t>TIM_Cmd</a:t>
            </a:r>
            <a:r>
              <a:rPr lang="en-GB" altLang="zh-CN" sz="1600" b="1" dirty="0"/>
              <a:t>(TIM3, ENABLE);  //</a:t>
            </a:r>
            <a:r>
              <a:rPr lang="zh-CN" altLang="en-US" sz="1600" b="1" dirty="0"/>
              <a:t>使能</a:t>
            </a:r>
            <a:r>
              <a:rPr lang="en-GB" altLang="zh-CN" sz="1600" b="1" dirty="0"/>
              <a:t>TIM3</a:t>
            </a:r>
            <a:endParaRPr lang="zh-CN" altLang="en-US" sz="1600" b="1" dirty="0"/>
          </a:p>
        </p:txBody>
      </p:sp>
    </p:spTree>
    <p:extLst>
      <p:ext uri="{BB962C8B-B14F-4D97-AF65-F5344CB8AC3E}">
        <p14:creationId xmlns:p14="http://schemas.microsoft.com/office/powerpoint/2010/main" val="2697356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483678"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379725" cy="461665"/>
          </a:xfrm>
          <a:prstGeom prst="rect">
            <a:avLst/>
          </a:prstGeom>
        </p:spPr>
        <p:txBody>
          <a:bodyPr wrap="none">
            <a:spAutoFit/>
          </a:bodyPr>
          <a:lstStyle/>
          <a:p>
            <a:r>
              <a:rPr lang="en-US" altLang="zh-CN" sz="2400" b="1" dirty="0">
                <a:solidFill>
                  <a:schemeClr val="bg1"/>
                </a:solidFill>
              </a:rPr>
              <a:t>9.3.3 PWM</a:t>
            </a:r>
            <a:r>
              <a:rPr lang="zh-CN" altLang="en-US" sz="2400" b="1" dirty="0">
                <a:solidFill>
                  <a:schemeClr val="bg1"/>
                </a:solidFill>
              </a:rPr>
              <a:t>标准外设库应用实例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719572" y="1583135"/>
            <a:ext cx="2731411" cy="2516073"/>
          </a:xfrm>
          <a:prstGeom prst="rect">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b="1" dirty="0">
                <a:solidFill>
                  <a:srgbClr val="FF0000"/>
                </a:solidFill>
              </a:rPr>
              <a:t>功能描述：</a:t>
            </a:r>
            <a:r>
              <a:rPr lang="zh-CN" altLang="en-US" b="1" dirty="0">
                <a:solidFill>
                  <a:prstClr val="black"/>
                </a:solidFill>
              </a:rPr>
              <a:t>基于</a:t>
            </a:r>
            <a:r>
              <a:rPr lang="en-US" altLang="zh-CN" b="1" dirty="0">
                <a:solidFill>
                  <a:prstClr val="black"/>
                </a:solidFill>
              </a:rPr>
              <a:t>PWM</a:t>
            </a:r>
            <a:r>
              <a:rPr lang="zh-CN" altLang="en-US" b="1" dirty="0">
                <a:solidFill>
                  <a:prstClr val="black"/>
                </a:solidFill>
              </a:rPr>
              <a:t>的呼吸灯。使用通用定时器</a:t>
            </a:r>
            <a:r>
              <a:rPr lang="en-US" altLang="zh-CN" b="1" dirty="0">
                <a:solidFill>
                  <a:prstClr val="black"/>
                </a:solidFill>
              </a:rPr>
              <a:t>TIM3</a:t>
            </a:r>
            <a:r>
              <a:rPr lang="zh-CN" altLang="en-US" b="1" dirty="0">
                <a:solidFill>
                  <a:prstClr val="black"/>
                </a:solidFill>
              </a:rPr>
              <a:t>产生</a:t>
            </a:r>
            <a:r>
              <a:rPr lang="en-US" altLang="zh-CN" b="1" dirty="0">
                <a:solidFill>
                  <a:prstClr val="black"/>
                </a:solidFill>
              </a:rPr>
              <a:t>PWM</a:t>
            </a:r>
            <a:r>
              <a:rPr lang="zh-CN" altLang="en-US" b="1" dirty="0">
                <a:solidFill>
                  <a:prstClr val="black"/>
                </a:solidFill>
              </a:rPr>
              <a:t>信号，输出占空比可变的</a:t>
            </a:r>
            <a:r>
              <a:rPr lang="en-US" altLang="zh-CN" b="1" dirty="0">
                <a:solidFill>
                  <a:prstClr val="black"/>
                </a:solidFill>
              </a:rPr>
              <a:t>PWM</a:t>
            </a:r>
            <a:r>
              <a:rPr lang="zh-CN" altLang="en-US" b="1" dirty="0">
                <a:solidFill>
                  <a:prstClr val="black"/>
                </a:solidFill>
              </a:rPr>
              <a:t>波，用于驱动</a:t>
            </a:r>
            <a:r>
              <a:rPr lang="en-US" altLang="zh-CN" b="1" dirty="0">
                <a:solidFill>
                  <a:prstClr val="black"/>
                </a:solidFill>
              </a:rPr>
              <a:t>LED</a:t>
            </a:r>
            <a:r>
              <a:rPr lang="zh-CN" altLang="en-US" b="1" dirty="0">
                <a:solidFill>
                  <a:prstClr val="black"/>
                </a:solidFill>
              </a:rPr>
              <a:t>灯，使</a:t>
            </a:r>
            <a:r>
              <a:rPr lang="en-US" altLang="zh-CN" b="1" dirty="0">
                <a:solidFill>
                  <a:prstClr val="black"/>
                </a:solidFill>
              </a:rPr>
              <a:t>LED</a:t>
            </a:r>
            <a:r>
              <a:rPr lang="zh-CN" altLang="en-US" b="1" dirty="0">
                <a:solidFill>
                  <a:prstClr val="black"/>
                </a:solidFill>
              </a:rPr>
              <a:t>亮度由暗变亮，又从亮变暗，如此循环。。</a:t>
            </a:r>
            <a:endParaRPr lang="zh-CN" altLang="en-US" b="1" dirty="0"/>
          </a:p>
        </p:txBody>
      </p:sp>
      <p:graphicFrame>
        <p:nvGraphicFramePr>
          <p:cNvPr id="9" name="图示 8"/>
          <p:cNvGraphicFramePr/>
          <p:nvPr>
            <p:extLst>
              <p:ext uri="{D42A27DB-BD31-4B8C-83A1-F6EECF244321}">
                <p14:modId xmlns:p14="http://schemas.microsoft.com/office/powerpoint/2010/main" val="150126721"/>
              </p:ext>
            </p:extLst>
          </p:nvPr>
        </p:nvGraphicFramePr>
        <p:xfrm>
          <a:off x="3923928" y="1203598"/>
          <a:ext cx="4680520" cy="28373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5955229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483678"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379725" cy="461665"/>
          </a:xfrm>
          <a:prstGeom prst="rect">
            <a:avLst/>
          </a:prstGeom>
        </p:spPr>
        <p:txBody>
          <a:bodyPr wrap="none">
            <a:spAutoFit/>
          </a:bodyPr>
          <a:lstStyle/>
          <a:p>
            <a:r>
              <a:rPr lang="en-US" altLang="zh-CN" sz="2400" b="1" dirty="0">
                <a:solidFill>
                  <a:schemeClr val="bg1"/>
                </a:solidFill>
              </a:rPr>
              <a:t>9.3.3 PWM</a:t>
            </a:r>
            <a:r>
              <a:rPr lang="zh-CN" altLang="en-US" sz="2400" b="1" dirty="0">
                <a:solidFill>
                  <a:schemeClr val="bg1"/>
                </a:solidFill>
              </a:rPr>
              <a:t>标准外设库应用实例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矩形 7"/>
          <p:cNvSpPr/>
          <p:nvPr/>
        </p:nvSpPr>
        <p:spPr>
          <a:xfrm>
            <a:off x="4968044" y="406865"/>
            <a:ext cx="2412268" cy="369332"/>
          </a:xfrm>
          <a:prstGeom prst="rect">
            <a:avLst/>
          </a:prstGeom>
        </p:spPr>
        <p:txBody>
          <a:bodyPr wrap="square">
            <a:spAutoFit/>
          </a:bodyPr>
          <a:lstStyle/>
          <a:p>
            <a:r>
              <a:rPr lang="en-US" altLang="zh-CN" b="1" dirty="0">
                <a:solidFill>
                  <a:srgbClr val="C00000"/>
                </a:solidFill>
              </a:rPr>
              <a:t>1</a:t>
            </a:r>
            <a:r>
              <a:rPr lang="zh-CN" altLang="en-US" b="1" dirty="0">
                <a:solidFill>
                  <a:srgbClr val="C00000"/>
                </a:solidFill>
              </a:rPr>
              <a:t>．主程序</a:t>
            </a:r>
            <a:r>
              <a:rPr lang="en-US" altLang="zh-CN" b="1" dirty="0" err="1">
                <a:solidFill>
                  <a:srgbClr val="C00000"/>
                </a:solidFill>
              </a:rPr>
              <a:t>main.c</a:t>
            </a:r>
            <a:r>
              <a:rPr lang="zh-CN" altLang="en-US" b="1" dirty="0">
                <a:solidFill>
                  <a:srgbClr val="C00000"/>
                </a:solidFill>
              </a:rPr>
              <a:t>文件</a:t>
            </a:r>
          </a:p>
        </p:txBody>
      </p:sp>
      <p:grpSp>
        <p:nvGrpSpPr>
          <p:cNvPr id="10" name="Group 61"/>
          <p:cNvGrpSpPr/>
          <p:nvPr/>
        </p:nvGrpSpPr>
        <p:grpSpPr>
          <a:xfrm>
            <a:off x="124196" y="3832758"/>
            <a:ext cx="1221203" cy="1075561"/>
            <a:chOff x="4958468" y="3328177"/>
            <a:chExt cx="2986020" cy="2997870"/>
          </a:xfrm>
          <a:solidFill>
            <a:schemeClr val="accent5">
              <a:lumMod val="20000"/>
              <a:lumOff val="80000"/>
            </a:schemeClr>
          </a:solidFill>
        </p:grpSpPr>
        <p:sp>
          <p:nvSpPr>
            <p:cNvPr id="11" name="Freeform 491"/>
            <p:cNvSpPr>
              <a:spLocks noEditPoints="1"/>
            </p:cNvSpPr>
            <p:nvPr/>
          </p:nvSpPr>
          <p:spPr bwMode="auto">
            <a:xfrm>
              <a:off x="4958468" y="3328177"/>
              <a:ext cx="2986020" cy="2997870"/>
            </a:xfrm>
            <a:custGeom>
              <a:avLst/>
              <a:gdLst>
                <a:gd name="T0" fmla="*/ 1407 w 1705"/>
                <a:gd name="T1" fmla="*/ 204 h 1712"/>
                <a:gd name="T2" fmla="*/ 1345 w 1705"/>
                <a:gd name="T3" fmla="*/ 201 h 1712"/>
                <a:gd name="T4" fmla="*/ 1229 w 1705"/>
                <a:gd name="T5" fmla="*/ 290 h 1712"/>
                <a:gd name="T6" fmla="*/ 1107 w 1705"/>
                <a:gd name="T7" fmla="*/ 310 h 1712"/>
                <a:gd name="T8" fmla="*/ 1012 w 1705"/>
                <a:gd name="T9" fmla="*/ 230 h 1712"/>
                <a:gd name="T10" fmla="*/ 986 w 1705"/>
                <a:gd name="T11" fmla="*/ 40 h 1712"/>
                <a:gd name="T12" fmla="*/ 946 w 1705"/>
                <a:gd name="T13" fmla="*/ 0 h 1712"/>
                <a:gd name="T14" fmla="*/ 777 w 1705"/>
                <a:gd name="T15" fmla="*/ 0 h 1712"/>
                <a:gd name="T16" fmla="*/ 728 w 1705"/>
                <a:gd name="T17" fmla="*/ 54 h 1712"/>
                <a:gd name="T18" fmla="*/ 702 w 1705"/>
                <a:gd name="T19" fmla="*/ 227 h 1712"/>
                <a:gd name="T20" fmla="*/ 628 w 1705"/>
                <a:gd name="T21" fmla="*/ 299 h 1712"/>
                <a:gd name="T22" fmla="*/ 537 w 1705"/>
                <a:gd name="T23" fmla="*/ 313 h 1712"/>
                <a:gd name="T24" fmla="*/ 365 w 1705"/>
                <a:gd name="T25" fmla="*/ 184 h 1712"/>
                <a:gd name="T26" fmla="*/ 312 w 1705"/>
                <a:gd name="T27" fmla="*/ 187 h 1712"/>
                <a:gd name="T28" fmla="*/ 193 w 1705"/>
                <a:gd name="T29" fmla="*/ 307 h 1712"/>
                <a:gd name="T30" fmla="*/ 193 w 1705"/>
                <a:gd name="T31" fmla="*/ 367 h 1712"/>
                <a:gd name="T32" fmla="*/ 314 w 1705"/>
                <a:gd name="T33" fmla="*/ 525 h 1712"/>
                <a:gd name="T34" fmla="*/ 304 w 1705"/>
                <a:gd name="T35" fmla="*/ 607 h 1712"/>
                <a:gd name="T36" fmla="*/ 241 w 1705"/>
                <a:gd name="T37" fmla="*/ 696 h 1712"/>
                <a:gd name="T38" fmla="*/ 46 w 1705"/>
                <a:gd name="T39" fmla="*/ 720 h 1712"/>
                <a:gd name="T40" fmla="*/ 4 w 1705"/>
                <a:gd name="T41" fmla="*/ 755 h 1712"/>
                <a:gd name="T42" fmla="*/ 0 w 1705"/>
                <a:gd name="T43" fmla="*/ 936 h 1712"/>
                <a:gd name="T44" fmla="*/ 51 w 1705"/>
                <a:gd name="T45" fmla="*/ 986 h 1712"/>
                <a:gd name="T46" fmla="*/ 217 w 1705"/>
                <a:gd name="T47" fmla="*/ 1012 h 1712"/>
                <a:gd name="T48" fmla="*/ 298 w 1705"/>
                <a:gd name="T49" fmla="*/ 1089 h 1712"/>
                <a:gd name="T50" fmla="*/ 300 w 1705"/>
                <a:gd name="T51" fmla="*/ 1189 h 1712"/>
                <a:gd name="T52" fmla="*/ 190 w 1705"/>
                <a:gd name="T53" fmla="*/ 1322 h 1712"/>
                <a:gd name="T54" fmla="*/ 194 w 1705"/>
                <a:gd name="T55" fmla="*/ 1407 h 1712"/>
                <a:gd name="T56" fmla="*/ 297 w 1705"/>
                <a:gd name="T57" fmla="*/ 1514 h 1712"/>
                <a:gd name="T58" fmla="*/ 372 w 1705"/>
                <a:gd name="T59" fmla="*/ 1515 h 1712"/>
                <a:gd name="T60" fmla="*/ 505 w 1705"/>
                <a:gd name="T61" fmla="*/ 1417 h 1712"/>
                <a:gd name="T62" fmla="*/ 623 w 1705"/>
                <a:gd name="T63" fmla="*/ 1421 h 1712"/>
                <a:gd name="T64" fmla="*/ 693 w 1705"/>
                <a:gd name="T65" fmla="*/ 1490 h 1712"/>
                <a:gd name="T66" fmla="*/ 716 w 1705"/>
                <a:gd name="T67" fmla="*/ 1655 h 1712"/>
                <a:gd name="T68" fmla="*/ 771 w 1705"/>
                <a:gd name="T69" fmla="*/ 1712 h 1712"/>
                <a:gd name="T70" fmla="*/ 922 w 1705"/>
                <a:gd name="T71" fmla="*/ 1712 h 1712"/>
                <a:gd name="T72" fmla="*/ 980 w 1705"/>
                <a:gd name="T73" fmla="*/ 1663 h 1712"/>
                <a:gd name="T74" fmla="*/ 1007 w 1705"/>
                <a:gd name="T75" fmla="*/ 1486 h 1712"/>
                <a:gd name="T76" fmla="*/ 1103 w 1705"/>
                <a:gd name="T77" fmla="*/ 1408 h 1712"/>
                <a:gd name="T78" fmla="*/ 1194 w 1705"/>
                <a:gd name="T79" fmla="*/ 1422 h 1712"/>
                <a:gd name="T80" fmla="*/ 1324 w 1705"/>
                <a:gd name="T81" fmla="*/ 1523 h 1712"/>
                <a:gd name="T82" fmla="*/ 1393 w 1705"/>
                <a:gd name="T83" fmla="*/ 1521 h 1712"/>
                <a:gd name="T84" fmla="*/ 1505 w 1705"/>
                <a:gd name="T85" fmla="*/ 1410 h 1712"/>
                <a:gd name="T86" fmla="*/ 1516 w 1705"/>
                <a:gd name="T87" fmla="*/ 1341 h 1712"/>
                <a:gd name="T88" fmla="*/ 1406 w 1705"/>
                <a:gd name="T89" fmla="*/ 1195 h 1712"/>
                <a:gd name="T90" fmla="*/ 1414 w 1705"/>
                <a:gd name="T91" fmla="*/ 1085 h 1712"/>
                <a:gd name="T92" fmla="*/ 1501 w 1705"/>
                <a:gd name="T93" fmla="*/ 1012 h 1712"/>
                <a:gd name="T94" fmla="*/ 1649 w 1705"/>
                <a:gd name="T95" fmla="*/ 995 h 1712"/>
                <a:gd name="T96" fmla="*/ 1701 w 1705"/>
                <a:gd name="T97" fmla="*/ 954 h 1712"/>
                <a:gd name="T98" fmla="*/ 1705 w 1705"/>
                <a:gd name="T99" fmla="*/ 778 h 1712"/>
                <a:gd name="T100" fmla="*/ 1662 w 1705"/>
                <a:gd name="T101" fmla="*/ 732 h 1712"/>
                <a:gd name="T102" fmla="*/ 1455 w 1705"/>
                <a:gd name="T103" fmla="*/ 692 h 1712"/>
                <a:gd name="T104" fmla="*/ 1404 w 1705"/>
                <a:gd name="T105" fmla="*/ 608 h 1712"/>
                <a:gd name="T106" fmla="*/ 1412 w 1705"/>
                <a:gd name="T107" fmla="*/ 517 h 1712"/>
                <a:gd name="T108" fmla="*/ 1504 w 1705"/>
                <a:gd name="T109" fmla="*/ 396 h 1712"/>
                <a:gd name="T110" fmla="*/ 1521 w 1705"/>
                <a:gd name="T111" fmla="*/ 332 h 1712"/>
                <a:gd name="T112" fmla="*/ 1407 w 1705"/>
                <a:gd name="T113" fmla="*/ 204 h 1712"/>
                <a:gd name="T114" fmla="*/ 996 w 1705"/>
                <a:gd name="T115" fmla="*/ 1003 h 1712"/>
                <a:gd name="T116" fmla="*/ 703 w 1705"/>
                <a:gd name="T117" fmla="*/ 1002 h 1712"/>
                <a:gd name="T118" fmla="*/ 705 w 1705"/>
                <a:gd name="T119" fmla="*/ 710 h 1712"/>
                <a:gd name="T120" fmla="*/ 997 w 1705"/>
                <a:gd name="T121" fmla="*/ 711 h 1712"/>
                <a:gd name="T122" fmla="*/ 996 w 1705"/>
                <a:gd name="T123" fmla="*/ 1003 h 1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5" h="1712">
                  <a:moveTo>
                    <a:pt x="1407" y="204"/>
                  </a:moveTo>
                  <a:cubicBezTo>
                    <a:pt x="1376" y="174"/>
                    <a:pt x="1345" y="201"/>
                    <a:pt x="1345" y="201"/>
                  </a:cubicBezTo>
                  <a:cubicBezTo>
                    <a:pt x="1345" y="201"/>
                    <a:pt x="1289" y="241"/>
                    <a:pt x="1229" y="290"/>
                  </a:cubicBezTo>
                  <a:cubicBezTo>
                    <a:pt x="1169" y="338"/>
                    <a:pt x="1107" y="310"/>
                    <a:pt x="1107" y="310"/>
                  </a:cubicBezTo>
                  <a:cubicBezTo>
                    <a:pt x="1015" y="289"/>
                    <a:pt x="1012" y="230"/>
                    <a:pt x="1012" y="230"/>
                  </a:cubicBezTo>
                  <a:cubicBezTo>
                    <a:pt x="986" y="40"/>
                    <a:pt x="986" y="40"/>
                    <a:pt x="986" y="40"/>
                  </a:cubicBezTo>
                  <a:cubicBezTo>
                    <a:pt x="980" y="1"/>
                    <a:pt x="946" y="0"/>
                    <a:pt x="946" y="0"/>
                  </a:cubicBezTo>
                  <a:cubicBezTo>
                    <a:pt x="777" y="0"/>
                    <a:pt x="777" y="0"/>
                    <a:pt x="777" y="0"/>
                  </a:cubicBezTo>
                  <a:cubicBezTo>
                    <a:pt x="730" y="2"/>
                    <a:pt x="728" y="54"/>
                    <a:pt x="728" y="54"/>
                  </a:cubicBezTo>
                  <a:cubicBezTo>
                    <a:pt x="702" y="227"/>
                    <a:pt x="702" y="227"/>
                    <a:pt x="702" y="227"/>
                  </a:cubicBezTo>
                  <a:cubicBezTo>
                    <a:pt x="696" y="258"/>
                    <a:pt x="628" y="299"/>
                    <a:pt x="628" y="299"/>
                  </a:cubicBezTo>
                  <a:cubicBezTo>
                    <a:pt x="589" y="322"/>
                    <a:pt x="537" y="313"/>
                    <a:pt x="537" y="313"/>
                  </a:cubicBezTo>
                  <a:cubicBezTo>
                    <a:pt x="365" y="184"/>
                    <a:pt x="365" y="184"/>
                    <a:pt x="365" y="184"/>
                  </a:cubicBezTo>
                  <a:cubicBezTo>
                    <a:pt x="342" y="166"/>
                    <a:pt x="312" y="187"/>
                    <a:pt x="312" y="187"/>
                  </a:cubicBezTo>
                  <a:cubicBezTo>
                    <a:pt x="193" y="307"/>
                    <a:pt x="193" y="307"/>
                    <a:pt x="193" y="307"/>
                  </a:cubicBezTo>
                  <a:cubicBezTo>
                    <a:pt x="165" y="336"/>
                    <a:pt x="193" y="367"/>
                    <a:pt x="193" y="367"/>
                  </a:cubicBezTo>
                  <a:cubicBezTo>
                    <a:pt x="199" y="374"/>
                    <a:pt x="314" y="525"/>
                    <a:pt x="314" y="525"/>
                  </a:cubicBezTo>
                  <a:cubicBezTo>
                    <a:pt x="322" y="545"/>
                    <a:pt x="304" y="607"/>
                    <a:pt x="304" y="607"/>
                  </a:cubicBezTo>
                  <a:cubicBezTo>
                    <a:pt x="292" y="669"/>
                    <a:pt x="241" y="696"/>
                    <a:pt x="241" y="696"/>
                  </a:cubicBezTo>
                  <a:cubicBezTo>
                    <a:pt x="46" y="720"/>
                    <a:pt x="46" y="720"/>
                    <a:pt x="46" y="720"/>
                  </a:cubicBezTo>
                  <a:cubicBezTo>
                    <a:pt x="16" y="720"/>
                    <a:pt x="4" y="755"/>
                    <a:pt x="4" y="755"/>
                  </a:cubicBezTo>
                  <a:cubicBezTo>
                    <a:pt x="0" y="936"/>
                    <a:pt x="0" y="936"/>
                    <a:pt x="0" y="936"/>
                  </a:cubicBezTo>
                  <a:cubicBezTo>
                    <a:pt x="2" y="977"/>
                    <a:pt x="51" y="986"/>
                    <a:pt x="51" y="986"/>
                  </a:cubicBezTo>
                  <a:cubicBezTo>
                    <a:pt x="217" y="1012"/>
                    <a:pt x="217" y="1012"/>
                    <a:pt x="217" y="1012"/>
                  </a:cubicBezTo>
                  <a:cubicBezTo>
                    <a:pt x="268" y="1014"/>
                    <a:pt x="298" y="1089"/>
                    <a:pt x="298" y="1089"/>
                  </a:cubicBezTo>
                  <a:cubicBezTo>
                    <a:pt x="321" y="1136"/>
                    <a:pt x="300" y="1189"/>
                    <a:pt x="300" y="1189"/>
                  </a:cubicBezTo>
                  <a:cubicBezTo>
                    <a:pt x="190" y="1322"/>
                    <a:pt x="190" y="1322"/>
                    <a:pt x="190" y="1322"/>
                  </a:cubicBezTo>
                  <a:cubicBezTo>
                    <a:pt x="152" y="1368"/>
                    <a:pt x="194" y="1407"/>
                    <a:pt x="194" y="1407"/>
                  </a:cubicBezTo>
                  <a:cubicBezTo>
                    <a:pt x="297" y="1514"/>
                    <a:pt x="297" y="1514"/>
                    <a:pt x="297" y="1514"/>
                  </a:cubicBezTo>
                  <a:cubicBezTo>
                    <a:pt x="335" y="1550"/>
                    <a:pt x="372" y="1515"/>
                    <a:pt x="372" y="1515"/>
                  </a:cubicBezTo>
                  <a:cubicBezTo>
                    <a:pt x="505" y="1417"/>
                    <a:pt x="505" y="1417"/>
                    <a:pt x="505" y="1417"/>
                  </a:cubicBezTo>
                  <a:cubicBezTo>
                    <a:pt x="551" y="1380"/>
                    <a:pt x="623" y="1421"/>
                    <a:pt x="623" y="1421"/>
                  </a:cubicBezTo>
                  <a:cubicBezTo>
                    <a:pt x="691" y="1446"/>
                    <a:pt x="693" y="1490"/>
                    <a:pt x="693" y="1490"/>
                  </a:cubicBezTo>
                  <a:cubicBezTo>
                    <a:pt x="716" y="1655"/>
                    <a:pt x="716" y="1655"/>
                    <a:pt x="716" y="1655"/>
                  </a:cubicBezTo>
                  <a:cubicBezTo>
                    <a:pt x="718" y="1709"/>
                    <a:pt x="771" y="1712"/>
                    <a:pt x="771" y="1712"/>
                  </a:cubicBezTo>
                  <a:cubicBezTo>
                    <a:pt x="922" y="1712"/>
                    <a:pt x="922" y="1712"/>
                    <a:pt x="922" y="1712"/>
                  </a:cubicBezTo>
                  <a:cubicBezTo>
                    <a:pt x="981" y="1703"/>
                    <a:pt x="980" y="1663"/>
                    <a:pt x="980" y="1663"/>
                  </a:cubicBezTo>
                  <a:cubicBezTo>
                    <a:pt x="1007" y="1486"/>
                    <a:pt x="1007" y="1486"/>
                    <a:pt x="1007" y="1486"/>
                  </a:cubicBezTo>
                  <a:cubicBezTo>
                    <a:pt x="1016" y="1422"/>
                    <a:pt x="1103" y="1408"/>
                    <a:pt x="1103" y="1408"/>
                  </a:cubicBezTo>
                  <a:cubicBezTo>
                    <a:pt x="1163" y="1387"/>
                    <a:pt x="1194" y="1422"/>
                    <a:pt x="1194" y="1422"/>
                  </a:cubicBezTo>
                  <a:cubicBezTo>
                    <a:pt x="1324" y="1523"/>
                    <a:pt x="1324" y="1523"/>
                    <a:pt x="1324" y="1523"/>
                  </a:cubicBezTo>
                  <a:cubicBezTo>
                    <a:pt x="1353" y="1549"/>
                    <a:pt x="1393" y="1521"/>
                    <a:pt x="1393" y="1521"/>
                  </a:cubicBezTo>
                  <a:cubicBezTo>
                    <a:pt x="1505" y="1410"/>
                    <a:pt x="1505" y="1410"/>
                    <a:pt x="1505" y="1410"/>
                  </a:cubicBezTo>
                  <a:cubicBezTo>
                    <a:pt x="1546" y="1372"/>
                    <a:pt x="1516" y="1341"/>
                    <a:pt x="1516" y="1341"/>
                  </a:cubicBezTo>
                  <a:cubicBezTo>
                    <a:pt x="1406" y="1195"/>
                    <a:pt x="1406" y="1195"/>
                    <a:pt x="1406" y="1195"/>
                  </a:cubicBezTo>
                  <a:cubicBezTo>
                    <a:pt x="1378" y="1154"/>
                    <a:pt x="1414" y="1085"/>
                    <a:pt x="1414" y="1085"/>
                  </a:cubicBezTo>
                  <a:cubicBezTo>
                    <a:pt x="1439" y="1013"/>
                    <a:pt x="1501" y="1012"/>
                    <a:pt x="1501" y="1012"/>
                  </a:cubicBezTo>
                  <a:cubicBezTo>
                    <a:pt x="1649" y="995"/>
                    <a:pt x="1649" y="995"/>
                    <a:pt x="1649" y="995"/>
                  </a:cubicBezTo>
                  <a:cubicBezTo>
                    <a:pt x="1688" y="998"/>
                    <a:pt x="1701" y="954"/>
                    <a:pt x="1701" y="954"/>
                  </a:cubicBezTo>
                  <a:cubicBezTo>
                    <a:pt x="1705" y="778"/>
                    <a:pt x="1705" y="778"/>
                    <a:pt x="1705" y="778"/>
                  </a:cubicBezTo>
                  <a:cubicBezTo>
                    <a:pt x="1700" y="733"/>
                    <a:pt x="1662" y="732"/>
                    <a:pt x="1662" y="732"/>
                  </a:cubicBezTo>
                  <a:cubicBezTo>
                    <a:pt x="1455" y="692"/>
                    <a:pt x="1455" y="692"/>
                    <a:pt x="1455" y="692"/>
                  </a:cubicBezTo>
                  <a:cubicBezTo>
                    <a:pt x="1420" y="683"/>
                    <a:pt x="1404" y="608"/>
                    <a:pt x="1404" y="608"/>
                  </a:cubicBezTo>
                  <a:cubicBezTo>
                    <a:pt x="1384" y="551"/>
                    <a:pt x="1412" y="517"/>
                    <a:pt x="1412" y="517"/>
                  </a:cubicBezTo>
                  <a:cubicBezTo>
                    <a:pt x="1504" y="396"/>
                    <a:pt x="1504" y="396"/>
                    <a:pt x="1504" y="396"/>
                  </a:cubicBezTo>
                  <a:cubicBezTo>
                    <a:pt x="1544" y="354"/>
                    <a:pt x="1521" y="332"/>
                    <a:pt x="1521" y="332"/>
                  </a:cubicBezTo>
                  <a:cubicBezTo>
                    <a:pt x="1521" y="332"/>
                    <a:pt x="1438" y="234"/>
                    <a:pt x="1407" y="204"/>
                  </a:cubicBezTo>
                  <a:close/>
                  <a:moveTo>
                    <a:pt x="996" y="1003"/>
                  </a:moveTo>
                  <a:cubicBezTo>
                    <a:pt x="915" y="1084"/>
                    <a:pt x="784" y="1083"/>
                    <a:pt x="703" y="1002"/>
                  </a:cubicBezTo>
                  <a:cubicBezTo>
                    <a:pt x="623" y="921"/>
                    <a:pt x="624" y="790"/>
                    <a:pt x="705" y="710"/>
                  </a:cubicBezTo>
                  <a:cubicBezTo>
                    <a:pt x="786" y="629"/>
                    <a:pt x="917" y="630"/>
                    <a:pt x="997" y="711"/>
                  </a:cubicBezTo>
                  <a:cubicBezTo>
                    <a:pt x="1077" y="792"/>
                    <a:pt x="1077" y="923"/>
                    <a:pt x="996" y="1003"/>
                  </a:cubicBezTo>
                  <a:close/>
                </a:path>
              </a:pathLst>
            </a:custGeom>
            <a:grpFill/>
            <a:ln>
              <a:noFill/>
            </a:ln>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Freeform 495"/>
            <p:cNvSpPr>
              <a:spLocks/>
            </p:cNvSpPr>
            <p:nvPr/>
          </p:nvSpPr>
          <p:spPr bwMode="auto">
            <a:xfrm>
              <a:off x="5791621" y="5558806"/>
              <a:ext cx="124417" cy="14071"/>
            </a:xfrm>
            <a:custGeom>
              <a:avLst/>
              <a:gdLst>
                <a:gd name="T0" fmla="*/ 68 w 71"/>
                <a:gd name="T1" fmla="*/ 0 h 8"/>
                <a:gd name="T2" fmla="*/ 2 w 71"/>
                <a:gd name="T3" fmla="*/ 0 h 8"/>
                <a:gd name="T4" fmla="*/ 0 w 71"/>
                <a:gd name="T5" fmla="*/ 4 h 8"/>
                <a:gd name="T6" fmla="*/ 4 w 71"/>
                <a:gd name="T7" fmla="*/ 7 h 8"/>
                <a:gd name="T8" fmla="*/ 8 w 71"/>
                <a:gd name="T9" fmla="*/ 7 h 8"/>
                <a:gd name="T10" fmla="*/ 8 w 71"/>
                <a:gd name="T11" fmla="*/ 7 h 8"/>
                <a:gd name="T12" fmla="*/ 62 w 71"/>
                <a:gd name="T13" fmla="*/ 7 h 8"/>
                <a:gd name="T14" fmla="*/ 68 w 71"/>
                <a:gd name="T15" fmla="*/ 7 h 8"/>
                <a:gd name="T16" fmla="*/ 71 w 71"/>
                <a:gd name="T17" fmla="*/ 4 h 8"/>
                <a:gd name="T18" fmla="*/ 68 w 71"/>
                <a:gd name="T19"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 h="8">
                  <a:moveTo>
                    <a:pt x="68" y="0"/>
                  </a:moveTo>
                  <a:cubicBezTo>
                    <a:pt x="2" y="0"/>
                    <a:pt x="2" y="0"/>
                    <a:pt x="2" y="0"/>
                  </a:cubicBezTo>
                  <a:cubicBezTo>
                    <a:pt x="2" y="0"/>
                    <a:pt x="0" y="0"/>
                    <a:pt x="0" y="4"/>
                  </a:cubicBezTo>
                  <a:cubicBezTo>
                    <a:pt x="0" y="8"/>
                    <a:pt x="4" y="7"/>
                    <a:pt x="4" y="7"/>
                  </a:cubicBezTo>
                  <a:cubicBezTo>
                    <a:pt x="8" y="7"/>
                    <a:pt x="8" y="7"/>
                    <a:pt x="8" y="7"/>
                  </a:cubicBezTo>
                  <a:cubicBezTo>
                    <a:pt x="8" y="7"/>
                    <a:pt x="8" y="7"/>
                    <a:pt x="8" y="7"/>
                  </a:cubicBezTo>
                  <a:cubicBezTo>
                    <a:pt x="62" y="7"/>
                    <a:pt x="62" y="7"/>
                    <a:pt x="62" y="7"/>
                  </a:cubicBezTo>
                  <a:cubicBezTo>
                    <a:pt x="68" y="7"/>
                    <a:pt x="68" y="7"/>
                    <a:pt x="68" y="7"/>
                  </a:cubicBezTo>
                  <a:cubicBezTo>
                    <a:pt x="68" y="7"/>
                    <a:pt x="71" y="6"/>
                    <a:pt x="71" y="4"/>
                  </a:cubicBezTo>
                  <a:cubicBezTo>
                    <a:pt x="71" y="1"/>
                    <a:pt x="68" y="0"/>
                    <a:pt x="6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Freeform 496"/>
            <p:cNvSpPr>
              <a:spLocks/>
            </p:cNvSpPr>
            <p:nvPr/>
          </p:nvSpPr>
          <p:spPr bwMode="auto">
            <a:xfrm>
              <a:off x="5784956" y="5539550"/>
              <a:ext cx="136267" cy="14071"/>
            </a:xfrm>
            <a:custGeom>
              <a:avLst/>
              <a:gdLst>
                <a:gd name="T0" fmla="*/ 75 w 78"/>
                <a:gd name="T1" fmla="*/ 0 h 8"/>
                <a:gd name="T2" fmla="*/ 3 w 78"/>
                <a:gd name="T3" fmla="*/ 0 h 8"/>
                <a:gd name="T4" fmla="*/ 0 w 78"/>
                <a:gd name="T5" fmla="*/ 4 h 8"/>
                <a:gd name="T6" fmla="*/ 6 w 78"/>
                <a:gd name="T7" fmla="*/ 7 h 8"/>
                <a:gd name="T8" fmla="*/ 72 w 78"/>
                <a:gd name="T9" fmla="*/ 7 h 8"/>
                <a:gd name="T10" fmla="*/ 75 w 78"/>
                <a:gd name="T11" fmla="*/ 7 h 8"/>
                <a:gd name="T12" fmla="*/ 78 w 78"/>
                <a:gd name="T13" fmla="*/ 3 h 8"/>
                <a:gd name="T14" fmla="*/ 75 w 7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8">
                  <a:moveTo>
                    <a:pt x="75" y="0"/>
                  </a:moveTo>
                  <a:cubicBezTo>
                    <a:pt x="3" y="0"/>
                    <a:pt x="3" y="0"/>
                    <a:pt x="3" y="0"/>
                  </a:cubicBezTo>
                  <a:cubicBezTo>
                    <a:pt x="3" y="0"/>
                    <a:pt x="0" y="0"/>
                    <a:pt x="0" y="4"/>
                  </a:cubicBezTo>
                  <a:cubicBezTo>
                    <a:pt x="0" y="8"/>
                    <a:pt x="6" y="7"/>
                    <a:pt x="6" y="7"/>
                  </a:cubicBezTo>
                  <a:cubicBezTo>
                    <a:pt x="72" y="7"/>
                    <a:pt x="72" y="7"/>
                    <a:pt x="72" y="7"/>
                  </a:cubicBezTo>
                  <a:cubicBezTo>
                    <a:pt x="75" y="7"/>
                    <a:pt x="75" y="7"/>
                    <a:pt x="75" y="7"/>
                  </a:cubicBezTo>
                  <a:cubicBezTo>
                    <a:pt x="75" y="7"/>
                    <a:pt x="78" y="7"/>
                    <a:pt x="78" y="3"/>
                  </a:cubicBezTo>
                  <a:cubicBezTo>
                    <a:pt x="78" y="0"/>
                    <a:pt x="75" y="0"/>
                    <a:pt x="7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497"/>
            <p:cNvSpPr>
              <a:spLocks/>
            </p:cNvSpPr>
            <p:nvPr/>
          </p:nvSpPr>
          <p:spPr bwMode="auto">
            <a:xfrm>
              <a:off x="5784956" y="5501040"/>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498"/>
            <p:cNvSpPr>
              <a:spLocks/>
            </p:cNvSpPr>
            <p:nvPr/>
          </p:nvSpPr>
          <p:spPr bwMode="auto">
            <a:xfrm>
              <a:off x="5784956" y="5520295"/>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Freeform 499"/>
            <p:cNvSpPr>
              <a:spLocks noEditPoints="1"/>
            </p:cNvSpPr>
            <p:nvPr/>
          </p:nvSpPr>
          <p:spPr bwMode="auto">
            <a:xfrm>
              <a:off x="5690161" y="5090018"/>
              <a:ext cx="324374" cy="402135"/>
            </a:xfrm>
            <a:custGeom>
              <a:avLst/>
              <a:gdLst>
                <a:gd name="T0" fmla="*/ 94 w 185"/>
                <a:gd name="T1" fmla="*/ 0 h 230"/>
                <a:gd name="T2" fmla="*/ 87 w 185"/>
                <a:gd name="T3" fmla="*/ 0 h 230"/>
                <a:gd name="T4" fmla="*/ 8 w 185"/>
                <a:gd name="T5" fmla="*/ 51 h 230"/>
                <a:gd name="T6" fmla="*/ 0 w 185"/>
                <a:gd name="T7" fmla="*/ 92 h 230"/>
                <a:gd name="T8" fmla="*/ 9 w 185"/>
                <a:gd name="T9" fmla="*/ 133 h 230"/>
                <a:gd name="T10" fmla="*/ 25 w 185"/>
                <a:gd name="T11" fmla="*/ 163 h 230"/>
                <a:gd name="T12" fmla="*/ 40 w 185"/>
                <a:gd name="T13" fmla="*/ 193 h 230"/>
                <a:gd name="T14" fmla="*/ 43 w 185"/>
                <a:gd name="T15" fmla="*/ 213 h 230"/>
                <a:gd name="T16" fmla="*/ 55 w 185"/>
                <a:gd name="T17" fmla="*/ 230 h 230"/>
                <a:gd name="T18" fmla="*/ 134 w 185"/>
                <a:gd name="T19" fmla="*/ 229 h 230"/>
                <a:gd name="T20" fmla="*/ 145 w 185"/>
                <a:gd name="T21" fmla="*/ 193 h 230"/>
                <a:gd name="T22" fmla="*/ 160 w 185"/>
                <a:gd name="T23" fmla="*/ 163 h 230"/>
                <a:gd name="T24" fmla="*/ 185 w 185"/>
                <a:gd name="T25" fmla="*/ 92 h 230"/>
                <a:gd name="T26" fmla="*/ 185 w 185"/>
                <a:gd name="T27" fmla="*/ 89 h 230"/>
                <a:gd name="T28" fmla="*/ 176 w 185"/>
                <a:gd name="T29" fmla="*/ 92 h 230"/>
                <a:gd name="T30" fmla="*/ 152 w 185"/>
                <a:gd name="T31" fmla="*/ 158 h 230"/>
                <a:gd name="T32" fmla="*/ 148 w 185"/>
                <a:gd name="T33" fmla="*/ 164 h 230"/>
                <a:gd name="T34" fmla="*/ 148 w 185"/>
                <a:gd name="T35" fmla="*/ 141 h 230"/>
                <a:gd name="T36" fmla="*/ 141 w 185"/>
                <a:gd name="T37" fmla="*/ 122 h 230"/>
                <a:gd name="T38" fmla="*/ 107 w 185"/>
                <a:gd name="T39" fmla="*/ 101 h 230"/>
                <a:gd name="T40" fmla="*/ 101 w 185"/>
                <a:gd name="T41" fmla="*/ 137 h 230"/>
                <a:gd name="T42" fmla="*/ 97 w 185"/>
                <a:gd name="T43" fmla="*/ 117 h 230"/>
                <a:gd name="T44" fmla="*/ 89 w 185"/>
                <a:gd name="T45" fmla="*/ 126 h 230"/>
                <a:gd name="T46" fmla="*/ 85 w 185"/>
                <a:gd name="T47" fmla="*/ 141 h 230"/>
                <a:gd name="T48" fmla="*/ 80 w 185"/>
                <a:gd name="T49" fmla="*/ 101 h 230"/>
                <a:gd name="T50" fmla="*/ 93 w 185"/>
                <a:gd name="T51" fmla="*/ 113 h 230"/>
                <a:gd name="T52" fmla="*/ 107 w 185"/>
                <a:gd name="T53" fmla="*/ 101 h 230"/>
                <a:gd name="T54" fmla="*/ 110 w 185"/>
                <a:gd name="T55" fmla="*/ 85 h 230"/>
                <a:gd name="T56" fmla="*/ 90 w 185"/>
                <a:gd name="T57" fmla="*/ 44 h 230"/>
                <a:gd name="T58" fmla="*/ 77 w 185"/>
                <a:gd name="T59" fmla="*/ 83 h 230"/>
                <a:gd name="T60" fmla="*/ 80 w 185"/>
                <a:gd name="T61" fmla="*/ 99 h 230"/>
                <a:gd name="T62" fmla="*/ 47 w 185"/>
                <a:gd name="T63" fmla="*/ 119 h 230"/>
                <a:gd name="T64" fmla="*/ 38 w 185"/>
                <a:gd name="T65" fmla="*/ 141 h 230"/>
                <a:gd name="T66" fmla="*/ 36 w 185"/>
                <a:gd name="T67" fmla="*/ 159 h 230"/>
                <a:gd name="T68" fmla="*/ 33 w 185"/>
                <a:gd name="T69" fmla="*/ 159 h 230"/>
                <a:gd name="T70" fmla="*/ 17 w 185"/>
                <a:gd name="T71" fmla="*/ 129 h 230"/>
                <a:gd name="T72" fmla="*/ 9 w 185"/>
                <a:gd name="T73" fmla="*/ 87 h 230"/>
                <a:gd name="T74" fmla="*/ 33 w 185"/>
                <a:gd name="T75" fmla="*/ 33 h 230"/>
                <a:gd name="T76" fmla="*/ 93 w 185"/>
                <a:gd name="T77" fmla="*/ 9 h 230"/>
                <a:gd name="T78" fmla="*/ 176 w 185"/>
                <a:gd name="T79" fmla="*/ 9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5" h="230">
                  <a:moveTo>
                    <a:pt x="158" y="26"/>
                  </a:moveTo>
                  <a:cubicBezTo>
                    <a:pt x="142" y="10"/>
                    <a:pt x="120" y="1"/>
                    <a:pt x="94" y="0"/>
                  </a:cubicBezTo>
                  <a:cubicBezTo>
                    <a:pt x="94" y="0"/>
                    <a:pt x="94" y="0"/>
                    <a:pt x="93" y="0"/>
                  </a:cubicBezTo>
                  <a:cubicBezTo>
                    <a:pt x="87" y="0"/>
                    <a:pt x="87" y="0"/>
                    <a:pt x="87" y="0"/>
                  </a:cubicBezTo>
                  <a:cubicBezTo>
                    <a:pt x="63" y="0"/>
                    <a:pt x="44" y="9"/>
                    <a:pt x="27" y="26"/>
                  </a:cubicBezTo>
                  <a:cubicBezTo>
                    <a:pt x="20" y="33"/>
                    <a:pt x="13" y="40"/>
                    <a:pt x="8" y="51"/>
                  </a:cubicBezTo>
                  <a:cubicBezTo>
                    <a:pt x="3" y="62"/>
                    <a:pt x="0" y="74"/>
                    <a:pt x="0" y="87"/>
                  </a:cubicBezTo>
                  <a:cubicBezTo>
                    <a:pt x="0" y="92"/>
                    <a:pt x="0" y="92"/>
                    <a:pt x="0" y="92"/>
                  </a:cubicBezTo>
                  <a:cubicBezTo>
                    <a:pt x="0" y="93"/>
                    <a:pt x="0" y="93"/>
                    <a:pt x="0" y="93"/>
                  </a:cubicBezTo>
                  <a:cubicBezTo>
                    <a:pt x="1" y="109"/>
                    <a:pt x="4" y="122"/>
                    <a:pt x="9" y="133"/>
                  </a:cubicBezTo>
                  <a:cubicBezTo>
                    <a:pt x="13" y="142"/>
                    <a:pt x="18" y="151"/>
                    <a:pt x="23" y="160"/>
                  </a:cubicBezTo>
                  <a:cubicBezTo>
                    <a:pt x="25" y="163"/>
                    <a:pt x="25" y="163"/>
                    <a:pt x="25" y="163"/>
                  </a:cubicBezTo>
                  <a:cubicBezTo>
                    <a:pt x="26" y="165"/>
                    <a:pt x="27" y="167"/>
                    <a:pt x="28" y="169"/>
                  </a:cubicBezTo>
                  <a:cubicBezTo>
                    <a:pt x="33" y="177"/>
                    <a:pt x="37" y="184"/>
                    <a:pt x="40" y="193"/>
                  </a:cubicBezTo>
                  <a:cubicBezTo>
                    <a:pt x="41" y="197"/>
                    <a:pt x="41" y="201"/>
                    <a:pt x="42" y="205"/>
                  </a:cubicBezTo>
                  <a:cubicBezTo>
                    <a:pt x="42" y="208"/>
                    <a:pt x="42" y="210"/>
                    <a:pt x="43" y="213"/>
                  </a:cubicBezTo>
                  <a:cubicBezTo>
                    <a:pt x="44" y="220"/>
                    <a:pt x="49" y="225"/>
                    <a:pt x="52" y="229"/>
                  </a:cubicBezTo>
                  <a:cubicBezTo>
                    <a:pt x="53" y="230"/>
                    <a:pt x="54" y="230"/>
                    <a:pt x="55" y="230"/>
                  </a:cubicBezTo>
                  <a:cubicBezTo>
                    <a:pt x="130" y="230"/>
                    <a:pt x="130" y="230"/>
                    <a:pt x="130" y="230"/>
                  </a:cubicBezTo>
                  <a:cubicBezTo>
                    <a:pt x="132" y="230"/>
                    <a:pt x="133" y="230"/>
                    <a:pt x="134" y="229"/>
                  </a:cubicBezTo>
                  <a:cubicBezTo>
                    <a:pt x="140" y="223"/>
                    <a:pt x="141" y="214"/>
                    <a:pt x="142" y="205"/>
                  </a:cubicBezTo>
                  <a:cubicBezTo>
                    <a:pt x="143" y="201"/>
                    <a:pt x="144" y="197"/>
                    <a:pt x="145" y="193"/>
                  </a:cubicBezTo>
                  <a:cubicBezTo>
                    <a:pt x="148" y="185"/>
                    <a:pt x="152" y="176"/>
                    <a:pt x="156" y="168"/>
                  </a:cubicBezTo>
                  <a:cubicBezTo>
                    <a:pt x="158" y="166"/>
                    <a:pt x="159" y="164"/>
                    <a:pt x="160" y="163"/>
                  </a:cubicBezTo>
                  <a:cubicBezTo>
                    <a:pt x="161" y="160"/>
                    <a:pt x="162" y="157"/>
                    <a:pt x="164" y="155"/>
                  </a:cubicBezTo>
                  <a:cubicBezTo>
                    <a:pt x="173" y="137"/>
                    <a:pt x="184" y="119"/>
                    <a:pt x="185" y="92"/>
                  </a:cubicBezTo>
                  <a:cubicBezTo>
                    <a:pt x="185" y="92"/>
                    <a:pt x="185" y="92"/>
                    <a:pt x="185" y="92"/>
                  </a:cubicBezTo>
                  <a:cubicBezTo>
                    <a:pt x="185" y="89"/>
                    <a:pt x="185" y="89"/>
                    <a:pt x="185" y="89"/>
                  </a:cubicBezTo>
                  <a:cubicBezTo>
                    <a:pt x="184" y="64"/>
                    <a:pt x="175" y="43"/>
                    <a:pt x="158" y="26"/>
                  </a:cubicBezTo>
                  <a:close/>
                  <a:moveTo>
                    <a:pt x="176" y="92"/>
                  </a:moveTo>
                  <a:cubicBezTo>
                    <a:pt x="174" y="116"/>
                    <a:pt x="165" y="133"/>
                    <a:pt x="156" y="150"/>
                  </a:cubicBezTo>
                  <a:cubicBezTo>
                    <a:pt x="154" y="153"/>
                    <a:pt x="153" y="156"/>
                    <a:pt x="152" y="158"/>
                  </a:cubicBezTo>
                  <a:cubicBezTo>
                    <a:pt x="151" y="160"/>
                    <a:pt x="149" y="162"/>
                    <a:pt x="148" y="164"/>
                  </a:cubicBezTo>
                  <a:cubicBezTo>
                    <a:pt x="148" y="164"/>
                    <a:pt x="148" y="164"/>
                    <a:pt x="148" y="164"/>
                  </a:cubicBezTo>
                  <a:cubicBezTo>
                    <a:pt x="148" y="161"/>
                    <a:pt x="148" y="159"/>
                    <a:pt x="149" y="154"/>
                  </a:cubicBezTo>
                  <a:cubicBezTo>
                    <a:pt x="150" y="148"/>
                    <a:pt x="148" y="144"/>
                    <a:pt x="148" y="141"/>
                  </a:cubicBezTo>
                  <a:cubicBezTo>
                    <a:pt x="147" y="137"/>
                    <a:pt x="145" y="129"/>
                    <a:pt x="145" y="129"/>
                  </a:cubicBezTo>
                  <a:cubicBezTo>
                    <a:pt x="145" y="120"/>
                    <a:pt x="141" y="122"/>
                    <a:pt x="141" y="122"/>
                  </a:cubicBezTo>
                  <a:cubicBezTo>
                    <a:pt x="139" y="118"/>
                    <a:pt x="117" y="110"/>
                    <a:pt x="117" y="110"/>
                  </a:cubicBezTo>
                  <a:cubicBezTo>
                    <a:pt x="107" y="101"/>
                    <a:pt x="107" y="101"/>
                    <a:pt x="107" y="101"/>
                  </a:cubicBezTo>
                  <a:cubicBezTo>
                    <a:pt x="109" y="103"/>
                    <a:pt x="109" y="103"/>
                    <a:pt x="109" y="103"/>
                  </a:cubicBezTo>
                  <a:cubicBezTo>
                    <a:pt x="109" y="111"/>
                    <a:pt x="101" y="137"/>
                    <a:pt x="101" y="137"/>
                  </a:cubicBezTo>
                  <a:cubicBezTo>
                    <a:pt x="102" y="134"/>
                    <a:pt x="96" y="124"/>
                    <a:pt x="96" y="124"/>
                  </a:cubicBezTo>
                  <a:cubicBezTo>
                    <a:pt x="95" y="123"/>
                    <a:pt x="97" y="117"/>
                    <a:pt x="97" y="117"/>
                  </a:cubicBezTo>
                  <a:cubicBezTo>
                    <a:pt x="90" y="109"/>
                    <a:pt x="86" y="118"/>
                    <a:pt x="86" y="118"/>
                  </a:cubicBezTo>
                  <a:cubicBezTo>
                    <a:pt x="85" y="120"/>
                    <a:pt x="89" y="126"/>
                    <a:pt x="89" y="126"/>
                  </a:cubicBezTo>
                  <a:cubicBezTo>
                    <a:pt x="88" y="127"/>
                    <a:pt x="88" y="133"/>
                    <a:pt x="88" y="133"/>
                  </a:cubicBezTo>
                  <a:cubicBezTo>
                    <a:pt x="87" y="135"/>
                    <a:pt x="85" y="141"/>
                    <a:pt x="85" y="141"/>
                  </a:cubicBezTo>
                  <a:cubicBezTo>
                    <a:pt x="80" y="128"/>
                    <a:pt x="78" y="103"/>
                    <a:pt x="78" y="103"/>
                  </a:cubicBezTo>
                  <a:cubicBezTo>
                    <a:pt x="77" y="102"/>
                    <a:pt x="80" y="101"/>
                    <a:pt x="80" y="101"/>
                  </a:cubicBezTo>
                  <a:cubicBezTo>
                    <a:pt x="82" y="104"/>
                    <a:pt x="82" y="104"/>
                    <a:pt x="82" y="104"/>
                  </a:cubicBezTo>
                  <a:cubicBezTo>
                    <a:pt x="84" y="108"/>
                    <a:pt x="93" y="113"/>
                    <a:pt x="93" y="113"/>
                  </a:cubicBezTo>
                  <a:cubicBezTo>
                    <a:pt x="102" y="107"/>
                    <a:pt x="102" y="107"/>
                    <a:pt x="102" y="107"/>
                  </a:cubicBezTo>
                  <a:cubicBezTo>
                    <a:pt x="108" y="104"/>
                    <a:pt x="107" y="101"/>
                    <a:pt x="107" y="101"/>
                  </a:cubicBezTo>
                  <a:cubicBezTo>
                    <a:pt x="106" y="100"/>
                    <a:pt x="106" y="94"/>
                    <a:pt x="106" y="94"/>
                  </a:cubicBezTo>
                  <a:cubicBezTo>
                    <a:pt x="107" y="93"/>
                    <a:pt x="110" y="85"/>
                    <a:pt x="110" y="85"/>
                  </a:cubicBezTo>
                  <a:cubicBezTo>
                    <a:pt x="114" y="80"/>
                    <a:pt x="113" y="71"/>
                    <a:pt x="113" y="71"/>
                  </a:cubicBezTo>
                  <a:cubicBezTo>
                    <a:pt x="119" y="41"/>
                    <a:pt x="90" y="44"/>
                    <a:pt x="90" y="44"/>
                  </a:cubicBezTo>
                  <a:cubicBezTo>
                    <a:pt x="69" y="46"/>
                    <a:pt x="75" y="72"/>
                    <a:pt x="75" y="72"/>
                  </a:cubicBezTo>
                  <a:cubicBezTo>
                    <a:pt x="72" y="73"/>
                    <a:pt x="77" y="83"/>
                    <a:pt x="77" y="83"/>
                  </a:cubicBezTo>
                  <a:cubicBezTo>
                    <a:pt x="76" y="84"/>
                    <a:pt x="79" y="91"/>
                    <a:pt x="79" y="91"/>
                  </a:cubicBezTo>
                  <a:cubicBezTo>
                    <a:pt x="80" y="99"/>
                    <a:pt x="80" y="99"/>
                    <a:pt x="80" y="99"/>
                  </a:cubicBezTo>
                  <a:cubicBezTo>
                    <a:pt x="78" y="100"/>
                    <a:pt x="71" y="109"/>
                    <a:pt x="71" y="109"/>
                  </a:cubicBezTo>
                  <a:cubicBezTo>
                    <a:pt x="59" y="109"/>
                    <a:pt x="47" y="119"/>
                    <a:pt x="47" y="119"/>
                  </a:cubicBezTo>
                  <a:cubicBezTo>
                    <a:pt x="40" y="118"/>
                    <a:pt x="41" y="123"/>
                    <a:pt x="41" y="129"/>
                  </a:cubicBezTo>
                  <a:cubicBezTo>
                    <a:pt x="41" y="134"/>
                    <a:pt x="41" y="133"/>
                    <a:pt x="38" y="141"/>
                  </a:cubicBezTo>
                  <a:cubicBezTo>
                    <a:pt x="35" y="148"/>
                    <a:pt x="39" y="144"/>
                    <a:pt x="37" y="148"/>
                  </a:cubicBezTo>
                  <a:cubicBezTo>
                    <a:pt x="36" y="151"/>
                    <a:pt x="36" y="154"/>
                    <a:pt x="36" y="159"/>
                  </a:cubicBezTo>
                  <a:cubicBezTo>
                    <a:pt x="36" y="160"/>
                    <a:pt x="36" y="162"/>
                    <a:pt x="36" y="163"/>
                  </a:cubicBezTo>
                  <a:cubicBezTo>
                    <a:pt x="35" y="162"/>
                    <a:pt x="34" y="160"/>
                    <a:pt x="33" y="159"/>
                  </a:cubicBezTo>
                  <a:cubicBezTo>
                    <a:pt x="31" y="155"/>
                    <a:pt x="31" y="155"/>
                    <a:pt x="31" y="155"/>
                  </a:cubicBezTo>
                  <a:cubicBezTo>
                    <a:pt x="26" y="147"/>
                    <a:pt x="21" y="138"/>
                    <a:pt x="17" y="129"/>
                  </a:cubicBezTo>
                  <a:cubicBezTo>
                    <a:pt x="12" y="119"/>
                    <a:pt x="10" y="108"/>
                    <a:pt x="9" y="92"/>
                  </a:cubicBezTo>
                  <a:cubicBezTo>
                    <a:pt x="9" y="87"/>
                    <a:pt x="9" y="87"/>
                    <a:pt x="9" y="87"/>
                  </a:cubicBezTo>
                  <a:cubicBezTo>
                    <a:pt x="10" y="75"/>
                    <a:pt x="12" y="65"/>
                    <a:pt x="17" y="55"/>
                  </a:cubicBezTo>
                  <a:cubicBezTo>
                    <a:pt x="21" y="46"/>
                    <a:pt x="27" y="39"/>
                    <a:pt x="33" y="33"/>
                  </a:cubicBezTo>
                  <a:cubicBezTo>
                    <a:pt x="48" y="17"/>
                    <a:pt x="66" y="10"/>
                    <a:pt x="87" y="9"/>
                  </a:cubicBezTo>
                  <a:cubicBezTo>
                    <a:pt x="93" y="9"/>
                    <a:pt x="93" y="9"/>
                    <a:pt x="93" y="9"/>
                  </a:cubicBezTo>
                  <a:cubicBezTo>
                    <a:pt x="117" y="10"/>
                    <a:pt x="137" y="18"/>
                    <a:pt x="151" y="32"/>
                  </a:cubicBezTo>
                  <a:cubicBezTo>
                    <a:pt x="167" y="48"/>
                    <a:pt x="175" y="67"/>
                    <a:pt x="176" y="90"/>
                  </a:cubicBezTo>
                  <a:lnTo>
                    <a:pt x="176" y="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Freeform 500"/>
            <p:cNvSpPr>
              <a:spLocks/>
            </p:cNvSpPr>
            <p:nvPr/>
          </p:nvSpPr>
          <p:spPr bwMode="auto">
            <a:xfrm>
              <a:off x="6883236" y="5084093"/>
              <a:ext cx="430277" cy="369550"/>
            </a:xfrm>
            <a:custGeom>
              <a:avLst/>
              <a:gdLst>
                <a:gd name="T0" fmla="*/ 164 w 246"/>
                <a:gd name="T1" fmla="*/ 0 h 211"/>
                <a:gd name="T2" fmla="*/ 81 w 246"/>
                <a:gd name="T3" fmla="*/ 0 h 211"/>
                <a:gd name="T4" fmla="*/ 0 w 246"/>
                <a:gd name="T5" fmla="*/ 68 h 211"/>
                <a:gd name="T6" fmla="*/ 25 w 246"/>
                <a:gd name="T7" fmla="*/ 68 h 211"/>
                <a:gd name="T8" fmla="*/ 84 w 246"/>
                <a:gd name="T9" fmla="*/ 23 h 211"/>
                <a:gd name="T10" fmla="*/ 161 w 246"/>
                <a:gd name="T11" fmla="*/ 23 h 211"/>
                <a:gd name="T12" fmla="*/ 222 w 246"/>
                <a:gd name="T13" fmla="*/ 85 h 211"/>
                <a:gd name="T14" fmla="*/ 161 w 246"/>
                <a:gd name="T15" fmla="*/ 146 h 211"/>
                <a:gd name="T16" fmla="*/ 123 w 246"/>
                <a:gd name="T17" fmla="*/ 146 h 211"/>
                <a:gd name="T18" fmla="*/ 123 w 246"/>
                <a:gd name="T19" fmla="*/ 155 h 211"/>
                <a:gd name="T20" fmla="*/ 123 w 246"/>
                <a:gd name="T21" fmla="*/ 160 h 211"/>
                <a:gd name="T22" fmla="*/ 123 w 246"/>
                <a:gd name="T23" fmla="*/ 168 h 211"/>
                <a:gd name="T24" fmla="*/ 139 w 246"/>
                <a:gd name="T25" fmla="*/ 168 h 211"/>
                <a:gd name="T26" fmla="*/ 189 w 246"/>
                <a:gd name="T27" fmla="*/ 211 h 211"/>
                <a:gd name="T28" fmla="*/ 186 w 246"/>
                <a:gd name="T29" fmla="*/ 165 h 211"/>
                <a:gd name="T30" fmla="*/ 246 w 246"/>
                <a:gd name="T31" fmla="*/ 86 h 211"/>
                <a:gd name="T32" fmla="*/ 246 w 246"/>
                <a:gd name="T33" fmla="*/ 82 h 211"/>
                <a:gd name="T34" fmla="*/ 164 w 246"/>
                <a:gd name="T35"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6" h="211">
                  <a:moveTo>
                    <a:pt x="164" y="0"/>
                  </a:moveTo>
                  <a:cubicBezTo>
                    <a:pt x="81" y="0"/>
                    <a:pt x="81" y="0"/>
                    <a:pt x="81" y="0"/>
                  </a:cubicBezTo>
                  <a:cubicBezTo>
                    <a:pt x="41" y="0"/>
                    <a:pt x="7" y="29"/>
                    <a:pt x="0" y="68"/>
                  </a:cubicBezTo>
                  <a:cubicBezTo>
                    <a:pt x="25" y="68"/>
                    <a:pt x="25" y="68"/>
                    <a:pt x="25" y="68"/>
                  </a:cubicBezTo>
                  <a:cubicBezTo>
                    <a:pt x="33" y="42"/>
                    <a:pt x="56" y="23"/>
                    <a:pt x="84" y="23"/>
                  </a:cubicBezTo>
                  <a:cubicBezTo>
                    <a:pt x="161" y="23"/>
                    <a:pt x="161" y="23"/>
                    <a:pt x="161" y="23"/>
                  </a:cubicBezTo>
                  <a:cubicBezTo>
                    <a:pt x="195" y="23"/>
                    <a:pt x="222" y="51"/>
                    <a:pt x="222" y="85"/>
                  </a:cubicBezTo>
                  <a:cubicBezTo>
                    <a:pt x="222" y="119"/>
                    <a:pt x="195" y="146"/>
                    <a:pt x="161" y="146"/>
                  </a:cubicBezTo>
                  <a:cubicBezTo>
                    <a:pt x="123" y="146"/>
                    <a:pt x="123" y="146"/>
                    <a:pt x="123" y="146"/>
                  </a:cubicBezTo>
                  <a:cubicBezTo>
                    <a:pt x="123" y="149"/>
                    <a:pt x="123" y="152"/>
                    <a:pt x="123" y="155"/>
                  </a:cubicBezTo>
                  <a:cubicBezTo>
                    <a:pt x="123" y="160"/>
                    <a:pt x="123" y="160"/>
                    <a:pt x="123" y="160"/>
                  </a:cubicBezTo>
                  <a:cubicBezTo>
                    <a:pt x="123" y="162"/>
                    <a:pt x="123" y="165"/>
                    <a:pt x="123" y="168"/>
                  </a:cubicBezTo>
                  <a:cubicBezTo>
                    <a:pt x="139" y="168"/>
                    <a:pt x="139" y="168"/>
                    <a:pt x="139" y="168"/>
                  </a:cubicBezTo>
                  <a:cubicBezTo>
                    <a:pt x="189" y="211"/>
                    <a:pt x="189" y="211"/>
                    <a:pt x="189" y="211"/>
                  </a:cubicBezTo>
                  <a:cubicBezTo>
                    <a:pt x="186" y="165"/>
                    <a:pt x="186" y="165"/>
                    <a:pt x="186" y="165"/>
                  </a:cubicBezTo>
                  <a:cubicBezTo>
                    <a:pt x="220" y="156"/>
                    <a:pt x="246" y="124"/>
                    <a:pt x="246" y="86"/>
                  </a:cubicBezTo>
                  <a:cubicBezTo>
                    <a:pt x="246" y="82"/>
                    <a:pt x="246" y="82"/>
                    <a:pt x="246" y="82"/>
                  </a:cubicBezTo>
                  <a:cubicBezTo>
                    <a:pt x="246" y="37"/>
                    <a:pt x="210" y="0"/>
                    <a:pt x="16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501"/>
            <p:cNvSpPr>
              <a:spLocks/>
            </p:cNvSpPr>
            <p:nvPr/>
          </p:nvSpPr>
          <p:spPr bwMode="auto">
            <a:xfrm>
              <a:off x="6866944" y="5366255"/>
              <a:ext cx="17774" cy="39991"/>
            </a:xfrm>
            <a:custGeom>
              <a:avLst/>
              <a:gdLst>
                <a:gd name="T0" fmla="*/ 0 w 10"/>
                <a:gd name="T1" fmla="*/ 0 h 23"/>
                <a:gd name="T2" fmla="*/ 0 w 10"/>
                <a:gd name="T3" fmla="*/ 23 h 23"/>
                <a:gd name="T4" fmla="*/ 8 w 10"/>
                <a:gd name="T5" fmla="*/ 19 h 23"/>
                <a:gd name="T6" fmla="*/ 10 w 10"/>
                <a:gd name="T7" fmla="*/ 11 h 23"/>
                <a:gd name="T8" fmla="*/ 8 w 10"/>
                <a:gd name="T9" fmla="*/ 4 h 23"/>
                <a:gd name="T10" fmla="*/ 0 w 10"/>
                <a:gd name="T11" fmla="*/ 0 h 23"/>
              </a:gdLst>
              <a:ahLst/>
              <a:cxnLst>
                <a:cxn ang="0">
                  <a:pos x="T0" y="T1"/>
                </a:cxn>
                <a:cxn ang="0">
                  <a:pos x="T2" y="T3"/>
                </a:cxn>
                <a:cxn ang="0">
                  <a:pos x="T4" y="T5"/>
                </a:cxn>
                <a:cxn ang="0">
                  <a:pos x="T6" y="T7"/>
                </a:cxn>
                <a:cxn ang="0">
                  <a:pos x="T8" y="T9"/>
                </a:cxn>
                <a:cxn ang="0">
                  <a:pos x="T10" y="T11"/>
                </a:cxn>
              </a:cxnLst>
              <a:rect l="0" t="0" r="r" b="b"/>
              <a:pathLst>
                <a:path w="10" h="23">
                  <a:moveTo>
                    <a:pt x="0" y="0"/>
                  </a:moveTo>
                  <a:cubicBezTo>
                    <a:pt x="0" y="23"/>
                    <a:pt x="0" y="23"/>
                    <a:pt x="0" y="23"/>
                  </a:cubicBezTo>
                  <a:cubicBezTo>
                    <a:pt x="3" y="22"/>
                    <a:pt x="6" y="21"/>
                    <a:pt x="8" y="19"/>
                  </a:cubicBezTo>
                  <a:cubicBezTo>
                    <a:pt x="9" y="17"/>
                    <a:pt x="10" y="14"/>
                    <a:pt x="10" y="11"/>
                  </a:cubicBezTo>
                  <a:cubicBezTo>
                    <a:pt x="10" y="8"/>
                    <a:pt x="10" y="6"/>
                    <a:pt x="8" y="4"/>
                  </a:cubicBezTo>
                  <a:cubicBezTo>
                    <a:pt x="7" y="3"/>
                    <a:pt x="4"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Freeform 502"/>
            <p:cNvSpPr>
              <a:spLocks noEditPoints="1"/>
            </p:cNvSpPr>
            <p:nvPr/>
          </p:nvSpPr>
          <p:spPr bwMode="auto">
            <a:xfrm>
              <a:off x="6775852" y="5277385"/>
              <a:ext cx="174036" cy="173296"/>
            </a:xfrm>
            <a:custGeom>
              <a:avLst/>
              <a:gdLst>
                <a:gd name="T0" fmla="*/ 50 w 99"/>
                <a:gd name="T1" fmla="*/ 0 h 99"/>
                <a:gd name="T2" fmla="*/ 0 w 99"/>
                <a:gd name="T3" fmla="*/ 49 h 99"/>
                <a:gd name="T4" fmla="*/ 50 w 99"/>
                <a:gd name="T5" fmla="*/ 99 h 99"/>
                <a:gd name="T6" fmla="*/ 99 w 99"/>
                <a:gd name="T7" fmla="*/ 49 h 99"/>
                <a:gd name="T8" fmla="*/ 50 w 99"/>
                <a:gd name="T9" fmla="*/ 0 h 99"/>
                <a:gd name="T10" fmla="*/ 65 w 99"/>
                <a:gd name="T11" fmla="*/ 74 h 99"/>
                <a:gd name="T12" fmla="*/ 52 w 99"/>
                <a:gd name="T13" fmla="*/ 80 h 99"/>
                <a:gd name="T14" fmla="*/ 52 w 99"/>
                <a:gd name="T15" fmla="*/ 87 h 99"/>
                <a:gd name="T16" fmla="*/ 48 w 99"/>
                <a:gd name="T17" fmla="*/ 87 h 99"/>
                <a:gd name="T18" fmla="*/ 48 w 99"/>
                <a:gd name="T19" fmla="*/ 80 h 99"/>
                <a:gd name="T20" fmla="*/ 39 w 99"/>
                <a:gd name="T21" fmla="*/ 77 h 99"/>
                <a:gd name="T22" fmla="*/ 33 w 99"/>
                <a:gd name="T23" fmla="*/ 72 h 99"/>
                <a:gd name="T24" fmla="*/ 30 w 99"/>
                <a:gd name="T25" fmla="*/ 62 h 99"/>
                <a:gd name="T26" fmla="*/ 38 w 99"/>
                <a:gd name="T27" fmla="*/ 60 h 99"/>
                <a:gd name="T28" fmla="*/ 41 w 99"/>
                <a:gd name="T29" fmla="*/ 69 h 99"/>
                <a:gd name="T30" fmla="*/ 48 w 99"/>
                <a:gd name="T31" fmla="*/ 74 h 99"/>
                <a:gd name="T32" fmla="*/ 48 w 99"/>
                <a:gd name="T33" fmla="*/ 50 h 99"/>
                <a:gd name="T34" fmla="*/ 39 w 99"/>
                <a:gd name="T35" fmla="*/ 47 h 99"/>
                <a:gd name="T36" fmla="*/ 33 w 99"/>
                <a:gd name="T37" fmla="*/ 41 h 99"/>
                <a:gd name="T38" fmla="*/ 31 w 99"/>
                <a:gd name="T39" fmla="*/ 33 h 99"/>
                <a:gd name="T40" fmla="*/ 37 w 99"/>
                <a:gd name="T41" fmla="*/ 20 h 99"/>
                <a:gd name="T42" fmla="*/ 48 w 99"/>
                <a:gd name="T43" fmla="*/ 16 h 99"/>
                <a:gd name="T44" fmla="*/ 48 w 99"/>
                <a:gd name="T45" fmla="*/ 13 h 99"/>
                <a:gd name="T46" fmla="*/ 52 w 99"/>
                <a:gd name="T47" fmla="*/ 13 h 99"/>
                <a:gd name="T48" fmla="*/ 52 w 99"/>
                <a:gd name="T49" fmla="*/ 16 h 99"/>
                <a:gd name="T50" fmla="*/ 63 w 99"/>
                <a:gd name="T51" fmla="*/ 20 h 99"/>
                <a:gd name="T52" fmla="*/ 68 w 99"/>
                <a:gd name="T53" fmla="*/ 31 h 99"/>
                <a:gd name="T54" fmla="*/ 61 w 99"/>
                <a:gd name="T55" fmla="*/ 32 h 99"/>
                <a:gd name="T56" fmla="*/ 58 w 99"/>
                <a:gd name="T57" fmla="*/ 26 h 99"/>
                <a:gd name="T58" fmla="*/ 52 w 99"/>
                <a:gd name="T59" fmla="*/ 23 h 99"/>
                <a:gd name="T60" fmla="*/ 52 w 99"/>
                <a:gd name="T61" fmla="*/ 44 h 99"/>
                <a:gd name="T62" fmla="*/ 60 w 99"/>
                <a:gd name="T63" fmla="*/ 46 h 99"/>
                <a:gd name="T64" fmla="*/ 65 w 99"/>
                <a:gd name="T65" fmla="*/ 50 h 99"/>
                <a:gd name="T66" fmla="*/ 69 w 99"/>
                <a:gd name="T67" fmla="*/ 55 h 99"/>
                <a:gd name="T68" fmla="*/ 70 w 99"/>
                <a:gd name="T69" fmla="*/ 61 h 99"/>
                <a:gd name="T70" fmla="*/ 65 w 99"/>
                <a:gd name="T71" fmla="*/ 74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9" h="99">
                  <a:moveTo>
                    <a:pt x="50" y="0"/>
                  </a:moveTo>
                  <a:cubicBezTo>
                    <a:pt x="22" y="0"/>
                    <a:pt x="0" y="22"/>
                    <a:pt x="0" y="49"/>
                  </a:cubicBezTo>
                  <a:cubicBezTo>
                    <a:pt x="0" y="77"/>
                    <a:pt x="22" y="99"/>
                    <a:pt x="50" y="99"/>
                  </a:cubicBezTo>
                  <a:cubicBezTo>
                    <a:pt x="77" y="99"/>
                    <a:pt x="99" y="77"/>
                    <a:pt x="99" y="49"/>
                  </a:cubicBezTo>
                  <a:cubicBezTo>
                    <a:pt x="99" y="22"/>
                    <a:pt x="77" y="0"/>
                    <a:pt x="50" y="0"/>
                  </a:cubicBezTo>
                  <a:close/>
                  <a:moveTo>
                    <a:pt x="65" y="74"/>
                  </a:moveTo>
                  <a:cubicBezTo>
                    <a:pt x="62" y="78"/>
                    <a:pt x="58" y="79"/>
                    <a:pt x="52" y="80"/>
                  </a:cubicBezTo>
                  <a:cubicBezTo>
                    <a:pt x="52" y="87"/>
                    <a:pt x="52" y="87"/>
                    <a:pt x="52" y="87"/>
                  </a:cubicBezTo>
                  <a:cubicBezTo>
                    <a:pt x="48" y="87"/>
                    <a:pt x="48" y="87"/>
                    <a:pt x="48" y="87"/>
                  </a:cubicBezTo>
                  <a:cubicBezTo>
                    <a:pt x="48" y="80"/>
                    <a:pt x="48" y="80"/>
                    <a:pt x="48" y="80"/>
                  </a:cubicBezTo>
                  <a:cubicBezTo>
                    <a:pt x="44" y="79"/>
                    <a:pt x="41" y="79"/>
                    <a:pt x="39" y="77"/>
                  </a:cubicBezTo>
                  <a:cubicBezTo>
                    <a:pt x="37" y="76"/>
                    <a:pt x="35" y="74"/>
                    <a:pt x="33" y="72"/>
                  </a:cubicBezTo>
                  <a:cubicBezTo>
                    <a:pt x="31" y="69"/>
                    <a:pt x="30" y="66"/>
                    <a:pt x="30" y="62"/>
                  </a:cubicBezTo>
                  <a:cubicBezTo>
                    <a:pt x="38" y="60"/>
                    <a:pt x="38" y="60"/>
                    <a:pt x="38" y="60"/>
                  </a:cubicBezTo>
                  <a:cubicBezTo>
                    <a:pt x="38" y="64"/>
                    <a:pt x="39" y="67"/>
                    <a:pt x="41" y="69"/>
                  </a:cubicBezTo>
                  <a:cubicBezTo>
                    <a:pt x="43" y="72"/>
                    <a:pt x="45" y="73"/>
                    <a:pt x="48" y="74"/>
                  </a:cubicBezTo>
                  <a:cubicBezTo>
                    <a:pt x="48" y="50"/>
                    <a:pt x="48" y="50"/>
                    <a:pt x="48" y="50"/>
                  </a:cubicBezTo>
                  <a:cubicBezTo>
                    <a:pt x="45" y="49"/>
                    <a:pt x="42" y="48"/>
                    <a:pt x="39" y="47"/>
                  </a:cubicBezTo>
                  <a:cubicBezTo>
                    <a:pt x="36" y="45"/>
                    <a:pt x="35" y="43"/>
                    <a:pt x="33" y="41"/>
                  </a:cubicBezTo>
                  <a:cubicBezTo>
                    <a:pt x="32" y="39"/>
                    <a:pt x="31" y="36"/>
                    <a:pt x="31" y="33"/>
                  </a:cubicBezTo>
                  <a:cubicBezTo>
                    <a:pt x="31" y="28"/>
                    <a:pt x="33" y="24"/>
                    <a:pt x="37" y="20"/>
                  </a:cubicBezTo>
                  <a:cubicBezTo>
                    <a:pt x="39" y="18"/>
                    <a:pt x="43" y="17"/>
                    <a:pt x="48" y="16"/>
                  </a:cubicBezTo>
                  <a:cubicBezTo>
                    <a:pt x="48" y="13"/>
                    <a:pt x="48" y="13"/>
                    <a:pt x="48" y="13"/>
                  </a:cubicBezTo>
                  <a:cubicBezTo>
                    <a:pt x="52" y="13"/>
                    <a:pt x="52" y="13"/>
                    <a:pt x="52" y="13"/>
                  </a:cubicBezTo>
                  <a:cubicBezTo>
                    <a:pt x="52" y="16"/>
                    <a:pt x="52" y="16"/>
                    <a:pt x="52" y="16"/>
                  </a:cubicBezTo>
                  <a:cubicBezTo>
                    <a:pt x="57" y="17"/>
                    <a:pt x="60" y="18"/>
                    <a:pt x="63" y="20"/>
                  </a:cubicBezTo>
                  <a:cubicBezTo>
                    <a:pt x="66" y="23"/>
                    <a:pt x="68" y="26"/>
                    <a:pt x="68" y="31"/>
                  </a:cubicBezTo>
                  <a:cubicBezTo>
                    <a:pt x="61" y="32"/>
                    <a:pt x="61" y="32"/>
                    <a:pt x="61" y="32"/>
                  </a:cubicBezTo>
                  <a:cubicBezTo>
                    <a:pt x="60" y="29"/>
                    <a:pt x="59" y="27"/>
                    <a:pt x="58" y="26"/>
                  </a:cubicBezTo>
                  <a:cubicBezTo>
                    <a:pt x="57" y="24"/>
                    <a:pt x="55" y="23"/>
                    <a:pt x="52" y="23"/>
                  </a:cubicBezTo>
                  <a:cubicBezTo>
                    <a:pt x="52" y="44"/>
                    <a:pt x="52" y="44"/>
                    <a:pt x="52" y="44"/>
                  </a:cubicBezTo>
                  <a:cubicBezTo>
                    <a:pt x="56" y="45"/>
                    <a:pt x="59" y="46"/>
                    <a:pt x="60" y="46"/>
                  </a:cubicBezTo>
                  <a:cubicBezTo>
                    <a:pt x="62" y="47"/>
                    <a:pt x="64" y="48"/>
                    <a:pt x="65" y="50"/>
                  </a:cubicBezTo>
                  <a:cubicBezTo>
                    <a:pt x="67" y="51"/>
                    <a:pt x="68" y="53"/>
                    <a:pt x="69" y="55"/>
                  </a:cubicBezTo>
                  <a:cubicBezTo>
                    <a:pt x="70" y="57"/>
                    <a:pt x="70" y="59"/>
                    <a:pt x="70" y="61"/>
                  </a:cubicBezTo>
                  <a:cubicBezTo>
                    <a:pt x="70" y="67"/>
                    <a:pt x="68" y="71"/>
                    <a:pt x="65"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Freeform 503"/>
            <p:cNvSpPr>
              <a:spLocks/>
            </p:cNvSpPr>
            <p:nvPr/>
          </p:nvSpPr>
          <p:spPr bwMode="auto">
            <a:xfrm>
              <a:off x="6844726" y="5315895"/>
              <a:ext cx="15552" cy="36288"/>
            </a:xfrm>
            <a:custGeom>
              <a:avLst/>
              <a:gdLst>
                <a:gd name="T0" fmla="*/ 0 w 9"/>
                <a:gd name="T1" fmla="*/ 11 h 21"/>
                <a:gd name="T2" fmla="*/ 2 w 9"/>
                <a:gd name="T3" fmla="*/ 17 h 21"/>
                <a:gd name="T4" fmla="*/ 9 w 9"/>
                <a:gd name="T5" fmla="*/ 21 h 21"/>
                <a:gd name="T6" fmla="*/ 9 w 9"/>
                <a:gd name="T7" fmla="*/ 0 h 21"/>
                <a:gd name="T8" fmla="*/ 2 w 9"/>
                <a:gd name="T9" fmla="*/ 4 h 21"/>
                <a:gd name="T10" fmla="*/ 0 w 9"/>
                <a:gd name="T11" fmla="*/ 11 h 21"/>
              </a:gdLst>
              <a:ahLst/>
              <a:cxnLst>
                <a:cxn ang="0">
                  <a:pos x="T0" y="T1"/>
                </a:cxn>
                <a:cxn ang="0">
                  <a:pos x="T2" y="T3"/>
                </a:cxn>
                <a:cxn ang="0">
                  <a:pos x="T4" y="T5"/>
                </a:cxn>
                <a:cxn ang="0">
                  <a:pos x="T6" y="T7"/>
                </a:cxn>
                <a:cxn ang="0">
                  <a:pos x="T8" y="T9"/>
                </a:cxn>
                <a:cxn ang="0">
                  <a:pos x="T10" y="T11"/>
                </a:cxn>
              </a:cxnLst>
              <a:rect l="0" t="0" r="r" b="b"/>
              <a:pathLst>
                <a:path w="9" h="21">
                  <a:moveTo>
                    <a:pt x="0" y="11"/>
                  </a:moveTo>
                  <a:cubicBezTo>
                    <a:pt x="0" y="13"/>
                    <a:pt x="0" y="15"/>
                    <a:pt x="2" y="17"/>
                  </a:cubicBezTo>
                  <a:cubicBezTo>
                    <a:pt x="3" y="19"/>
                    <a:pt x="6" y="20"/>
                    <a:pt x="9" y="21"/>
                  </a:cubicBezTo>
                  <a:cubicBezTo>
                    <a:pt x="9" y="0"/>
                    <a:pt x="9" y="0"/>
                    <a:pt x="9" y="0"/>
                  </a:cubicBezTo>
                  <a:cubicBezTo>
                    <a:pt x="6" y="1"/>
                    <a:pt x="4" y="2"/>
                    <a:pt x="2" y="4"/>
                  </a:cubicBezTo>
                  <a:cubicBezTo>
                    <a:pt x="1" y="6"/>
                    <a:pt x="0" y="8"/>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Freeform 504"/>
            <p:cNvSpPr>
              <a:spLocks noEditPoints="1"/>
            </p:cNvSpPr>
            <p:nvPr/>
          </p:nvSpPr>
          <p:spPr bwMode="auto">
            <a:xfrm>
              <a:off x="6649954" y="5215917"/>
              <a:ext cx="432499" cy="369550"/>
            </a:xfrm>
            <a:custGeom>
              <a:avLst/>
              <a:gdLst>
                <a:gd name="T0" fmla="*/ 165 w 247"/>
                <a:gd name="T1" fmla="*/ 0 h 211"/>
                <a:gd name="T2" fmla="*/ 82 w 247"/>
                <a:gd name="T3" fmla="*/ 0 h 211"/>
                <a:gd name="T4" fmla="*/ 0 w 247"/>
                <a:gd name="T5" fmla="*/ 82 h 211"/>
                <a:gd name="T6" fmla="*/ 0 w 247"/>
                <a:gd name="T7" fmla="*/ 86 h 211"/>
                <a:gd name="T8" fmla="*/ 61 w 247"/>
                <a:gd name="T9" fmla="*/ 165 h 211"/>
                <a:gd name="T10" fmla="*/ 58 w 247"/>
                <a:gd name="T11" fmla="*/ 211 h 211"/>
                <a:gd name="T12" fmla="*/ 107 w 247"/>
                <a:gd name="T13" fmla="*/ 168 h 211"/>
                <a:gd name="T14" fmla="*/ 165 w 247"/>
                <a:gd name="T15" fmla="*/ 168 h 211"/>
                <a:gd name="T16" fmla="*/ 247 w 247"/>
                <a:gd name="T17" fmla="*/ 86 h 211"/>
                <a:gd name="T18" fmla="*/ 247 w 247"/>
                <a:gd name="T19" fmla="*/ 82 h 211"/>
                <a:gd name="T20" fmla="*/ 165 w 247"/>
                <a:gd name="T21" fmla="*/ 0 h 211"/>
                <a:gd name="T22" fmla="*/ 122 w 247"/>
                <a:gd name="T23" fmla="*/ 147 h 211"/>
                <a:gd name="T24" fmla="*/ 59 w 247"/>
                <a:gd name="T25" fmla="*/ 84 h 211"/>
                <a:gd name="T26" fmla="*/ 122 w 247"/>
                <a:gd name="T27" fmla="*/ 22 h 211"/>
                <a:gd name="T28" fmla="*/ 184 w 247"/>
                <a:gd name="T29" fmla="*/ 84 h 211"/>
                <a:gd name="T30" fmla="*/ 122 w 247"/>
                <a:gd name="T31" fmla="*/ 14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7" h="211">
                  <a:moveTo>
                    <a:pt x="165" y="0"/>
                  </a:moveTo>
                  <a:cubicBezTo>
                    <a:pt x="82" y="0"/>
                    <a:pt x="82" y="0"/>
                    <a:pt x="82" y="0"/>
                  </a:cubicBezTo>
                  <a:cubicBezTo>
                    <a:pt x="37" y="0"/>
                    <a:pt x="0" y="37"/>
                    <a:pt x="0" y="82"/>
                  </a:cubicBezTo>
                  <a:cubicBezTo>
                    <a:pt x="0" y="86"/>
                    <a:pt x="0" y="86"/>
                    <a:pt x="0" y="86"/>
                  </a:cubicBezTo>
                  <a:cubicBezTo>
                    <a:pt x="0" y="124"/>
                    <a:pt x="26" y="156"/>
                    <a:pt x="61" y="165"/>
                  </a:cubicBezTo>
                  <a:cubicBezTo>
                    <a:pt x="58" y="211"/>
                    <a:pt x="58" y="211"/>
                    <a:pt x="58" y="211"/>
                  </a:cubicBezTo>
                  <a:cubicBezTo>
                    <a:pt x="107" y="168"/>
                    <a:pt x="107" y="168"/>
                    <a:pt x="107" y="168"/>
                  </a:cubicBezTo>
                  <a:cubicBezTo>
                    <a:pt x="165" y="168"/>
                    <a:pt x="165" y="168"/>
                    <a:pt x="165" y="168"/>
                  </a:cubicBezTo>
                  <a:cubicBezTo>
                    <a:pt x="211" y="168"/>
                    <a:pt x="247" y="131"/>
                    <a:pt x="247" y="86"/>
                  </a:cubicBezTo>
                  <a:cubicBezTo>
                    <a:pt x="247" y="82"/>
                    <a:pt x="247" y="82"/>
                    <a:pt x="247" y="82"/>
                  </a:cubicBezTo>
                  <a:cubicBezTo>
                    <a:pt x="247" y="37"/>
                    <a:pt x="211" y="0"/>
                    <a:pt x="165" y="0"/>
                  </a:cubicBezTo>
                  <a:close/>
                  <a:moveTo>
                    <a:pt x="122" y="147"/>
                  </a:moveTo>
                  <a:cubicBezTo>
                    <a:pt x="87" y="147"/>
                    <a:pt x="59" y="119"/>
                    <a:pt x="59" y="84"/>
                  </a:cubicBezTo>
                  <a:cubicBezTo>
                    <a:pt x="59" y="50"/>
                    <a:pt x="87" y="22"/>
                    <a:pt x="122" y="22"/>
                  </a:cubicBezTo>
                  <a:cubicBezTo>
                    <a:pt x="156" y="22"/>
                    <a:pt x="184" y="50"/>
                    <a:pt x="184" y="84"/>
                  </a:cubicBezTo>
                  <a:cubicBezTo>
                    <a:pt x="184" y="119"/>
                    <a:pt x="156" y="147"/>
                    <a:pt x="122" y="1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528"/>
            <p:cNvSpPr>
              <a:spLocks/>
            </p:cNvSpPr>
            <p:nvPr/>
          </p:nvSpPr>
          <p:spPr bwMode="auto">
            <a:xfrm>
              <a:off x="6725493" y="4091716"/>
              <a:ext cx="94794" cy="94794"/>
            </a:xfrm>
            <a:custGeom>
              <a:avLst/>
              <a:gdLst>
                <a:gd name="T0" fmla="*/ 28 w 54"/>
                <a:gd name="T1" fmla="*/ 53 h 54"/>
                <a:gd name="T2" fmla="*/ 54 w 54"/>
                <a:gd name="T3" fmla="*/ 26 h 54"/>
                <a:gd name="T4" fmla="*/ 26 w 54"/>
                <a:gd name="T5" fmla="*/ 1 h 54"/>
                <a:gd name="T6" fmla="*/ 1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2" y="1"/>
                    <a:pt x="0" y="14"/>
                    <a:pt x="1"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529"/>
            <p:cNvSpPr>
              <a:spLocks/>
            </p:cNvSpPr>
            <p:nvPr/>
          </p:nvSpPr>
          <p:spPr bwMode="auto">
            <a:xfrm>
              <a:off x="6679577" y="4191694"/>
              <a:ext cx="187367" cy="134786"/>
            </a:xfrm>
            <a:custGeom>
              <a:avLst/>
              <a:gdLst>
                <a:gd name="T0" fmla="*/ 82 w 107"/>
                <a:gd name="T1" fmla="*/ 0 h 77"/>
                <a:gd name="T2" fmla="*/ 55 w 107"/>
                <a:gd name="T3" fmla="*/ 31 h 77"/>
                <a:gd name="T4" fmla="*/ 25 w 107"/>
                <a:gd name="T5" fmla="*/ 1 h 77"/>
                <a:gd name="T6" fmla="*/ 1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5" y="31"/>
                    <a:pt x="55" y="31"/>
                    <a:pt x="55" y="31"/>
                  </a:cubicBezTo>
                  <a:cubicBezTo>
                    <a:pt x="25" y="1"/>
                    <a:pt x="25" y="1"/>
                    <a:pt x="25" y="1"/>
                  </a:cubicBezTo>
                  <a:cubicBezTo>
                    <a:pt x="8" y="8"/>
                    <a:pt x="0" y="18"/>
                    <a:pt x="1" y="34"/>
                  </a:cubicBezTo>
                  <a:cubicBezTo>
                    <a:pt x="2" y="77"/>
                    <a:pt x="2" y="77"/>
                    <a:pt x="2" y="77"/>
                  </a:cubicBezTo>
                  <a:cubicBezTo>
                    <a:pt x="107" y="77"/>
                    <a:pt x="107" y="77"/>
                    <a:pt x="107" y="77"/>
                  </a:cubicBezTo>
                  <a:cubicBezTo>
                    <a:pt x="105" y="31"/>
                    <a:pt x="105" y="31"/>
                    <a:pt x="105" y="31"/>
                  </a:cubicBezTo>
                  <a:cubicBezTo>
                    <a:pt x="105" y="15"/>
                    <a:pt x="99"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Freeform 530"/>
            <p:cNvSpPr>
              <a:spLocks/>
            </p:cNvSpPr>
            <p:nvPr/>
          </p:nvSpPr>
          <p:spPr bwMode="auto">
            <a:xfrm>
              <a:off x="6895086" y="4095418"/>
              <a:ext cx="139970" cy="136267"/>
            </a:xfrm>
            <a:custGeom>
              <a:avLst/>
              <a:gdLst>
                <a:gd name="T0" fmla="*/ 41 w 80"/>
                <a:gd name="T1" fmla="*/ 78 h 78"/>
                <a:gd name="T2" fmla="*/ 79 w 80"/>
                <a:gd name="T3" fmla="*/ 38 h 78"/>
                <a:gd name="T4" fmla="*/ 38 w 80"/>
                <a:gd name="T5" fmla="*/ 0 h 78"/>
                <a:gd name="T6" fmla="*/ 0 w 80"/>
                <a:gd name="T7" fmla="*/ 40 h 78"/>
                <a:gd name="T8" fmla="*/ 41 w 80"/>
                <a:gd name="T9" fmla="*/ 78 h 78"/>
              </a:gdLst>
              <a:ahLst/>
              <a:cxnLst>
                <a:cxn ang="0">
                  <a:pos x="T0" y="T1"/>
                </a:cxn>
                <a:cxn ang="0">
                  <a:pos x="T2" y="T3"/>
                </a:cxn>
                <a:cxn ang="0">
                  <a:pos x="T4" y="T5"/>
                </a:cxn>
                <a:cxn ang="0">
                  <a:pos x="T6" y="T7"/>
                </a:cxn>
                <a:cxn ang="0">
                  <a:pos x="T8" y="T9"/>
                </a:cxn>
              </a:cxnLst>
              <a:rect l="0" t="0" r="r" b="b"/>
              <a:pathLst>
                <a:path w="80" h="78">
                  <a:moveTo>
                    <a:pt x="41" y="78"/>
                  </a:moveTo>
                  <a:cubicBezTo>
                    <a:pt x="63" y="77"/>
                    <a:pt x="80" y="59"/>
                    <a:pt x="79" y="38"/>
                  </a:cubicBezTo>
                  <a:cubicBezTo>
                    <a:pt x="78" y="16"/>
                    <a:pt x="60" y="0"/>
                    <a:pt x="38" y="0"/>
                  </a:cubicBezTo>
                  <a:cubicBezTo>
                    <a:pt x="17" y="1"/>
                    <a:pt x="0" y="19"/>
                    <a:pt x="0" y="40"/>
                  </a:cubicBezTo>
                  <a:cubicBezTo>
                    <a:pt x="1" y="62"/>
                    <a:pt x="19" y="78"/>
                    <a:pt x="41"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Freeform 531"/>
            <p:cNvSpPr>
              <a:spLocks/>
            </p:cNvSpPr>
            <p:nvPr/>
          </p:nvSpPr>
          <p:spPr bwMode="auto">
            <a:xfrm>
              <a:off x="6826952" y="4238351"/>
              <a:ext cx="276977" cy="203660"/>
            </a:xfrm>
            <a:custGeom>
              <a:avLst/>
              <a:gdLst>
                <a:gd name="T0" fmla="*/ 121 w 158"/>
                <a:gd name="T1" fmla="*/ 1 h 116"/>
                <a:gd name="T2" fmla="*/ 156 w 158"/>
                <a:gd name="T3" fmla="*/ 47 h 116"/>
                <a:gd name="T4" fmla="*/ 158 w 158"/>
                <a:gd name="T5" fmla="*/ 116 h 116"/>
                <a:gd name="T6" fmla="*/ 3 w 158"/>
                <a:gd name="T7" fmla="*/ 116 h 116"/>
                <a:gd name="T8" fmla="*/ 1 w 158"/>
                <a:gd name="T9" fmla="*/ 52 h 116"/>
                <a:gd name="T10" fmla="*/ 38 w 158"/>
                <a:gd name="T11" fmla="*/ 3 h 116"/>
                <a:gd name="T12" fmla="*/ 57 w 158"/>
                <a:gd name="T13" fmla="*/ 0 h 116"/>
                <a:gd name="T14" fmla="*/ 77 w 158"/>
                <a:gd name="T15" fmla="*/ 22 h 116"/>
                <a:gd name="T16" fmla="*/ 67 w 158"/>
                <a:gd name="T17" fmla="*/ 114 h 116"/>
                <a:gd name="T18" fmla="*/ 101 w 158"/>
                <a:gd name="T19" fmla="*/ 115 h 116"/>
                <a:gd name="T20" fmla="*/ 85 w 158"/>
                <a:gd name="T21" fmla="*/ 22 h 116"/>
                <a:gd name="T22" fmla="*/ 103 w 158"/>
                <a:gd name="T23" fmla="*/ 1 h 116"/>
                <a:gd name="T24" fmla="*/ 121 w 158"/>
                <a:gd name="T25" fmla="*/ 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16">
                  <a:moveTo>
                    <a:pt x="121" y="1"/>
                  </a:moveTo>
                  <a:cubicBezTo>
                    <a:pt x="146" y="11"/>
                    <a:pt x="155" y="24"/>
                    <a:pt x="156" y="47"/>
                  </a:cubicBezTo>
                  <a:cubicBezTo>
                    <a:pt x="158" y="116"/>
                    <a:pt x="158" y="116"/>
                    <a:pt x="158" y="116"/>
                  </a:cubicBezTo>
                  <a:cubicBezTo>
                    <a:pt x="3" y="116"/>
                    <a:pt x="3" y="116"/>
                    <a:pt x="3" y="116"/>
                  </a:cubicBezTo>
                  <a:cubicBezTo>
                    <a:pt x="1" y="52"/>
                    <a:pt x="1" y="52"/>
                    <a:pt x="1" y="52"/>
                  </a:cubicBezTo>
                  <a:cubicBezTo>
                    <a:pt x="0" y="28"/>
                    <a:pt x="11" y="13"/>
                    <a:pt x="38" y="3"/>
                  </a:cubicBezTo>
                  <a:cubicBezTo>
                    <a:pt x="57" y="0"/>
                    <a:pt x="57" y="0"/>
                    <a:pt x="57" y="0"/>
                  </a:cubicBezTo>
                  <a:cubicBezTo>
                    <a:pt x="57" y="0"/>
                    <a:pt x="78" y="20"/>
                    <a:pt x="77" y="22"/>
                  </a:cubicBezTo>
                  <a:cubicBezTo>
                    <a:pt x="76" y="24"/>
                    <a:pt x="67" y="114"/>
                    <a:pt x="67" y="114"/>
                  </a:cubicBezTo>
                  <a:cubicBezTo>
                    <a:pt x="101" y="115"/>
                    <a:pt x="101" y="115"/>
                    <a:pt x="101" y="115"/>
                  </a:cubicBezTo>
                  <a:cubicBezTo>
                    <a:pt x="85" y="22"/>
                    <a:pt x="85" y="22"/>
                    <a:pt x="85" y="22"/>
                  </a:cubicBezTo>
                  <a:cubicBezTo>
                    <a:pt x="103" y="1"/>
                    <a:pt x="103" y="1"/>
                    <a:pt x="103" y="1"/>
                  </a:cubicBezTo>
                  <a:lnTo>
                    <a:pt x="12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Freeform 532"/>
            <p:cNvSpPr>
              <a:spLocks/>
            </p:cNvSpPr>
            <p:nvPr/>
          </p:nvSpPr>
          <p:spPr bwMode="auto">
            <a:xfrm>
              <a:off x="7115779" y="4091716"/>
              <a:ext cx="94794" cy="94794"/>
            </a:xfrm>
            <a:custGeom>
              <a:avLst/>
              <a:gdLst>
                <a:gd name="T0" fmla="*/ 28 w 54"/>
                <a:gd name="T1" fmla="*/ 53 h 54"/>
                <a:gd name="T2" fmla="*/ 54 w 54"/>
                <a:gd name="T3" fmla="*/ 26 h 54"/>
                <a:gd name="T4" fmla="*/ 26 w 54"/>
                <a:gd name="T5" fmla="*/ 1 h 54"/>
                <a:gd name="T6" fmla="*/ 0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1" y="1"/>
                    <a:pt x="0" y="14"/>
                    <a:pt x="0"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Freeform 533"/>
            <p:cNvSpPr>
              <a:spLocks/>
            </p:cNvSpPr>
            <p:nvPr/>
          </p:nvSpPr>
          <p:spPr bwMode="auto">
            <a:xfrm>
              <a:off x="7070603" y="4191694"/>
              <a:ext cx="187367" cy="134786"/>
            </a:xfrm>
            <a:custGeom>
              <a:avLst/>
              <a:gdLst>
                <a:gd name="T0" fmla="*/ 82 w 107"/>
                <a:gd name="T1" fmla="*/ 0 h 77"/>
                <a:gd name="T2" fmla="*/ 54 w 107"/>
                <a:gd name="T3" fmla="*/ 31 h 77"/>
                <a:gd name="T4" fmla="*/ 25 w 107"/>
                <a:gd name="T5" fmla="*/ 1 h 77"/>
                <a:gd name="T6" fmla="*/ 0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4" y="31"/>
                    <a:pt x="54" y="31"/>
                    <a:pt x="54" y="31"/>
                  </a:cubicBezTo>
                  <a:cubicBezTo>
                    <a:pt x="25" y="1"/>
                    <a:pt x="25" y="1"/>
                    <a:pt x="25" y="1"/>
                  </a:cubicBezTo>
                  <a:cubicBezTo>
                    <a:pt x="7" y="8"/>
                    <a:pt x="0" y="18"/>
                    <a:pt x="0" y="34"/>
                  </a:cubicBezTo>
                  <a:cubicBezTo>
                    <a:pt x="2" y="77"/>
                    <a:pt x="2" y="77"/>
                    <a:pt x="2" y="77"/>
                  </a:cubicBezTo>
                  <a:cubicBezTo>
                    <a:pt x="107" y="77"/>
                    <a:pt x="107" y="77"/>
                    <a:pt x="107" y="77"/>
                  </a:cubicBezTo>
                  <a:cubicBezTo>
                    <a:pt x="105" y="31"/>
                    <a:pt x="105" y="31"/>
                    <a:pt x="105" y="31"/>
                  </a:cubicBezTo>
                  <a:cubicBezTo>
                    <a:pt x="104" y="15"/>
                    <a:pt x="98"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Freeform 539"/>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Freeform 540"/>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33" name="矩形 32"/>
          <p:cNvSpPr/>
          <p:nvPr/>
        </p:nvSpPr>
        <p:spPr>
          <a:xfrm>
            <a:off x="313597" y="985155"/>
            <a:ext cx="3960440" cy="397031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a:r>
              <a:rPr lang="en-US" altLang="zh-CN" sz="1400" b="1" dirty="0">
                <a:solidFill>
                  <a:prstClr val="black"/>
                </a:solidFill>
              </a:rPr>
              <a:t>#include "stm32f10x.h"</a:t>
            </a:r>
          </a:p>
          <a:p>
            <a:pPr lvl="0"/>
            <a:r>
              <a:rPr lang="en-US" altLang="zh-CN" sz="1400" b="1" dirty="0">
                <a:solidFill>
                  <a:prstClr val="black"/>
                </a:solidFill>
              </a:rPr>
              <a:t>#include "TIM3_PWM.h" </a:t>
            </a:r>
          </a:p>
          <a:p>
            <a:pPr lvl="0"/>
            <a:r>
              <a:rPr lang="en-US" altLang="zh-CN" sz="1400" b="1" dirty="0">
                <a:solidFill>
                  <a:prstClr val="black"/>
                </a:solidFill>
              </a:rPr>
              <a:t>//</a:t>
            </a:r>
            <a:r>
              <a:rPr lang="zh-CN" altLang="en-US" sz="1400" b="1" dirty="0">
                <a:solidFill>
                  <a:prstClr val="black"/>
                </a:solidFill>
              </a:rPr>
              <a:t>延迟函数</a:t>
            </a:r>
            <a:r>
              <a:rPr lang="en-US" altLang="zh-CN" sz="1400" b="1" dirty="0">
                <a:solidFill>
                  <a:prstClr val="black"/>
                </a:solidFill>
              </a:rPr>
              <a:t>Delay</a:t>
            </a:r>
            <a:r>
              <a:rPr lang="zh-CN" altLang="en-US" sz="1400" b="1" dirty="0">
                <a:solidFill>
                  <a:prstClr val="black"/>
                </a:solidFill>
              </a:rPr>
              <a:t>（）</a:t>
            </a:r>
          </a:p>
          <a:p>
            <a:pPr lvl="0"/>
            <a:r>
              <a:rPr lang="en-US" altLang="zh-CN" sz="1400" b="1" dirty="0">
                <a:solidFill>
                  <a:prstClr val="black"/>
                </a:solidFill>
              </a:rPr>
              <a:t>void Delay(__IO u32 </a:t>
            </a:r>
            <a:r>
              <a:rPr lang="en-US" altLang="zh-CN" sz="1400" b="1" dirty="0" err="1">
                <a:solidFill>
                  <a:prstClr val="black"/>
                </a:solidFill>
              </a:rPr>
              <a:t>nCount</a:t>
            </a:r>
            <a:r>
              <a:rPr lang="en-US" altLang="zh-CN" sz="1400" b="1" dirty="0">
                <a:solidFill>
                  <a:prstClr val="black"/>
                </a:solidFill>
              </a:rPr>
              <a:t>)</a:t>
            </a:r>
          </a:p>
          <a:p>
            <a:pPr lvl="0"/>
            <a:r>
              <a:rPr lang="en-US" altLang="zh-CN" sz="1400" b="1" dirty="0" smtClean="0">
                <a:solidFill>
                  <a:prstClr val="black"/>
                </a:solidFill>
              </a:rPr>
              <a:t>{    </a:t>
            </a:r>
            <a:r>
              <a:rPr lang="en-US" altLang="zh-CN" sz="1400" b="1" dirty="0">
                <a:solidFill>
                  <a:prstClr val="black"/>
                </a:solidFill>
              </a:rPr>
              <a:t>for(;</a:t>
            </a:r>
            <a:r>
              <a:rPr lang="en-US" altLang="zh-CN" sz="1400" b="1" dirty="0" err="1">
                <a:solidFill>
                  <a:prstClr val="black"/>
                </a:solidFill>
              </a:rPr>
              <a:t>nCount</a:t>
            </a:r>
            <a:r>
              <a:rPr lang="en-US" altLang="zh-CN" sz="1400" b="1" dirty="0">
                <a:solidFill>
                  <a:prstClr val="black"/>
                </a:solidFill>
              </a:rPr>
              <a:t> !=0;nCount </a:t>
            </a:r>
            <a:r>
              <a:rPr lang="en-US" altLang="zh-CN" sz="1400" b="1" dirty="0" smtClean="0">
                <a:solidFill>
                  <a:prstClr val="black"/>
                </a:solidFill>
              </a:rPr>
              <a:t>--);  }</a:t>
            </a:r>
            <a:endParaRPr lang="en-US" altLang="zh-CN" sz="1400" b="1" dirty="0">
              <a:solidFill>
                <a:prstClr val="black"/>
              </a:solidFill>
            </a:endParaRPr>
          </a:p>
          <a:p>
            <a:pPr lvl="0"/>
            <a:endParaRPr lang="en-US" altLang="zh-CN" sz="1400" b="1" dirty="0">
              <a:solidFill>
                <a:prstClr val="black"/>
              </a:solidFill>
            </a:endParaRPr>
          </a:p>
          <a:p>
            <a:pPr lvl="0"/>
            <a:r>
              <a:rPr lang="en-US" altLang="zh-CN" sz="1400" b="1" dirty="0" err="1">
                <a:solidFill>
                  <a:prstClr val="black"/>
                </a:solidFill>
              </a:rPr>
              <a:t>int</a:t>
            </a:r>
            <a:r>
              <a:rPr lang="en-US" altLang="zh-CN" sz="1400" b="1" dirty="0">
                <a:solidFill>
                  <a:prstClr val="black"/>
                </a:solidFill>
              </a:rPr>
              <a:t> main(void)</a:t>
            </a:r>
          </a:p>
          <a:p>
            <a:pPr lvl="0"/>
            <a:r>
              <a:rPr lang="en-US" altLang="zh-CN" sz="1400" b="1" dirty="0">
                <a:solidFill>
                  <a:prstClr val="black"/>
                </a:solidFill>
              </a:rPr>
              <a:t>{</a:t>
            </a:r>
          </a:p>
          <a:p>
            <a:pPr lvl="0"/>
            <a:r>
              <a:rPr lang="en-US" altLang="zh-CN" sz="1400" b="1" dirty="0">
                <a:solidFill>
                  <a:prstClr val="black"/>
                </a:solidFill>
              </a:rPr>
              <a:t>  </a:t>
            </a:r>
            <a:r>
              <a:rPr lang="en-US" altLang="zh-CN" sz="1400" b="1" dirty="0" smtClean="0">
                <a:solidFill>
                  <a:prstClr val="black"/>
                </a:solidFill>
              </a:rPr>
              <a:t>  u16 </a:t>
            </a:r>
            <a:r>
              <a:rPr lang="en-US" altLang="zh-CN" sz="1400" b="1" dirty="0" err="1">
                <a:solidFill>
                  <a:prstClr val="black"/>
                </a:solidFill>
              </a:rPr>
              <a:t>PWM_Val</a:t>
            </a:r>
            <a:r>
              <a:rPr lang="en-US" altLang="zh-CN" sz="1400" b="1" dirty="0">
                <a:solidFill>
                  <a:prstClr val="black"/>
                </a:solidFill>
              </a:rPr>
              <a:t>=0; </a:t>
            </a:r>
            <a:endParaRPr lang="en-US" altLang="zh-CN" sz="1400" b="1" dirty="0" smtClean="0">
              <a:solidFill>
                <a:prstClr val="black"/>
              </a:solidFill>
            </a:endParaRPr>
          </a:p>
          <a:p>
            <a:pPr lvl="0"/>
            <a:r>
              <a:rPr lang="en-US" altLang="zh-CN" sz="1400" b="1" dirty="0">
                <a:solidFill>
                  <a:prstClr val="black"/>
                </a:solidFill>
              </a:rPr>
              <a:t> </a:t>
            </a:r>
            <a:r>
              <a:rPr lang="en-US" altLang="zh-CN" sz="1400" b="1" dirty="0" smtClean="0">
                <a:solidFill>
                  <a:prstClr val="black"/>
                </a:solidFill>
              </a:rPr>
              <a:t>       //</a:t>
            </a:r>
            <a:r>
              <a:rPr lang="zh-CN" altLang="en-US" sz="1400" b="1" dirty="0">
                <a:solidFill>
                  <a:prstClr val="black"/>
                </a:solidFill>
              </a:rPr>
              <a:t>定义变量</a:t>
            </a:r>
            <a:r>
              <a:rPr lang="en-US" altLang="zh-CN" sz="1400" b="1" dirty="0" err="1">
                <a:solidFill>
                  <a:prstClr val="black"/>
                </a:solidFill>
              </a:rPr>
              <a:t>PWM_Val</a:t>
            </a:r>
            <a:r>
              <a:rPr lang="zh-CN" altLang="en-US" sz="1400" b="1" dirty="0">
                <a:solidFill>
                  <a:prstClr val="black"/>
                </a:solidFill>
              </a:rPr>
              <a:t>为</a:t>
            </a:r>
            <a:r>
              <a:rPr lang="en-US" altLang="zh-CN" sz="1400" b="1" dirty="0">
                <a:solidFill>
                  <a:prstClr val="black"/>
                </a:solidFill>
              </a:rPr>
              <a:t>PWM</a:t>
            </a:r>
            <a:r>
              <a:rPr lang="zh-CN" altLang="en-US" sz="1400" b="1" dirty="0">
                <a:solidFill>
                  <a:prstClr val="black"/>
                </a:solidFill>
              </a:rPr>
              <a:t>的占空比</a:t>
            </a:r>
          </a:p>
          <a:p>
            <a:pPr lvl="0"/>
            <a:r>
              <a:rPr lang="zh-CN" altLang="en-US" sz="1400" b="1" dirty="0" smtClean="0">
                <a:solidFill>
                  <a:prstClr val="black"/>
                </a:solidFill>
              </a:rPr>
              <a:t>    </a:t>
            </a:r>
            <a:r>
              <a:rPr lang="en-US" altLang="zh-CN" sz="1400" b="1" dirty="0" smtClean="0">
                <a:solidFill>
                  <a:prstClr val="black"/>
                </a:solidFill>
              </a:rPr>
              <a:t>u8 </a:t>
            </a:r>
            <a:r>
              <a:rPr lang="en-US" altLang="zh-CN" sz="1400" b="1" dirty="0" err="1">
                <a:solidFill>
                  <a:prstClr val="black"/>
                </a:solidFill>
              </a:rPr>
              <a:t>pwd</a:t>
            </a:r>
            <a:r>
              <a:rPr lang="en-US" altLang="zh-CN" sz="1400" b="1" dirty="0">
                <a:solidFill>
                  <a:prstClr val="black"/>
                </a:solidFill>
              </a:rPr>
              <a:t>=1</a:t>
            </a:r>
            <a:r>
              <a:rPr lang="en-US" altLang="zh-CN" sz="1400" b="1" dirty="0" smtClean="0">
                <a:solidFill>
                  <a:prstClr val="black"/>
                </a:solidFill>
              </a:rPr>
              <a:t>; //</a:t>
            </a:r>
            <a:r>
              <a:rPr lang="zh-CN" altLang="en-US" sz="1400" b="1" dirty="0">
                <a:solidFill>
                  <a:prstClr val="black"/>
                </a:solidFill>
              </a:rPr>
              <a:t>定义一个变量，用于判断</a:t>
            </a:r>
          </a:p>
          <a:p>
            <a:pPr lvl="0"/>
            <a:r>
              <a:rPr lang="zh-CN" altLang="en-US" sz="1400" b="1" dirty="0">
                <a:solidFill>
                  <a:prstClr val="black"/>
                </a:solidFill>
              </a:rPr>
              <a:t> </a:t>
            </a:r>
            <a:r>
              <a:rPr lang="zh-CN" altLang="en-US" sz="1400" b="1" dirty="0" smtClean="0">
                <a:solidFill>
                  <a:prstClr val="black"/>
                </a:solidFill>
              </a:rPr>
              <a:t>  </a:t>
            </a:r>
            <a:r>
              <a:rPr lang="en-US" altLang="zh-CN" sz="1400" b="1" dirty="0" smtClean="0">
                <a:solidFill>
                  <a:prstClr val="black"/>
                </a:solidFill>
              </a:rPr>
              <a:t>TIM3_PWM_Init(899,0</a:t>
            </a:r>
            <a:r>
              <a:rPr lang="en-US" altLang="zh-CN" sz="1400" b="1" dirty="0">
                <a:solidFill>
                  <a:prstClr val="black"/>
                </a:solidFill>
              </a:rPr>
              <a:t>); </a:t>
            </a:r>
            <a:endParaRPr lang="en-US" altLang="zh-CN" sz="1400" b="1" dirty="0" smtClean="0">
              <a:solidFill>
                <a:prstClr val="black"/>
              </a:solidFill>
            </a:endParaRPr>
          </a:p>
          <a:p>
            <a:pPr lvl="0"/>
            <a:r>
              <a:rPr lang="en-US" altLang="zh-CN" sz="1400" b="1" dirty="0">
                <a:solidFill>
                  <a:prstClr val="black"/>
                </a:solidFill>
              </a:rPr>
              <a:t> </a:t>
            </a:r>
            <a:r>
              <a:rPr lang="en-US" altLang="zh-CN" sz="1400" b="1" dirty="0" smtClean="0">
                <a:solidFill>
                  <a:prstClr val="black"/>
                </a:solidFill>
              </a:rPr>
              <a:t>       //</a:t>
            </a:r>
            <a:r>
              <a:rPr lang="zh-CN" altLang="en-US" sz="1400" b="1" dirty="0">
                <a:solidFill>
                  <a:prstClr val="black"/>
                </a:solidFill>
              </a:rPr>
              <a:t>不分频，</a:t>
            </a:r>
            <a:r>
              <a:rPr lang="en-US" altLang="zh-CN" sz="1400" b="1" dirty="0">
                <a:solidFill>
                  <a:prstClr val="black"/>
                </a:solidFill>
              </a:rPr>
              <a:t>PWM</a:t>
            </a:r>
            <a:r>
              <a:rPr lang="zh-CN" altLang="en-US" sz="1400" b="1" dirty="0">
                <a:solidFill>
                  <a:prstClr val="black"/>
                </a:solidFill>
              </a:rPr>
              <a:t>频率</a:t>
            </a:r>
            <a:r>
              <a:rPr lang="en-US" altLang="zh-CN" sz="1400" b="1" dirty="0">
                <a:solidFill>
                  <a:prstClr val="black"/>
                </a:solidFill>
              </a:rPr>
              <a:t>=72000000/900=80KHz</a:t>
            </a:r>
          </a:p>
          <a:p>
            <a:pPr lvl="0"/>
            <a:r>
              <a:rPr lang="en-US" altLang="zh-CN" sz="1400" b="1" dirty="0">
                <a:solidFill>
                  <a:prstClr val="black"/>
                </a:solidFill>
              </a:rPr>
              <a:t>   </a:t>
            </a:r>
            <a:r>
              <a:rPr lang="en-US" altLang="zh-CN" sz="1400" b="1" dirty="0" smtClean="0">
                <a:solidFill>
                  <a:prstClr val="black"/>
                </a:solidFill>
              </a:rPr>
              <a:t>while(1</a:t>
            </a:r>
            <a:r>
              <a:rPr lang="en-US" altLang="zh-CN" sz="1400" b="1" dirty="0">
                <a:solidFill>
                  <a:prstClr val="black"/>
                </a:solidFill>
              </a:rPr>
              <a:t>)</a:t>
            </a:r>
          </a:p>
          <a:p>
            <a:pPr lvl="0"/>
            <a:r>
              <a:rPr lang="en-US" altLang="zh-CN" sz="1400" b="1" dirty="0" smtClean="0">
                <a:solidFill>
                  <a:prstClr val="black"/>
                </a:solidFill>
              </a:rPr>
              <a:t>  {</a:t>
            </a:r>
            <a:endParaRPr lang="en-US" altLang="zh-CN" sz="1400" b="1" dirty="0">
              <a:solidFill>
                <a:prstClr val="black"/>
              </a:solidFill>
            </a:endParaRPr>
          </a:p>
          <a:p>
            <a:pPr lvl="0"/>
            <a:r>
              <a:rPr lang="en-US" altLang="zh-CN" sz="1400" b="1" dirty="0">
                <a:solidFill>
                  <a:prstClr val="black"/>
                </a:solidFill>
              </a:rPr>
              <a:t>        Delay(10000);</a:t>
            </a:r>
          </a:p>
          <a:p>
            <a:pPr lvl="0"/>
            <a:r>
              <a:rPr lang="en-US" altLang="zh-CN" sz="1400" b="1" dirty="0" smtClean="0">
                <a:solidFill>
                  <a:prstClr val="black"/>
                </a:solidFill>
              </a:rPr>
              <a:t>        if(</a:t>
            </a:r>
            <a:r>
              <a:rPr lang="en-US" altLang="zh-CN" sz="1400" b="1" dirty="0" err="1" smtClean="0">
                <a:solidFill>
                  <a:prstClr val="black"/>
                </a:solidFill>
              </a:rPr>
              <a:t>pwd</a:t>
            </a:r>
            <a:r>
              <a:rPr lang="en-US" altLang="zh-CN" sz="1400" b="1" dirty="0" smtClean="0">
                <a:solidFill>
                  <a:prstClr val="black"/>
                </a:solidFill>
              </a:rPr>
              <a:t>)</a:t>
            </a:r>
            <a:r>
              <a:rPr lang="en-US" altLang="zh-CN" sz="1400" b="1" dirty="0" err="1" smtClean="0">
                <a:solidFill>
                  <a:prstClr val="black"/>
                </a:solidFill>
              </a:rPr>
              <a:t>PWM_Val</a:t>
            </a:r>
            <a:r>
              <a:rPr lang="en-US" altLang="zh-CN" sz="1400" b="1" dirty="0">
                <a:solidFill>
                  <a:prstClr val="black"/>
                </a:solidFill>
              </a:rPr>
              <a:t>++; </a:t>
            </a:r>
            <a:endParaRPr lang="en-US" altLang="zh-CN" sz="1400" b="1" dirty="0" smtClean="0">
              <a:solidFill>
                <a:prstClr val="black"/>
              </a:solidFill>
            </a:endParaRPr>
          </a:p>
          <a:p>
            <a:pPr lvl="0"/>
            <a:r>
              <a:rPr lang="en-US" altLang="zh-CN" sz="1400" b="1" dirty="0">
                <a:solidFill>
                  <a:prstClr val="black"/>
                </a:solidFill>
              </a:rPr>
              <a:t> </a:t>
            </a:r>
            <a:r>
              <a:rPr lang="en-US" altLang="zh-CN" sz="1400" b="1" dirty="0" smtClean="0">
                <a:solidFill>
                  <a:prstClr val="black"/>
                </a:solidFill>
              </a:rPr>
              <a:t>          //</a:t>
            </a:r>
            <a:r>
              <a:rPr lang="zh-CN" altLang="en-US" sz="1400" b="1" dirty="0">
                <a:solidFill>
                  <a:prstClr val="black"/>
                </a:solidFill>
              </a:rPr>
              <a:t>如果</a:t>
            </a:r>
            <a:r>
              <a:rPr lang="en-US" altLang="zh-CN" sz="1400" b="1" dirty="0" err="1">
                <a:solidFill>
                  <a:prstClr val="black"/>
                </a:solidFill>
              </a:rPr>
              <a:t>pwd</a:t>
            </a:r>
            <a:r>
              <a:rPr lang="zh-CN" altLang="en-US" sz="1400" b="1" dirty="0">
                <a:solidFill>
                  <a:prstClr val="black"/>
                </a:solidFill>
              </a:rPr>
              <a:t>为真，则占空比逐渐</a:t>
            </a:r>
            <a:r>
              <a:rPr lang="zh-CN" altLang="en-US" sz="1400" b="1" dirty="0" smtClean="0">
                <a:solidFill>
                  <a:prstClr val="black"/>
                </a:solidFill>
              </a:rPr>
              <a:t>增加</a:t>
            </a:r>
            <a:endParaRPr lang="zh-CN" altLang="en-US" sz="1400" b="1" dirty="0">
              <a:solidFill>
                <a:prstClr val="black"/>
              </a:solidFill>
            </a:endParaRPr>
          </a:p>
        </p:txBody>
      </p:sp>
      <p:sp>
        <p:nvSpPr>
          <p:cNvPr id="2" name="矩形 1"/>
          <p:cNvSpPr/>
          <p:nvPr/>
        </p:nvSpPr>
        <p:spPr>
          <a:xfrm>
            <a:off x="4480500" y="985155"/>
            <a:ext cx="4303423" cy="397031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a:r>
              <a:rPr lang="zh-CN" altLang="en-US" sz="1400" b="1" dirty="0">
                <a:solidFill>
                  <a:prstClr val="black"/>
                </a:solidFill>
              </a:rPr>
              <a:t> </a:t>
            </a:r>
            <a:r>
              <a:rPr lang="en-US" altLang="zh-CN" sz="1400" b="1" dirty="0">
                <a:solidFill>
                  <a:prstClr val="black"/>
                </a:solidFill>
              </a:rPr>
              <a:t>else </a:t>
            </a:r>
            <a:r>
              <a:rPr lang="en-US" altLang="zh-CN" sz="1400" b="1" dirty="0" err="1">
                <a:solidFill>
                  <a:prstClr val="black"/>
                </a:solidFill>
              </a:rPr>
              <a:t>PWM_Val</a:t>
            </a:r>
            <a:r>
              <a:rPr lang="en-US" altLang="zh-CN" sz="1400" b="1" dirty="0">
                <a:solidFill>
                  <a:prstClr val="black"/>
                </a:solidFill>
              </a:rPr>
              <a:t>--; //</a:t>
            </a:r>
            <a:r>
              <a:rPr lang="zh-CN" altLang="en-US" sz="1400" b="1" dirty="0">
                <a:solidFill>
                  <a:prstClr val="black"/>
                </a:solidFill>
              </a:rPr>
              <a:t>否则逐渐减小</a:t>
            </a:r>
          </a:p>
          <a:p>
            <a:pPr lvl="0"/>
            <a:r>
              <a:rPr lang="zh-CN" altLang="en-US" sz="1400" b="1" dirty="0">
                <a:solidFill>
                  <a:prstClr val="black"/>
                </a:solidFill>
              </a:rPr>
              <a:t> </a:t>
            </a:r>
            <a:r>
              <a:rPr lang="en-US" altLang="zh-CN" sz="1400" b="1" dirty="0" smtClean="0">
                <a:solidFill>
                  <a:prstClr val="black"/>
                </a:solidFill>
              </a:rPr>
              <a:t>if(</a:t>
            </a:r>
            <a:r>
              <a:rPr lang="en-US" altLang="zh-CN" sz="1400" b="1" dirty="0" err="1" smtClean="0">
                <a:solidFill>
                  <a:prstClr val="black"/>
                </a:solidFill>
              </a:rPr>
              <a:t>PWM_Val</a:t>
            </a:r>
            <a:r>
              <a:rPr lang="en-US" altLang="zh-CN" sz="1400" b="1" dirty="0" smtClean="0">
                <a:solidFill>
                  <a:prstClr val="black"/>
                </a:solidFill>
              </a:rPr>
              <a:t>&gt;300</a:t>
            </a:r>
            <a:r>
              <a:rPr lang="en-US" altLang="zh-CN" sz="1400" b="1" dirty="0">
                <a:solidFill>
                  <a:prstClr val="black"/>
                </a:solidFill>
              </a:rPr>
              <a:t>) </a:t>
            </a:r>
            <a:r>
              <a:rPr lang="en-US" altLang="zh-CN" sz="1400" b="1" dirty="0" err="1">
                <a:solidFill>
                  <a:prstClr val="black"/>
                </a:solidFill>
              </a:rPr>
              <a:t>pwd</a:t>
            </a:r>
            <a:r>
              <a:rPr lang="en-US" altLang="zh-CN" sz="1400" b="1" dirty="0">
                <a:solidFill>
                  <a:prstClr val="black"/>
                </a:solidFill>
              </a:rPr>
              <a:t> =0; </a:t>
            </a:r>
            <a:endParaRPr lang="en-US" altLang="zh-CN" sz="1400" b="1" dirty="0" smtClean="0">
              <a:solidFill>
                <a:prstClr val="black"/>
              </a:solidFill>
            </a:endParaRPr>
          </a:p>
          <a:p>
            <a:pPr lvl="0"/>
            <a:r>
              <a:rPr lang="en-US" altLang="zh-CN" sz="1400" b="1" dirty="0">
                <a:solidFill>
                  <a:prstClr val="black"/>
                </a:solidFill>
              </a:rPr>
              <a:t> </a:t>
            </a:r>
            <a:r>
              <a:rPr lang="en-US" altLang="zh-CN" sz="1400" b="1" dirty="0" smtClean="0">
                <a:solidFill>
                  <a:prstClr val="black"/>
                </a:solidFill>
              </a:rPr>
              <a:t>       //</a:t>
            </a:r>
            <a:r>
              <a:rPr lang="zh-CN" altLang="en-US" sz="1400" b="1" dirty="0">
                <a:solidFill>
                  <a:prstClr val="black"/>
                </a:solidFill>
              </a:rPr>
              <a:t>如果占空比大于</a:t>
            </a:r>
            <a:r>
              <a:rPr lang="en-US" altLang="zh-CN" sz="1400" b="1" dirty="0">
                <a:solidFill>
                  <a:prstClr val="black"/>
                </a:solidFill>
              </a:rPr>
              <a:t>300</a:t>
            </a:r>
            <a:r>
              <a:rPr lang="zh-CN" altLang="en-US" sz="1400" b="1" dirty="0">
                <a:solidFill>
                  <a:prstClr val="black"/>
                </a:solidFill>
              </a:rPr>
              <a:t>，则</a:t>
            </a:r>
            <a:r>
              <a:rPr lang="en-US" altLang="zh-CN" sz="1400" b="1" dirty="0" err="1">
                <a:solidFill>
                  <a:prstClr val="black"/>
                </a:solidFill>
              </a:rPr>
              <a:t>pwd</a:t>
            </a:r>
            <a:r>
              <a:rPr lang="zh-CN" altLang="en-US" sz="1400" b="1" dirty="0">
                <a:solidFill>
                  <a:prstClr val="black"/>
                </a:solidFill>
              </a:rPr>
              <a:t>设置为</a:t>
            </a:r>
            <a:r>
              <a:rPr lang="en-US" altLang="zh-CN" sz="1400" b="1" dirty="0">
                <a:solidFill>
                  <a:prstClr val="black"/>
                </a:solidFill>
              </a:rPr>
              <a:t>0</a:t>
            </a:r>
          </a:p>
          <a:p>
            <a:pPr lvl="0"/>
            <a:r>
              <a:rPr lang="en-US" altLang="zh-CN" sz="1400" b="1" dirty="0" smtClean="0">
                <a:solidFill>
                  <a:prstClr val="black"/>
                </a:solidFill>
              </a:rPr>
              <a:t>  if(</a:t>
            </a:r>
            <a:r>
              <a:rPr lang="en-US" altLang="zh-CN" sz="1400" b="1" dirty="0" err="1" smtClean="0">
                <a:solidFill>
                  <a:prstClr val="black"/>
                </a:solidFill>
              </a:rPr>
              <a:t>PWM_Val</a:t>
            </a:r>
            <a:r>
              <a:rPr lang="en-US" altLang="zh-CN" sz="1400" b="1" dirty="0">
                <a:solidFill>
                  <a:prstClr val="black"/>
                </a:solidFill>
              </a:rPr>
              <a:t>==0) </a:t>
            </a:r>
            <a:r>
              <a:rPr lang="en-US" altLang="zh-CN" sz="1400" b="1" dirty="0" err="1">
                <a:solidFill>
                  <a:prstClr val="black"/>
                </a:solidFill>
              </a:rPr>
              <a:t>pwd</a:t>
            </a:r>
            <a:r>
              <a:rPr lang="en-US" altLang="zh-CN" sz="1400" b="1" dirty="0">
                <a:solidFill>
                  <a:prstClr val="black"/>
                </a:solidFill>
              </a:rPr>
              <a:t> =1; </a:t>
            </a:r>
            <a:endParaRPr lang="en-US" altLang="zh-CN" sz="1400" b="1" dirty="0" smtClean="0">
              <a:solidFill>
                <a:prstClr val="black"/>
              </a:solidFill>
            </a:endParaRPr>
          </a:p>
          <a:p>
            <a:pPr lvl="0"/>
            <a:r>
              <a:rPr lang="en-US" altLang="zh-CN" sz="1400" b="1" dirty="0" smtClean="0">
                <a:solidFill>
                  <a:prstClr val="black"/>
                </a:solidFill>
              </a:rPr>
              <a:t>        //</a:t>
            </a:r>
            <a:r>
              <a:rPr lang="zh-CN" altLang="en-US" sz="1400" b="1" dirty="0">
                <a:solidFill>
                  <a:prstClr val="black"/>
                </a:solidFill>
              </a:rPr>
              <a:t>如果占空比为</a:t>
            </a:r>
            <a:r>
              <a:rPr lang="en-US" altLang="zh-CN" sz="1400" b="1" dirty="0">
                <a:solidFill>
                  <a:prstClr val="black"/>
                </a:solidFill>
              </a:rPr>
              <a:t>0</a:t>
            </a:r>
            <a:r>
              <a:rPr lang="zh-CN" altLang="en-US" sz="1400" b="1" dirty="0">
                <a:solidFill>
                  <a:prstClr val="black"/>
                </a:solidFill>
              </a:rPr>
              <a:t>，将标识</a:t>
            </a:r>
            <a:r>
              <a:rPr lang="en-US" altLang="zh-CN" sz="1400" b="1" dirty="0" err="1">
                <a:solidFill>
                  <a:prstClr val="black"/>
                </a:solidFill>
              </a:rPr>
              <a:t>pwd</a:t>
            </a:r>
            <a:r>
              <a:rPr lang="zh-CN" altLang="en-US" sz="1400" b="1" dirty="0">
                <a:solidFill>
                  <a:prstClr val="black"/>
                </a:solidFill>
              </a:rPr>
              <a:t>设置为</a:t>
            </a:r>
            <a:r>
              <a:rPr lang="en-US" altLang="zh-CN" sz="1400" b="1" dirty="0">
                <a:solidFill>
                  <a:prstClr val="black"/>
                </a:solidFill>
              </a:rPr>
              <a:t>1   </a:t>
            </a:r>
          </a:p>
          <a:p>
            <a:pPr lvl="0"/>
            <a:r>
              <a:rPr lang="en-US" altLang="zh-CN" sz="1400" b="1" dirty="0">
                <a:solidFill>
                  <a:prstClr val="black"/>
                </a:solidFill>
              </a:rPr>
              <a:t>  </a:t>
            </a:r>
            <a:r>
              <a:rPr lang="en-US" altLang="zh-CN" sz="1400" b="1" dirty="0" smtClean="0">
                <a:solidFill>
                  <a:prstClr val="black"/>
                </a:solidFill>
              </a:rPr>
              <a:t> </a:t>
            </a:r>
            <a:r>
              <a:rPr lang="en-US" altLang="zh-CN" sz="1400" b="1" dirty="0">
                <a:solidFill>
                  <a:prstClr val="black"/>
                </a:solidFill>
              </a:rPr>
              <a:t>TIM_SetCompare2(TIM3,PWM_Val</a:t>
            </a:r>
            <a:r>
              <a:rPr lang="en-US" altLang="zh-CN" sz="1400" b="1" dirty="0" smtClean="0">
                <a:solidFill>
                  <a:prstClr val="black"/>
                </a:solidFill>
              </a:rPr>
              <a:t>); //</a:t>
            </a:r>
            <a:r>
              <a:rPr lang="zh-CN" altLang="en-US" sz="1400" b="1" dirty="0">
                <a:solidFill>
                  <a:prstClr val="black"/>
                </a:solidFill>
              </a:rPr>
              <a:t>修改</a:t>
            </a:r>
            <a:r>
              <a:rPr lang="zh-CN" altLang="en-US" sz="1400" b="1" dirty="0" smtClean="0">
                <a:solidFill>
                  <a:prstClr val="black"/>
                </a:solidFill>
              </a:rPr>
              <a:t>占空比</a:t>
            </a:r>
            <a:endParaRPr lang="en-US" altLang="zh-CN" sz="1400" b="1" dirty="0" smtClean="0">
              <a:solidFill>
                <a:prstClr val="black"/>
              </a:solidFill>
            </a:endParaRPr>
          </a:p>
          <a:p>
            <a:pPr lvl="0"/>
            <a:r>
              <a:rPr lang="en-US" altLang="zh-CN" sz="1400" b="1" dirty="0">
                <a:solidFill>
                  <a:prstClr val="black"/>
                </a:solidFill>
              </a:rPr>
              <a:t> </a:t>
            </a:r>
            <a:r>
              <a:rPr lang="en-US" altLang="zh-CN" sz="1400" b="1" dirty="0" smtClean="0">
                <a:solidFill>
                  <a:prstClr val="black"/>
                </a:solidFill>
              </a:rPr>
              <a:t>  </a:t>
            </a:r>
            <a:r>
              <a:rPr lang="en-US" altLang="zh-CN" sz="1400" b="1" dirty="0">
                <a:solidFill>
                  <a:prstClr val="black"/>
                </a:solidFill>
              </a:rPr>
              <a:t>}</a:t>
            </a:r>
          </a:p>
          <a:p>
            <a:pPr lvl="0"/>
            <a:r>
              <a:rPr lang="en-US" altLang="zh-CN" sz="1400" b="1" dirty="0">
                <a:solidFill>
                  <a:prstClr val="black"/>
                </a:solidFill>
              </a:rPr>
              <a:t>}</a:t>
            </a:r>
          </a:p>
          <a:p>
            <a:pPr lvl="0"/>
            <a:r>
              <a:rPr lang="en-US" altLang="zh-CN" sz="1400" b="1" dirty="0" smtClean="0">
                <a:solidFill>
                  <a:prstClr val="black"/>
                </a:solidFill>
              </a:rPr>
              <a:t>       //</a:t>
            </a:r>
            <a:r>
              <a:rPr lang="zh-CN" altLang="en-US" sz="1400" b="1" dirty="0">
                <a:solidFill>
                  <a:prstClr val="black"/>
                </a:solidFill>
              </a:rPr>
              <a:t>定时器</a:t>
            </a:r>
            <a:r>
              <a:rPr lang="en-US" altLang="zh-CN" sz="1400" b="1" dirty="0">
                <a:solidFill>
                  <a:prstClr val="black"/>
                </a:solidFill>
              </a:rPr>
              <a:t>TIM3</a:t>
            </a:r>
            <a:r>
              <a:rPr lang="zh-CN" altLang="en-US" sz="1400" b="1" dirty="0">
                <a:solidFill>
                  <a:prstClr val="black"/>
                </a:solidFill>
              </a:rPr>
              <a:t>的中断服务程序</a:t>
            </a:r>
          </a:p>
          <a:p>
            <a:pPr lvl="0"/>
            <a:r>
              <a:rPr lang="en-US" altLang="zh-CN" sz="1400" b="1" dirty="0">
                <a:solidFill>
                  <a:prstClr val="black"/>
                </a:solidFill>
              </a:rPr>
              <a:t>void TIM3_IRQHandler(void)   </a:t>
            </a:r>
          </a:p>
          <a:p>
            <a:pPr lvl="0"/>
            <a:r>
              <a:rPr lang="en-US" altLang="zh-CN" sz="1400" b="1" dirty="0">
                <a:solidFill>
                  <a:prstClr val="black"/>
                </a:solidFill>
              </a:rPr>
              <a:t>{</a:t>
            </a:r>
          </a:p>
          <a:p>
            <a:pPr lvl="0"/>
            <a:r>
              <a:rPr lang="en-US" altLang="zh-CN" sz="1400" b="1" dirty="0" smtClean="0">
                <a:solidFill>
                  <a:prstClr val="black"/>
                </a:solidFill>
              </a:rPr>
              <a:t>    if </a:t>
            </a:r>
            <a:r>
              <a:rPr lang="en-US" altLang="zh-CN" sz="1400" b="1" dirty="0">
                <a:solidFill>
                  <a:prstClr val="black"/>
                </a:solidFill>
              </a:rPr>
              <a:t>(</a:t>
            </a:r>
            <a:r>
              <a:rPr lang="en-US" altLang="zh-CN" sz="1400" b="1" dirty="0" err="1">
                <a:solidFill>
                  <a:prstClr val="black"/>
                </a:solidFill>
              </a:rPr>
              <a:t>TIM_GetITStatus</a:t>
            </a:r>
            <a:r>
              <a:rPr lang="en-US" altLang="zh-CN" sz="1400" b="1" dirty="0">
                <a:solidFill>
                  <a:prstClr val="black"/>
                </a:solidFill>
              </a:rPr>
              <a:t>(TIM3, </a:t>
            </a:r>
            <a:r>
              <a:rPr lang="en-US" altLang="zh-CN" sz="1400" b="1" dirty="0" err="1">
                <a:solidFill>
                  <a:prstClr val="black"/>
                </a:solidFill>
              </a:rPr>
              <a:t>TIM_IT_Update</a:t>
            </a:r>
            <a:r>
              <a:rPr lang="en-US" altLang="zh-CN" sz="1400" b="1" dirty="0">
                <a:solidFill>
                  <a:prstClr val="black"/>
                </a:solidFill>
              </a:rPr>
              <a:t>) != RESET) </a:t>
            </a:r>
          </a:p>
          <a:p>
            <a:pPr lvl="0"/>
            <a:r>
              <a:rPr lang="en-US" altLang="zh-CN" sz="1400" b="1" dirty="0" smtClean="0">
                <a:solidFill>
                  <a:prstClr val="black"/>
                </a:solidFill>
              </a:rPr>
              <a:t>   {</a:t>
            </a:r>
            <a:endParaRPr lang="en-US" altLang="zh-CN" sz="1400" b="1" dirty="0">
              <a:solidFill>
                <a:prstClr val="black"/>
              </a:solidFill>
            </a:endParaRPr>
          </a:p>
          <a:p>
            <a:pPr marL="361950" lvl="0" indent="-361950"/>
            <a:r>
              <a:rPr lang="en-US" altLang="zh-CN" sz="1400" b="1" dirty="0" smtClean="0">
                <a:solidFill>
                  <a:prstClr val="black"/>
                </a:solidFill>
              </a:rPr>
              <a:t>         </a:t>
            </a:r>
            <a:r>
              <a:rPr lang="en-US" altLang="zh-CN" sz="1400" b="1" dirty="0" err="1" smtClean="0">
                <a:solidFill>
                  <a:prstClr val="black"/>
                </a:solidFill>
              </a:rPr>
              <a:t>GPIO_WriteBit</a:t>
            </a:r>
            <a:r>
              <a:rPr lang="en-US" altLang="zh-CN" sz="1400" b="1" dirty="0" smtClean="0">
                <a:solidFill>
                  <a:prstClr val="black"/>
                </a:solidFill>
              </a:rPr>
              <a:t>(GPIOB,GPIO_Pin_5</a:t>
            </a:r>
            <a:r>
              <a:rPr lang="en-US" altLang="zh-CN" sz="1400" b="1" dirty="0">
                <a:solidFill>
                  <a:prstClr val="black"/>
                </a:solidFill>
              </a:rPr>
              <a:t>,(</a:t>
            </a:r>
            <a:r>
              <a:rPr lang="en-US" altLang="zh-CN" sz="1400" b="1" dirty="0" err="1">
                <a:solidFill>
                  <a:prstClr val="black"/>
                </a:solidFill>
              </a:rPr>
              <a:t>BitAction</a:t>
            </a:r>
            <a:r>
              <a:rPr lang="en-US" altLang="zh-CN" sz="1400" b="1" dirty="0">
                <a:solidFill>
                  <a:prstClr val="black"/>
                </a:solidFill>
              </a:rPr>
              <a:t>)((1-GPIO_ReadInputDataBit(GPIOB,GPIO_Pin_5))));</a:t>
            </a:r>
          </a:p>
          <a:p>
            <a:pPr lvl="0"/>
            <a:r>
              <a:rPr lang="en-US" altLang="zh-CN" sz="1400" b="1" dirty="0" smtClean="0">
                <a:solidFill>
                  <a:prstClr val="black"/>
                </a:solidFill>
              </a:rPr>
              <a:t>         </a:t>
            </a:r>
            <a:r>
              <a:rPr lang="en-US" altLang="zh-CN" sz="1400" b="1" dirty="0" err="1" smtClean="0">
                <a:solidFill>
                  <a:prstClr val="black"/>
                </a:solidFill>
              </a:rPr>
              <a:t>TIM_ClearITPendingBit</a:t>
            </a:r>
            <a:r>
              <a:rPr lang="en-US" altLang="zh-CN" sz="1400" b="1" dirty="0" smtClean="0">
                <a:solidFill>
                  <a:prstClr val="black"/>
                </a:solidFill>
              </a:rPr>
              <a:t>(TIM3</a:t>
            </a:r>
            <a:r>
              <a:rPr lang="en-US" altLang="zh-CN" sz="1400" b="1" dirty="0">
                <a:solidFill>
                  <a:prstClr val="black"/>
                </a:solidFill>
              </a:rPr>
              <a:t>, </a:t>
            </a:r>
            <a:r>
              <a:rPr lang="en-US" altLang="zh-CN" sz="1400" b="1" dirty="0" err="1">
                <a:solidFill>
                  <a:prstClr val="black"/>
                </a:solidFill>
              </a:rPr>
              <a:t>TIM_IT_Update</a:t>
            </a:r>
            <a:r>
              <a:rPr lang="en-US" altLang="zh-CN" sz="1400" b="1" dirty="0">
                <a:solidFill>
                  <a:prstClr val="black"/>
                </a:solidFill>
              </a:rPr>
              <a:t>); </a:t>
            </a:r>
          </a:p>
          <a:p>
            <a:pPr lvl="0"/>
            <a:r>
              <a:rPr lang="en-US" altLang="zh-CN" sz="1400" b="1" dirty="0" smtClean="0">
                <a:solidFill>
                  <a:prstClr val="black"/>
                </a:solidFill>
              </a:rPr>
              <a:t>    }</a:t>
            </a:r>
            <a:endParaRPr lang="en-US" altLang="zh-CN" sz="1400" b="1" dirty="0">
              <a:solidFill>
                <a:prstClr val="black"/>
              </a:solidFill>
            </a:endParaRPr>
          </a:p>
          <a:p>
            <a:pPr lvl="0"/>
            <a:r>
              <a:rPr lang="en-US" altLang="zh-CN" sz="1400" b="1" dirty="0">
                <a:solidFill>
                  <a:prstClr val="black"/>
                </a:solidFill>
              </a:rPr>
              <a:t>}</a:t>
            </a:r>
            <a:endParaRPr lang="zh-CN" altLang="en-US" sz="1400" dirty="0"/>
          </a:p>
        </p:txBody>
      </p:sp>
    </p:spTree>
    <p:extLst>
      <p:ext uri="{BB962C8B-B14F-4D97-AF65-F5344CB8AC3E}">
        <p14:creationId xmlns:p14="http://schemas.microsoft.com/office/powerpoint/2010/main" val="4168262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483678"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379725" cy="461665"/>
          </a:xfrm>
          <a:prstGeom prst="rect">
            <a:avLst/>
          </a:prstGeom>
        </p:spPr>
        <p:txBody>
          <a:bodyPr wrap="none">
            <a:spAutoFit/>
          </a:bodyPr>
          <a:lstStyle/>
          <a:p>
            <a:r>
              <a:rPr lang="en-US" altLang="zh-CN" sz="2400" b="1" dirty="0">
                <a:solidFill>
                  <a:schemeClr val="bg1"/>
                </a:solidFill>
              </a:rPr>
              <a:t>9.3.3 PWM</a:t>
            </a:r>
            <a:r>
              <a:rPr lang="zh-CN" altLang="en-US" sz="2400" b="1" dirty="0">
                <a:solidFill>
                  <a:schemeClr val="bg1"/>
                </a:solidFill>
              </a:rPr>
              <a:t>标准外设库应用实例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矩形 7"/>
          <p:cNvSpPr/>
          <p:nvPr/>
        </p:nvSpPr>
        <p:spPr>
          <a:xfrm>
            <a:off x="4968044" y="406865"/>
            <a:ext cx="2412268" cy="369332"/>
          </a:xfrm>
          <a:prstGeom prst="rect">
            <a:avLst/>
          </a:prstGeom>
        </p:spPr>
        <p:txBody>
          <a:bodyPr wrap="square">
            <a:spAutoFit/>
          </a:bodyPr>
          <a:lstStyle/>
          <a:p>
            <a:r>
              <a:rPr lang="en-US" altLang="zh-CN" b="1" dirty="0">
                <a:solidFill>
                  <a:srgbClr val="C00000"/>
                </a:solidFill>
              </a:rPr>
              <a:t>2</a:t>
            </a:r>
            <a:r>
              <a:rPr lang="zh-CN" altLang="en-US" b="1" dirty="0">
                <a:solidFill>
                  <a:srgbClr val="C00000"/>
                </a:solidFill>
              </a:rPr>
              <a:t>．</a:t>
            </a:r>
            <a:r>
              <a:rPr lang="en-US" altLang="zh-CN" b="1" dirty="0">
                <a:solidFill>
                  <a:srgbClr val="C00000"/>
                </a:solidFill>
              </a:rPr>
              <a:t>TIM3_PWM.c</a:t>
            </a:r>
            <a:r>
              <a:rPr lang="zh-CN" altLang="en-US" b="1" dirty="0">
                <a:solidFill>
                  <a:srgbClr val="C00000"/>
                </a:solidFill>
              </a:rPr>
              <a:t>文件</a:t>
            </a:r>
          </a:p>
        </p:txBody>
      </p:sp>
      <p:grpSp>
        <p:nvGrpSpPr>
          <p:cNvPr id="10" name="Group 61"/>
          <p:cNvGrpSpPr/>
          <p:nvPr/>
        </p:nvGrpSpPr>
        <p:grpSpPr>
          <a:xfrm>
            <a:off x="124196" y="3832758"/>
            <a:ext cx="1221203" cy="1075561"/>
            <a:chOff x="4958468" y="3328177"/>
            <a:chExt cx="2986020" cy="2997870"/>
          </a:xfrm>
          <a:solidFill>
            <a:schemeClr val="accent5">
              <a:lumMod val="20000"/>
              <a:lumOff val="80000"/>
            </a:schemeClr>
          </a:solidFill>
        </p:grpSpPr>
        <p:sp>
          <p:nvSpPr>
            <p:cNvPr id="11" name="Freeform 491"/>
            <p:cNvSpPr>
              <a:spLocks noEditPoints="1"/>
            </p:cNvSpPr>
            <p:nvPr/>
          </p:nvSpPr>
          <p:spPr bwMode="auto">
            <a:xfrm>
              <a:off x="4958468" y="3328177"/>
              <a:ext cx="2986020" cy="2997870"/>
            </a:xfrm>
            <a:custGeom>
              <a:avLst/>
              <a:gdLst>
                <a:gd name="T0" fmla="*/ 1407 w 1705"/>
                <a:gd name="T1" fmla="*/ 204 h 1712"/>
                <a:gd name="T2" fmla="*/ 1345 w 1705"/>
                <a:gd name="T3" fmla="*/ 201 h 1712"/>
                <a:gd name="T4" fmla="*/ 1229 w 1705"/>
                <a:gd name="T5" fmla="*/ 290 h 1712"/>
                <a:gd name="T6" fmla="*/ 1107 w 1705"/>
                <a:gd name="T7" fmla="*/ 310 h 1712"/>
                <a:gd name="T8" fmla="*/ 1012 w 1705"/>
                <a:gd name="T9" fmla="*/ 230 h 1712"/>
                <a:gd name="T10" fmla="*/ 986 w 1705"/>
                <a:gd name="T11" fmla="*/ 40 h 1712"/>
                <a:gd name="T12" fmla="*/ 946 w 1705"/>
                <a:gd name="T13" fmla="*/ 0 h 1712"/>
                <a:gd name="T14" fmla="*/ 777 w 1705"/>
                <a:gd name="T15" fmla="*/ 0 h 1712"/>
                <a:gd name="T16" fmla="*/ 728 w 1705"/>
                <a:gd name="T17" fmla="*/ 54 h 1712"/>
                <a:gd name="T18" fmla="*/ 702 w 1705"/>
                <a:gd name="T19" fmla="*/ 227 h 1712"/>
                <a:gd name="T20" fmla="*/ 628 w 1705"/>
                <a:gd name="T21" fmla="*/ 299 h 1712"/>
                <a:gd name="T22" fmla="*/ 537 w 1705"/>
                <a:gd name="T23" fmla="*/ 313 h 1712"/>
                <a:gd name="T24" fmla="*/ 365 w 1705"/>
                <a:gd name="T25" fmla="*/ 184 h 1712"/>
                <a:gd name="T26" fmla="*/ 312 w 1705"/>
                <a:gd name="T27" fmla="*/ 187 h 1712"/>
                <a:gd name="T28" fmla="*/ 193 w 1705"/>
                <a:gd name="T29" fmla="*/ 307 h 1712"/>
                <a:gd name="T30" fmla="*/ 193 w 1705"/>
                <a:gd name="T31" fmla="*/ 367 h 1712"/>
                <a:gd name="T32" fmla="*/ 314 w 1705"/>
                <a:gd name="T33" fmla="*/ 525 h 1712"/>
                <a:gd name="T34" fmla="*/ 304 w 1705"/>
                <a:gd name="T35" fmla="*/ 607 h 1712"/>
                <a:gd name="T36" fmla="*/ 241 w 1705"/>
                <a:gd name="T37" fmla="*/ 696 h 1712"/>
                <a:gd name="T38" fmla="*/ 46 w 1705"/>
                <a:gd name="T39" fmla="*/ 720 h 1712"/>
                <a:gd name="T40" fmla="*/ 4 w 1705"/>
                <a:gd name="T41" fmla="*/ 755 h 1712"/>
                <a:gd name="T42" fmla="*/ 0 w 1705"/>
                <a:gd name="T43" fmla="*/ 936 h 1712"/>
                <a:gd name="T44" fmla="*/ 51 w 1705"/>
                <a:gd name="T45" fmla="*/ 986 h 1712"/>
                <a:gd name="T46" fmla="*/ 217 w 1705"/>
                <a:gd name="T47" fmla="*/ 1012 h 1712"/>
                <a:gd name="T48" fmla="*/ 298 w 1705"/>
                <a:gd name="T49" fmla="*/ 1089 h 1712"/>
                <a:gd name="T50" fmla="*/ 300 w 1705"/>
                <a:gd name="T51" fmla="*/ 1189 h 1712"/>
                <a:gd name="T52" fmla="*/ 190 w 1705"/>
                <a:gd name="T53" fmla="*/ 1322 h 1712"/>
                <a:gd name="T54" fmla="*/ 194 w 1705"/>
                <a:gd name="T55" fmla="*/ 1407 h 1712"/>
                <a:gd name="T56" fmla="*/ 297 w 1705"/>
                <a:gd name="T57" fmla="*/ 1514 h 1712"/>
                <a:gd name="T58" fmla="*/ 372 w 1705"/>
                <a:gd name="T59" fmla="*/ 1515 h 1712"/>
                <a:gd name="T60" fmla="*/ 505 w 1705"/>
                <a:gd name="T61" fmla="*/ 1417 h 1712"/>
                <a:gd name="T62" fmla="*/ 623 w 1705"/>
                <a:gd name="T63" fmla="*/ 1421 h 1712"/>
                <a:gd name="T64" fmla="*/ 693 w 1705"/>
                <a:gd name="T65" fmla="*/ 1490 h 1712"/>
                <a:gd name="T66" fmla="*/ 716 w 1705"/>
                <a:gd name="T67" fmla="*/ 1655 h 1712"/>
                <a:gd name="T68" fmla="*/ 771 w 1705"/>
                <a:gd name="T69" fmla="*/ 1712 h 1712"/>
                <a:gd name="T70" fmla="*/ 922 w 1705"/>
                <a:gd name="T71" fmla="*/ 1712 h 1712"/>
                <a:gd name="T72" fmla="*/ 980 w 1705"/>
                <a:gd name="T73" fmla="*/ 1663 h 1712"/>
                <a:gd name="T74" fmla="*/ 1007 w 1705"/>
                <a:gd name="T75" fmla="*/ 1486 h 1712"/>
                <a:gd name="T76" fmla="*/ 1103 w 1705"/>
                <a:gd name="T77" fmla="*/ 1408 h 1712"/>
                <a:gd name="T78" fmla="*/ 1194 w 1705"/>
                <a:gd name="T79" fmla="*/ 1422 h 1712"/>
                <a:gd name="T80" fmla="*/ 1324 w 1705"/>
                <a:gd name="T81" fmla="*/ 1523 h 1712"/>
                <a:gd name="T82" fmla="*/ 1393 w 1705"/>
                <a:gd name="T83" fmla="*/ 1521 h 1712"/>
                <a:gd name="T84" fmla="*/ 1505 w 1705"/>
                <a:gd name="T85" fmla="*/ 1410 h 1712"/>
                <a:gd name="T86" fmla="*/ 1516 w 1705"/>
                <a:gd name="T87" fmla="*/ 1341 h 1712"/>
                <a:gd name="T88" fmla="*/ 1406 w 1705"/>
                <a:gd name="T89" fmla="*/ 1195 h 1712"/>
                <a:gd name="T90" fmla="*/ 1414 w 1705"/>
                <a:gd name="T91" fmla="*/ 1085 h 1712"/>
                <a:gd name="T92" fmla="*/ 1501 w 1705"/>
                <a:gd name="T93" fmla="*/ 1012 h 1712"/>
                <a:gd name="T94" fmla="*/ 1649 w 1705"/>
                <a:gd name="T95" fmla="*/ 995 h 1712"/>
                <a:gd name="T96" fmla="*/ 1701 w 1705"/>
                <a:gd name="T97" fmla="*/ 954 h 1712"/>
                <a:gd name="T98" fmla="*/ 1705 w 1705"/>
                <a:gd name="T99" fmla="*/ 778 h 1712"/>
                <a:gd name="T100" fmla="*/ 1662 w 1705"/>
                <a:gd name="T101" fmla="*/ 732 h 1712"/>
                <a:gd name="T102" fmla="*/ 1455 w 1705"/>
                <a:gd name="T103" fmla="*/ 692 h 1712"/>
                <a:gd name="T104" fmla="*/ 1404 w 1705"/>
                <a:gd name="T105" fmla="*/ 608 h 1712"/>
                <a:gd name="T106" fmla="*/ 1412 w 1705"/>
                <a:gd name="T107" fmla="*/ 517 h 1712"/>
                <a:gd name="T108" fmla="*/ 1504 w 1705"/>
                <a:gd name="T109" fmla="*/ 396 h 1712"/>
                <a:gd name="T110" fmla="*/ 1521 w 1705"/>
                <a:gd name="T111" fmla="*/ 332 h 1712"/>
                <a:gd name="T112" fmla="*/ 1407 w 1705"/>
                <a:gd name="T113" fmla="*/ 204 h 1712"/>
                <a:gd name="T114" fmla="*/ 996 w 1705"/>
                <a:gd name="T115" fmla="*/ 1003 h 1712"/>
                <a:gd name="T116" fmla="*/ 703 w 1705"/>
                <a:gd name="T117" fmla="*/ 1002 h 1712"/>
                <a:gd name="T118" fmla="*/ 705 w 1705"/>
                <a:gd name="T119" fmla="*/ 710 h 1712"/>
                <a:gd name="T120" fmla="*/ 997 w 1705"/>
                <a:gd name="T121" fmla="*/ 711 h 1712"/>
                <a:gd name="T122" fmla="*/ 996 w 1705"/>
                <a:gd name="T123" fmla="*/ 1003 h 1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5" h="1712">
                  <a:moveTo>
                    <a:pt x="1407" y="204"/>
                  </a:moveTo>
                  <a:cubicBezTo>
                    <a:pt x="1376" y="174"/>
                    <a:pt x="1345" y="201"/>
                    <a:pt x="1345" y="201"/>
                  </a:cubicBezTo>
                  <a:cubicBezTo>
                    <a:pt x="1345" y="201"/>
                    <a:pt x="1289" y="241"/>
                    <a:pt x="1229" y="290"/>
                  </a:cubicBezTo>
                  <a:cubicBezTo>
                    <a:pt x="1169" y="338"/>
                    <a:pt x="1107" y="310"/>
                    <a:pt x="1107" y="310"/>
                  </a:cubicBezTo>
                  <a:cubicBezTo>
                    <a:pt x="1015" y="289"/>
                    <a:pt x="1012" y="230"/>
                    <a:pt x="1012" y="230"/>
                  </a:cubicBezTo>
                  <a:cubicBezTo>
                    <a:pt x="986" y="40"/>
                    <a:pt x="986" y="40"/>
                    <a:pt x="986" y="40"/>
                  </a:cubicBezTo>
                  <a:cubicBezTo>
                    <a:pt x="980" y="1"/>
                    <a:pt x="946" y="0"/>
                    <a:pt x="946" y="0"/>
                  </a:cubicBezTo>
                  <a:cubicBezTo>
                    <a:pt x="777" y="0"/>
                    <a:pt x="777" y="0"/>
                    <a:pt x="777" y="0"/>
                  </a:cubicBezTo>
                  <a:cubicBezTo>
                    <a:pt x="730" y="2"/>
                    <a:pt x="728" y="54"/>
                    <a:pt x="728" y="54"/>
                  </a:cubicBezTo>
                  <a:cubicBezTo>
                    <a:pt x="702" y="227"/>
                    <a:pt x="702" y="227"/>
                    <a:pt x="702" y="227"/>
                  </a:cubicBezTo>
                  <a:cubicBezTo>
                    <a:pt x="696" y="258"/>
                    <a:pt x="628" y="299"/>
                    <a:pt x="628" y="299"/>
                  </a:cubicBezTo>
                  <a:cubicBezTo>
                    <a:pt x="589" y="322"/>
                    <a:pt x="537" y="313"/>
                    <a:pt x="537" y="313"/>
                  </a:cubicBezTo>
                  <a:cubicBezTo>
                    <a:pt x="365" y="184"/>
                    <a:pt x="365" y="184"/>
                    <a:pt x="365" y="184"/>
                  </a:cubicBezTo>
                  <a:cubicBezTo>
                    <a:pt x="342" y="166"/>
                    <a:pt x="312" y="187"/>
                    <a:pt x="312" y="187"/>
                  </a:cubicBezTo>
                  <a:cubicBezTo>
                    <a:pt x="193" y="307"/>
                    <a:pt x="193" y="307"/>
                    <a:pt x="193" y="307"/>
                  </a:cubicBezTo>
                  <a:cubicBezTo>
                    <a:pt x="165" y="336"/>
                    <a:pt x="193" y="367"/>
                    <a:pt x="193" y="367"/>
                  </a:cubicBezTo>
                  <a:cubicBezTo>
                    <a:pt x="199" y="374"/>
                    <a:pt x="314" y="525"/>
                    <a:pt x="314" y="525"/>
                  </a:cubicBezTo>
                  <a:cubicBezTo>
                    <a:pt x="322" y="545"/>
                    <a:pt x="304" y="607"/>
                    <a:pt x="304" y="607"/>
                  </a:cubicBezTo>
                  <a:cubicBezTo>
                    <a:pt x="292" y="669"/>
                    <a:pt x="241" y="696"/>
                    <a:pt x="241" y="696"/>
                  </a:cubicBezTo>
                  <a:cubicBezTo>
                    <a:pt x="46" y="720"/>
                    <a:pt x="46" y="720"/>
                    <a:pt x="46" y="720"/>
                  </a:cubicBezTo>
                  <a:cubicBezTo>
                    <a:pt x="16" y="720"/>
                    <a:pt x="4" y="755"/>
                    <a:pt x="4" y="755"/>
                  </a:cubicBezTo>
                  <a:cubicBezTo>
                    <a:pt x="0" y="936"/>
                    <a:pt x="0" y="936"/>
                    <a:pt x="0" y="936"/>
                  </a:cubicBezTo>
                  <a:cubicBezTo>
                    <a:pt x="2" y="977"/>
                    <a:pt x="51" y="986"/>
                    <a:pt x="51" y="986"/>
                  </a:cubicBezTo>
                  <a:cubicBezTo>
                    <a:pt x="217" y="1012"/>
                    <a:pt x="217" y="1012"/>
                    <a:pt x="217" y="1012"/>
                  </a:cubicBezTo>
                  <a:cubicBezTo>
                    <a:pt x="268" y="1014"/>
                    <a:pt x="298" y="1089"/>
                    <a:pt x="298" y="1089"/>
                  </a:cubicBezTo>
                  <a:cubicBezTo>
                    <a:pt x="321" y="1136"/>
                    <a:pt x="300" y="1189"/>
                    <a:pt x="300" y="1189"/>
                  </a:cubicBezTo>
                  <a:cubicBezTo>
                    <a:pt x="190" y="1322"/>
                    <a:pt x="190" y="1322"/>
                    <a:pt x="190" y="1322"/>
                  </a:cubicBezTo>
                  <a:cubicBezTo>
                    <a:pt x="152" y="1368"/>
                    <a:pt x="194" y="1407"/>
                    <a:pt x="194" y="1407"/>
                  </a:cubicBezTo>
                  <a:cubicBezTo>
                    <a:pt x="297" y="1514"/>
                    <a:pt x="297" y="1514"/>
                    <a:pt x="297" y="1514"/>
                  </a:cubicBezTo>
                  <a:cubicBezTo>
                    <a:pt x="335" y="1550"/>
                    <a:pt x="372" y="1515"/>
                    <a:pt x="372" y="1515"/>
                  </a:cubicBezTo>
                  <a:cubicBezTo>
                    <a:pt x="505" y="1417"/>
                    <a:pt x="505" y="1417"/>
                    <a:pt x="505" y="1417"/>
                  </a:cubicBezTo>
                  <a:cubicBezTo>
                    <a:pt x="551" y="1380"/>
                    <a:pt x="623" y="1421"/>
                    <a:pt x="623" y="1421"/>
                  </a:cubicBezTo>
                  <a:cubicBezTo>
                    <a:pt x="691" y="1446"/>
                    <a:pt x="693" y="1490"/>
                    <a:pt x="693" y="1490"/>
                  </a:cubicBezTo>
                  <a:cubicBezTo>
                    <a:pt x="716" y="1655"/>
                    <a:pt x="716" y="1655"/>
                    <a:pt x="716" y="1655"/>
                  </a:cubicBezTo>
                  <a:cubicBezTo>
                    <a:pt x="718" y="1709"/>
                    <a:pt x="771" y="1712"/>
                    <a:pt x="771" y="1712"/>
                  </a:cubicBezTo>
                  <a:cubicBezTo>
                    <a:pt x="922" y="1712"/>
                    <a:pt x="922" y="1712"/>
                    <a:pt x="922" y="1712"/>
                  </a:cubicBezTo>
                  <a:cubicBezTo>
                    <a:pt x="981" y="1703"/>
                    <a:pt x="980" y="1663"/>
                    <a:pt x="980" y="1663"/>
                  </a:cubicBezTo>
                  <a:cubicBezTo>
                    <a:pt x="1007" y="1486"/>
                    <a:pt x="1007" y="1486"/>
                    <a:pt x="1007" y="1486"/>
                  </a:cubicBezTo>
                  <a:cubicBezTo>
                    <a:pt x="1016" y="1422"/>
                    <a:pt x="1103" y="1408"/>
                    <a:pt x="1103" y="1408"/>
                  </a:cubicBezTo>
                  <a:cubicBezTo>
                    <a:pt x="1163" y="1387"/>
                    <a:pt x="1194" y="1422"/>
                    <a:pt x="1194" y="1422"/>
                  </a:cubicBezTo>
                  <a:cubicBezTo>
                    <a:pt x="1324" y="1523"/>
                    <a:pt x="1324" y="1523"/>
                    <a:pt x="1324" y="1523"/>
                  </a:cubicBezTo>
                  <a:cubicBezTo>
                    <a:pt x="1353" y="1549"/>
                    <a:pt x="1393" y="1521"/>
                    <a:pt x="1393" y="1521"/>
                  </a:cubicBezTo>
                  <a:cubicBezTo>
                    <a:pt x="1505" y="1410"/>
                    <a:pt x="1505" y="1410"/>
                    <a:pt x="1505" y="1410"/>
                  </a:cubicBezTo>
                  <a:cubicBezTo>
                    <a:pt x="1546" y="1372"/>
                    <a:pt x="1516" y="1341"/>
                    <a:pt x="1516" y="1341"/>
                  </a:cubicBezTo>
                  <a:cubicBezTo>
                    <a:pt x="1406" y="1195"/>
                    <a:pt x="1406" y="1195"/>
                    <a:pt x="1406" y="1195"/>
                  </a:cubicBezTo>
                  <a:cubicBezTo>
                    <a:pt x="1378" y="1154"/>
                    <a:pt x="1414" y="1085"/>
                    <a:pt x="1414" y="1085"/>
                  </a:cubicBezTo>
                  <a:cubicBezTo>
                    <a:pt x="1439" y="1013"/>
                    <a:pt x="1501" y="1012"/>
                    <a:pt x="1501" y="1012"/>
                  </a:cubicBezTo>
                  <a:cubicBezTo>
                    <a:pt x="1649" y="995"/>
                    <a:pt x="1649" y="995"/>
                    <a:pt x="1649" y="995"/>
                  </a:cubicBezTo>
                  <a:cubicBezTo>
                    <a:pt x="1688" y="998"/>
                    <a:pt x="1701" y="954"/>
                    <a:pt x="1701" y="954"/>
                  </a:cubicBezTo>
                  <a:cubicBezTo>
                    <a:pt x="1705" y="778"/>
                    <a:pt x="1705" y="778"/>
                    <a:pt x="1705" y="778"/>
                  </a:cubicBezTo>
                  <a:cubicBezTo>
                    <a:pt x="1700" y="733"/>
                    <a:pt x="1662" y="732"/>
                    <a:pt x="1662" y="732"/>
                  </a:cubicBezTo>
                  <a:cubicBezTo>
                    <a:pt x="1455" y="692"/>
                    <a:pt x="1455" y="692"/>
                    <a:pt x="1455" y="692"/>
                  </a:cubicBezTo>
                  <a:cubicBezTo>
                    <a:pt x="1420" y="683"/>
                    <a:pt x="1404" y="608"/>
                    <a:pt x="1404" y="608"/>
                  </a:cubicBezTo>
                  <a:cubicBezTo>
                    <a:pt x="1384" y="551"/>
                    <a:pt x="1412" y="517"/>
                    <a:pt x="1412" y="517"/>
                  </a:cubicBezTo>
                  <a:cubicBezTo>
                    <a:pt x="1504" y="396"/>
                    <a:pt x="1504" y="396"/>
                    <a:pt x="1504" y="396"/>
                  </a:cubicBezTo>
                  <a:cubicBezTo>
                    <a:pt x="1544" y="354"/>
                    <a:pt x="1521" y="332"/>
                    <a:pt x="1521" y="332"/>
                  </a:cubicBezTo>
                  <a:cubicBezTo>
                    <a:pt x="1521" y="332"/>
                    <a:pt x="1438" y="234"/>
                    <a:pt x="1407" y="204"/>
                  </a:cubicBezTo>
                  <a:close/>
                  <a:moveTo>
                    <a:pt x="996" y="1003"/>
                  </a:moveTo>
                  <a:cubicBezTo>
                    <a:pt x="915" y="1084"/>
                    <a:pt x="784" y="1083"/>
                    <a:pt x="703" y="1002"/>
                  </a:cubicBezTo>
                  <a:cubicBezTo>
                    <a:pt x="623" y="921"/>
                    <a:pt x="624" y="790"/>
                    <a:pt x="705" y="710"/>
                  </a:cubicBezTo>
                  <a:cubicBezTo>
                    <a:pt x="786" y="629"/>
                    <a:pt x="917" y="630"/>
                    <a:pt x="997" y="711"/>
                  </a:cubicBezTo>
                  <a:cubicBezTo>
                    <a:pt x="1077" y="792"/>
                    <a:pt x="1077" y="923"/>
                    <a:pt x="996" y="1003"/>
                  </a:cubicBezTo>
                  <a:close/>
                </a:path>
              </a:pathLst>
            </a:custGeom>
            <a:grpFill/>
            <a:ln>
              <a:noFill/>
            </a:ln>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Freeform 495"/>
            <p:cNvSpPr>
              <a:spLocks/>
            </p:cNvSpPr>
            <p:nvPr/>
          </p:nvSpPr>
          <p:spPr bwMode="auto">
            <a:xfrm>
              <a:off x="5791621" y="5558806"/>
              <a:ext cx="124417" cy="14071"/>
            </a:xfrm>
            <a:custGeom>
              <a:avLst/>
              <a:gdLst>
                <a:gd name="T0" fmla="*/ 68 w 71"/>
                <a:gd name="T1" fmla="*/ 0 h 8"/>
                <a:gd name="T2" fmla="*/ 2 w 71"/>
                <a:gd name="T3" fmla="*/ 0 h 8"/>
                <a:gd name="T4" fmla="*/ 0 w 71"/>
                <a:gd name="T5" fmla="*/ 4 h 8"/>
                <a:gd name="T6" fmla="*/ 4 w 71"/>
                <a:gd name="T7" fmla="*/ 7 h 8"/>
                <a:gd name="T8" fmla="*/ 8 w 71"/>
                <a:gd name="T9" fmla="*/ 7 h 8"/>
                <a:gd name="T10" fmla="*/ 8 w 71"/>
                <a:gd name="T11" fmla="*/ 7 h 8"/>
                <a:gd name="T12" fmla="*/ 62 w 71"/>
                <a:gd name="T13" fmla="*/ 7 h 8"/>
                <a:gd name="T14" fmla="*/ 68 w 71"/>
                <a:gd name="T15" fmla="*/ 7 h 8"/>
                <a:gd name="T16" fmla="*/ 71 w 71"/>
                <a:gd name="T17" fmla="*/ 4 h 8"/>
                <a:gd name="T18" fmla="*/ 68 w 71"/>
                <a:gd name="T19"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 h="8">
                  <a:moveTo>
                    <a:pt x="68" y="0"/>
                  </a:moveTo>
                  <a:cubicBezTo>
                    <a:pt x="2" y="0"/>
                    <a:pt x="2" y="0"/>
                    <a:pt x="2" y="0"/>
                  </a:cubicBezTo>
                  <a:cubicBezTo>
                    <a:pt x="2" y="0"/>
                    <a:pt x="0" y="0"/>
                    <a:pt x="0" y="4"/>
                  </a:cubicBezTo>
                  <a:cubicBezTo>
                    <a:pt x="0" y="8"/>
                    <a:pt x="4" y="7"/>
                    <a:pt x="4" y="7"/>
                  </a:cubicBezTo>
                  <a:cubicBezTo>
                    <a:pt x="8" y="7"/>
                    <a:pt x="8" y="7"/>
                    <a:pt x="8" y="7"/>
                  </a:cubicBezTo>
                  <a:cubicBezTo>
                    <a:pt x="8" y="7"/>
                    <a:pt x="8" y="7"/>
                    <a:pt x="8" y="7"/>
                  </a:cubicBezTo>
                  <a:cubicBezTo>
                    <a:pt x="62" y="7"/>
                    <a:pt x="62" y="7"/>
                    <a:pt x="62" y="7"/>
                  </a:cubicBezTo>
                  <a:cubicBezTo>
                    <a:pt x="68" y="7"/>
                    <a:pt x="68" y="7"/>
                    <a:pt x="68" y="7"/>
                  </a:cubicBezTo>
                  <a:cubicBezTo>
                    <a:pt x="68" y="7"/>
                    <a:pt x="71" y="6"/>
                    <a:pt x="71" y="4"/>
                  </a:cubicBezTo>
                  <a:cubicBezTo>
                    <a:pt x="71" y="1"/>
                    <a:pt x="68" y="0"/>
                    <a:pt x="6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Freeform 496"/>
            <p:cNvSpPr>
              <a:spLocks/>
            </p:cNvSpPr>
            <p:nvPr/>
          </p:nvSpPr>
          <p:spPr bwMode="auto">
            <a:xfrm>
              <a:off x="5784956" y="5539550"/>
              <a:ext cx="136267" cy="14071"/>
            </a:xfrm>
            <a:custGeom>
              <a:avLst/>
              <a:gdLst>
                <a:gd name="T0" fmla="*/ 75 w 78"/>
                <a:gd name="T1" fmla="*/ 0 h 8"/>
                <a:gd name="T2" fmla="*/ 3 w 78"/>
                <a:gd name="T3" fmla="*/ 0 h 8"/>
                <a:gd name="T4" fmla="*/ 0 w 78"/>
                <a:gd name="T5" fmla="*/ 4 h 8"/>
                <a:gd name="T6" fmla="*/ 6 w 78"/>
                <a:gd name="T7" fmla="*/ 7 h 8"/>
                <a:gd name="T8" fmla="*/ 72 w 78"/>
                <a:gd name="T9" fmla="*/ 7 h 8"/>
                <a:gd name="T10" fmla="*/ 75 w 78"/>
                <a:gd name="T11" fmla="*/ 7 h 8"/>
                <a:gd name="T12" fmla="*/ 78 w 78"/>
                <a:gd name="T13" fmla="*/ 3 h 8"/>
                <a:gd name="T14" fmla="*/ 75 w 7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8">
                  <a:moveTo>
                    <a:pt x="75" y="0"/>
                  </a:moveTo>
                  <a:cubicBezTo>
                    <a:pt x="3" y="0"/>
                    <a:pt x="3" y="0"/>
                    <a:pt x="3" y="0"/>
                  </a:cubicBezTo>
                  <a:cubicBezTo>
                    <a:pt x="3" y="0"/>
                    <a:pt x="0" y="0"/>
                    <a:pt x="0" y="4"/>
                  </a:cubicBezTo>
                  <a:cubicBezTo>
                    <a:pt x="0" y="8"/>
                    <a:pt x="6" y="7"/>
                    <a:pt x="6" y="7"/>
                  </a:cubicBezTo>
                  <a:cubicBezTo>
                    <a:pt x="72" y="7"/>
                    <a:pt x="72" y="7"/>
                    <a:pt x="72" y="7"/>
                  </a:cubicBezTo>
                  <a:cubicBezTo>
                    <a:pt x="75" y="7"/>
                    <a:pt x="75" y="7"/>
                    <a:pt x="75" y="7"/>
                  </a:cubicBezTo>
                  <a:cubicBezTo>
                    <a:pt x="75" y="7"/>
                    <a:pt x="78" y="7"/>
                    <a:pt x="78" y="3"/>
                  </a:cubicBezTo>
                  <a:cubicBezTo>
                    <a:pt x="78" y="0"/>
                    <a:pt x="75" y="0"/>
                    <a:pt x="7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497"/>
            <p:cNvSpPr>
              <a:spLocks/>
            </p:cNvSpPr>
            <p:nvPr/>
          </p:nvSpPr>
          <p:spPr bwMode="auto">
            <a:xfrm>
              <a:off x="5784956" y="5501040"/>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498"/>
            <p:cNvSpPr>
              <a:spLocks/>
            </p:cNvSpPr>
            <p:nvPr/>
          </p:nvSpPr>
          <p:spPr bwMode="auto">
            <a:xfrm>
              <a:off x="5784956" y="5520295"/>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Freeform 499"/>
            <p:cNvSpPr>
              <a:spLocks noEditPoints="1"/>
            </p:cNvSpPr>
            <p:nvPr/>
          </p:nvSpPr>
          <p:spPr bwMode="auto">
            <a:xfrm>
              <a:off x="5690161" y="5090018"/>
              <a:ext cx="324374" cy="402135"/>
            </a:xfrm>
            <a:custGeom>
              <a:avLst/>
              <a:gdLst>
                <a:gd name="T0" fmla="*/ 94 w 185"/>
                <a:gd name="T1" fmla="*/ 0 h 230"/>
                <a:gd name="T2" fmla="*/ 87 w 185"/>
                <a:gd name="T3" fmla="*/ 0 h 230"/>
                <a:gd name="T4" fmla="*/ 8 w 185"/>
                <a:gd name="T5" fmla="*/ 51 h 230"/>
                <a:gd name="T6" fmla="*/ 0 w 185"/>
                <a:gd name="T7" fmla="*/ 92 h 230"/>
                <a:gd name="T8" fmla="*/ 9 w 185"/>
                <a:gd name="T9" fmla="*/ 133 h 230"/>
                <a:gd name="T10" fmla="*/ 25 w 185"/>
                <a:gd name="T11" fmla="*/ 163 h 230"/>
                <a:gd name="T12" fmla="*/ 40 w 185"/>
                <a:gd name="T13" fmla="*/ 193 h 230"/>
                <a:gd name="T14" fmla="*/ 43 w 185"/>
                <a:gd name="T15" fmla="*/ 213 h 230"/>
                <a:gd name="T16" fmla="*/ 55 w 185"/>
                <a:gd name="T17" fmla="*/ 230 h 230"/>
                <a:gd name="T18" fmla="*/ 134 w 185"/>
                <a:gd name="T19" fmla="*/ 229 h 230"/>
                <a:gd name="T20" fmla="*/ 145 w 185"/>
                <a:gd name="T21" fmla="*/ 193 h 230"/>
                <a:gd name="T22" fmla="*/ 160 w 185"/>
                <a:gd name="T23" fmla="*/ 163 h 230"/>
                <a:gd name="T24" fmla="*/ 185 w 185"/>
                <a:gd name="T25" fmla="*/ 92 h 230"/>
                <a:gd name="T26" fmla="*/ 185 w 185"/>
                <a:gd name="T27" fmla="*/ 89 h 230"/>
                <a:gd name="T28" fmla="*/ 176 w 185"/>
                <a:gd name="T29" fmla="*/ 92 h 230"/>
                <a:gd name="T30" fmla="*/ 152 w 185"/>
                <a:gd name="T31" fmla="*/ 158 h 230"/>
                <a:gd name="T32" fmla="*/ 148 w 185"/>
                <a:gd name="T33" fmla="*/ 164 h 230"/>
                <a:gd name="T34" fmla="*/ 148 w 185"/>
                <a:gd name="T35" fmla="*/ 141 h 230"/>
                <a:gd name="T36" fmla="*/ 141 w 185"/>
                <a:gd name="T37" fmla="*/ 122 h 230"/>
                <a:gd name="T38" fmla="*/ 107 w 185"/>
                <a:gd name="T39" fmla="*/ 101 h 230"/>
                <a:gd name="T40" fmla="*/ 101 w 185"/>
                <a:gd name="T41" fmla="*/ 137 h 230"/>
                <a:gd name="T42" fmla="*/ 97 w 185"/>
                <a:gd name="T43" fmla="*/ 117 h 230"/>
                <a:gd name="T44" fmla="*/ 89 w 185"/>
                <a:gd name="T45" fmla="*/ 126 h 230"/>
                <a:gd name="T46" fmla="*/ 85 w 185"/>
                <a:gd name="T47" fmla="*/ 141 h 230"/>
                <a:gd name="T48" fmla="*/ 80 w 185"/>
                <a:gd name="T49" fmla="*/ 101 h 230"/>
                <a:gd name="T50" fmla="*/ 93 w 185"/>
                <a:gd name="T51" fmla="*/ 113 h 230"/>
                <a:gd name="T52" fmla="*/ 107 w 185"/>
                <a:gd name="T53" fmla="*/ 101 h 230"/>
                <a:gd name="T54" fmla="*/ 110 w 185"/>
                <a:gd name="T55" fmla="*/ 85 h 230"/>
                <a:gd name="T56" fmla="*/ 90 w 185"/>
                <a:gd name="T57" fmla="*/ 44 h 230"/>
                <a:gd name="T58" fmla="*/ 77 w 185"/>
                <a:gd name="T59" fmla="*/ 83 h 230"/>
                <a:gd name="T60" fmla="*/ 80 w 185"/>
                <a:gd name="T61" fmla="*/ 99 h 230"/>
                <a:gd name="T62" fmla="*/ 47 w 185"/>
                <a:gd name="T63" fmla="*/ 119 h 230"/>
                <a:gd name="T64" fmla="*/ 38 w 185"/>
                <a:gd name="T65" fmla="*/ 141 h 230"/>
                <a:gd name="T66" fmla="*/ 36 w 185"/>
                <a:gd name="T67" fmla="*/ 159 h 230"/>
                <a:gd name="T68" fmla="*/ 33 w 185"/>
                <a:gd name="T69" fmla="*/ 159 h 230"/>
                <a:gd name="T70" fmla="*/ 17 w 185"/>
                <a:gd name="T71" fmla="*/ 129 h 230"/>
                <a:gd name="T72" fmla="*/ 9 w 185"/>
                <a:gd name="T73" fmla="*/ 87 h 230"/>
                <a:gd name="T74" fmla="*/ 33 w 185"/>
                <a:gd name="T75" fmla="*/ 33 h 230"/>
                <a:gd name="T76" fmla="*/ 93 w 185"/>
                <a:gd name="T77" fmla="*/ 9 h 230"/>
                <a:gd name="T78" fmla="*/ 176 w 185"/>
                <a:gd name="T79" fmla="*/ 9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5" h="230">
                  <a:moveTo>
                    <a:pt x="158" y="26"/>
                  </a:moveTo>
                  <a:cubicBezTo>
                    <a:pt x="142" y="10"/>
                    <a:pt x="120" y="1"/>
                    <a:pt x="94" y="0"/>
                  </a:cubicBezTo>
                  <a:cubicBezTo>
                    <a:pt x="94" y="0"/>
                    <a:pt x="94" y="0"/>
                    <a:pt x="93" y="0"/>
                  </a:cubicBezTo>
                  <a:cubicBezTo>
                    <a:pt x="87" y="0"/>
                    <a:pt x="87" y="0"/>
                    <a:pt x="87" y="0"/>
                  </a:cubicBezTo>
                  <a:cubicBezTo>
                    <a:pt x="63" y="0"/>
                    <a:pt x="44" y="9"/>
                    <a:pt x="27" y="26"/>
                  </a:cubicBezTo>
                  <a:cubicBezTo>
                    <a:pt x="20" y="33"/>
                    <a:pt x="13" y="40"/>
                    <a:pt x="8" y="51"/>
                  </a:cubicBezTo>
                  <a:cubicBezTo>
                    <a:pt x="3" y="62"/>
                    <a:pt x="0" y="74"/>
                    <a:pt x="0" y="87"/>
                  </a:cubicBezTo>
                  <a:cubicBezTo>
                    <a:pt x="0" y="92"/>
                    <a:pt x="0" y="92"/>
                    <a:pt x="0" y="92"/>
                  </a:cubicBezTo>
                  <a:cubicBezTo>
                    <a:pt x="0" y="93"/>
                    <a:pt x="0" y="93"/>
                    <a:pt x="0" y="93"/>
                  </a:cubicBezTo>
                  <a:cubicBezTo>
                    <a:pt x="1" y="109"/>
                    <a:pt x="4" y="122"/>
                    <a:pt x="9" y="133"/>
                  </a:cubicBezTo>
                  <a:cubicBezTo>
                    <a:pt x="13" y="142"/>
                    <a:pt x="18" y="151"/>
                    <a:pt x="23" y="160"/>
                  </a:cubicBezTo>
                  <a:cubicBezTo>
                    <a:pt x="25" y="163"/>
                    <a:pt x="25" y="163"/>
                    <a:pt x="25" y="163"/>
                  </a:cubicBezTo>
                  <a:cubicBezTo>
                    <a:pt x="26" y="165"/>
                    <a:pt x="27" y="167"/>
                    <a:pt x="28" y="169"/>
                  </a:cubicBezTo>
                  <a:cubicBezTo>
                    <a:pt x="33" y="177"/>
                    <a:pt x="37" y="184"/>
                    <a:pt x="40" y="193"/>
                  </a:cubicBezTo>
                  <a:cubicBezTo>
                    <a:pt x="41" y="197"/>
                    <a:pt x="41" y="201"/>
                    <a:pt x="42" y="205"/>
                  </a:cubicBezTo>
                  <a:cubicBezTo>
                    <a:pt x="42" y="208"/>
                    <a:pt x="42" y="210"/>
                    <a:pt x="43" y="213"/>
                  </a:cubicBezTo>
                  <a:cubicBezTo>
                    <a:pt x="44" y="220"/>
                    <a:pt x="49" y="225"/>
                    <a:pt x="52" y="229"/>
                  </a:cubicBezTo>
                  <a:cubicBezTo>
                    <a:pt x="53" y="230"/>
                    <a:pt x="54" y="230"/>
                    <a:pt x="55" y="230"/>
                  </a:cubicBezTo>
                  <a:cubicBezTo>
                    <a:pt x="130" y="230"/>
                    <a:pt x="130" y="230"/>
                    <a:pt x="130" y="230"/>
                  </a:cubicBezTo>
                  <a:cubicBezTo>
                    <a:pt x="132" y="230"/>
                    <a:pt x="133" y="230"/>
                    <a:pt x="134" y="229"/>
                  </a:cubicBezTo>
                  <a:cubicBezTo>
                    <a:pt x="140" y="223"/>
                    <a:pt x="141" y="214"/>
                    <a:pt x="142" y="205"/>
                  </a:cubicBezTo>
                  <a:cubicBezTo>
                    <a:pt x="143" y="201"/>
                    <a:pt x="144" y="197"/>
                    <a:pt x="145" y="193"/>
                  </a:cubicBezTo>
                  <a:cubicBezTo>
                    <a:pt x="148" y="185"/>
                    <a:pt x="152" y="176"/>
                    <a:pt x="156" y="168"/>
                  </a:cubicBezTo>
                  <a:cubicBezTo>
                    <a:pt x="158" y="166"/>
                    <a:pt x="159" y="164"/>
                    <a:pt x="160" y="163"/>
                  </a:cubicBezTo>
                  <a:cubicBezTo>
                    <a:pt x="161" y="160"/>
                    <a:pt x="162" y="157"/>
                    <a:pt x="164" y="155"/>
                  </a:cubicBezTo>
                  <a:cubicBezTo>
                    <a:pt x="173" y="137"/>
                    <a:pt x="184" y="119"/>
                    <a:pt x="185" y="92"/>
                  </a:cubicBezTo>
                  <a:cubicBezTo>
                    <a:pt x="185" y="92"/>
                    <a:pt x="185" y="92"/>
                    <a:pt x="185" y="92"/>
                  </a:cubicBezTo>
                  <a:cubicBezTo>
                    <a:pt x="185" y="89"/>
                    <a:pt x="185" y="89"/>
                    <a:pt x="185" y="89"/>
                  </a:cubicBezTo>
                  <a:cubicBezTo>
                    <a:pt x="184" y="64"/>
                    <a:pt x="175" y="43"/>
                    <a:pt x="158" y="26"/>
                  </a:cubicBezTo>
                  <a:close/>
                  <a:moveTo>
                    <a:pt x="176" y="92"/>
                  </a:moveTo>
                  <a:cubicBezTo>
                    <a:pt x="174" y="116"/>
                    <a:pt x="165" y="133"/>
                    <a:pt x="156" y="150"/>
                  </a:cubicBezTo>
                  <a:cubicBezTo>
                    <a:pt x="154" y="153"/>
                    <a:pt x="153" y="156"/>
                    <a:pt x="152" y="158"/>
                  </a:cubicBezTo>
                  <a:cubicBezTo>
                    <a:pt x="151" y="160"/>
                    <a:pt x="149" y="162"/>
                    <a:pt x="148" y="164"/>
                  </a:cubicBezTo>
                  <a:cubicBezTo>
                    <a:pt x="148" y="164"/>
                    <a:pt x="148" y="164"/>
                    <a:pt x="148" y="164"/>
                  </a:cubicBezTo>
                  <a:cubicBezTo>
                    <a:pt x="148" y="161"/>
                    <a:pt x="148" y="159"/>
                    <a:pt x="149" y="154"/>
                  </a:cubicBezTo>
                  <a:cubicBezTo>
                    <a:pt x="150" y="148"/>
                    <a:pt x="148" y="144"/>
                    <a:pt x="148" y="141"/>
                  </a:cubicBezTo>
                  <a:cubicBezTo>
                    <a:pt x="147" y="137"/>
                    <a:pt x="145" y="129"/>
                    <a:pt x="145" y="129"/>
                  </a:cubicBezTo>
                  <a:cubicBezTo>
                    <a:pt x="145" y="120"/>
                    <a:pt x="141" y="122"/>
                    <a:pt x="141" y="122"/>
                  </a:cubicBezTo>
                  <a:cubicBezTo>
                    <a:pt x="139" y="118"/>
                    <a:pt x="117" y="110"/>
                    <a:pt x="117" y="110"/>
                  </a:cubicBezTo>
                  <a:cubicBezTo>
                    <a:pt x="107" y="101"/>
                    <a:pt x="107" y="101"/>
                    <a:pt x="107" y="101"/>
                  </a:cubicBezTo>
                  <a:cubicBezTo>
                    <a:pt x="109" y="103"/>
                    <a:pt x="109" y="103"/>
                    <a:pt x="109" y="103"/>
                  </a:cubicBezTo>
                  <a:cubicBezTo>
                    <a:pt x="109" y="111"/>
                    <a:pt x="101" y="137"/>
                    <a:pt x="101" y="137"/>
                  </a:cubicBezTo>
                  <a:cubicBezTo>
                    <a:pt x="102" y="134"/>
                    <a:pt x="96" y="124"/>
                    <a:pt x="96" y="124"/>
                  </a:cubicBezTo>
                  <a:cubicBezTo>
                    <a:pt x="95" y="123"/>
                    <a:pt x="97" y="117"/>
                    <a:pt x="97" y="117"/>
                  </a:cubicBezTo>
                  <a:cubicBezTo>
                    <a:pt x="90" y="109"/>
                    <a:pt x="86" y="118"/>
                    <a:pt x="86" y="118"/>
                  </a:cubicBezTo>
                  <a:cubicBezTo>
                    <a:pt x="85" y="120"/>
                    <a:pt x="89" y="126"/>
                    <a:pt x="89" y="126"/>
                  </a:cubicBezTo>
                  <a:cubicBezTo>
                    <a:pt x="88" y="127"/>
                    <a:pt x="88" y="133"/>
                    <a:pt x="88" y="133"/>
                  </a:cubicBezTo>
                  <a:cubicBezTo>
                    <a:pt x="87" y="135"/>
                    <a:pt x="85" y="141"/>
                    <a:pt x="85" y="141"/>
                  </a:cubicBezTo>
                  <a:cubicBezTo>
                    <a:pt x="80" y="128"/>
                    <a:pt x="78" y="103"/>
                    <a:pt x="78" y="103"/>
                  </a:cubicBezTo>
                  <a:cubicBezTo>
                    <a:pt x="77" y="102"/>
                    <a:pt x="80" y="101"/>
                    <a:pt x="80" y="101"/>
                  </a:cubicBezTo>
                  <a:cubicBezTo>
                    <a:pt x="82" y="104"/>
                    <a:pt x="82" y="104"/>
                    <a:pt x="82" y="104"/>
                  </a:cubicBezTo>
                  <a:cubicBezTo>
                    <a:pt x="84" y="108"/>
                    <a:pt x="93" y="113"/>
                    <a:pt x="93" y="113"/>
                  </a:cubicBezTo>
                  <a:cubicBezTo>
                    <a:pt x="102" y="107"/>
                    <a:pt x="102" y="107"/>
                    <a:pt x="102" y="107"/>
                  </a:cubicBezTo>
                  <a:cubicBezTo>
                    <a:pt x="108" y="104"/>
                    <a:pt x="107" y="101"/>
                    <a:pt x="107" y="101"/>
                  </a:cubicBezTo>
                  <a:cubicBezTo>
                    <a:pt x="106" y="100"/>
                    <a:pt x="106" y="94"/>
                    <a:pt x="106" y="94"/>
                  </a:cubicBezTo>
                  <a:cubicBezTo>
                    <a:pt x="107" y="93"/>
                    <a:pt x="110" y="85"/>
                    <a:pt x="110" y="85"/>
                  </a:cubicBezTo>
                  <a:cubicBezTo>
                    <a:pt x="114" y="80"/>
                    <a:pt x="113" y="71"/>
                    <a:pt x="113" y="71"/>
                  </a:cubicBezTo>
                  <a:cubicBezTo>
                    <a:pt x="119" y="41"/>
                    <a:pt x="90" y="44"/>
                    <a:pt x="90" y="44"/>
                  </a:cubicBezTo>
                  <a:cubicBezTo>
                    <a:pt x="69" y="46"/>
                    <a:pt x="75" y="72"/>
                    <a:pt x="75" y="72"/>
                  </a:cubicBezTo>
                  <a:cubicBezTo>
                    <a:pt x="72" y="73"/>
                    <a:pt x="77" y="83"/>
                    <a:pt x="77" y="83"/>
                  </a:cubicBezTo>
                  <a:cubicBezTo>
                    <a:pt x="76" y="84"/>
                    <a:pt x="79" y="91"/>
                    <a:pt x="79" y="91"/>
                  </a:cubicBezTo>
                  <a:cubicBezTo>
                    <a:pt x="80" y="99"/>
                    <a:pt x="80" y="99"/>
                    <a:pt x="80" y="99"/>
                  </a:cubicBezTo>
                  <a:cubicBezTo>
                    <a:pt x="78" y="100"/>
                    <a:pt x="71" y="109"/>
                    <a:pt x="71" y="109"/>
                  </a:cubicBezTo>
                  <a:cubicBezTo>
                    <a:pt x="59" y="109"/>
                    <a:pt x="47" y="119"/>
                    <a:pt x="47" y="119"/>
                  </a:cubicBezTo>
                  <a:cubicBezTo>
                    <a:pt x="40" y="118"/>
                    <a:pt x="41" y="123"/>
                    <a:pt x="41" y="129"/>
                  </a:cubicBezTo>
                  <a:cubicBezTo>
                    <a:pt x="41" y="134"/>
                    <a:pt x="41" y="133"/>
                    <a:pt x="38" y="141"/>
                  </a:cubicBezTo>
                  <a:cubicBezTo>
                    <a:pt x="35" y="148"/>
                    <a:pt x="39" y="144"/>
                    <a:pt x="37" y="148"/>
                  </a:cubicBezTo>
                  <a:cubicBezTo>
                    <a:pt x="36" y="151"/>
                    <a:pt x="36" y="154"/>
                    <a:pt x="36" y="159"/>
                  </a:cubicBezTo>
                  <a:cubicBezTo>
                    <a:pt x="36" y="160"/>
                    <a:pt x="36" y="162"/>
                    <a:pt x="36" y="163"/>
                  </a:cubicBezTo>
                  <a:cubicBezTo>
                    <a:pt x="35" y="162"/>
                    <a:pt x="34" y="160"/>
                    <a:pt x="33" y="159"/>
                  </a:cubicBezTo>
                  <a:cubicBezTo>
                    <a:pt x="31" y="155"/>
                    <a:pt x="31" y="155"/>
                    <a:pt x="31" y="155"/>
                  </a:cubicBezTo>
                  <a:cubicBezTo>
                    <a:pt x="26" y="147"/>
                    <a:pt x="21" y="138"/>
                    <a:pt x="17" y="129"/>
                  </a:cubicBezTo>
                  <a:cubicBezTo>
                    <a:pt x="12" y="119"/>
                    <a:pt x="10" y="108"/>
                    <a:pt x="9" y="92"/>
                  </a:cubicBezTo>
                  <a:cubicBezTo>
                    <a:pt x="9" y="87"/>
                    <a:pt x="9" y="87"/>
                    <a:pt x="9" y="87"/>
                  </a:cubicBezTo>
                  <a:cubicBezTo>
                    <a:pt x="10" y="75"/>
                    <a:pt x="12" y="65"/>
                    <a:pt x="17" y="55"/>
                  </a:cubicBezTo>
                  <a:cubicBezTo>
                    <a:pt x="21" y="46"/>
                    <a:pt x="27" y="39"/>
                    <a:pt x="33" y="33"/>
                  </a:cubicBezTo>
                  <a:cubicBezTo>
                    <a:pt x="48" y="17"/>
                    <a:pt x="66" y="10"/>
                    <a:pt x="87" y="9"/>
                  </a:cubicBezTo>
                  <a:cubicBezTo>
                    <a:pt x="93" y="9"/>
                    <a:pt x="93" y="9"/>
                    <a:pt x="93" y="9"/>
                  </a:cubicBezTo>
                  <a:cubicBezTo>
                    <a:pt x="117" y="10"/>
                    <a:pt x="137" y="18"/>
                    <a:pt x="151" y="32"/>
                  </a:cubicBezTo>
                  <a:cubicBezTo>
                    <a:pt x="167" y="48"/>
                    <a:pt x="175" y="67"/>
                    <a:pt x="176" y="90"/>
                  </a:cubicBezTo>
                  <a:lnTo>
                    <a:pt x="176" y="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Freeform 500"/>
            <p:cNvSpPr>
              <a:spLocks/>
            </p:cNvSpPr>
            <p:nvPr/>
          </p:nvSpPr>
          <p:spPr bwMode="auto">
            <a:xfrm>
              <a:off x="6883236" y="5084093"/>
              <a:ext cx="430277" cy="369550"/>
            </a:xfrm>
            <a:custGeom>
              <a:avLst/>
              <a:gdLst>
                <a:gd name="T0" fmla="*/ 164 w 246"/>
                <a:gd name="T1" fmla="*/ 0 h 211"/>
                <a:gd name="T2" fmla="*/ 81 w 246"/>
                <a:gd name="T3" fmla="*/ 0 h 211"/>
                <a:gd name="T4" fmla="*/ 0 w 246"/>
                <a:gd name="T5" fmla="*/ 68 h 211"/>
                <a:gd name="T6" fmla="*/ 25 w 246"/>
                <a:gd name="T7" fmla="*/ 68 h 211"/>
                <a:gd name="T8" fmla="*/ 84 w 246"/>
                <a:gd name="T9" fmla="*/ 23 h 211"/>
                <a:gd name="T10" fmla="*/ 161 w 246"/>
                <a:gd name="T11" fmla="*/ 23 h 211"/>
                <a:gd name="T12" fmla="*/ 222 w 246"/>
                <a:gd name="T13" fmla="*/ 85 h 211"/>
                <a:gd name="T14" fmla="*/ 161 w 246"/>
                <a:gd name="T15" fmla="*/ 146 h 211"/>
                <a:gd name="T16" fmla="*/ 123 w 246"/>
                <a:gd name="T17" fmla="*/ 146 h 211"/>
                <a:gd name="T18" fmla="*/ 123 w 246"/>
                <a:gd name="T19" fmla="*/ 155 h 211"/>
                <a:gd name="T20" fmla="*/ 123 w 246"/>
                <a:gd name="T21" fmla="*/ 160 h 211"/>
                <a:gd name="T22" fmla="*/ 123 w 246"/>
                <a:gd name="T23" fmla="*/ 168 h 211"/>
                <a:gd name="T24" fmla="*/ 139 w 246"/>
                <a:gd name="T25" fmla="*/ 168 h 211"/>
                <a:gd name="T26" fmla="*/ 189 w 246"/>
                <a:gd name="T27" fmla="*/ 211 h 211"/>
                <a:gd name="T28" fmla="*/ 186 w 246"/>
                <a:gd name="T29" fmla="*/ 165 h 211"/>
                <a:gd name="T30" fmla="*/ 246 w 246"/>
                <a:gd name="T31" fmla="*/ 86 h 211"/>
                <a:gd name="T32" fmla="*/ 246 w 246"/>
                <a:gd name="T33" fmla="*/ 82 h 211"/>
                <a:gd name="T34" fmla="*/ 164 w 246"/>
                <a:gd name="T35"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6" h="211">
                  <a:moveTo>
                    <a:pt x="164" y="0"/>
                  </a:moveTo>
                  <a:cubicBezTo>
                    <a:pt x="81" y="0"/>
                    <a:pt x="81" y="0"/>
                    <a:pt x="81" y="0"/>
                  </a:cubicBezTo>
                  <a:cubicBezTo>
                    <a:pt x="41" y="0"/>
                    <a:pt x="7" y="29"/>
                    <a:pt x="0" y="68"/>
                  </a:cubicBezTo>
                  <a:cubicBezTo>
                    <a:pt x="25" y="68"/>
                    <a:pt x="25" y="68"/>
                    <a:pt x="25" y="68"/>
                  </a:cubicBezTo>
                  <a:cubicBezTo>
                    <a:pt x="33" y="42"/>
                    <a:pt x="56" y="23"/>
                    <a:pt x="84" y="23"/>
                  </a:cubicBezTo>
                  <a:cubicBezTo>
                    <a:pt x="161" y="23"/>
                    <a:pt x="161" y="23"/>
                    <a:pt x="161" y="23"/>
                  </a:cubicBezTo>
                  <a:cubicBezTo>
                    <a:pt x="195" y="23"/>
                    <a:pt x="222" y="51"/>
                    <a:pt x="222" y="85"/>
                  </a:cubicBezTo>
                  <a:cubicBezTo>
                    <a:pt x="222" y="119"/>
                    <a:pt x="195" y="146"/>
                    <a:pt x="161" y="146"/>
                  </a:cubicBezTo>
                  <a:cubicBezTo>
                    <a:pt x="123" y="146"/>
                    <a:pt x="123" y="146"/>
                    <a:pt x="123" y="146"/>
                  </a:cubicBezTo>
                  <a:cubicBezTo>
                    <a:pt x="123" y="149"/>
                    <a:pt x="123" y="152"/>
                    <a:pt x="123" y="155"/>
                  </a:cubicBezTo>
                  <a:cubicBezTo>
                    <a:pt x="123" y="160"/>
                    <a:pt x="123" y="160"/>
                    <a:pt x="123" y="160"/>
                  </a:cubicBezTo>
                  <a:cubicBezTo>
                    <a:pt x="123" y="162"/>
                    <a:pt x="123" y="165"/>
                    <a:pt x="123" y="168"/>
                  </a:cubicBezTo>
                  <a:cubicBezTo>
                    <a:pt x="139" y="168"/>
                    <a:pt x="139" y="168"/>
                    <a:pt x="139" y="168"/>
                  </a:cubicBezTo>
                  <a:cubicBezTo>
                    <a:pt x="189" y="211"/>
                    <a:pt x="189" y="211"/>
                    <a:pt x="189" y="211"/>
                  </a:cubicBezTo>
                  <a:cubicBezTo>
                    <a:pt x="186" y="165"/>
                    <a:pt x="186" y="165"/>
                    <a:pt x="186" y="165"/>
                  </a:cubicBezTo>
                  <a:cubicBezTo>
                    <a:pt x="220" y="156"/>
                    <a:pt x="246" y="124"/>
                    <a:pt x="246" y="86"/>
                  </a:cubicBezTo>
                  <a:cubicBezTo>
                    <a:pt x="246" y="82"/>
                    <a:pt x="246" y="82"/>
                    <a:pt x="246" y="82"/>
                  </a:cubicBezTo>
                  <a:cubicBezTo>
                    <a:pt x="246" y="37"/>
                    <a:pt x="210" y="0"/>
                    <a:pt x="16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501"/>
            <p:cNvSpPr>
              <a:spLocks/>
            </p:cNvSpPr>
            <p:nvPr/>
          </p:nvSpPr>
          <p:spPr bwMode="auto">
            <a:xfrm>
              <a:off x="6866944" y="5366255"/>
              <a:ext cx="17774" cy="39991"/>
            </a:xfrm>
            <a:custGeom>
              <a:avLst/>
              <a:gdLst>
                <a:gd name="T0" fmla="*/ 0 w 10"/>
                <a:gd name="T1" fmla="*/ 0 h 23"/>
                <a:gd name="T2" fmla="*/ 0 w 10"/>
                <a:gd name="T3" fmla="*/ 23 h 23"/>
                <a:gd name="T4" fmla="*/ 8 w 10"/>
                <a:gd name="T5" fmla="*/ 19 h 23"/>
                <a:gd name="T6" fmla="*/ 10 w 10"/>
                <a:gd name="T7" fmla="*/ 11 h 23"/>
                <a:gd name="T8" fmla="*/ 8 w 10"/>
                <a:gd name="T9" fmla="*/ 4 h 23"/>
                <a:gd name="T10" fmla="*/ 0 w 10"/>
                <a:gd name="T11" fmla="*/ 0 h 23"/>
              </a:gdLst>
              <a:ahLst/>
              <a:cxnLst>
                <a:cxn ang="0">
                  <a:pos x="T0" y="T1"/>
                </a:cxn>
                <a:cxn ang="0">
                  <a:pos x="T2" y="T3"/>
                </a:cxn>
                <a:cxn ang="0">
                  <a:pos x="T4" y="T5"/>
                </a:cxn>
                <a:cxn ang="0">
                  <a:pos x="T6" y="T7"/>
                </a:cxn>
                <a:cxn ang="0">
                  <a:pos x="T8" y="T9"/>
                </a:cxn>
                <a:cxn ang="0">
                  <a:pos x="T10" y="T11"/>
                </a:cxn>
              </a:cxnLst>
              <a:rect l="0" t="0" r="r" b="b"/>
              <a:pathLst>
                <a:path w="10" h="23">
                  <a:moveTo>
                    <a:pt x="0" y="0"/>
                  </a:moveTo>
                  <a:cubicBezTo>
                    <a:pt x="0" y="23"/>
                    <a:pt x="0" y="23"/>
                    <a:pt x="0" y="23"/>
                  </a:cubicBezTo>
                  <a:cubicBezTo>
                    <a:pt x="3" y="22"/>
                    <a:pt x="6" y="21"/>
                    <a:pt x="8" y="19"/>
                  </a:cubicBezTo>
                  <a:cubicBezTo>
                    <a:pt x="9" y="17"/>
                    <a:pt x="10" y="14"/>
                    <a:pt x="10" y="11"/>
                  </a:cubicBezTo>
                  <a:cubicBezTo>
                    <a:pt x="10" y="8"/>
                    <a:pt x="10" y="6"/>
                    <a:pt x="8" y="4"/>
                  </a:cubicBezTo>
                  <a:cubicBezTo>
                    <a:pt x="7" y="3"/>
                    <a:pt x="4"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Freeform 502"/>
            <p:cNvSpPr>
              <a:spLocks noEditPoints="1"/>
            </p:cNvSpPr>
            <p:nvPr/>
          </p:nvSpPr>
          <p:spPr bwMode="auto">
            <a:xfrm>
              <a:off x="6775852" y="5277385"/>
              <a:ext cx="174036" cy="173296"/>
            </a:xfrm>
            <a:custGeom>
              <a:avLst/>
              <a:gdLst>
                <a:gd name="T0" fmla="*/ 50 w 99"/>
                <a:gd name="T1" fmla="*/ 0 h 99"/>
                <a:gd name="T2" fmla="*/ 0 w 99"/>
                <a:gd name="T3" fmla="*/ 49 h 99"/>
                <a:gd name="T4" fmla="*/ 50 w 99"/>
                <a:gd name="T5" fmla="*/ 99 h 99"/>
                <a:gd name="T6" fmla="*/ 99 w 99"/>
                <a:gd name="T7" fmla="*/ 49 h 99"/>
                <a:gd name="T8" fmla="*/ 50 w 99"/>
                <a:gd name="T9" fmla="*/ 0 h 99"/>
                <a:gd name="T10" fmla="*/ 65 w 99"/>
                <a:gd name="T11" fmla="*/ 74 h 99"/>
                <a:gd name="T12" fmla="*/ 52 w 99"/>
                <a:gd name="T13" fmla="*/ 80 h 99"/>
                <a:gd name="T14" fmla="*/ 52 w 99"/>
                <a:gd name="T15" fmla="*/ 87 h 99"/>
                <a:gd name="T16" fmla="*/ 48 w 99"/>
                <a:gd name="T17" fmla="*/ 87 h 99"/>
                <a:gd name="T18" fmla="*/ 48 w 99"/>
                <a:gd name="T19" fmla="*/ 80 h 99"/>
                <a:gd name="T20" fmla="*/ 39 w 99"/>
                <a:gd name="T21" fmla="*/ 77 h 99"/>
                <a:gd name="T22" fmla="*/ 33 w 99"/>
                <a:gd name="T23" fmla="*/ 72 h 99"/>
                <a:gd name="T24" fmla="*/ 30 w 99"/>
                <a:gd name="T25" fmla="*/ 62 h 99"/>
                <a:gd name="T26" fmla="*/ 38 w 99"/>
                <a:gd name="T27" fmla="*/ 60 h 99"/>
                <a:gd name="T28" fmla="*/ 41 w 99"/>
                <a:gd name="T29" fmla="*/ 69 h 99"/>
                <a:gd name="T30" fmla="*/ 48 w 99"/>
                <a:gd name="T31" fmla="*/ 74 h 99"/>
                <a:gd name="T32" fmla="*/ 48 w 99"/>
                <a:gd name="T33" fmla="*/ 50 h 99"/>
                <a:gd name="T34" fmla="*/ 39 w 99"/>
                <a:gd name="T35" fmla="*/ 47 h 99"/>
                <a:gd name="T36" fmla="*/ 33 w 99"/>
                <a:gd name="T37" fmla="*/ 41 h 99"/>
                <a:gd name="T38" fmla="*/ 31 w 99"/>
                <a:gd name="T39" fmla="*/ 33 h 99"/>
                <a:gd name="T40" fmla="*/ 37 w 99"/>
                <a:gd name="T41" fmla="*/ 20 h 99"/>
                <a:gd name="T42" fmla="*/ 48 w 99"/>
                <a:gd name="T43" fmla="*/ 16 h 99"/>
                <a:gd name="T44" fmla="*/ 48 w 99"/>
                <a:gd name="T45" fmla="*/ 13 h 99"/>
                <a:gd name="T46" fmla="*/ 52 w 99"/>
                <a:gd name="T47" fmla="*/ 13 h 99"/>
                <a:gd name="T48" fmla="*/ 52 w 99"/>
                <a:gd name="T49" fmla="*/ 16 h 99"/>
                <a:gd name="T50" fmla="*/ 63 w 99"/>
                <a:gd name="T51" fmla="*/ 20 h 99"/>
                <a:gd name="T52" fmla="*/ 68 w 99"/>
                <a:gd name="T53" fmla="*/ 31 h 99"/>
                <a:gd name="T54" fmla="*/ 61 w 99"/>
                <a:gd name="T55" fmla="*/ 32 h 99"/>
                <a:gd name="T56" fmla="*/ 58 w 99"/>
                <a:gd name="T57" fmla="*/ 26 h 99"/>
                <a:gd name="T58" fmla="*/ 52 w 99"/>
                <a:gd name="T59" fmla="*/ 23 h 99"/>
                <a:gd name="T60" fmla="*/ 52 w 99"/>
                <a:gd name="T61" fmla="*/ 44 h 99"/>
                <a:gd name="T62" fmla="*/ 60 w 99"/>
                <a:gd name="T63" fmla="*/ 46 h 99"/>
                <a:gd name="T64" fmla="*/ 65 w 99"/>
                <a:gd name="T65" fmla="*/ 50 h 99"/>
                <a:gd name="T66" fmla="*/ 69 w 99"/>
                <a:gd name="T67" fmla="*/ 55 h 99"/>
                <a:gd name="T68" fmla="*/ 70 w 99"/>
                <a:gd name="T69" fmla="*/ 61 h 99"/>
                <a:gd name="T70" fmla="*/ 65 w 99"/>
                <a:gd name="T71" fmla="*/ 74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9" h="99">
                  <a:moveTo>
                    <a:pt x="50" y="0"/>
                  </a:moveTo>
                  <a:cubicBezTo>
                    <a:pt x="22" y="0"/>
                    <a:pt x="0" y="22"/>
                    <a:pt x="0" y="49"/>
                  </a:cubicBezTo>
                  <a:cubicBezTo>
                    <a:pt x="0" y="77"/>
                    <a:pt x="22" y="99"/>
                    <a:pt x="50" y="99"/>
                  </a:cubicBezTo>
                  <a:cubicBezTo>
                    <a:pt x="77" y="99"/>
                    <a:pt x="99" y="77"/>
                    <a:pt x="99" y="49"/>
                  </a:cubicBezTo>
                  <a:cubicBezTo>
                    <a:pt x="99" y="22"/>
                    <a:pt x="77" y="0"/>
                    <a:pt x="50" y="0"/>
                  </a:cubicBezTo>
                  <a:close/>
                  <a:moveTo>
                    <a:pt x="65" y="74"/>
                  </a:moveTo>
                  <a:cubicBezTo>
                    <a:pt x="62" y="78"/>
                    <a:pt x="58" y="79"/>
                    <a:pt x="52" y="80"/>
                  </a:cubicBezTo>
                  <a:cubicBezTo>
                    <a:pt x="52" y="87"/>
                    <a:pt x="52" y="87"/>
                    <a:pt x="52" y="87"/>
                  </a:cubicBezTo>
                  <a:cubicBezTo>
                    <a:pt x="48" y="87"/>
                    <a:pt x="48" y="87"/>
                    <a:pt x="48" y="87"/>
                  </a:cubicBezTo>
                  <a:cubicBezTo>
                    <a:pt x="48" y="80"/>
                    <a:pt x="48" y="80"/>
                    <a:pt x="48" y="80"/>
                  </a:cubicBezTo>
                  <a:cubicBezTo>
                    <a:pt x="44" y="79"/>
                    <a:pt x="41" y="79"/>
                    <a:pt x="39" y="77"/>
                  </a:cubicBezTo>
                  <a:cubicBezTo>
                    <a:pt x="37" y="76"/>
                    <a:pt x="35" y="74"/>
                    <a:pt x="33" y="72"/>
                  </a:cubicBezTo>
                  <a:cubicBezTo>
                    <a:pt x="31" y="69"/>
                    <a:pt x="30" y="66"/>
                    <a:pt x="30" y="62"/>
                  </a:cubicBezTo>
                  <a:cubicBezTo>
                    <a:pt x="38" y="60"/>
                    <a:pt x="38" y="60"/>
                    <a:pt x="38" y="60"/>
                  </a:cubicBezTo>
                  <a:cubicBezTo>
                    <a:pt x="38" y="64"/>
                    <a:pt x="39" y="67"/>
                    <a:pt x="41" y="69"/>
                  </a:cubicBezTo>
                  <a:cubicBezTo>
                    <a:pt x="43" y="72"/>
                    <a:pt x="45" y="73"/>
                    <a:pt x="48" y="74"/>
                  </a:cubicBezTo>
                  <a:cubicBezTo>
                    <a:pt x="48" y="50"/>
                    <a:pt x="48" y="50"/>
                    <a:pt x="48" y="50"/>
                  </a:cubicBezTo>
                  <a:cubicBezTo>
                    <a:pt x="45" y="49"/>
                    <a:pt x="42" y="48"/>
                    <a:pt x="39" y="47"/>
                  </a:cubicBezTo>
                  <a:cubicBezTo>
                    <a:pt x="36" y="45"/>
                    <a:pt x="35" y="43"/>
                    <a:pt x="33" y="41"/>
                  </a:cubicBezTo>
                  <a:cubicBezTo>
                    <a:pt x="32" y="39"/>
                    <a:pt x="31" y="36"/>
                    <a:pt x="31" y="33"/>
                  </a:cubicBezTo>
                  <a:cubicBezTo>
                    <a:pt x="31" y="28"/>
                    <a:pt x="33" y="24"/>
                    <a:pt x="37" y="20"/>
                  </a:cubicBezTo>
                  <a:cubicBezTo>
                    <a:pt x="39" y="18"/>
                    <a:pt x="43" y="17"/>
                    <a:pt x="48" y="16"/>
                  </a:cubicBezTo>
                  <a:cubicBezTo>
                    <a:pt x="48" y="13"/>
                    <a:pt x="48" y="13"/>
                    <a:pt x="48" y="13"/>
                  </a:cubicBezTo>
                  <a:cubicBezTo>
                    <a:pt x="52" y="13"/>
                    <a:pt x="52" y="13"/>
                    <a:pt x="52" y="13"/>
                  </a:cubicBezTo>
                  <a:cubicBezTo>
                    <a:pt x="52" y="16"/>
                    <a:pt x="52" y="16"/>
                    <a:pt x="52" y="16"/>
                  </a:cubicBezTo>
                  <a:cubicBezTo>
                    <a:pt x="57" y="17"/>
                    <a:pt x="60" y="18"/>
                    <a:pt x="63" y="20"/>
                  </a:cubicBezTo>
                  <a:cubicBezTo>
                    <a:pt x="66" y="23"/>
                    <a:pt x="68" y="26"/>
                    <a:pt x="68" y="31"/>
                  </a:cubicBezTo>
                  <a:cubicBezTo>
                    <a:pt x="61" y="32"/>
                    <a:pt x="61" y="32"/>
                    <a:pt x="61" y="32"/>
                  </a:cubicBezTo>
                  <a:cubicBezTo>
                    <a:pt x="60" y="29"/>
                    <a:pt x="59" y="27"/>
                    <a:pt x="58" y="26"/>
                  </a:cubicBezTo>
                  <a:cubicBezTo>
                    <a:pt x="57" y="24"/>
                    <a:pt x="55" y="23"/>
                    <a:pt x="52" y="23"/>
                  </a:cubicBezTo>
                  <a:cubicBezTo>
                    <a:pt x="52" y="44"/>
                    <a:pt x="52" y="44"/>
                    <a:pt x="52" y="44"/>
                  </a:cubicBezTo>
                  <a:cubicBezTo>
                    <a:pt x="56" y="45"/>
                    <a:pt x="59" y="46"/>
                    <a:pt x="60" y="46"/>
                  </a:cubicBezTo>
                  <a:cubicBezTo>
                    <a:pt x="62" y="47"/>
                    <a:pt x="64" y="48"/>
                    <a:pt x="65" y="50"/>
                  </a:cubicBezTo>
                  <a:cubicBezTo>
                    <a:pt x="67" y="51"/>
                    <a:pt x="68" y="53"/>
                    <a:pt x="69" y="55"/>
                  </a:cubicBezTo>
                  <a:cubicBezTo>
                    <a:pt x="70" y="57"/>
                    <a:pt x="70" y="59"/>
                    <a:pt x="70" y="61"/>
                  </a:cubicBezTo>
                  <a:cubicBezTo>
                    <a:pt x="70" y="67"/>
                    <a:pt x="68" y="71"/>
                    <a:pt x="65"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Freeform 503"/>
            <p:cNvSpPr>
              <a:spLocks/>
            </p:cNvSpPr>
            <p:nvPr/>
          </p:nvSpPr>
          <p:spPr bwMode="auto">
            <a:xfrm>
              <a:off x="6844726" y="5315895"/>
              <a:ext cx="15552" cy="36288"/>
            </a:xfrm>
            <a:custGeom>
              <a:avLst/>
              <a:gdLst>
                <a:gd name="T0" fmla="*/ 0 w 9"/>
                <a:gd name="T1" fmla="*/ 11 h 21"/>
                <a:gd name="T2" fmla="*/ 2 w 9"/>
                <a:gd name="T3" fmla="*/ 17 h 21"/>
                <a:gd name="T4" fmla="*/ 9 w 9"/>
                <a:gd name="T5" fmla="*/ 21 h 21"/>
                <a:gd name="T6" fmla="*/ 9 w 9"/>
                <a:gd name="T7" fmla="*/ 0 h 21"/>
                <a:gd name="T8" fmla="*/ 2 w 9"/>
                <a:gd name="T9" fmla="*/ 4 h 21"/>
                <a:gd name="T10" fmla="*/ 0 w 9"/>
                <a:gd name="T11" fmla="*/ 11 h 21"/>
              </a:gdLst>
              <a:ahLst/>
              <a:cxnLst>
                <a:cxn ang="0">
                  <a:pos x="T0" y="T1"/>
                </a:cxn>
                <a:cxn ang="0">
                  <a:pos x="T2" y="T3"/>
                </a:cxn>
                <a:cxn ang="0">
                  <a:pos x="T4" y="T5"/>
                </a:cxn>
                <a:cxn ang="0">
                  <a:pos x="T6" y="T7"/>
                </a:cxn>
                <a:cxn ang="0">
                  <a:pos x="T8" y="T9"/>
                </a:cxn>
                <a:cxn ang="0">
                  <a:pos x="T10" y="T11"/>
                </a:cxn>
              </a:cxnLst>
              <a:rect l="0" t="0" r="r" b="b"/>
              <a:pathLst>
                <a:path w="9" h="21">
                  <a:moveTo>
                    <a:pt x="0" y="11"/>
                  </a:moveTo>
                  <a:cubicBezTo>
                    <a:pt x="0" y="13"/>
                    <a:pt x="0" y="15"/>
                    <a:pt x="2" y="17"/>
                  </a:cubicBezTo>
                  <a:cubicBezTo>
                    <a:pt x="3" y="19"/>
                    <a:pt x="6" y="20"/>
                    <a:pt x="9" y="21"/>
                  </a:cubicBezTo>
                  <a:cubicBezTo>
                    <a:pt x="9" y="0"/>
                    <a:pt x="9" y="0"/>
                    <a:pt x="9" y="0"/>
                  </a:cubicBezTo>
                  <a:cubicBezTo>
                    <a:pt x="6" y="1"/>
                    <a:pt x="4" y="2"/>
                    <a:pt x="2" y="4"/>
                  </a:cubicBezTo>
                  <a:cubicBezTo>
                    <a:pt x="1" y="6"/>
                    <a:pt x="0" y="8"/>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Freeform 504"/>
            <p:cNvSpPr>
              <a:spLocks noEditPoints="1"/>
            </p:cNvSpPr>
            <p:nvPr/>
          </p:nvSpPr>
          <p:spPr bwMode="auto">
            <a:xfrm>
              <a:off x="6649954" y="5215917"/>
              <a:ext cx="432499" cy="369550"/>
            </a:xfrm>
            <a:custGeom>
              <a:avLst/>
              <a:gdLst>
                <a:gd name="T0" fmla="*/ 165 w 247"/>
                <a:gd name="T1" fmla="*/ 0 h 211"/>
                <a:gd name="T2" fmla="*/ 82 w 247"/>
                <a:gd name="T3" fmla="*/ 0 h 211"/>
                <a:gd name="T4" fmla="*/ 0 w 247"/>
                <a:gd name="T5" fmla="*/ 82 h 211"/>
                <a:gd name="T6" fmla="*/ 0 w 247"/>
                <a:gd name="T7" fmla="*/ 86 h 211"/>
                <a:gd name="T8" fmla="*/ 61 w 247"/>
                <a:gd name="T9" fmla="*/ 165 h 211"/>
                <a:gd name="T10" fmla="*/ 58 w 247"/>
                <a:gd name="T11" fmla="*/ 211 h 211"/>
                <a:gd name="T12" fmla="*/ 107 w 247"/>
                <a:gd name="T13" fmla="*/ 168 h 211"/>
                <a:gd name="T14" fmla="*/ 165 w 247"/>
                <a:gd name="T15" fmla="*/ 168 h 211"/>
                <a:gd name="T16" fmla="*/ 247 w 247"/>
                <a:gd name="T17" fmla="*/ 86 h 211"/>
                <a:gd name="T18" fmla="*/ 247 w 247"/>
                <a:gd name="T19" fmla="*/ 82 h 211"/>
                <a:gd name="T20" fmla="*/ 165 w 247"/>
                <a:gd name="T21" fmla="*/ 0 h 211"/>
                <a:gd name="T22" fmla="*/ 122 w 247"/>
                <a:gd name="T23" fmla="*/ 147 h 211"/>
                <a:gd name="T24" fmla="*/ 59 w 247"/>
                <a:gd name="T25" fmla="*/ 84 h 211"/>
                <a:gd name="T26" fmla="*/ 122 w 247"/>
                <a:gd name="T27" fmla="*/ 22 h 211"/>
                <a:gd name="T28" fmla="*/ 184 w 247"/>
                <a:gd name="T29" fmla="*/ 84 h 211"/>
                <a:gd name="T30" fmla="*/ 122 w 247"/>
                <a:gd name="T31" fmla="*/ 14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7" h="211">
                  <a:moveTo>
                    <a:pt x="165" y="0"/>
                  </a:moveTo>
                  <a:cubicBezTo>
                    <a:pt x="82" y="0"/>
                    <a:pt x="82" y="0"/>
                    <a:pt x="82" y="0"/>
                  </a:cubicBezTo>
                  <a:cubicBezTo>
                    <a:pt x="37" y="0"/>
                    <a:pt x="0" y="37"/>
                    <a:pt x="0" y="82"/>
                  </a:cubicBezTo>
                  <a:cubicBezTo>
                    <a:pt x="0" y="86"/>
                    <a:pt x="0" y="86"/>
                    <a:pt x="0" y="86"/>
                  </a:cubicBezTo>
                  <a:cubicBezTo>
                    <a:pt x="0" y="124"/>
                    <a:pt x="26" y="156"/>
                    <a:pt x="61" y="165"/>
                  </a:cubicBezTo>
                  <a:cubicBezTo>
                    <a:pt x="58" y="211"/>
                    <a:pt x="58" y="211"/>
                    <a:pt x="58" y="211"/>
                  </a:cubicBezTo>
                  <a:cubicBezTo>
                    <a:pt x="107" y="168"/>
                    <a:pt x="107" y="168"/>
                    <a:pt x="107" y="168"/>
                  </a:cubicBezTo>
                  <a:cubicBezTo>
                    <a:pt x="165" y="168"/>
                    <a:pt x="165" y="168"/>
                    <a:pt x="165" y="168"/>
                  </a:cubicBezTo>
                  <a:cubicBezTo>
                    <a:pt x="211" y="168"/>
                    <a:pt x="247" y="131"/>
                    <a:pt x="247" y="86"/>
                  </a:cubicBezTo>
                  <a:cubicBezTo>
                    <a:pt x="247" y="82"/>
                    <a:pt x="247" y="82"/>
                    <a:pt x="247" y="82"/>
                  </a:cubicBezTo>
                  <a:cubicBezTo>
                    <a:pt x="247" y="37"/>
                    <a:pt x="211" y="0"/>
                    <a:pt x="165" y="0"/>
                  </a:cubicBezTo>
                  <a:close/>
                  <a:moveTo>
                    <a:pt x="122" y="147"/>
                  </a:moveTo>
                  <a:cubicBezTo>
                    <a:pt x="87" y="147"/>
                    <a:pt x="59" y="119"/>
                    <a:pt x="59" y="84"/>
                  </a:cubicBezTo>
                  <a:cubicBezTo>
                    <a:pt x="59" y="50"/>
                    <a:pt x="87" y="22"/>
                    <a:pt x="122" y="22"/>
                  </a:cubicBezTo>
                  <a:cubicBezTo>
                    <a:pt x="156" y="22"/>
                    <a:pt x="184" y="50"/>
                    <a:pt x="184" y="84"/>
                  </a:cubicBezTo>
                  <a:cubicBezTo>
                    <a:pt x="184" y="119"/>
                    <a:pt x="156" y="147"/>
                    <a:pt x="122" y="1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528"/>
            <p:cNvSpPr>
              <a:spLocks/>
            </p:cNvSpPr>
            <p:nvPr/>
          </p:nvSpPr>
          <p:spPr bwMode="auto">
            <a:xfrm>
              <a:off x="6725493" y="4091716"/>
              <a:ext cx="94794" cy="94794"/>
            </a:xfrm>
            <a:custGeom>
              <a:avLst/>
              <a:gdLst>
                <a:gd name="T0" fmla="*/ 28 w 54"/>
                <a:gd name="T1" fmla="*/ 53 h 54"/>
                <a:gd name="T2" fmla="*/ 54 w 54"/>
                <a:gd name="T3" fmla="*/ 26 h 54"/>
                <a:gd name="T4" fmla="*/ 26 w 54"/>
                <a:gd name="T5" fmla="*/ 1 h 54"/>
                <a:gd name="T6" fmla="*/ 1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2" y="1"/>
                    <a:pt x="0" y="14"/>
                    <a:pt x="1"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529"/>
            <p:cNvSpPr>
              <a:spLocks/>
            </p:cNvSpPr>
            <p:nvPr/>
          </p:nvSpPr>
          <p:spPr bwMode="auto">
            <a:xfrm>
              <a:off x="6679577" y="4191694"/>
              <a:ext cx="187367" cy="134786"/>
            </a:xfrm>
            <a:custGeom>
              <a:avLst/>
              <a:gdLst>
                <a:gd name="T0" fmla="*/ 82 w 107"/>
                <a:gd name="T1" fmla="*/ 0 h 77"/>
                <a:gd name="T2" fmla="*/ 55 w 107"/>
                <a:gd name="T3" fmla="*/ 31 h 77"/>
                <a:gd name="T4" fmla="*/ 25 w 107"/>
                <a:gd name="T5" fmla="*/ 1 h 77"/>
                <a:gd name="T6" fmla="*/ 1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5" y="31"/>
                    <a:pt x="55" y="31"/>
                    <a:pt x="55" y="31"/>
                  </a:cubicBezTo>
                  <a:cubicBezTo>
                    <a:pt x="25" y="1"/>
                    <a:pt x="25" y="1"/>
                    <a:pt x="25" y="1"/>
                  </a:cubicBezTo>
                  <a:cubicBezTo>
                    <a:pt x="8" y="8"/>
                    <a:pt x="0" y="18"/>
                    <a:pt x="1" y="34"/>
                  </a:cubicBezTo>
                  <a:cubicBezTo>
                    <a:pt x="2" y="77"/>
                    <a:pt x="2" y="77"/>
                    <a:pt x="2" y="77"/>
                  </a:cubicBezTo>
                  <a:cubicBezTo>
                    <a:pt x="107" y="77"/>
                    <a:pt x="107" y="77"/>
                    <a:pt x="107" y="77"/>
                  </a:cubicBezTo>
                  <a:cubicBezTo>
                    <a:pt x="105" y="31"/>
                    <a:pt x="105" y="31"/>
                    <a:pt x="105" y="31"/>
                  </a:cubicBezTo>
                  <a:cubicBezTo>
                    <a:pt x="105" y="15"/>
                    <a:pt x="99"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Freeform 530"/>
            <p:cNvSpPr>
              <a:spLocks/>
            </p:cNvSpPr>
            <p:nvPr/>
          </p:nvSpPr>
          <p:spPr bwMode="auto">
            <a:xfrm>
              <a:off x="6895086" y="4095418"/>
              <a:ext cx="139970" cy="136267"/>
            </a:xfrm>
            <a:custGeom>
              <a:avLst/>
              <a:gdLst>
                <a:gd name="T0" fmla="*/ 41 w 80"/>
                <a:gd name="T1" fmla="*/ 78 h 78"/>
                <a:gd name="T2" fmla="*/ 79 w 80"/>
                <a:gd name="T3" fmla="*/ 38 h 78"/>
                <a:gd name="T4" fmla="*/ 38 w 80"/>
                <a:gd name="T5" fmla="*/ 0 h 78"/>
                <a:gd name="T6" fmla="*/ 0 w 80"/>
                <a:gd name="T7" fmla="*/ 40 h 78"/>
                <a:gd name="T8" fmla="*/ 41 w 80"/>
                <a:gd name="T9" fmla="*/ 78 h 78"/>
              </a:gdLst>
              <a:ahLst/>
              <a:cxnLst>
                <a:cxn ang="0">
                  <a:pos x="T0" y="T1"/>
                </a:cxn>
                <a:cxn ang="0">
                  <a:pos x="T2" y="T3"/>
                </a:cxn>
                <a:cxn ang="0">
                  <a:pos x="T4" y="T5"/>
                </a:cxn>
                <a:cxn ang="0">
                  <a:pos x="T6" y="T7"/>
                </a:cxn>
                <a:cxn ang="0">
                  <a:pos x="T8" y="T9"/>
                </a:cxn>
              </a:cxnLst>
              <a:rect l="0" t="0" r="r" b="b"/>
              <a:pathLst>
                <a:path w="80" h="78">
                  <a:moveTo>
                    <a:pt x="41" y="78"/>
                  </a:moveTo>
                  <a:cubicBezTo>
                    <a:pt x="63" y="77"/>
                    <a:pt x="80" y="59"/>
                    <a:pt x="79" y="38"/>
                  </a:cubicBezTo>
                  <a:cubicBezTo>
                    <a:pt x="78" y="16"/>
                    <a:pt x="60" y="0"/>
                    <a:pt x="38" y="0"/>
                  </a:cubicBezTo>
                  <a:cubicBezTo>
                    <a:pt x="17" y="1"/>
                    <a:pt x="0" y="19"/>
                    <a:pt x="0" y="40"/>
                  </a:cubicBezTo>
                  <a:cubicBezTo>
                    <a:pt x="1" y="62"/>
                    <a:pt x="19" y="78"/>
                    <a:pt x="41"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Freeform 531"/>
            <p:cNvSpPr>
              <a:spLocks/>
            </p:cNvSpPr>
            <p:nvPr/>
          </p:nvSpPr>
          <p:spPr bwMode="auto">
            <a:xfrm>
              <a:off x="6826952" y="4238351"/>
              <a:ext cx="276977" cy="203660"/>
            </a:xfrm>
            <a:custGeom>
              <a:avLst/>
              <a:gdLst>
                <a:gd name="T0" fmla="*/ 121 w 158"/>
                <a:gd name="T1" fmla="*/ 1 h 116"/>
                <a:gd name="T2" fmla="*/ 156 w 158"/>
                <a:gd name="T3" fmla="*/ 47 h 116"/>
                <a:gd name="T4" fmla="*/ 158 w 158"/>
                <a:gd name="T5" fmla="*/ 116 h 116"/>
                <a:gd name="T6" fmla="*/ 3 w 158"/>
                <a:gd name="T7" fmla="*/ 116 h 116"/>
                <a:gd name="T8" fmla="*/ 1 w 158"/>
                <a:gd name="T9" fmla="*/ 52 h 116"/>
                <a:gd name="T10" fmla="*/ 38 w 158"/>
                <a:gd name="T11" fmla="*/ 3 h 116"/>
                <a:gd name="T12" fmla="*/ 57 w 158"/>
                <a:gd name="T13" fmla="*/ 0 h 116"/>
                <a:gd name="T14" fmla="*/ 77 w 158"/>
                <a:gd name="T15" fmla="*/ 22 h 116"/>
                <a:gd name="T16" fmla="*/ 67 w 158"/>
                <a:gd name="T17" fmla="*/ 114 h 116"/>
                <a:gd name="T18" fmla="*/ 101 w 158"/>
                <a:gd name="T19" fmla="*/ 115 h 116"/>
                <a:gd name="T20" fmla="*/ 85 w 158"/>
                <a:gd name="T21" fmla="*/ 22 h 116"/>
                <a:gd name="T22" fmla="*/ 103 w 158"/>
                <a:gd name="T23" fmla="*/ 1 h 116"/>
                <a:gd name="T24" fmla="*/ 121 w 158"/>
                <a:gd name="T25" fmla="*/ 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16">
                  <a:moveTo>
                    <a:pt x="121" y="1"/>
                  </a:moveTo>
                  <a:cubicBezTo>
                    <a:pt x="146" y="11"/>
                    <a:pt x="155" y="24"/>
                    <a:pt x="156" y="47"/>
                  </a:cubicBezTo>
                  <a:cubicBezTo>
                    <a:pt x="158" y="116"/>
                    <a:pt x="158" y="116"/>
                    <a:pt x="158" y="116"/>
                  </a:cubicBezTo>
                  <a:cubicBezTo>
                    <a:pt x="3" y="116"/>
                    <a:pt x="3" y="116"/>
                    <a:pt x="3" y="116"/>
                  </a:cubicBezTo>
                  <a:cubicBezTo>
                    <a:pt x="1" y="52"/>
                    <a:pt x="1" y="52"/>
                    <a:pt x="1" y="52"/>
                  </a:cubicBezTo>
                  <a:cubicBezTo>
                    <a:pt x="0" y="28"/>
                    <a:pt x="11" y="13"/>
                    <a:pt x="38" y="3"/>
                  </a:cubicBezTo>
                  <a:cubicBezTo>
                    <a:pt x="57" y="0"/>
                    <a:pt x="57" y="0"/>
                    <a:pt x="57" y="0"/>
                  </a:cubicBezTo>
                  <a:cubicBezTo>
                    <a:pt x="57" y="0"/>
                    <a:pt x="78" y="20"/>
                    <a:pt x="77" y="22"/>
                  </a:cubicBezTo>
                  <a:cubicBezTo>
                    <a:pt x="76" y="24"/>
                    <a:pt x="67" y="114"/>
                    <a:pt x="67" y="114"/>
                  </a:cubicBezTo>
                  <a:cubicBezTo>
                    <a:pt x="101" y="115"/>
                    <a:pt x="101" y="115"/>
                    <a:pt x="101" y="115"/>
                  </a:cubicBezTo>
                  <a:cubicBezTo>
                    <a:pt x="85" y="22"/>
                    <a:pt x="85" y="22"/>
                    <a:pt x="85" y="22"/>
                  </a:cubicBezTo>
                  <a:cubicBezTo>
                    <a:pt x="103" y="1"/>
                    <a:pt x="103" y="1"/>
                    <a:pt x="103" y="1"/>
                  </a:cubicBezTo>
                  <a:lnTo>
                    <a:pt x="12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Freeform 532"/>
            <p:cNvSpPr>
              <a:spLocks/>
            </p:cNvSpPr>
            <p:nvPr/>
          </p:nvSpPr>
          <p:spPr bwMode="auto">
            <a:xfrm>
              <a:off x="7115779" y="4091716"/>
              <a:ext cx="94794" cy="94794"/>
            </a:xfrm>
            <a:custGeom>
              <a:avLst/>
              <a:gdLst>
                <a:gd name="T0" fmla="*/ 28 w 54"/>
                <a:gd name="T1" fmla="*/ 53 h 54"/>
                <a:gd name="T2" fmla="*/ 54 w 54"/>
                <a:gd name="T3" fmla="*/ 26 h 54"/>
                <a:gd name="T4" fmla="*/ 26 w 54"/>
                <a:gd name="T5" fmla="*/ 1 h 54"/>
                <a:gd name="T6" fmla="*/ 0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1" y="1"/>
                    <a:pt x="0" y="14"/>
                    <a:pt x="0"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Freeform 533"/>
            <p:cNvSpPr>
              <a:spLocks/>
            </p:cNvSpPr>
            <p:nvPr/>
          </p:nvSpPr>
          <p:spPr bwMode="auto">
            <a:xfrm>
              <a:off x="7070603" y="4191694"/>
              <a:ext cx="187367" cy="134786"/>
            </a:xfrm>
            <a:custGeom>
              <a:avLst/>
              <a:gdLst>
                <a:gd name="T0" fmla="*/ 82 w 107"/>
                <a:gd name="T1" fmla="*/ 0 h 77"/>
                <a:gd name="T2" fmla="*/ 54 w 107"/>
                <a:gd name="T3" fmla="*/ 31 h 77"/>
                <a:gd name="T4" fmla="*/ 25 w 107"/>
                <a:gd name="T5" fmla="*/ 1 h 77"/>
                <a:gd name="T6" fmla="*/ 0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4" y="31"/>
                    <a:pt x="54" y="31"/>
                    <a:pt x="54" y="31"/>
                  </a:cubicBezTo>
                  <a:cubicBezTo>
                    <a:pt x="25" y="1"/>
                    <a:pt x="25" y="1"/>
                    <a:pt x="25" y="1"/>
                  </a:cubicBezTo>
                  <a:cubicBezTo>
                    <a:pt x="7" y="8"/>
                    <a:pt x="0" y="18"/>
                    <a:pt x="0" y="34"/>
                  </a:cubicBezTo>
                  <a:cubicBezTo>
                    <a:pt x="2" y="77"/>
                    <a:pt x="2" y="77"/>
                    <a:pt x="2" y="77"/>
                  </a:cubicBezTo>
                  <a:cubicBezTo>
                    <a:pt x="107" y="77"/>
                    <a:pt x="107" y="77"/>
                    <a:pt x="107" y="77"/>
                  </a:cubicBezTo>
                  <a:cubicBezTo>
                    <a:pt x="105" y="31"/>
                    <a:pt x="105" y="31"/>
                    <a:pt x="105" y="31"/>
                  </a:cubicBezTo>
                  <a:cubicBezTo>
                    <a:pt x="104" y="15"/>
                    <a:pt x="98"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Freeform 539"/>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Freeform 540"/>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33" name="矩形 32"/>
          <p:cNvSpPr/>
          <p:nvPr/>
        </p:nvSpPr>
        <p:spPr>
          <a:xfrm>
            <a:off x="103955" y="991470"/>
            <a:ext cx="4359484" cy="397031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a:r>
              <a:rPr lang="en-US" altLang="zh-CN" sz="1200" b="1" dirty="0">
                <a:solidFill>
                  <a:prstClr val="black"/>
                </a:solidFill>
              </a:rPr>
              <a:t>#include "TIM3_PWM.h"</a:t>
            </a:r>
          </a:p>
          <a:p>
            <a:pPr lvl="0"/>
            <a:r>
              <a:rPr lang="en-US" altLang="zh-CN" sz="1200" b="1" dirty="0">
                <a:solidFill>
                  <a:prstClr val="black"/>
                </a:solidFill>
              </a:rPr>
              <a:t>#include "stm32f10x.h"</a:t>
            </a:r>
          </a:p>
          <a:p>
            <a:pPr lvl="0"/>
            <a:r>
              <a:rPr lang="en-US" altLang="zh-CN" sz="1200" b="1" dirty="0">
                <a:solidFill>
                  <a:prstClr val="black"/>
                </a:solidFill>
              </a:rPr>
              <a:t>void TIM3_PWM_Init(u16 arr,u16 </a:t>
            </a:r>
            <a:r>
              <a:rPr lang="en-US" altLang="zh-CN" sz="1200" b="1" dirty="0" err="1">
                <a:solidFill>
                  <a:prstClr val="black"/>
                </a:solidFill>
              </a:rPr>
              <a:t>psc</a:t>
            </a:r>
            <a:r>
              <a:rPr lang="en-US" altLang="zh-CN" sz="1200" b="1" dirty="0">
                <a:solidFill>
                  <a:prstClr val="black"/>
                </a:solidFill>
              </a:rPr>
              <a:t>)</a:t>
            </a:r>
          </a:p>
          <a:p>
            <a:pPr lvl="0"/>
            <a:r>
              <a:rPr lang="en-US" altLang="zh-CN" sz="1200" b="1" dirty="0">
                <a:solidFill>
                  <a:prstClr val="black"/>
                </a:solidFill>
              </a:rPr>
              <a:t>{  </a:t>
            </a:r>
          </a:p>
          <a:p>
            <a:pPr lvl="0" indent="177800"/>
            <a:r>
              <a:rPr lang="en-US" altLang="zh-CN" sz="1200" b="1" dirty="0" err="1" smtClean="0">
                <a:solidFill>
                  <a:prstClr val="black"/>
                </a:solidFill>
              </a:rPr>
              <a:t>GPIO_InitTypeDef</a:t>
            </a:r>
            <a:r>
              <a:rPr lang="en-US" altLang="zh-CN" sz="1200" b="1" dirty="0" smtClean="0">
                <a:solidFill>
                  <a:prstClr val="black"/>
                </a:solidFill>
              </a:rPr>
              <a:t> </a:t>
            </a:r>
            <a:r>
              <a:rPr lang="en-US" altLang="zh-CN" sz="1200" b="1" dirty="0" err="1">
                <a:solidFill>
                  <a:prstClr val="black"/>
                </a:solidFill>
              </a:rPr>
              <a:t>GPIO_InitStructure</a:t>
            </a:r>
            <a:r>
              <a:rPr lang="en-US" altLang="zh-CN" sz="1200" b="1" dirty="0">
                <a:solidFill>
                  <a:prstClr val="black"/>
                </a:solidFill>
              </a:rPr>
              <a:t>;</a:t>
            </a:r>
          </a:p>
          <a:p>
            <a:pPr lvl="0" indent="177800"/>
            <a:r>
              <a:rPr lang="en-US" altLang="zh-CN" sz="1200" b="1" dirty="0" err="1" smtClean="0">
                <a:solidFill>
                  <a:prstClr val="black"/>
                </a:solidFill>
              </a:rPr>
              <a:t>TIM_TimeBaseInitTypeDef</a:t>
            </a:r>
            <a:r>
              <a:rPr lang="en-US" altLang="zh-CN" sz="1200" b="1" dirty="0" smtClean="0">
                <a:solidFill>
                  <a:prstClr val="black"/>
                </a:solidFill>
              </a:rPr>
              <a:t>  </a:t>
            </a:r>
            <a:r>
              <a:rPr lang="en-US" altLang="zh-CN" sz="1200" b="1" dirty="0" err="1">
                <a:solidFill>
                  <a:prstClr val="black"/>
                </a:solidFill>
              </a:rPr>
              <a:t>TIM_TimeBaseStructure</a:t>
            </a:r>
            <a:r>
              <a:rPr lang="en-US" altLang="zh-CN" sz="1200" b="1" dirty="0">
                <a:solidFill>
                  <a:prstClr val="black"/>
                </a:solidFill>
              </a:rPr>
              <a:t>;</a:t>
            </a:r>
          </a:p>
          <a:p>
            <a:pPr lvl="0" indent="177800"/>
            <a:r>
              <a:rPr lang="en-US" altLang="zh-CN" sz="1200" b="1" dirty="0" err="1" smtClean="0">
                <a:solidFill>
                  <a:prstClr val="black"/>
                </a:solidFill>
              </a:rPr>
              <a:t>TIM_OCInitTypeDef</a:t>
            </a:r>
            <a:r>
              <a:rPr lang="en-US" altLang="zh-CN" sz="1200" b="1" dirty="0" smtClean="0">
                <a:solidFill>
                  <a:prstClr val="black"/>
                </a:solidFill>
              </a:rPr>
              <a:t>  </a:t>
            </a:r>
            <a:r>
              <a:rPr lang="en-US" altLang="zh-CN" sz="1200" b="1" dirty="0" err="1">
                <a:solidFill>
                  <a:prstClr val="black"/>
                </a:solidFill>
              </a:rPr>
              <a:t>TIM_OCInitStructure</a:t>
            </a:r>
            <a:r>
              <a:rPr lang="en-US" altLang="zh-CN" sz="1200" b="1" dirty="0">
                <a:solidFill>
                  <a:prstClr val="black"/>
                </a:solidFill>
              </a:rPr>
              <a:t>;</a:t>
            </a:r>
          </a:p>
          <a:p>
            <a:pPr lvl="0" indent="177800"/>
            <a:r>
              <a:rPr lang="en-US" altLang="zh-CN" sz="1200" b="1" dirty="0" smtClean="0">
                <a:solidFill>
                  <a:prstClr val="black"/>
                </a:solidFill>
              </a:rPr>
              <a:t>RCC_APB1PeriphClockCmd(RCC_APB1Periph_TIM3</a:t>
            </a:r>
            <a:r>
              <a:rPr lang="en-US" altLang="zh-CN" sz="1200" b="1" dirty="0">
                <a:solidFill>
                  <a:prstClr val="black"/>
                </a:solidFill>
              </a:rPr>
              <a:t>, ENABLE); </a:t>
            </a:r>
            <a:endParaRPr lang="en-US" altLang="zh-CN" sz="1200" b="1" dirty="0" smtClean="0">
              <a:solidFill>
                <a:prstClr val="black"/>
              </a:solidFill>
            </a:endParaRPr>
          </a:p>
          <a:p>
            <a:pPr lvl="0" indent="361950"/>
            <a:r>
              <a:rPr lang="en-US" altLang="zh-CN" sz="1200" b="1" dirty="0" smtClean="0">
                <a:solidFill>
                  <a:prstClr val="black"/>
                </a:solidFill>
              </a:rPr>
              <a:t>//</a:t>
            </a:r>
            <a:r>
              <a:rPr lang="zh-CN" altLang="en-US" sz="1200" b="1" dirty="0">
                <a:solidFill>
                  <a:prstClr val="black"/>
                </a:solidFill>
              </a:rPr>
              <a:t>使能定时器</a:t>
            </a:r>
            <a:r>
              <a:rPr lang="en-US" altLang="zh-CN" sz="1200" b="1" dirty="0">
                <a:solidFill>
                  <a:prstClr val="black"/>
                </a:solidFill>
              </a:rPr>
              <a:t>TIM3</a:t>
            </a:r>
            <a:r>
              <a:rPr lang="zh-CN" altLang="en-US" sz="1200" b="1" dirty="0">
                <a:solidFill>
                  <a:prstClr val="black"/>
                </a:solidFill>
              </a:rPr>
              <a:t>的时钟</a:t>
            </a:r>
          </a:p>
          <a:p>
            <a:pPr marL="177800" lvl="0"/>
            <a:r>
              <a:rPr lang="en-US" altLang="zh-CN" sz="1200" b="1" dirty="0" smtClean="0">
                <a:solidFill>
                  <a:prstClr val="black"/>
                </a:solidFill>
              </a:rPr>
              <a:t>RCC_APB2PeriphClockCmd(RCC_APB2Periph_GPIOB|RCC_APB2Periph_AFIO</a:t>
            </a:r>
            <a:r>
              <a:rPr lang="en-US" altLang="zh-CN" sz="1200" b="1" dirty="0">
                <a:solidFill>
                  <a:prstClr val="black"/>
                </a:solidFill>
              </a:rPr>
              <a:t>, ENABLE); </a:t>
            </a:r>
          </a:p>
          <a:p>
            <a:pPr indent="361950"/>
            <a:r>
              <a:rPr lang="en-US" altLang="zh-CN" sz="1200" b="1" dirty="0">
                <a:solidFill>
                  <a:prstClr val="black"/>
                </a:solidFill>
              </a:rPr>
              <a:t>//</a:t>
            </a:r>
            <a:r>
              <a:rPr lang="zh-CN" altLang="en-US" sz="1200" b="1" dirty="0">
                <a:solidFill>
                  <a:prstClr val="black"/>
                </a:solidFill>
              </a:rPr>
              <a:t>使能</a:t>
            </a:r>
            <a:r>
              <a:rPr lang="en-US" altLang="zh-CN" sz="1200" b="1" dirty="0">
                <a:solidFill>
                  <a:prstClr val="black"/>
                </a:solidFill>
              </a:rPr>
              <a:t>GPIOB</a:t>
            </a:r>
            <a:r>
              <a:rPr lang="zh-CN" altLang="en-US" sz="1200" b="1" dirty="0">
                <a:solidFill>
                  <a:prstClr val="black"/>
                </a:solidFill>
              </a:rPr>
              <a:t>和</a:t>
            </a:r>
            <a:r>
              <a:rPr lang="en-US" altLang="zh-CN" sz="1200" b="1" dirty="0">
                <a:solidFill>
                  <a:prstClr val="black"/>
                </a:solidFill>
              </a:rPr>
              <a:t>AFIO</a:t>
            </a:r>
            <a:r>
              <a:rPr lang="zh-CN" altLang="en-US" sz="1200" b="1" dirty="0">
                <a:solidFill>
                  <a:prstClr val="black"/>
                </a:solidFill>
              </a:rPr>
              <a:t>时钟</a:t>
            </a:r>
          </a:p>
          <a:p>
            <a:pPr indent="177800"/>
            <a:r>
              <a:rPr lang="en-US" altLang="zh-CN" sz="1200" b="1" dirty="0" err="1">
                <a:solidFill>
                  <a:prstClr val="black"/>
                </a:solidFill>
              </a:rPr>
              <a:t>GPIO_PinRemapConfig</a:t>
            </a:r>
            <a:r>
              <a:rPr lang="en-US" altLang="zh-CN" sz="1200" b="1" dirty="0">
                <a:solidFill>
                  <a:prstClr val="black"/>
                </a:solidFill>
              </a:rPr>
              <a:t>(GPIO_PartialRemap_TIM3,ENABLE);</a:t>
            </a:r>
          </a:p>
          <a:p>
            <a:pPr lvl="0" indent="361950"/>
            <a:r>
              <a:rPr lang="en-US" altLang="zh-CN" sz="1200" b="1" dirty="0">
                <a:solidFill>
                  <a:prstClr val="black"/>
                </a:solidFill>
              </a:rPr>
              <a:t>//TIM3</a:t>
            </a:r>
            <a:r>
              <a:rPr lang="zh-CN" altLang="en-US" sz="1200" b="1" dirty="0">
                <a:solidFill>
                  <a:prstClr val="black"/>
                </a:solidFill>
              </a:rPr>
              <a:t>部分重映射</a:t>
            </a:r>
            <a:r>
              <a:rPr lang="en-US" altLang="zh-CN" sz="1200" b="1" dirty="0">
                <a:solidFill>
                  <a:prstClr val="black"/>
                </a:solidFill>
              </a:rPr>
              <a:t>TIM3_CH2-&gt;PB5</a:t>
            </a:r>
          </a:p>
          <a:p>
            <a:pPr indent="361950"/>
            <a:r>
              <a:rPr lang="en-US" altLang="zh-CN" sz="1200" b="1" dirty="0" smtClean="0">
                <a:solidFill>
                  <a:prstClr val="black"/>
                </a:solidFill>
              </a:rPr>
              <a:t>//</a:t>
            </a:r>
            <a:r>
              <a:rPr lang="zh-CN" altLang="en-US" sz="1200" b="1" dirty="0">
                <a:solidFill>
                  <a:prstClr val="black"/>
                </a:solidFill>
              </a:rPr>
              <a:t>设置</a:t>
            </a:r>
            <a:r>
              <a:rPr lang="en-US" altLang="zh-CN" sz="1200" b="1" dirty="0">
                <a:solidFill>
                  <a:prstClr val="black"/>
                </a:solidFill>
              </a:rPr>
              <a:t>PB5</a:t>
            </a:r>
            <a:r>
              <a:rPr lang="zh-CN" altLang="en-US" sz="1200" b="1" dirty="0">
                <a:solidFill>
                  <a:prstClr val="black"/>
                </a:solidFill>
              </a:rPr>
              <a:t>引脚为复用输出</a:t>
            </a:r>
            <a:r>
              <a:rPr lang="zh-CN" altLang="en-US" sz="1200" b="1" dirty="0" smtClean="0">
                <a:solidFill>
                  <a:prstClr val="black"/>
                </a:solidFill>
              </a:rPr>
              <a:t>引脚</a:t>
            </a:r>
            <a:endParaRPr lang="en-US" altLang="zh-CN" sz="1200" b="1" dirty="0" smtClean="0">
              <a:solidFill>
                <a:prstClr val="black"/>
              </a:solidFill>
            </a:endParaRPr>
          </a:p>
          <a:p>
            <a:pPr indent="361950"/>
            <a:r>
              <a:rPr lang="en-US" altLang="zh-CN" sz="1200" b="1" dirty="0" smtClean="0">
                <a:solidFill>
                  <a:prstClr val="black"/>
                </a:solidFill>
              </a:rPr>
              <a:t>//</a:t>
            </a:r>
            <a:r>
              <a:rPr lang="zh-CN" altLang="en-US" sz="1200" b="1" dirty="0" smtClean="0">
                <a:solidFill>
                  <a:prstClr val="black"/>
                </a:solidFill>
              </a:rPr>
              <a:t> </a:t>
            </a:r>
            <a:r>
              <a:rPr lang="en-US" altLang="zh-CN" sz="1200" b="1" dirty="0">
                <a:solidFill>
                  <a:prstClr val="black"/>
                </a:solidFill>
              </a:rPr>
              <a:t>TIM3 CH2 </a:t>
            </a:r>
            <a:r>
              <a:rPr lang="zh-CN" altLang="en-US" sz="1200" b="1" dirty="0">
                <a:solidFill>
                  <a:prstClr val="black"/>
                </a:solidFill>
              </a:rPr>
              <a:t>输出</a:t>
            </a:r>
            <a:r>
              <a:rPr lang="en-US" altLang="zh-CN" sz="1200" b="1" dirty="0">
                <a:solidFill>
                  <a:prstClr val="black"/>
                </a:solidFill>
              </a:rPr>
              <a:t>PWM</a:t>
            </a:r>
            <a:r>
              <a:rPr lang="zh-CN" altLang="en-US" sz="1200" b="1" dirty="0">
                <a:solidFill>
                  <a:prstClr val="black"/>
                </a:solidFill>
              </a:rPr>
              <a:t>脉冲波形</a:t>
            </a:r>
          </a:p>
          <a:p>
            <a:pPr indent="177800"/>
            <a:r>
              <a:rPr lang="en-US" altLang="zh-CN" sz="1200" b="1" dirty="0" err="1">
                <a:solidFill>
                  <a:prstClr val="black"/>
                </a:solidFill>
              </a:rPr>
              <a:t>GPIO_InitStructure.GPIO_Pin</a:t>
            </a:r>
            <a:r>
              <a:rPr lang="en-US" altLang="zh-CN" sz="1200" b="1" dirty="0">
                <a:solidFill>
                  <a:prstClr val="black"/>
                </a:solidFill>
              </a:rPr>
              <a:t> = GPIO_Pin_5; //PB5</a:t>
            </a:r>
          </a:p>
          <a:p>
            <a:pPr indent="177800"/>
            <a:r>
              <a:rPr lang="en-US" altLang="zh-CN" sz="1200" b="1" dirty="0" err="1">
                <a:solidFill>
                  <a:prstClr val="black"/>
                </a:solidFill>
              </a:rPr>
              <a:t>GPIO_InitStructure.GPIO_Mode</a:t>
            </a:r>
            <a:r>
              <a:rPr lang="en-US" altLang="zh-CN" sz="1200" b="1" dirty="0">
                <a:solidFill>
                  <a:prstClr val="black"/>
                </a:solidFill>
              </a:rPr>
              <a:t> = </a:t>
            </a:r>
            <a:r>
              <a:rPr lang="en-US" altLang="zh-CN" sz="1200" b="1" dirty="0" err="1">
                <a:solidFill>
                  <a:prstClr val="black"/>
                </a:solidFill>
              </a:rPr>
              <a:t>GPIO_Mode_AF_PP</a:t>
            </a:r>
            <a:r>
              <a:rPr lang="en-US" altLang="zh-CN" sz="1200" b="1" dirty="0">
                <a:solidFill>
                  <a:prstClr val="black"/>
                </a:solidFill>
              </a:rPr>
              <a:t>; </a:t>
            </a:r>
          </a:p>
          <a:p>
            <a:pPr lvl="0" indent="361950"/>
            <a:r>
              <a:rPr lang="en-US" altLang="zh-CN" sz="1200" b="1" dirty="0" smtClean="0">
                <a:solidFill>
                  <a:prstClr val="black"/>
                </a:solidFill>
              </a:rPr>
              <a:t> </a:t>
            </a:r>
            <a:r>
              <a:rPr lang="en-US" altLang="zh-CN" sz="1200" b="1" dirty="0">
                <a:solidFill>
                  <a:prstClr val="black"/>
                </a:solidFill>
              </a:rPr>
              <a:t>// PB5</a:t>
            </a:r>
            <a:r>
              <a:rPr lang="zh-CN" altLang="en-US" sz="1200" b="1" dirty="0">
                <a:solidFill>
                  <a:prstClr val="black"/>
                </a:solidFill>
              </a:rPr>
              <a:t>引脚复用为</a:t>
            </a:r>
            <a:r>
              <a:rPr lang="en-US" altLang="zh-CN" sz="1200" b="1" dirty="0">
                <a:solidFill>
                  <a:prstClr val="black"/>
                </a:solidFill>
              </a:rPr>
              <a:t>TIM3_CH2</a:t>
            </a:r>
          </a:p>
          <a:p>
            <a:pPr indent="177800"/>
            <a:r>
              <a:rPr lang="en-US" altLang="zh-CN" sz="1200" b="1" dirty="0" err="1">
                <a:solidFill>
                  <a:prstClr val="black"/>
                </a:solidFill>
              </a:rPr>
              <a:t>GPIO_InitStructure.GPIO_Speed</a:t>
            </a:r>
            <a:r>
              <a:rPr lang="en-US" altLang="zh-CN" sz="1200" b="1" dirty="0">
                <a:solidFill>
                  <a:prstClr val="black"/>
                </a:solidFill>
              </a:rPr>
              <a:t> = GPIO_Speed_50MHz;</a:t>
            </a:r>
          </a:p>
          <a:p>
            <a:pPr indent="177800"/>
            <a:r>
              <a:rPr lang="en-US" altLang="zh-CN" sz="1200" b="1" dirty="0" err="1">
                <a:solidFill>
                  <a:prstClr val="black"/>
                </a:solidFill>
              </a:rPr>
              <a:t>GPIO_Init</a:t>
            </a:r>
            <a:r>
              <a:rPr lang="en-US" altLang="zh-CN" sz="1200" b="1" dirty="0">
                <a:solidFill>
                  <a:prstClr val="black"/>
                </a:solidFill>
              </a:rPr>
              <a:t>(GPIOB, &amp;</a:t>
            </a:r>
            <a:r>
              <a:rPr lang="en-US" altLang="zh-CN" sz="1200" b="1" dirty="0" err="1">
                <a:solidFill>
                  <a:prstClr val="black"/>
                </a:solidFill>
              </a:rPr>
              <a:t>GPIO_InitStructure</a:t>
            </a:r>
            <a:r>
              <a:rPr lang="en-US" altLang="zh-CN" sz="1200" b="1" dirty="0">
                <a:solidFill>
                  <a:prstClr val="black"/>
                </a:solidFill>
              </a:rPr>
              <a:t>);//</a:t>
            </a:r>
            <a:r>
              <a:rPr lang="zh-CN" altLang="en-US" sz="1200" b="1" dirty="0">
                <a:solidFill>
                  <a:prstClr val="black"/>
                </a:solidFill>
              </a:rPr>
              <a:t>初始化</a:t>
            </a:r>
            <a:r>
              <a:rPr lang="en-US" altLang="zh-CN" sz="1200" b="1" dirty="0">
                <a:solidFill>
                  <a:prstClr val="black"/>
                </a:solidFill>
              </a:rPr>
              <a:t>GPIOB</a:t>
            </a:r>
          </a:p>
        </p:txBody>
      </p:sp>
      <p:sp>
        <p:nvSpPr>
          <p:cNvPr id="2" name="矩形 1"/>
          <p:cNvSpPr/>
          <p:nvPr/>
        </p:nvSpPr>
        <p:spPr>
          <a:xfrm>
            <a:off x="4554327" y="984561"/>
            <a:ext cx="4446165" cy="397031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indent="361950"/>
            <a:r>
              <a:rPr lang="zh-CN" altLang="en-US" sz="1200" b="1" dirty="0">
                <a:solidFill>
                  <a:prstClr val="black"/>
                </a:solidFill>
              </a:rPr>
              <a:t> </a:t>
            </a:r>
            <a:r>
              <a:rPr lang="en-US" altLang="zh-CN" sz="1200" b="1" dirty="0">
                <a:solidFill>
                  <a:prstClr val="black"/>
                </a:solidFill>
              </a:rPr>
              <a:t>// TIM3</a:t>
            </a:r>
            <a:r>
              <a:rPr lang="zh-CN" altLang="en-US" sz="1200" b="1" dirty="0">
                <a:solidFill>
                  <a:prstClr val="black"/>
                </a:solidFill>
              </a:rPr>
              <a:t>初始化</a:t>
            </a:r>
          </a:p>
          <a:p>
            <a:pPr lvl="0" indent="177800"/>
            <a:r>
              <a:rPr lang="en-US" altLang="zh-CN" sz="1200" b="1" dirty="0" err="1" smtClean="0">
                <a:solidFill>
                  <a:prstClr val="black"/>
                </a:solidFill>
              </a:rPr>
              <a:t>TIM_TimeBaseStructure.TIM_Period</a:t>
            </a:r>
            <a:r>
              <a:rPr lang="en-US" altLang="zh-CN" sz="1200" b="1" dirty="0" smtClean="0">
                <a:solidFill>
                  <a:prstClr val="black"/>
                </a:solidFill>
              </a:rPr>
              <a:t> </a:t>
            </a:r>
            <a:r>
              <a:rPr lang="en-US" altLang="zh-CN" sz="1200" b="1" dirty="0">
                <a:solidFill>
                  <a:prstClr val="black"/>
                </a:solidFill>
              </a:rPr>
              <a:t>= </a:t>
            </a:r>
            <a:r>
              <a:rPr lang="en-US" altLang="zh-CN" sz="1200" b="1" dirty="0" err="1">
                <a:solidFill>
                  <a:prstClr val="black"/>
                </a:solidFill>
              </a:rPr>
              <a:t>arr</a:t>
            </a:r>
            <a:r>
              <a:rPr lang="en-US" altLang="zh-CN" sz="1200" b="1" dirty="0">
                <a:solidFill>
                  <a:prstClr val="black"/>
                </a:solidFill>
              </a:rPr>
              <a:t>; //</a:t>
            </a:r>
            <a:r>
              <a:rPr lang="zh-CN" altLang="en-US" sz="1200" b="1" dirty="0">
                <a:solidFill>
                  <a:prstClr val="black"/>
                </a:solidFill>
              </a:rPr>
              <a:t>设置自动重载值</a:t>
            </a:r>
          </a:p>
          <a:p>
            <a:pPr indent="177800"/>
            <a:r>
              <a:rPr lang="en-US" altLang="zh-CN" sz="1200" b="1" dirty="0" err="1">
                <a:solidFill>
                  <a:prstClr val="black"/>
                </a:solidFill>
              </a:rPr>
              <a:t>TIM_TimeBaseStructure.TIM_Prescaler</a:t>
            </a:r>
            <a:r>
              <a:rPr lang="en-US" altLang="zh-CN" sz="1200" b="1" dirty="0">
                <a:solidFill>
                  <a:prstClr val="black"/>
                </a:solidFill>
              </a:rPr>
              <a:t> =</a:t>
            </a:r>
            <a:r>
              <a:rPr lang="en-US" altLang="zh-CN" sz="1200" b="1" dirty="0" err="1">
                <a:solidFill>
                  <a:prstClr val="black"/>
                </a:solidFill>
              </a:rPr>
              <a:t>psc</a:t>
            </a:r>
            <a:r>
              <a:rPr lang="en-US" altLang="zh-CN" sz="1200" b="1" dirty="0">
                <a:solidFill>
                  <a:prstClr val="black"/>
                </a:solidFill>
              </a:rPr>
              <a:t>; </a:t>
            </a:r>
          </a:p>
          <a:p>
            <a:pPr indent="361950"/>
            <a:r>
              <a:rPr lang="en-US" altLang="zh-CN" sz="1200" b="1" dirty="0">
                <a:solidFill>
                  <a:prstClr val="black"/>
                </a:solidFill>
              </a:rPr>
              <a:t>//</a:t>
            </a:r>
            <a:r>
              <a:rPr lang="zh-CN" altLang="en-US" sz="1200" b="1" dirty="0">
                <a:solidFill>
                  <a:prstClr val="black"/>
                </a:solidFill>
              </a:rPr>
              <a:t>设置用来作为</a:t>
            </a:r>
            <a:r>
              <a:rPr lang="en-US" altLang="zh-CN" sz="1200" b="1" dirty="0">
                <a:solidFill>
                  <a:prstClr val="black"/>
                </a:solidFill>
              </a:rPr>
              <a:t>TIM3</a:t>
            </a:r>
            <a:r>
              <a:rPr lang="zh-CN" altLang="en-US" sz="1200" b="1" dirty="0">
                <a:solidFill>
                  <a:prstClr val="black"/>
                </a:solidFill>
              </a:rPr>
              <a:t>时钟频率的预分频值</a:t>
            </a:r>
          </a:p>
          <a:p>
            <a:pPr indent="177800"/>
            <a:r>
              <a:rPr lang="en-US" altLang="zh-CN" sz="1200" b="1" dirty="0" err="1">
                <a:solidFill>
                  <a:prstClr val="black"/>
                </a:solidFill>
              </a:rPr>
              <a:t>TIM_TimeBaseStructure.TIM_ClockDivision</a:t>
            </a:r>
            <a:r>
              <a:rPr lang="en-US" altLang="zh-CN" sz="1200" b="1" dirty="0">
                <a:solidFill>
                  <a:prstClr val="black"/>
                </a:solidFill>
              </a:rPr>
              <a:t> = 0;</a:t>
            </a:r>
          </a:p>
          <a:p>
            <a:pPr indent="361950"/>
            <a:r>
              <a:rPr lang="en-US" altLang="zh-CN" sz="1200" b="1" dirty="0">
                <a:solidFill>
                  <a:prstClr val="black"/>
                </a:solidFill>
              </a:rPr>
              <a:t> //</a:t>
            </a:r>
            <a:r>
              <a:rPr lang="zh-CN" altLang="en-US" sz="1200" b="1" dirty="0">
                <a:solidFill>
                  <a:prstClr val="black"/>
                </a:solidFill>
              </a:rPr>
              <a:t>设置时钟分割</a:t>
            </a:r>
            <a:r>
              <a:rPr lang="en-US" altLang="zh-CN" sz="1200" b="1" dirty="0">
                <a:solidFill>
                  <a:prstClr val="black"/>
                </a:solidFill>
              </a:rPr>
              <a:t>TDTS = </a:t>
            </a:r>
            <a:r>
              <a:rPr lang="en-US" altLang="zh-CN" sz="1200" b="1" dirty="0" err="1">
                <a:solidFill>
                  <a:prstClr val="black"/>
                </a:solidFill>
              </a:rPr>
              <a:t>Tck_tim</a:t>
            </a:r>
            <a:endParaRPr lang="en-US" altLang="zh-CN" sz="1200" b="1" dirty="0">
              <a:solidFill>
                <a:prstClr val="black"/>
              </a:solidFill>
            </a:endParaRPr>
          </a:p>
          <a:p>
            <a:pPr marL="177800"/>
            <a:r>
              <a:rPr lang="en-US" altLang="zh-CN" sz="1200" b="1" dirty="0" err="1">
                <a:solidFill>
                  <a:prstClr val="black"/>
                </a:solidFill>
              </a:rPr>
              <a:t>TIM_TimeBaseStructure.TIM_CounterMode</a:t>
            </a:r>
            <a:r>
              <a:rPr lang="en-US" altLang="zh-CN" sz="1200" b="1" dirty="0">
                <a:solidFill>
                  <a:prstClr val="black"/>
                </a:solidFill>
              </a:rPr>
              <a:t> = </a:t>
            </a:r>
            <a:r>
              <a:rPr lang="en-US" altLang="zh-CN" sz="1200" b="1" dirty="0" err="1">
                <a:solidFill>
                  <a:prstClr val="black"/>
                </a:solidFill>
              </a:rPr>
              <a:t>TIM_CounterMode_Up</a:t>
            </a:r>
            <a:r>
              <a:rPr lang="en-US" altLang="zh-CN" sz="1200" b="1" dirty="0">
                <a:solidFill>
                  <a:prstClr val="black"/>
                </a:solidFill>
              </a:rPr>
              <a:t>; </a:t>
            </a:r>
            <a:r>
              <a:rPr lang="en-US" altLang="zh-CN" sz="1200" b="1" dirty="0" smtClean="0">
                <a:solidFill>
                  <a:prstClr val="black"/>
                </a:solidFill>
              </a:rPr>
              <a:t>//</a:t>
            </a:r>
            <a:r>
              <a:rPr lang="en-US" altLang="zh-CN" sz="1200" b="1" dirty="0">
                <a:solidFill>
                  <a:prstClr val="black"/>
                </a:solidFill>
              </a:rPr>
              <a:t>TIM</a:t>
            </a:r>
            <a:r>
              <a:rPr lang="zh-CN" altLang="en-US" sz="1200" b="1" dirty="0">
                <a:solidFill>
                  <a:prstClr val="black"/>
                </a:solidFill>
              </a:rPr>
              <a:t>向上计数模式</a:t>
            </a:r>
          </a:p>
          <a:p>
            <a:pPr indent="177800"/>
            <a:r>
              <a:rPr lang="en-US" altLang="zh-CN" sz="1200" b="1" dirty="0" err="1">
                <a:solidFill>
                  <a:prstClr val="black"/>
                </a:solidFill>
              </a:rPr>
              <a:t>TIM_TimeBaseInit</a:t>
            </a:r>
            <a:r>
              <a:rPr lang="en-US" altLang="zh-CN" sz="1200" b="1" dirty="0">
                <a:solidFill>
                  <a:prstClr val="black"/>
                </a:solidFill>
              </a:rPr>
              <a:t>(TIM3, &amp;</a:t>
            </a:r>
            <a:r>
              <a:rPr lang="en-US" altLang="zh-CN" sz="1200" b="1" dirty="0" err="1">
                <a:solidFill>
                  <a:prstClr val="black"/>
                </a:solidFill>
              </a:rPr>
              <a:t>TIM_TimeBaseStructure</a:t>
            </a:r>
            <a:r>
              <a:rPr lang="en-US" altLang="zh-CN" sz="1200" b="1" dirty="0" smtClean="0">
                <a:solidFill>
                  <a:prstClr val="black"/>
                </a:solidFill>
              </a:rPr>
              <a:t>);</a:t>
            </a:r>
          </a:p>
          <a:p>
            <a:pPr indent="177800"/>
            <a:r>
              <a:rPr lang="en-US" altLang="zh-CN" sz="1200" b="1" dirty="0" smtClean="0">
                <a:solidFill>
                  <a:prstClr val="black"/>
                </a:solidFill>
              </a:rPr>
              <a:t>//</a:t>
            </a:r>
            <a:r>
              <a:rPr lang="zh-CN" altLang="en-US" sz="1200" b="1" dirty="0">
                <a:solidFill>
                  <a:prstClr val="black"/>
                </a:solidFill>
              </a:rPr>
              <a:t>初始化</a:t>
            </a:r>
            <a:r>
              <a:rPr lang="en-US" altLang="zh-CN" sz="1200" b="1" dirty="0" smtClean="0">
                <a:solidFill>
                  <a:prstClr val="black"/>
                </a:solidFill>
              </a:rPr>
              <a:t>TIM3</a:t>
            </a:r>
            <a:r>
              <a:rPr lang="zh-CN" altLang="en-US" sz="1200" b="1" dirty="0" smtClean="0">
                <a:solidFill>
                  <a:prstClr val="black"/>
                </a:solidFill>
              </a:rPr>
              <a:t>；初始化</a:t>
            </a:r>
            <a:r>
              <a:rPr lang="zh-CN" altLang="en-US" sz="1200" b="1" dirty="0">
                <a:solidFill>
                  <a:prstClr val="black"/>
                </a:solidFill>
              </a:rPr>
              <a:t>定时器</a:t>
            </a:r>
            <a:r>
              <a:rPr lang="en-US" altLang="zh-CN" sz="1200" b="1" dirty="0">
                <a:solidFill>
                  <a:prstClr val="black"/>
                </a:solidFill>
              </a:rPr>
              <a:t>TIM3</a:t>
            </a:r>
            <a:r>
              <a:rPr lang="zh-CN" altLang="en-US" sz="1200" b="1" dirty="0">
                <a:solidFill>
                  <a:prstClr val="black"/>
                </a:solidFill>
              </a:rPr>
              <a:t>通道</a:t>
            </a:r>
            <a:r>
              <a:rPr lang="en-US" altLang="zh-CN" sz="1200" b="1" dirty="0">
                <a:solidFill>
                  <a:prstClr val="black"/>
                </a:solidFill>
              </a:rPr>
              <a:t>2 PWM</a:t>
            </a:r>
            <a:r>
              <a:rPr lang="zh-CN" altLang="en-US" sz="1200" b="1" dirty="0">
                <a:solidFill>
                  <a:prstClr val="black"/>
                </a:solidFill>
              </a:rPr>
              <a:t>模式 </a:t>
            </a:r>
          </a:p>
          <a:p>
            <a:pPr indent="177800"/>
            <a:r>
              <a:rPr lang="en-US" altLang="zh-CN" sz="1200" b="1" dirty="0" err="1">
                <a:solidFill>
                  <a:prstClr val="black"/>
                </a:solidFill>
              </a:rPr>
              <a:t>TIM_OCInitStructure.TIM_OCMode</a:t>
            </a:r>
            <a:r>
              <a:rPr lang="en-US" altLang="zh-CN" sz="1200" b="1" dirty="0">
                <a:solidFill>
                  <a:prstClr val="black"/>
                </a:solidFill>
              </a:rPr>
              <a:t> = TIM_OCMode_PWM2; </a:t>
            </a:r>
          </a:p>
          <a:p>
            <a:pPr indent="361950"/>
            <a:r>
              <a:rPr lang="en-US" altLang="zh-CN" sz="1200" b="1" dirty="0">
                <a:solidFill>
                  <a:prstClr val="black"/>
                </a:solidFill>
              </a:rPr>
              <a:t>//</a:t>
            </a:r>
            <a:r>
              <a:rPr lang="zh-CN" altLang="en-US" sz="1200" b="1" dirty="0">
                <a:solidFill>
                  <a:prstClr val="black"/>
                </a:solidFill>
              </a:rPr>
              <a:t>设置定时器模式：</a:t>
            </a:r>
            <a:r>
              <a:rPr lang="en-US" altLang="zh-CN" sz="1200" b="1" dirty="0">
                <a:solidFill>
                  <a:prstClr val="black"/>
                </a:solidFill>
              </a:rPr>
              <a:t>PWM2</a:t>
            </a:r>
            <a:r>
              <a:rPr lang="zh-CN" altLang="en-US" sz="1200" b="1" dirty="0">
                <a:solidFill>
                  <a:prstClr val="black"/>
                </a:solidFill>
              </a:rPr>
              <a:t>模式</a:t>
            </a:r>
          </a:p>
          <a:p>
            <a:pPr marL="177800"/>
            <a:r>
              <a:rPr lang="zh-CN" altLang="en-US" sz="1200" b="1" dirty="0">
                <a:solidFill>
                  <a:prstClr val="black"/>
                </a:solidFill>
              </a:rPr>
              <a:t> </a:t>
            </a:r>
            <a:r>
              <a:rPr lang="en-US" altLang="zh-CN" sz="1200" b="1" dirty="0" err="1">
                <a:solidFill>
                  <a:prstClr val="black"/>
                </a:solidFill>
              </a:rPr>
              <a:t>TIM_OCInitStructure.TIM_OutputState</a:t>
            </a:r>
            <a:r>
              <a:rPr lang="en-US" altLang="zh-CN" sz="1200" b="1" dirty="0">
                <a:solidFill>
                  <a:prstClr val="black"/>
                </a:solidFill>
              </a:rPr>
              <a:t> = </a:t>
            </a:r>
            <a:r>
              <a:rPr lang="en-US" altLang="zh-CN" sz="1200" b="1" dirty="0" err="1">
                <a:solidFill>
                  <a:prstClr val="black"/>
                </a:solidFill>
              </a:rPr>
              <a:t>TIM_OutputState_Enable</a:t>
            </a:r>
            <a:r>
              <a:rPr lang="en-US" altLang="zh-CN" sz="1200" b="1" dirty="0" smtClean="0">
                <a:solidFill>
                  <a:prstClr val="black"/>
                </a:solidFill>
              </a:rPr>
              <a:t>; </a:t>
            </a:r>
            <a:r>
              <a:rPr lang="en-US" altLang="zh-CN" sz="1200" b="1" dirty="0">
                <a:solidFill>
                  <a:prstClr val="black"/>
                </a:solidFill>
              </a:rPr>
              <a:t>//</a:t>
            </a:r>
            <a:r>
              <a:rPr lang="zh-CN" altLang="en-US" sz="1200" b="1" dirty="0">
                <a:solidFill>
                  <a:prstClr val="black"/>
                </a:solidFill>
              </a:rPr>
              <a:t>比较输出使能</a:t>
            </a:r>
          </a:p>
          <a:p>
            <a:pPr indent="177800"/>
            <a:r>
              <a:rPr lang="en-US" altLang="zh-CN" sz="1200" b="1" dirty="0" err="1">
                <a:solidFill>
                  <a:prstClr val="black"/>
                </a:solidFill>
              </a:rPr>
              <a:t>TIM_OCInitStructure.TIM_OCPolarity</a:t>
            </a:r>
            <a:r>
              <a:rPr lang="en-US" altLang="zh-CN" sz="1200" b="1" dirty="0">
                <a:solidFill>
                  <a:prstClr val="black"/>
                </a:solidFill>
              </a:rPr>
              <a:t> = </a:t>
            </a:r>
            <a:r>
              <a:rPr lang="en-US" altLang="zh-CN" sz="1200" b="1" dirty="0" err="1">
                <a:solidFill>
                  <a:prstClr val="black"/>
                </a:solidFill>
              </a:rPr>
              <a:t>TIM_OCPolarity_High</a:t>
            </a:r>
            <a:r>
              <a:rPr lang="en-US" altLang="zh-CN" sz="1200" b="1" dirty="0">
                <a:solidFill>
                  <a:prstClr val="black"/>
                </a:solidFill>
              </a:rPr>
              <a:t>;</a:t>
            </a:r>
          </a:p>
          <a:p>
            <a:pPr indent="361950"/>
            <a:r>
              <a:rPr lang="en-US" altLang="zh-CN" sz="1200" b="1" dirty="0" smtClean="0">
                <a:solidFill>
                  <a:prstClr val="black"/>
                </a:solidFill>
              </a:rPr>
              <a:t> </a:t>
            </a:r>
            <a:r>
              <a:rPr lang="en-US" altLang="zh-CN" sz="1200" b="1" dirty="0">
                <a:solidFill>
                  <a:prstClr val="black"/>
                </a:solidFill>
              </a:rPr>
              <a:t>//</a:t>
            </a:r>
            <a:r>
              <a:rPr lang="zh-CN" altLang="en-US" sz="1200" b="1" dirty="0">
                <a:solidFill>
                  <a:prstClr val="black"/>
                </a:solidFill>
              </a:rPr>
              <a:t>设置输出极性</a:t>
            </a:r>
          </a:p>
          <a:p>
            <a:pPr indent="177800"/>
            <a:r>
              <a:rPr lang="en-US" altLang="zh-CN" sz="1200" b="1" dirty="0">
                <a:solidFill>
                  <a:prstClr val="black"/>
                </a:solidFill>
              </a:rPr>
              <a:t>TIM_OC2Init(TIM3, &amp;</a:t>
            </a:r>
            <a:r>
              <a:rPr lang="en-US" altLang="zh-CN" sz="1200" b="1" dirty="0" err="1">
                <a:solidFill>
                  <a:prstClr val="black"/>
                </a:solidFill>
              </a:rPr>
              <a:t>TIM_OCInitStructure</a:t>
            </a:r>
            <a:r>
              <a:rPr lang="en-US" altLang="zh-CN" sz="1200" b="1" dirty="0">
                <a:solidFill>
                  <a:prstClr val="black"/>
                </a:solidFill>
              </a:rPr>
              <a:t>);  //</a:t>
            </a:r>
            <a:r>
              <a:rPr lang="zh-CN" altLang="en-US" sz="1200" b="1" dirty="0">
                <a:solidFill>
                  <a:prstClr val="black"/>
                </a:solidFill>
              </a:rPr>
              <a:t>初始化</a:t>
            </a:r>
            <a:r>
              <a:rPr lang="en-US" altLang="zh-CN" sz="1200" b="1" dirty="0">
                <a:solidFill>
                  <a:prstClr val="black"/>
                </a:solidFill>
              </a:rPr>
              <a:t>TIM3 OC2</a:t>
            </a:r>
          </a:p>
          <a:p>
            <a:pPr indent="177800"/>
            <a:r>
              <a:rPr lang="en-US" altLang="zh-CN" sz="1200" b="1" dirty="0">
                <a:solidFill>
                  <a:prstClr val="black"/>
                </a:solidFill>
              </a:rPr>
              <a:t>TIM_OC2PreloadConfig(TIM3, </a:t>
            </a:r>
            <a:r>
              <a:rPr lang="en-US" altLang="zh-CN" sz="1200" b="1" dirty="0" err="1">
                <a:solidFill>
                  <a:prstClr val="black"/>
                </a:solidFill>
              </a:rPr>
              <a:t>TIM_OCPreload_Enable</a:t>
            </a:r>
            <a:r>
              <a:rPr lang="en-US" altLang="zh-CN" sz="1200" b="1" dirty="0">
                <a:solidFill>
                  <a:prstClr val="black"/>
                </a:solidFill>
              </a:rPr>
              <a:t>); </a:t>
            </a:r>
          </a:p>
          <a:p>
            <a:pPr lvl="0" indent="361950"/>
            <a:r>
              <a:rPr lang="en-US" altLang="zh-CN" sz="1200" b="1" dirty="0" smtClean="0">
                <a:solidFill>
                  <a:prstClr val="black"/>
                </a:solidFill>
              </a:rPr>
              <a:t>//</a:t>
            </a:r>
            <a:r>
              <a:rPr lang="zh-CN" altLang="en-US" sz="1200" b="1" dirty="0">
                <a:solidFill>
                  <a:prstClr val="black"/>
                </a:solidFill>
              </a:rPr>
              <a:t>使能</a:t>
            </a:r>
            <a:r>
              <a:rPr lang="en-US" altLang="zh-CN" sz="1200" b="1" dirty="0">
                <a:solidFill>
                  <a:prstClr val="black"/>
                </a:solidFill>
              </a:rPr>
              <a:t>TIM3</a:t>
            </a:r>
            <a:r>
              <a:rPr lang="zh-CN" altLang="en-US" sz="1200" b="1" dirty="0">
                <a:solidFill>
                  <a:prstClr val="black"/>
                </a:solidFill>
              </a:rPr>
              <a:t>在</a:t>
            </a:r>
            <a:r>
              <a:rPr lang="en-US" altLang="zh-CN" sz="1200" b="1" dirty="0">
                <a:solidFill>
                  <a:prstClr val="black"/>
                </a:solidFill>
              </a:rPr>
              <a:t>CCR2</a:t>
            </a:r>
            <a:r>
              <a:rPr lang="zh-CN" altLang="en-US" sz="1200" b="1" dirty="0">
                <a:solidFill>
                  <a:prstClr val="black"/>
                </a:solidFill>
              </a:rPr>
              <a:t>上的预装载寄存器</a:t>
            </a:r>
          </a:p>
          <a:p>
            <a:pPr indent="177800"/>
            <a:r>
              <a:rPr lang="zh-CN" altLang="en-US" sz="1200" b="1" dirty="0">
                <a:solidFill>
                  <a:prstClr val="black"/>
                </a:solidFill>
              </a:rPr>
              <a:t> </a:t>
            </a:r>
            <a:r>
              <a:rPr lang="en-US" altLang="zh-CN" sz="1200" b="1" dirty="0" err="1">
                <a:solidFill>
                  <a:prstClr val="black"/>
                </a:solidFill>
              </a:rPr>
              <a:t>TIM_Cmd</a:t>
            </a:r>
            <a:r>
              <a:rPr lang="en-US" altLang="zh-CN" sz="1200" b="1" dirty="0">
                <a:solidFill>
                  <a:prstClr val="black"/>
                </a:solidFill>
              </a:rPr>
              <a:t>(TIM3, ENABLE);  //</a:t>
            </a:r>
            <a:r>
              <a:rPr lang="zh-CN" altLang="en-US" sz="1200" b="1" dirty="0">
                <a:solidFill>
                  <a:prstClr val="black"/>
                </a:solidFill>
              </a:rPr>
              <a:t>使能</a:t>
            </a:r>
            <a:r>
              <a:rPr lang="en-US" altLang="zh-CN" sz="1200" b="1" dirty="0">
                <a:solidFill>
                  <a:prstClr val="black"/>
                </a:solidFill>
              </a:rPr>
              <a:t>TIM3</a:t>
            </a:r>
          </a:p>
          <a:p>
            <a:pPr lvl="0"/>
            <a:r>
              <a:rPr lang="en-US" altLang="zh-CN" sz="1200" b="1" dirty="0">
                <a:solidFill>
                  <a:prstClr val="black"/>
                </a:solidFill>
              </a:rPr>
              <a:t>}</a:t>
            </a:r>
          </a:p>
        </p:txBody>
      </p:sp>
    </p:spTree>
    <p:extLst>
      <p:ext uri="{BB962C8B-B14F-4D97-AF65-F5344CB8AC3E}">
        <p14:creationId xmlns:p14="http://schemas.microsoft.com/office/powerpoint/2010/main" val="2401361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483678"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379725" cy="461665"/>
          </a:xfrm>
          <a:prstGeom prst="rect">
            <a:avLst/>
          </a:prstGeom>
        </p:spPr>
        <p:txBody>
          <a:bodyPr wrap="none">
            <a:spAutoFit/>
          </a:bodyPr>
          <a:lstStyle/>
          <a:p>
            <a:r>
              <a:rPr lang="en-US" altLang="zh-CN" sz="2400" b="1" dirty="0">
                <a:solidFill>
                  <a:schemeClr val="bg1"/>
                </a:solidFill>
              </a:rPr>
              <a:t>9.3.3 PWM</a:t>
            </a:r>
            <a:r>
              <a:rPr lang="zh-CN" altLang="en-US" sz="2400" b="1" dirty="0">
                <a:solidFill>
                  <a:schemeClr val="bg1"/>
                </a:solidFill>
              </a:rPr>
              <a:t>标准外设库应用实例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矩形 7"/>
          <p:cNvSpPr/>
          <p:nvPr/>
        </p:nvSpPr>
        <p:spPr>
          <a:xfrm>
            <a:off x="1343825" y="1131590"/>
            <a:ext cx="2952328" cy="369332"/>
          </a:xfrm>
          <a:prstGeom prst="rect">
            <a:avLst/>
          </a:prstGeom>
        </p:spPr>
        <p:txBody>
          <a:bodyPr wrap="square">
            <a:spAutoFit/>
          </a:bodyPr>
          <a:lstStyle/>
          <a:p>
            <a:r>
              <a:rPr lang="en-US" altLang="zh-CN" b="1" dirty="0">
                <a:solidFill>
                  <a:srgbClr val="C00000"/>
                </a:solidFill>
              </a:rPr>
              <a:t>3</a:t>
            </a:r>
            <a:r>
              <a:rPr lang="zh-CN" altLang="en-US" b="1" dirty="0">
                <a:solidFill>
                  <a:srgbClr val="C00000"/>
                </a:solidFill>
              </a:rPr>
              <a:t>．</a:t>
            </a:r>
            <a:r>
              <a:rPr lang="en-US" altLang="zh-CN" b="1" dirty="0">
                <a:solidFill>
                  <a:srgbClr val="C00000"/>
                </a:solidFill>
              </a:rPr>
              <a:t>TIM3_PWM.h</a:t>
            </a:r>
            <a:r>
              <a:rPr lang="zh-CN" altLang="en-US" b="1" dirty="0">
                <a:solidFill>
                  <a:srgbClr val="C00000"/>
                </a:solidFill>
              </a:rPr>
              <a:t>头文件</a:t>
            </a:r>
          </a:p>
        </p:txBody>
      </p:sp>
      <p:grpSp>
        <p:nvGrpSpPr>
          <p:cNvPr id="10" name="Group 61"/>
          <p:cNvGrpSpPr/>
          <p:nvPr/>
        </p:nvGrpSpPr>
        <p:grpSpPr>
          <a:xfrm>
            <a:off x="888356" y="3336848"/>
            <a:ext cx="1221203" cy="1075561"/>
            <a:chOff x="4958468" y="3328177"/>
            <a:chExt cx="2986020" cy="2997870"/>
          </a:xfrm>
          <a:solidFill>
            <a:schemeClr val="accent5">
              <a:lumMod val="20000"/>
              <a:lumOff val="80000"/>
            </a:schemeClr>
          </a:solidFill>
        </p:grpSpPr>
        <p:sp>
          <p:nvSpPr>
            <p:cNvPr id="11" name="Freeform 491"/>
            <p:cNvSpPr>
              <a:spLocks noEditPoints="1"/>
            </p:cNvSpPr>
            <p:nvPr/>
          </p:nvSpPr>
          <p:spPr bwMode="auto">
            <a:xfrm>
              <a:off x="4958468" y="3328177"/>
              <a:ext cx="2986020" cy="2997870"/>
            </a:xfrm>
            <a:custGeom>
              <a:avLst/>
              <a:gdLst>
                <a:gd name="T0" fmla="*/ 1407 w 1705"/>
                <a:gd name="T1" fmla="*/ 204 h 1712"/>
                <a:gd name="T2" fmla="*/ 1345 w 1705"/>
                <a:gd name="T3" fmla="*/ 201 h 1712"/>
                <a:gd name="T4" fmla="*/ 1229 w 1705"/>
                <a:gd name="T5" fmla="*/ 290 h 1712"/>
                <a:gd name="T6" fmla="*/ 1107 w 1705"/>
                <a:gd name="T7" fmla="*/ 310 h 1712"/>
                <a:gd name="T8" fmla="*/ 1012 w 1705"/>
                <a:gd name="T9" fmla="*/ 230 h 1712"/>
                <a:gd name="T10" fmla="*/ 986 w 1705"/>
                <a:gd name="T11" fmla="*/ 40 h 1712"/>
                <a:gd name="T12" fmla="*/ 946 w 1705"/>
                <a:gd name="T13" fmla="*/ 0 h 1712"/>
                <a:gd name="T14" fmla="*/ 777 w 1705"/>
                <a:gd name="T15" fmla="*/ 0 h 1712"/>
                <a:gd name="T16" fmla="*/ 728 w 1705"/>
                <a:gd name="T17" fmla="*/ 54 h 1712"/>
                <a:gd name="T18" fmla="*/ 702 w 1705"/>
                <a:gd name="T19" fmla="*/ 227 h 1712"/>
                <a:gd name="T20" fmla="*/ 628 w 1705"/>
                <a:gd name="T21" fmla="*/ 299 h 1712"/>
                <a:gd name="T22" fmla="*/ 537 w 1705"/>
                <a:gd name="T23" fmla="*/ 313 h 1712"/>
                <a:gd name="T24" fmla="*/ 365 w 1705"/>
                <a:gd name="T25" fmla="*/ 184 h 1712"/>
                <a:gd name="T26" fmla="*/ 312 w 1705"/>
                <a:gd name="T27" fmla="*/ 187 h 1712"/>
                <a:gd name="T28" fmla="*/ 193 w 1705"/>
                <a:gd name="T29" fmla="*/ 307 h 1712"/>
                <a:gd name="T30" fmla="*/ 193 w 1705"/>
                <a:gd name="T31" fmla="*/ 367 h 1712"/>
                <a:gd name="T32" fmla="*/ 314 w 1705"/>
                <a:gd name="T33" fmla="*/ 525 h 1712"/>
                <a:gd name="T34" fmla="*/ 304 w 1705"/>
                <a:gd name="T35" fmla="*/ 607 h 1712"/>
                <a:gd name="T36" fmla="*/ 241 w 1705"/>
                <a:gd name="T37" fmla="*/ 696 h 1712"/>
                <a:gd name="T38" fmla="*/ 46 w 1705"/>
                <a:gd name="T39" fmla="*/ 720 h 1712"/>
                <a:gd name="T40" fmla="*/ 4 w 1705"/>
                <a:gd name="T41" fmla="*/ 755 h 1712"/>
                <a:gd name="T42" fmla="*/ 0 w 1705"/>
                <a:gd name="T43" fmla="*/ 936 h 1712"/>
                <a:gd name="T44" fmla="*/ 51 w 1705"/>
                <a:gd name="T45" fmla="*/ 986 h 1712"/>
                <a:gd name="T46" fmla="*/ 217 w 1705"/>
                <a:gd name="T47" fmla="*/ 1012 h 1712"/>
                <a:gd name="T48" fmla="*/ 298 w 1705"/>
                <a:gd name="T49" fmla="*/ 1089 h 1712"/>
                <a:gd name="T50" fmla="*/ 300 w 1705"/>
                <a:gd name="T51" fmla="*/ 1189 h 1712"/>
                <a:gd name="T52" fmla="*/ 190 w 1705"/>
                <a:gd name="T53" fmla="*/ 1322 h 1712"/>
                <a:gd name="T54" fmla="*/ 194 w 1705"/>
                <a:gd name="T55" fmla="*/ 1407 h 1712"/>
                <a:gd name="T56" fmla="*/ 297 w 1705"/>
                <a:gd name="T57" fmla="*/ 1514 h 1712"/>
                <a:gd name="T58" fmla="*/ 372 w 1705"/>
                <a:gd name="T59" fmla="*/ 1515 h 1712"/>
                <a:gd name="T60" fmla="*/ 505 w 1705"/>
                <a:gd name="T61" fmla="*/ 1417 h 1712"/>
                <a:gd name="T62" fmla="*/ 623 w 1705"/>
                <a:gd name="T63" fmla="*/ 1421 h 1712"/>
                <a:gd name="T64" fmla="*/ 693 w 1705"/>
                <a:gd name="T65" fmla="*/ 1490 h 1712"/>
                <a:gd name="T66" fmla="*/ 716 w 1705"/>
                <a:gd name="T67" fmla="*/ 1655 h 1712"/>
                <a:gd name="T68" fmla="*/ 771 w 1705"/>
                <a:gd name="T69" fmla="*/ 1712 h 1712"/>
                <a:gd name="T70" fmla="*/ 922 w 1705"/>
                <a:gd name="T71" fmla="*/ 1712 h 1712"/>
                <a:gd name="T72" fmla="*/ 980 w 1705"/>
                <a:gd name="T73" fmla="*/ 1663 h 1712"/>
                <a:gd name="T74" fmla="*/ 1007 w 1705"/>
                <a:gd name="T75" fmla="*/ 1486 h 1712"/>
                <a:gd name="T76" fmla="*/ 1103 w 1705"/>
                <a:gd name="T77" fmla="*/ 1408 h 1712"/>
                <a:gd name="T78" fmla="*/ 1194 w 1705"/>
                <a:gd name="T79" fmla="*/ 1422 h 1712"/>
                <a:gd name="T80" fmla="*/ 1324 w 1705"/>
                <a:gd name="T81" fmla="*/ 1523 h 1712"/>
                <a:gd name="T82" fmla="*/ 1393 w 1705"/>
                <a:gd name="T83" fmla="*/ 1521 h 1712"/>
                <a:gd name="T84" fmla="*/ 1505 w 1705"/>
                <a:gd name="T85" fmla="*/ 1410 h 1712"/>
                <a:gd name="T86" fmla="*/ 1516 w 1705"/>
                <a:gd name="T87" fmla="*/ 1341 h 1712"/>
                <a:gd name="T88" fmla="*/ 1406 w 1705"/>
                <a:gd name="T89" fmla="*/ 1195 h 1712"/>
                <a:gd name="T90" fmla="*/ 1414 w 1705"/>
                <a:gd name="T91" fmla="*/ 1085 h 1712"/>
                <a:gd name="T92" fmla="*/ 1501 w 1705"/>
                <a:gd name="T93" fmla="*/ 1012 h 1712"/>
                <a:gd name="T94" fmla="*/ 1649 w 1705"/>
                <a:gd name="T95" fmla="*/ 995 h 1712"/>
                <a:gd name="T96" fmla="*/ 1701 w 1705"/>
                <a:gd name="T97" fmla="*/ 954 h 1712"/>
                <a:gd name="T98" fmla="*/ 1705 w 1705"/>
                <a:gd name="T99" fmla="*/ 778 h 1712"/>
                <a:gd name="T100" fmla="*/ 1662 w 1705"/>
                <a:gd name="T101" fmla="*/ 732 h 1712"/>
                <a:gd name="T102" fmla="*/ 1455 w 1705"/>
                <a:gd name="T103" fmla="*/ 692 h 1712"/>
                <a:gd name="T104" fmla="*/ 1404 w 1705"/>
                <a:gd name="T105" fmla="*/ 608 h 1712"/>
                <a:gd name="T106" fmla="*/ 1412 w 1705"/>
                <a:gd name="T107" fmla="*/ 517 h 1712"/>
                <a:gd name="T108" fmla="*/ 1504 w 1705"/>
                <a:gd name="T109" fmla="*/ 396 h 1712"/>
                <a:gd name="T110" fmla="*/ 1521 w 1705"/>
                <a:gd name="T111" fmla="*/ 332 h 1712"/>
                <a:gd name="T112" fmla="*/ 1407 w 1705"/>
                <a:gd name="T113" fmla="*/ 204 h 1712"/>
                <a:gd name="T114" fmla="*/ 996 w 1705"/>
                <a:gd name="T115" fmla="*/ 1003 h 1712"/>
                <a:gd name="T116" fmla="*/ 703 w 1705"/>
                <a:gd name="T117" fmla="*/ 1002 h 1712"/>
                <a:gd name="T118" fmla="*/ 705 w 1705"/>
                <a:gd name="T119" fmla="*/ 710 h 1712"/>
                <a:gd name="T120" fmla="*/ 997 w 1705"/>
                <a:gd name="T121" fmla="*/ 711 h 1712"/>
                <a:gd name="T122" fmla="*/ 996 w 1705"/>
                <a:gd name="T123" fmla="*/ 1003 h 1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05" h="1712">
                  <a:moveTo>
                    <a:pt x="1407" y="204"/>
                  </a:moveTo>
                  <a:cubicBezTo>
                    <a:pt x="1376" y="174"/>
                    <a:pt x="1345" y="201"/>
                    <a:pt x="1345" y="201"/>
                  </a:cubicBezTo>
                  <a:cubicBezTo>
                    <a:pt x="1345" y="201"/>
                    <a:pt x="1289" y="241"/>
                    <a:pt x="1229" y="290"/>
                  </a:cubicBezTo>
                  <a:cubicBezTo>
                    <a:pt x="1169" y="338"/>
                    <a:pt x="1107" y="310"/>
                    <a:pt x="1107" y="310"/>
                  </a:cubicBezTo>
                  <a:cubicBezTo>
                    <a:pt x="1015" y="289"/>
                    <a:pt x="1012" y="230"/>
                    <a:pt x="1012" y="230"/>
                  </a:cubicBezTo>
                  <a:cubicBezTo>
                    <a:pt x="986" y="40"/>
                    <a:pt x="986" y="40"/>
                    <a:pt x="986" y="40"/>
                  </a:cubicBezTo>
                  <a:cubicBezTo>
                    <a:pt x="980" y="1"/>
                    <a:pt x="946" y="0"/>
                    <a:pt x="946" y="0"/>
                  </a:cubicBezTo>
                  <a:cubicBezTo>
                    <a:pt x="777" y="0"/>
                    <a:pt x="777" y="0"/>
                    <a:pt x="777" y="0"/>
                  </a:cubicBezTo>
                  <a:cubicBezTo>
                    <a:pt x="730" y="2"/>
                    <a:pt x="728" y="54"/>
                    <a:pt x="728" y="54"/>
                  </a:cubicBezTo>
                  <a:cubicBezTo>
                    <a:pt x="702" y="227"/>
                    <a:pt x="702" y="227"/>
                    <a:pt x="702" y="227"/>
                  </a:cubicBezTo>
                  <a:cubicBezTo>
                    <a:pt x="696" y="258"/>
                    <a:pt x="628" y="299"/>
                    <a:pt x="628" y="299"/>
                  </a:cubicBezTo>
                  <a:cubicBezTo>
                    <a:pt x="589" y="322"/>
                    <a:pt x="537" y="313"/>
                    <a:pt x="537" y="313"/>
                  </a:cubicBezTo>
                  <a:cubicBezTo>
                    <a:pt x="365" y="184"/>
                    <a:pt x="365" y="184"/>
                    <a:pt x="365" y="184"/>
                  </a:cubicBezTo>
                  <a:cubicBezTo>
                    <a:pt x="342" y="166"/>
                    <a:pt x="312" y="187"/>
                    <a:pt x="312" y="187"/>
                  </a:cubicBezTo>
                  <a:cubicBezTo>
                    <a:pt x="193" y="307"/>
                    <a:pt x="193" y="307"/>
                    <a:pt x="193" y="307"/>
                  </a:cubicBezTo>
                  <a:cubicBezTo>
                    <a:pt x="165" y="336"/>
                    <a:pt x="193" y="367"/>
                    <a:pt x="193" y="367"/>
                  </a:cubicBezTo>
                  <a:cubicBezTo>
                    <a:pt x="199" y="374"/>
                    <a:pt x="314" y="525"/>
                    <a:pt x="314" y="525"/>
                  </a:cubicBezTo>
                  <a:cubicBezTo>
                    <a:pt x="322" y="545"/>
                    <a:pt x="304" y="607"/>
                    <a:pt x="304" y="607"/>
                  </a:cubicBezTo>
                  <a:cubicBezTo>
                    <a:pt x="292" y="669"/>
                    <a:pt x="241" y="696"/>
                    <a:pt x="241" y="696"/>
                  </a:cubicBezTo>
                  <a:cubicBezTo>
                    <a:pt x="46" y="720"/>
                    <a:pt x="46" y="720"/>
                    <a:pt x="46" y="720"/>
                  </a:cubicBezTo>
                  <a:cubicBezTo>
                    <a:pt x="16" y="720"/>
                    <a:pt x="4" y="755"/>
                    <a:pt x="4" y="755"/>
                  </a:cubicBezTo>
                  <a:cubicBezTo>
                    <a:pt x="0" y="936"/>
                    <a:pt x="0" y="936"/>
                    <a:pt x="0" y="936"/>
                  </a:cubicBezTo>
                  <a:cubicBezTo>
                    <a:pt x="2" y="977"/>
                    <a:pt x="51" y="986"/>
                    <a:pt x="51" y="986"/>
                  </a:cubicBezTo>
                  <a:cubicBezTo>
                    <a:pt x="217" y="1012"/>
                    <a:pt x="217" y="1012"/>
                    <a:pt x="217" y="1012"/>
                  </a:cubicBezTo>
                  <a:cubicBezTo>
                    <a:pt x="268" y="1014"/>
                    <a:pt x="298" y="1089"/>
                    <a:pt x="298" y="1089"/>
                  </a:cubicBezTo>
                  <a:cubicBezTo>
                    <a:pt x="321" y="1136"/>
                    <a:pt x="300" y="1189"/>
                    <a:pt x="300" y="1189"/>
                  </a:cubicBezTo>
                  <a:cubicBezTo>
                    <a:pt x="190" y="1322"/>
                    <a:pt x="190" y="1322"/>
                    <a:pt x="190" y="1322"/>
                  </a:cubicBezTo>
                  <a:cubicBezTo>
                    <a:pt x="152" y="1368"/>
                    <a:pt x="194" y="1407"/>
                    <a:pt x="194" y="1407"/>
                  </a:cubicBezTo>
                  <a:cubicBezTo>
                    <a:pt x="297" y="1514"/>
                    <a:pt x="297" y="1514"/>
                    <a:pt x="297" y="1514"/>
                  </a:cubicBezTo>
                  <a:cubicBezTo>
                    <a:pt x="335" y="1550"/>
                    <a:pt x="372" y="1515"/>
                    <a:pt x="372" y="1515"/>
                  </a:cubicBezTo>
                  <a:cubicBezTo>
                    <a:pt x="505" y="1417"/>
                    <a:pt x="505" y="1417"/>
                    <a:pt x="505" y="1417"/>
                  </a:cubicBezTo>
                  <a:cubicBezTo>
                    <a:pt x="551" y="1380"/>
                    <a:pt x="623" y="1421"/>
                    <a:pt x="623" y="1421"/>
                  </a:cubicBezTo>
                  <a:cubicBezTo>
                    <a:pt x="691" y="1446"/>
                    <a:pt x="693" y="1490"/>
                    <a:pt x="693" y="1490"/>
                  </a:cubicBezTo>
                  <a:cubicBezTo>
                    <a:pt x="716" y="1655"/>
                    <a:pt x="716" y="1655"/>
                    <a:pt x="716" y="1655"/>
                  </a:cubicBezTo>
                  <a:cubicBezTo>
                    <a:pt x="718" y="1709"/>
                    <a:pt x="771" y="1712"/>
                    <a:pt x="771" y="1712"/>
                  </a:cubicBezTo>
                  <a:cubicBezTo>
                    <a:pt x="922" y="1712"/>
                    <a:pt x="922" y="1712"/>
                    <a:pt x="922" y="1712"/>
                  </a:cubicBezTo>
                  <a:cubicBezTo>
                    <a:pt x="981" y="1703"/>
                    <a:pt x="980" y="1663"/>
                    <a:pt x="980" y="1663"/>
                  </a:cubicBezTo>
                  <a:cubicBezTo>
                    <a:pt x="1007" y="1486"/>
                    <a:pt x="1007" y="1486"/>
                    <a:pt x="1007" y="1486"/>
                  </a:cubicBezTo>
                  <a:cubicBezTo>
                    <a:pt x="1016" y="1422"/>
                    <a:pt x="1103" y="1408"/>
                    <a:pt x="1103" y="1408"/>
                  </a:cubicBezTo>
                  <a:cubicBezTo>
                    <a:pt x="1163" y="1387"/>
                    <a:pt x="1194" y="1422"/>
                    <a:pt x="1194" y="1422"/>
                  </a:cubicBezTo>
                  <a:cubicBezTo>
                    <a:pt x="1324" y="1523"/>
                    <a:pt x="1324" y="1523"/>
                    <a:pt x="1324" y="1523"/>
                  </a:cubicBezTo>
                  <a:cubicBezTo>
                    <a:pt x="1353" y="1549"/>
                    <a:pt x="1393" y="1521"/>
                    <a:pt x="1393" y="1521"/>
                  </a:cubicBezTo>
                  <a:cubicBezTo>
                    <a:pt x="1505" y="1410"/>
                    <a:pt x="1505" y="1410"/>
                    <a:pt x="1505" y="1410"/>
                  </a:cubicBezTo>
                  <a:cubicBezTo>
                    <a:pt x="1546" y="1372"/>
                    <a:pt x="1516" y="1341"/>
                    <a:pt x="1516" y="1341"/>
                  </a:cubicBezTo>
                  <a:cubicBezTo>
                    <a:pt x="1406" y="1195"/>
                    <a:pt x="1406" y="1195"/>
                    <a:pt x="1406" y="1195"/>
                  </a:cubicBezTo>
                  <a:cubicBezTo>
                    <a:pt x="1378" y="1154"/>
                    <a:pt x="1414" y="1085"/>
                    <a:pt x="1414" y="1085"/>
                  </a:cubicBezTo>
                  <a:cubicBezTo>
                    <a:pt x="1439" y="1013"/>
                    <a:pt x="1501" y="1012"/>
                    <a:pt x="1501" y="1012"/>
                  </a:cubicBezTo>
                  <a:cubicBezTo>
                    <a:pt x="1649" y="995"/>
                    <a:pt x="1649" y="995"/>
                    <a:pt x="1649" y="995"/>
                  </a:cubicBezTo>
                  <a:cubicBezTo>
                    <a:pt x="1688" y="998"/>
                    <a:pt x="1701" y="954"/>
                    <a:pt x="1701" y="954"/>
                  </a:cubicBezTo>
                  <a:cubicBezTo>
                    <a:pt x="1705" y="778"/>
                    <a:pt x="1705" y="778"/>
                    <a:pt x="1705" y="778"/>
                  </a:cubicBezTo>
                  <a:cubicBezTo>
                    <a:pt x="1700" y="733"/>
                    <a:pt x="1662" y="732"/>
                    <a:pt x="1662" y="732"/>
                  </a:cubicBezTo>
                  <a:cubicBezTo>
                    <a:pt x="1455" y="692"/>
                    <a:pt x="1455" y="692"/>
                    <a:pt x="1455" y="692"/>
                  </a:cubicBezTo>
                  <a:cubicBezTo>
                    <a:pt x="1420" y="683"/>
                    <a:pt x="1404" y="608"/>
                    <a:pt x="1404" y="608"/>
                  </a:cubicBezTo>
                  <a:cubicBezTo>
                    <a:pt x="1384" y="551"/>
                    <a:pt x="1412" y="517"/>
                    <a:pt x="1412" y="517"/>
                  </a:cubicBezTo>
                  <a:cubicBezTo>
                    <a:pt x="1504" y="396"/>
                    <a:pt x="1504" y="396"/>
                    <a:pt x="1504" y="396"/>
                  </a:cubicBezTo>
                  <a:cubicBezTo>
                    <a:pt x="1544" y="354"/>
                    <a:pt x="1521" y="332"/>
                    <a:pt x="1521" y="332"/>
                  </a:cubicBezTo>
                  <a:cubicBezTo>
                    <a:pt x="1521" y="332"/>
                    <a:pt x="1438" y="234"/>
                    <a:pt x="1407" y="204"/>
                  </a:cubicBezTo>
                  <a:close/>
                  <a:moveTo>
                    <a:pt x="996" y="1003"/>
                  </a:moveTo>
                  <a:cubicBezTo>
                    <a:pt x="915" y="1084"/>
                    <a:pt x="784" y="1083"/>
                    <a:pt x="703" y="1002"/>
                  </a:cubicBezTo>
                  <a:cubicBezTo>
                    <a:pt x="623" y="921"/>
                    <a:pt x="624" y="790"/>
                    <a:pt x="705" y="710"/>
                  </a:cubicBezTo>
                  <a:cubicBezTo>
                    <a:pt x="786" y="629"/>
                    <a:pt x="917" y="630"/>
                    <a:pt x="997" y="711"/>
                  </a:cubicBezTo>
                  <a:cubicBezTo>
                    <a:pt x="1077" y="792"/>
                    <a:pt x="1077" y="923"/>
                    <a:pt x="996" y="1003"/>
                  </a:cubicBezTo>
                  <a:close/>
                </a:path>
              </a:pathLst>
            </a:custGeom>
            <a:grpFill/>
            <a:ln>
              <a:noFill/>
            </a:ln>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Freeform 495"/>
            <p:cNvSpPr>
              <a:spLocks/>
            </p:cNvSpPr>
            <p:nvPr/>
          </p:nvSpPr>
          <p:spPr bwMode="auto">
            <a:xfrm>
              <a:off x="5791621" y="5558806"/>
              <a:ext cx="124417" cy="14071"/>
            </a:xfrm>
            <a:custGeom>
              <a:avLst/>
              <a:gdLst>
                <a:gd name="T0" fmla="*/ 68 w 71"/>
                <a:gd name="T1" fmla="*/ 0 h 8"/>
                <a:gd name="T2" fmla="*/ 2 w 71"/>
                <a:gd name="T3" fmla="*/ 0 h 8"/>
                <a:gd name="T4" fmla="*/ 0 w 71"/>
                <a:gd name="T5" fmla="*/ 4 h 8"/>
                <a:gd name="T6" fmla="*/ 4 w 71"/>
                <a:gd name="T7" fmla="*/ 7 h 8"/>
                <a:gd name="T8" fmla="*/ 8 w 71"/>
                <a:gd name="T9" fmla="*/ 7 h 8"/>
                <a:gd name="T10" fmla="*/ 8 w 71"/>
                <a:gd name="T11" fmla="*/ 7 h 8"/>
                <a:gd name="T12" fmla="*/ 62 w 71"/>
                <a:gd name="T13" fmla="*/ 7 h 8"/>
                <a:gd name="T14" fmla="*/ 68 w 71"/>
                <a:gd name="T15" fmla="*/ 7 h 8"/>
                <a:gd name="T16" fmla="*/ 71 w 71"/>
                <a:gd name="T17" fmla="*/ 4 h 8"/>
                <a:gd name="T18" fmla="*/ 68 w 71"/>
                <a:gd name="T19"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 h="8">
                  <a:moveTo>
                    <a:pt x="68" y="0"/>
                  </a:moveTo>
                  <a:cubicBezTo>
                    <a:pt x="2" y="0"/>
                    <a:pt x="2" y="0"/>
                    <a:pt x="2" y="0"/>
                  </a:cubicBezTo>
                  <a:cubicBezTo>
                    <a:pt x="2" y="0"/>
                    <a:pt x="0" y="0"/>
                    <a:pt x="0" y="4"/>
                  </a:cubicBezTo>
                  <a:cubicBezTo>
                    <a:pt x="0" y="8"/>
                    <a:pt x="4" y="7"/>
                    <a:pt x="4" y="7"/>
                  </a:cubicBezTo>
                  <a:cubicBezTo>
                    <a:pt x="8" y="7"/>
                    <a:pt x="8" y="7"/>
                    <a:pt x="8" y="7"/>
                  </a:cubicBezTo>
                  <a:cubicBezTo>
                    <a:pt x="8" y="7"/>
                    <a:pt x="8" y="7"/>
                    <a:pt x="8" y="7"/>
                  </a:cubicBezTo>
                  <a:cubicBezTo>
                    <a:pt x="62" y="7"/>
                    <a:pt x="62" y="7"/>
                    <a:pt x="62" y="7"/>
                  </a:cubicBezTo>
                  <a:cubicBezTo>
                    <a:pt x="68" y="7"/>
                    <a:pt x="68" y="7"/>
                    <a:pt x="68" y="7"/>
                  </a:cubicBezTo>
                  <a:cubicBezTo>
                    <a:pt x="68" y="7"/>
                    <a:pt x="71" y="6"/>
                    <a:pt x="71" y="4"/>
                  </a:cubicBezTo>
                  <a:cubicBezTo>
                    <a:pt x="71" y="1"/>
                    <a:pt x="68" y="0"/>
                    <a:pt x="6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Freeform 496"/>
            <p:cNvSpPr>
              <a:spLocks/>
            </p:cNvSpPr>
            <p:nvPr/>
          </p:nvSpPr>
          <p:spPr bwMode="auto">
            <a:xfrm>
              <a:off x="5784956" y="5539550"/>
              <a:ext cx="136267" cy="14071"/>
            </a:xfrm>
            <a:custGeom>
              <a:avLst/>
              <a:gdLst>
                <a:gd name="T0" fmla="*/ 75 w 78"/>
                <a:gd name="T1" fmla="*/ 0 h 8"/>
                <a:gd name="T2" fmla="*/ 3 w 78"/>
                <a:gd name="T3" fmla="*/ 0 h 8"/>
                <a:gd name="T4" fmla="*/ 0 w 78"/>
                <a:gd name="T5" fmla="*/ 4 h 8"/>
                <a:gd name="T6" fmla="*/ 6 w 78"/>
                <a:gd name="T7" fmla="*/ 7 h 8"/>
                <a:gd name="T8" fmla="*/ 72 w 78"/>
                <a:gd name="T9" fmla="*/ 7 h 8"/>
                <a:gd name="T10" fmla="*/ 75 w 78"/>
                <a:gd name="T11" fmla="*/ 7 h 8"/>
                <a:gd name="T12" fmla="*/ 78 w 78"/>
                <a:gd name="T13" fmla="*/ 3 h 8"/>
                <a:gd name="T14" fmla="*/ 75 w 7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8">
                  <a:moveTo>
                    <a:pt x="75" y="0"/>
                  </a:moveTo>
                  <a:cubicBezTo>
                    <a:pt x="3" y="0"/>
                    <a:pt x="3" y="0"/>
                    <a:pt x="3" y="0"/>
                  </a:cubicBezTo>
                  <a:cubicBezTo>
                    <a:pt x="3" y="0"/>
                    <a:pt x="0" y="0"/>
                    <a:pt x="0" y="4"/>
                  </a:cubicBezTo>
                  <a:cubicBezTo>
                    <a:pt x="0" y="8"/>
                    <a:pt x="6" y="7"/>
                    <a:pt x="6" y="7"/>
                  </a:cubicBezTo>
                  <a:cubicBezTo>
                    <a:pt x="72" y="7"/>
                    <a:pt x="72" y="7"/>
                    <a:pt x="72" y="7"/>
                  </a:cubicBezTo>
                  <a:cubicBezTo>
                    <a:pt x="75" y="7"/>
                    <a:pt x="75" y="7"/>
                    <a:pt x="75" y="7"/>
                  </a:cubicBezTo>
                  <a:cubicBezTo>
                    <a:pt x="75" y="7"/>
                    <a:pt x="78" y="7"/>
                    <a:pt x="78" y="3"/>
                  </a:cubicBezTo>
                  <a:cubicBezTo>
                    <a:pt x="78" y="0"/>
                    <a:pt x="75" y="0"/>
                    <a:pt x="7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497"/>
            <p:cNvSpPr>
              <a:spLocks/>
            </p:cNvSpPr>
            <p:nvPr/>
          </p:nvSpPr>
          <p:spPr bwMode="auto">
            <a:xfrm>
              <a:off x="5784956" y="5501040"/>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498"/>
            <p:cNvSpPr>
              <a:spLocks/>
            </p:cNvSpPr>
            <p:nvPr/>
          </p:nvSpPr>
          <p:spPr bwMode="auto">
            <a:xfrm>
              <a:off x="5784956" y="5520295"/>
              <a:ext cx="136267" cy="12590"/>
            </a:xfrm>
            <a:custGeom>
              <a:avLst/>
              <a:gdLst>
                <a:gd name="T0" fmla="*/ 76 w 78"/>
                <a:gd name="T1" fmla="*/ 0 h 7"/>
                <a:gd name="T2" fmla="*/ 3 w 78"/>
                <a:gd name="T3" fmla="*/ 0 h 7"/>
                <a:gd name="T4" fmla="*/ 0 w 78"/>
                <a:gd name="T5" fmla="*/ 4 h 7"/>
                <a:gd name="T6" fmla="*/ 3 w 78"/>
                <a:gd name="T7" fmla="*/ 7 h 7"/>
                <a:gd name="T8" fmla="*/ 75 w 78"/>
                <a:gd name="T9" fmla="*/ 7 h 7"/>
                <a:gd name="T10" fmla="*/ 78 w 78"/>
                <a:gd name="T11" fmla="*/ 3 h 7"/>
                <a:gd name="T12" fmla="*/ 76 w 78"/>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8" h="7">
                  <a:moveTo>
                    <a:pt x="76" y="0"/>
                  </a:moveTo>
                  <a:cubicBezTo>
                    <a:pt x="3" y="0"/>
                    <a:pt x="3" y="0"/>
                    <a:pt x="3" y="0"/>
                  </a:cubicBezTo>
                  <a:cubicBezTo>
                    <a:pt x="3" y="0"/>
                    <a:pt x="0" y="1"/>
                    <a:pt x="0" y="4"/>
                  </a:cubicBezTo>
                  <a:cubicBezTo>
                    <a:pt x="0" y="7"/>
                    <a:pt x="3" y="7"/>
                    <a:pt x="3" y="7"/>
                  </a:cubicBezTo>
                  <a:cubicBezTo>
                    <a:pt x="75" y="7"/>
                    <a:pt x="75" y="7"/>
                    <a:pt x="75" y="7"/>
                  </a:cubicBezTo>
                  <a:cubicBezTo>
                    <a:pt x="75" y="7"/>
                    <a:pt x="78" y="7"/>
                    <a:pt x="78" y="3"/>
                  </a:cubicBezTo>
                  <a:cubicBezTo>
                    <a:pt x="78" y="0"/>
                    <a:pt x="76"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Freeform 499"/>
            <p:cNvSpPr>
              <a:spLocks noEditPoints="1"/>
            </p:cNvSpPr>
            <p:nvPr/>
          </p:nvSpPr>
          <p:spPr bwMode="auto">
            <a:xfrm>
              <a:off x="5690161" y="5090018"/>
              <a:ext cx="324374" cy="402135"/>
            </a:xfrm>
            <a:custGeom>
              <a:avLst/>
              <a:gdLst>
                <a:gd name="T0" fmla="*/ 94 w 185"/>
                <a:gd name="T1" fmla="*/ 0 h 230"/>
                <a:gd name="T2" fmla="*/ 87 w 185"/>
                <a:gd name="T3" fmla="*/ 0 h 230"/>
                <a:gd name="T4" fmla="*/ 8 w 185"/>
                <a:gd name="T5" fmla="*/ 51 h 230"/>
                <a:gd name="T6" fmla="*/ 0 w 185"/>
                <a:gd name="T7" fmla="*/ 92 h 230"/>
                <a:gd name="T8" fmla="*/ 9 w 185"/>
                <a:gd name="T9" fmla="*/ 133 h 230"/>
                <a:gd name="T10" fmla="*/ 25 w 185"/>
                <a:gd name="T11" fmla="*/ 163 h 230"/>
                <a:gd name="T12" fmla="*/ 40 w 185"/>
                <a:gd name="T13" fmla="*/ 193 h 230"/>
                <a:gd name="T14" fmla="*/ 43 w 185"/>
                <a:gd name="T15" fmla="*/ 213 h 230"/>
                <a:gd name="T16" fmla="*/ 55 w 185"/>
                <a:gd name="T17" fmla="*/ 230 h 230"/>
                <a:gd name="T18" fmla="*/ 134 w 185"/>
                <a:gd name="T19" fmla="*/ 229 h 230"/>
                <a:gd name="T20" fmla="*/ 145 w 185"/>
                <a:gd name="T21" fmla="*/ 193 h 230"/>
                <a:gd name="T22" fmla="*/ 160 w 185"/>
                <a:gd name="T23" fmla="*/ 163 h 230"/>
                <a:gd name="T24" fmla="*/ 185 w 185"/>
                <a:gd name="T25" fmla="*/ 92 h 230"/>
                <a:gd name="T26" fmla="*/ 185 w 185"/>
                <a:gd name="T27" fmla="*/ 89 h 230"/>
                <a:gd name="T28" fmla="*/ 176 w 185"/>
                <a:gd name="T29" fmla="*/ 92 h 230"/>
                <a:gd name="T30" fmla="*/ 152 w 185"/>
                <a:gd name="T31" fmla="*/ 158 h 230"/>
                <a:gd name="T32" fmla="*/ 148 w 185"/>
                <a:gd name="T33" fmla="*/ 164 h 230"/>
                <a:gd name="T34" fmla="*/ 148 w 185"/>
                <a:gd name="T35" fmla="*/ 141 h 230"/>
                <a:gd name="T36" fmla="*/ 141 w 185"/>
                <a:gd name="T37" fmla="*/ 122 h 230"/>
                <a:gd name="T38" fmla="*/ 107 w 185"/>
                <a:gd name="T39" fmla="*/ 101 h 230"/>
                <a:gd name="T40" fmla="*/ 101 w 185"/>
                <a:gd name="T41" fmla="*/ 137 h 230"/>
                <a:gd name="T42" fmla="*/ 97 w 185"/>
                <a:gd name="T43" fmla="*/ 117 h 230"/>
                <a:gd name="T44" fmla="*/ 89 w 185"/>
                <a:gd name="T45" fmla="*/ 126 h 230"/>
                <a:gd name="T46" fmla="*/ 85 w 185"/>
                <a:gd name="T47" fmla="*/ 141 h 230"/>
                <a:gd name="T48" fmla="*/ 80 w 185"/>
                <a:gd name="T49" fmla="*/ 101 h 230"/>
                <a:gd name="T50" fmla="*/ 93 w 185"/>
                <a:gd name="T51" fmla="*/ 113 h 230"/>
                <a:gd name="T52" fmla="*/ 107 w 185"/>
                <a:gd name="T53" fmla="*/ 101 h 230"/>
                <a:gd name="T54" fmla="*/ 110 w 185"/>
                <a:gd name="T55" fmla="*/ 85 h 230"/>
                <a:gd name="T56" fmla="*/ 90 w 185"/>
                <a:gd name="T57" fmla="*/ 44 h 230"/>
                <a:gd name="T58" fmla="*/ 77 w 185"/>
                <a:gd name="T59" fmla="*/ 83 h 230"/>
                <a:gd name="T60" fmla="*/ 80 w 185"/>
                <a:gd name="T61" fmla="*/ 99 h 230"/>
                <a:gd name="T62" fmla="*/ 47 w 185"/>
                <a:gd name="T63" fmla="*/ 119 h 230"/>
                <a:gd name="T64" fmla="*/ 38 w 185"/>
                <a:gd name="T65" fmla="*/ 141 h 230"/>
                <a:gd name="T66" fmla="*/ 36 w 185"/>
                <a:gd name="T67" fmla="*/ 159 h 230"/>
                <a:gd name="T68" fmla="*/ 33 w 185"/>
                <a:gd name="T69" fmla="*/ 159 h 230"/>
                <a:gd name="T70" fmla="*/ 17 w 185"/>
                <a:gd name="T71" fmla="*/ 129 h 230"/>
                <a:gd name="T72" fmla="*/ 9 w 185"/>
                <a:gd name="T73" fmla="*/ 87 h 230"/>
                <a:gd name="T74" fmla="*/ 33 w 185"/>
                <a:gd name="T75" fmla="*/ 33 h 230"/>
                <a:gd name="T76" fmla="*/ 93 w 185"/>
                <a:gd name="T77" fmla="*/ 9 h 230"/>
                <a:gd name="T78" fmla="*/ 176 w 185"/>
                <a:gd name="T79" fmla="*/ 9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5" h="230">
                  <a:moveTo>
                    <a:pt x="158" y="26"/>
                  </a:moveTo>
                  <a:cubicBezTo>
                    <a:pt x="142" y="10"/>
                    <a:pt x="120" y="1"/>
                    <a:pt x="94" y="0"/>
                  </a:cubicBezTo>
                  <a:cubicBezTo>
                    <a:pt x="94" y="0"/>
                    <a:pt x="94" y="0"/>
                    <a:pt x="93" y="0"/>
                  </a:cubicBezTo>
                  <a:cubicBezTo>
                    <a:pt x="87" y="0"/>
                    <a:pt x="87" y="0"/>
                    <a:pt x="87" y="0"/>
                  </a:cubicBezTo>
                  <a:cubicBezTo>
                    <a:pt x="63" y="0"/>
                    <a:pt x="44" y="9"/>
                    <a:pt x="27" y="26"/>
                  </a:cubicBezTo>
                  <a:cubicBezTo>
                    <a:pt x="20" y="33"/>
                    <a:pt x="13" y="40"/>
                    <a:pt x="8" y="51"/>
                  </a:cubicBezTo>
                  <a:cubicBezTo>
                    <a:pt x="3" y="62"/>
                    <a:pt x="0" y="74"/>
                    <a:pt x="0" y="87"/>
                  </a:cubicBezTo>
                  <a:cubicBezTo>
                    <a:pt x="0" y="92"/>
                    <a:pt x="0" y="92"/>
                    <a:pt x="0" y="92"/>
                  </a:cubicBezTo>
                  <a:cubicBezTo>
                    <a:pt x="0" y="93"/>
                    <a:pt x="0" y="93"/>
                    <a:pt x="0" y="93"/>
                  </a:cubicBezTo>
                  <a:cubicBezTo>
                    <a:pt x="1" y="109"/>
                    <a:pt x="4" y="122"/>
                    <a:pt x="9" y="133"/>
                  </a:cubicBezTo>
                  <a:cubicBezTo>
                    <a:pt x="13" y="142"/>
                    <a:pt x="18" y="151"/>
                    <a:pt x="23" y="160"/>
                  </a:cubicBezTo>
                  <a:cubicBezTo>
                    <a:pt x="25" y="163"/>
                    <a:pt x="25" y="163"/>
                    <a:pt x="25" y="163"/>
                  </a:cubicBezTo>
                  <a:cubicBezTo>
                    <a:pt x="26" y="165"/>
                    <a:pt x="27" y="167"/>
                    <a:pt x="28" y="169"/>
                  </a:cubicBezTo>
                  <a:cubicBezTo>
                    <a:pt x="33" y="177"/>
                    <a:pt x="37" y="184"/>
                    <a:pt x="40" y="193"/>
                  </a:cubicBezTo>
                  <a:cubicBezTo>
                    <a:pt x="41" y="197"/>
                    <a:pt x="41" y="201"/>
                    <a:pt x="42" y="205"/>
                  </a:cubicBezTo>
                  <a:cubicBezTo>
                    <a:pt x="42" y="208"/>
                    <a:pt x="42" y="210"/>
                    <a:pt x="43" y="213"/>
                  </a:cubicBezTo>
                  <a:cubicBezTo>
                    <a:pt x="44" y="220"/>
                    <a:pt x="49" y="225"/>
                    <a:pt x="52" y="229"/>
                  </a:cubicBezTo>
                  <a:cubicBezTo>
                    <a:pt x="53" y="230"/>
                    <a:pt x="54" y="230"/>
                    <a:pt x="55" y="230"/>
                  </a:cubicBezTo>
                  <a:cubicBezTo>
                    <a:pt x="130" y="230"/>
                    <a:pt x="130" y="230"/>
                    <a:pt x="130" y="230"/>
                  </a:cubicBezTo>
                  <a:cubicBezTo>
                    <a:pt x="132" y="230"/>
                    <a:pt x="133" y="230"/>
                    <a:pt x="134" y="229"/>
                  </a:cubicBezTo>
                  <a:cubicBezTo>
                    <a:pt x="140" y="223"/>
                    <a:pt x="141" y="214"/>
                    <a:pt x="142" y="205"/>
                  </a:cubicBezTo>
                  <a:cubicBezTo>
                    <a:pt x="143" y="201"/>
                    <a:pt x="144" y="197"/>
                    <a:pt x="145" y="193"/>
                  </a:cubicBezTo>
                  <a:cubicBezTo>
                    <a:pt x="148" y="185"/>
                    <a:pt x="152" y="176"/>
                    <a:pt x="156" y="168"/>
                  </a:cubicBezTo>
                  <a:cubicBezTo>
                    <a:pt x="158" y="166"/>
                    <a:pt x="159" y="164"/>
                    <a:pt x="160" y="163"/>
                  </a:cubicBezTo>
                  <a:cubicBezTo>
                    <a:pt x="161" y="160"/>
                    <a:pt x="162" y="157"/>
                    <a:pt x="164" y="155"/>
                  </a:cubicBezTo>
                  <a:cubicBezTo>
                    <a:pt x="173" y="137"/>
                    <a:pt x="184" y="119"/>
                    <a:pt x="185" y="92"/>
                  </a:cubicBezTo>
                  <a:cubicBezTo>
                    <a:pt x="185" y="92"/>
                    <a:pt x="185" y="92"/>
                    <a:pt x="185" y="92"/>
                  </a:cubicBezTo>
                  <a:cubicBezTo>
                    <a:pt x="185" y="89"/>
                    <a:pt x="185" y="89"/>
                    <a:pt x="185" y="89"/>
                  </a:cubicBezTo>
                  <a:cubicBezTo>
                    <a:pt x="184" y="64"/>
                    <a:pt x="175" y="43"/>
                    <a:pt x="158" y="26"/>
                  </a:cubicBezTo>
                  <a:close/>
                  <a:moveTo>
                    <a:pt x="176" y="92"/>
                  </a:moveTo>
                  <a:cubicBezTo>
                    <a:pt x="174" y="116"/>
                    <a:pt x="165" y="133"/>
                    <a:pt x="156" y="150"/>
                  </a:cubicBezTo>
                  <a:cubicBezTo>
                    <a:pt x="154" y="153"/>
                    <a:pt x="153" y="156"/>
                    <a:pt x="152" y="158"/>
                  </a:cubicBezTo>
                  <a:cubicBezTo>
                    <a:pt x="151" y="160"/>
                    <a:pt x="149" y="162"/>
                    <a:pt x="148" y="164"/>
                  </a:cubicBezTo>
                  <a:cubicBezTo>
                    <a:pt x="148" y="164"/>
                    <a:pt x="148" y="164"/>
                    <a:pt x="148" y="164"/>
                  </a:cubicBezTo>
                  <a:cubicBezTo>
                    <a:pt x="148" y="161"/>
                    <a:pt x="148" y="159"/>
                    <a:pt x="149" y="154"/>
                  </a:cubicBezTo>
                  <a:cubicBezTo>
                    <a:pt x="150" y="148"/>
                    <a:pt x="148" y="144"/>
                    <a:pt x="148" y="141"/>
                  </a:cubicBezTo>
                  <a:cubicBezTo>
                    <a:pt x="147" y="137"/>
                    <a:pt x="145" y="129"/>
                    <a:pt x="145" y="129"/>
                  </a:cubicBezTo>
                  <a:cubicBezTo>
                    <a:pt x="145" y="120"/>
                    <a:pt x="141" y="122"/>
                    <a:pt x="141" y="122"/>
                  </a:cubicBezTo>
                  <a:cubicBezTo>
                    <a:pt x="139" y="118"/>
                    <a:pt x="117" y="110"/>
                    <a:pt x="117" y="110"/>
                  </a:cubicBezTo>
                  <a:cubicBezTo>
                    <a:pt x="107" y="101"/>
                    <a:pt x="107" y="101"/>
                    <a:pt x="107" y="101"/>
                  </a:cubicBezTo>
                  <a:cubicBezTo>
                    <a:pt x="109" y="103"/>
                    <a:pt x="109" y="103"/>
                    <a:pt x="109" y="103"/>
                  </a:cubicBezTo>
                  <a:cubicBezTo>
                    <a:pt x="109" y="111"/>
                    <a:pt x="101" y="137"/>
                    <a:pt x="101" y="137"/>
                  </a:cubicBezTo>
                  <a:cubicBezTo>
                    <a:pt x="102" y="134"/>
                    <a:pt x="96" y="124"/>
                    <a:pt x="96" y="124"/>
                  </a:cubicBezTo>
                  <a:cubicBezTo>
                    <a:pt x="95" y="123"/>
                    <a:pt x="97" y="117"/>
                    <a:pt x="97" y="117"/>
                  </a:cubicBezTo>
                  <a:cubicBezTo>
                    <a:pt x="90" y="109"/>
                    <a:pt x="86" y="118"/>
                    <a:pt x="86" y="118"/>
                  </a:cubicBezTo>
                  <a:cubicBezTo>
                    <a:pt x="85" y="120"/>
                    <a:pt x="89" y="126"/>
                    <a:pt x="89" y="126"/>
                  </a:cubicBezTo>
                  <a:cubicBezTo>
                    <a:pt x="88" y="127"/>
                    <a:pt x="88" y="133"/>
                    <a:pt x="88" y="133"/>
                  </a:cubicBezTo>
                  <a:cubicBezTo>
                    <a:pt x="87" y="135"/>
                    <a:pt x="85" y="141"/>
                    <a:pt x="85" y="141"/>
                  </a:cubicBezTo>
                  <a:cubicBezTo>
                    <a:pt x="80" y="128"/>
                    <a:pt x="78" y="103"/>
                    <a:pt x="78" y="103"/>
                  </a:cubicBezTo>
                  <a:cubicBezTo>
                    <a:pt x="77" y="102"/>
                    <a:pt x="80" y="101"/>
                    <a:pt x="80" y="101"/>
                  </a:cubicBezTo>
                  <a:cubicBezTo>
                    <a:pt x="82" y="104"/>
                    <a:pt x="82" y="104"/>
                    <a:pt x="82" y="104"/>
                  </a:cubicBezTo>
                  <a:cubicBezTo>
                    <a:pt x="84" y="108"/>
                    <a:pt x="93" y="113"/>
                    <a:pt x="93" y="113"/>
                  </a:cubicBezTo>
                  <a:cubicBezTo>
                    <a:pt x="102" y="107"/>
                    <a:pt x="102" y="107"/>
                    <a:pt x="102" y="107"/>
                  </a:cubicBezTo>
                  <a:cubicBezTo>
                    <a:pt x="108" y="104"/>
                    <a:pt x="107" y="101"/>
                    <a:pt x="107" y="101"/>
                  </a:cubicBezTo>
                  <a:cubicBezTo>
                    <a:pt x="106" y="100"/>
                    <a:pt x="106" y="94"/>
                    <a:pt x="106" y="94"/>
                  </a:cubicBezTo>
                  <a:cubicBezTo>
                    <a:pt x="107" y="93"/>
                    <a:pt x="110" y="85"/>
                    <a:pt x="110" y="85"/>
                  </a:cubicBezTo>
                  <a:cubicBezTo>
                    <a:pt x="114" y="80"/>
                    <a:pt x="113" y="71"/>
                    <a:pt x="113" y="71"/>
                  </a:cubicBezTo>
                  <a:cubicBezTo>
                    <a:pt x="119" y="41"/>
                    <a:pt x="90" y="44"/>
                    <a:pt x="90" y="44"/>
                  </a:cubicBezTo>
                  <a:cubicBezTo>
                    <a:pt x="69" y="46"/>
                    <a:pt x="75" y="72"/>
                    <a:pt x="75" y="72"/>
                  </a:cubicBezTo>
                  <a:cubicBezTo>
                    <a:pt x="72" y="73"/>
                    <a:pt x="77" y="83"/>
                    <a:pt x="77" y="83"/>
                  </a:cubicBezTo>
                  <a:cubicBezTo>
                    <a:pt x="76" y="84"/>
                    <a:pt x="79" y="91"/>
                    <a:pt x="79" y="91"/>
                  </a:cubicBezTo>
                  <a:cubicBezTo>
                    <a:pt x="80" y="99"/>
                    <a:pt x="80" y="99"/>
                    <a:pt x="80" y="99"/>
                  </a:cubicBezTo>
                  <a:cubicBezTo>
                    <a:pt x="78" y="100"/>
                    <a:pt x="71" y="109"/>
                    <a:pt x="71" y="109"/>
                  </a:cubicBezTo>
                  <a:cubicBezTo>
                    <a:pt x="59" y="109"/>
                    <a:pt x="47" y="119"/>
                    <a:pt x="47" y="119"/>
                  </a:cubicBezTo>
                  <a:cubicBezTo>
                    <a:pt x="40" y="118"/>
                    <a:pt x="41" y="123"/>
                    <a:pt x="41" y="129"/>
                  </a:cubicBezTo>
                  <a:cubicBezTo>
                    <a:pt x="41" y="134"/>
                    <a:pt x="41" y="133"/>
                    <a:pt x="38" y="141"/>
                  </a:cubicBezTo>
                  <a:cubicBezTo>
                    <a:pt x="35" y="148"/>
                    <a:pt x="39" y="144"/>
                    <a:pt x="37" y="148"/>
                  </a:cubicBezTo>
                  <a:cubicBezTo>
                    <a:pt x="36" y="151"/>
                    <a:pt x="36" y="154"/>
                    <a:pt x="36" y="159"/>
                  </a:cubicBezTo>
                  <a:cubicBezTo>
                    <a:pt x="36" y="160"/>
                    <a:pt x="36" y="162"/>
                    <a:pt x="36" y="163"/>
                  </a:cubicBezTo>
                  <a:cubicBezTo>
                    <a:pt x="35" y="162"/>
                    <a:pt x="34" y="160"/>
                    <a:pt x="33" y="159"/>
                  </a:cubicBezTo>
                  <a:cubicBezTo>
                    <a:pt x="31" y="155"/>
                    <a:pt x="31" y="155"/>
                    <a:pt x="31" y="155"/>
                  </a:cubicBezTo>
                  <a:cubicBezTo>
                    <a:pt x="26" y="147"/>
                    <a:pt x="21" y="138"/>
                    <a:pt x="17" y="129"/>
                  </a:cubicBezTo>
                  <a:cubicBezTo>
                    <a:pt x="12" y="119"/>
                    <a:pt x="10" y="108"/>
                    <a:pt x="9" y="92"/>
                  </a:cubicBezTo>
                  <a:cubicBezTo>
                    <a:pt x="9" y="87"/>
                    <a:pt x="9" y="87"/>
                    <a:pt x="9" y="87"/>
                  </a:cubicBezTo>
                  <a:cubicBezTo>
                    <a:pt x="10" y="75"/>
                    <a:pt x="12" y="65"/>
                    <a:pt x="17" y="55"/>
                  </a:cubicBezTo>
                  <a:cubicBezTo>
                    <a:pt x="21" y="46"/>
                    <a:pt x="27" y="39"/>
                    <a:pt x="33" y="33"/>
                  </a:cubicBezTo>
                  <a:cubicBezTo>
                    <a:pt x="48" y="17"/>
                    <a:pt x="66" y="10"/>
                    <a:pt x="87" y="9"/>
                  </a:cubicBezTo>
                  <a:cubicBezTo>
                    <a:pt x="93" y="9"/>
                    <a:pt x="93" y="9"/>
                    <a:pt x="93" y="9"/>
                  </a:cubicBezTo>
                  <a:cubicBezTo>
                    <a:pt x="117" y="10"/>
                    <a:pt x="137" y="18"/>
                    <a:pt x="151" y="32"/>
                  </a:cubicBezTo>
                  <a:cubicBezTo>
                    <a:pt x="167" y="48"/>
                    <a:pt x="175" y="67"/>
                    <a:pt x="176" y="90"/>
                  </a:cubicBezTo>
                  <a:lnTo>
                    <a:pt x="176" y="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Freeform 500"/>
            <p:cNvSpPr>
              <a:spLocks/>
            </p:cNvSpPr>
            <p:nvPr/>
          </p:nvSpPr>
          <p:spPr bwMode="auto">
            <a:xfrm>
              <a:off x="6883236" y="5084093"/>
              <a:ext cx="430277" cy="369550"/>
            </a:xfrm>
            <a:custGeom>
              <a:avLst/>
              <a:gdLst>
                <a:gd name="T0" fmla="*/ 164 w 246"/>
                <a:gd name="T1" fmla="*/ 0 h 211"/>
                <a:gd name="T2" fmla="*/ 81 w 246"/>
                <a:gd name="T3" fmla="*/ 0 h 211"/>
                <a:gd name="T4" fmla="*/ 0 w 246"/>
                <a:gd name="T5" fmla="*/ 68 h 211"/>
                <a:gd name="T6" fmla="*/ 25 w 246"/>
                <a:gd name="T7" fmla="*/ 68 h 211"/>
                <a:gd name="T8" fmla="*/ 84 w 246"/>
                <a:gd name="T9" fmla="*/ 23 h 211"/>
                <a:gd name="T10" fmla="*/ 161 w 246"/>
                <a:gd name="T11" fmla="*/ 23 h 211"/>
                <a:gd name="T12" fmla="*/ 222 w 246"/>
                <a:gd name="T13" fmla="*/ 85 h 211"/>
                <a:gd name="T14" fmla="*/ 161 w 246"/>
                <a:gd name="T15" fmla="*/ 146 h 211"/>
                <a:gd name="T16" fmla="*/ 123 w 246"/>
                <a:gd name="T17" fmla="*/ 146 h 211"/>
                <a:gd name="T18" fmla="*/ 123 w 246"/>
                <a:gd name="T19" fmla="*/ 155 h 211"/>
                <a:gd name="T20" fmla="*/ 123 w 246"/>
                <a:gd name="T21" fmla="*/ 160 h 211"/>
                <a:gd name="T22" fmla="*/ 123 w 246"/>
                <a:gd name="T23" fmla="*/ 168 h 211"/>
                <a:gd name="T24" fmla="*/ 139 w 246"/>
                <a:gd name="T25" fmla="*/ 168 h 211"/>
                <a:gd name="T26" fmla="*/ 189 w 246"/>
                <a:gd name="T27" fmla="*/ 211 h 211"/>
                <a:gd name="T28" fmla="*/ 186 w 246"/>
                <a:gd name="T29" fmla="*/ 165 h 211"/>
                <a:gd name="T30" fmla="*/ 246 w 246"/>
                <a:gd name="T31" fmla="*/ 86 h 211"/>
                <a:gd name="T32" fmla="*/ 246 w 246"/>
                <a:gd name="T33" fmla="*/ 82 h 211"/>
                <a:gd name="T34" fmla="*/ 164 w 246"/>
                <a:gd name="T35"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6" h="211">
                  <a:moveTo>
                    <a:pt x="164" y="0"/>
                  </a:moveTo>
                  <a:cubicBezTo>
                    <a:pt x="81" y="0"/>
                    <a:pt x="81" y="0"/>
                    <a:pt x="81" y="0"/>
                  </a:cubicBezTo>
                  <a:cubicBezTo>
                    <a:pt x="41" y="0"/>
                    <a:pt x="7" y="29"/>
                    <a:pt x="0" y="68"/>
                  </a:cubicBezTo>
                  <a:cubicBezTo>
                    <a:pt x="25" y="68"/>
                    <a:pt x="25" y="68"/>
                    <a:pt x="25" y="68"/>
                  </a:cubicBezTo>
                  <a:cubicBezTo>
                    <a:pt x="33" y="42"/>
                    <a:pt x="56" y="23"/>
                    <a:pt x="84" y="23"/>
                  </a:cubicBezTo>
                  <a:cubicBezTo>
                    <a:pt x="161" y="23"/>
                    <a:pt x="161" y="23"/>
                    <a:pt x="161" y="23"/>
                  </a:cubicBezTo>
                  <a:cubicBezTo>
                    <a:pt x="195" y="23"/>
                    <a:pt x="222" y="51"/>
                    <a:pt x="222" y="85"/>
                  </a:cubicBezTo>
                  <a:cubicBezTo>
                    <a:pt x="222" y="119"/>
                    <a:pt x="195" y="146"/>
                    <a:pt x="161" y="146"/>
                  </a:cubicBezTo>
                  <a:cubicBezTo>
                    <a:pt x="123" y="146"/>
                    <a:pt x="123" y="146"/>
                    <a:pt x="123" y="146"/>
                  </a:cubicBezTo>
                  <a:cubicBezTo>
                    <a:pt x="123" y="149"/>
                    <a:pt x="123" y="152"/>
                    <a:pt x="123" y="155"/>
                  </a:cubicBezTo>
                  <a:cubicBezTo>
                    <a:pt x="123" y="160"/>
                    <a:pt x="123" y="160"/>
                    <a:pt x="123" y="160"/>
                  </a:cubicBezTo>
                  <a:cubicBezTo>
                    <a:pt x="123" y="162"/>
                    <a:pt x="123" y="165"/>
                    <a:pt x="123" y="168"/>
                  </a:cubicBezTo>
                  <a:cubicBezTo>
                    <a:pt x="139" y="168"/>
                    <a:pt x="139" y="168"/>
                    <a:pt x="139" y="168"/>
                  </a:cubicBezTo>
                  <a:cubicBezTo>
                    <a:pt x="189" y="211"/>
                    <a:pt x="189" y="211"/>
                    <a:pt x="189" y="211"/>
                  </a:cubicBezTo>
                  <a:cubicBezTo>
                    <a:pt x="186" y="165"/>
                    <a:pt x="186" y="165"/>
                    <a:pt x="186" y="165"/>
                  </a:cubicBezTo>
                  <a:cubicBezTo>
                    <a:pt x="220" y="156"/>
                    <a:pt x="246" y="124"/>
                    <a:pt x="246" y="86"/>
                  </a:cubicBezTo>
                  <a:cubicBezTo>
                    <a:pt x="246" y="82"/>
                    <a:pt x="246" y="82"/>
                    <a:pt x="246" y="82"/>
                  </a:cubicBezTo>
                  <a:cubicBezTo>
                    <a:pt x="246" y="37"/>
                    <a:pt x="210" y="0"/>
                    <a:pt x="16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501"/>
            <p:cNvSpPr>
              <a:spLocks/>
            </p:cNvSpPr>
            <p:nvPr/>
          </p:nvSpPr>
          <p:spPr bwMode="auto">
            <a:xfrm>
              <a:off x="6866944" y="5366255"/>
              <a:ext cx="17774" cy="39991"/>
            </a:xfrm>
            <a:custGeom>
              <a:avLst/>
              <a:gdLst>
                <a:gd name="T0" fmla="*/ 0 w 10"/>
                <a:gd name="T1" fmla="*/ 0 h 23"/>
                <a:gd name="T2" fmla="*/ 0 w 10"/>
                <a:gd name="T3" fmla="*/ 23 h 23"/>
                <a:gd name="T4" fmla="*/ 8 w 10"/>
                <a:gd name="T5" fmla="*/ 19 h 23"/>
                <a:gd name="T6" fmla="*/ 10 w 10"/>
                <a:gd name="T7" fmla="*/ 11 h 23"/>
                <a:gd name="T8" fmla="*/ 8 w 10"/>
                <a:gd name="T9" fmla="*/ 4 h 23"/>
                <a:gd name="T10" fmla="*/ 0 w 10"/>
                <a:gd name="T11" fmla="*/ 0 h 23"/>
              </a:gdLst>
              <a:ahLst/>
              <a:cxnLst>
                <a:cxn ang="0">
                  <a:pos x="T0" y="T1"/>
                </a:cxn>
                <a:cxn ang="0">
                  <a:pos x="T2" y="T3"/>
                </a:cxn>
                <a:cxn ang="0">
                  <a:pos x="T4" y="T5"/>
                </a:cxn>
                <a:cxn ang="0">
                  <a:pos x="T6" y="T7"/>
                </a:cxn>
                <a:cxn ang="0">
                  <a:pos x="T8" y="T9"/>
                </a:cxn>
                <a:cxn ang="0">
                  <a:pos x="T10" y="T11"/>
                </a:cxn>
              </a:cxnLst>
              <a:rect l="0" t="0" r="r" b="b"/>
              <a:pathLst>
                <a:path w="10" h="23">
                  <a:moveTo>
                    <a:pt x="0" y="0"/>
                  </a:moveTo>
                  <a:cubicBezTo>
                    <a:pt x="0" y="23"/>
                    <a:pt x="0" y="23"/>
                    <a:pt x="0" y="23"/>
                  </a:cubicBezTo>
                  <a:cubicBezTo>
                    <a:pt x="3" y="22"/>
                    <a:pt x="6" y="21"/>
                    <a:pt x="8" y="19"/>
                  </a:cubicBezTo>
                  <a:cubicBezTo>
                    <a:pt x="9" y="17"/>
                    <a:pt x="10" y="14"/>
                    <a:pt x="10" y="11"/>
                  </a:cubicBezTo>
                  <a:cubicBezTo>
                    <a:pt x="10" y="8"/>
                    <a:pt x="10" y="6"/>
                    <a:pt x="8" y="4"/>
                  </a:cubicBezTo>
                  <a:cubicBezTo>
                    <a:pt x="7" y="3"/>
                    <a:pt x="4"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Freeform 502"/>
            <p:cNvSpPr>
              <a:spLocks noEditPoints="1"/>
            </p:cNvSpPr>
            <p:nvPr/>
          </p:nvSpPr>
          <p:spPr bwMode="auto">
            <a:xfrm>
              <a:off x="6775852" y="5277385"/>
              <a:ext cx="174036" cy="173296"/>
            </a:xfrm>
            <a:custGeom>
              <a:avLst/>
              <a:gdLst>
                <a:gd name="T0" fmla="*/ 50 w 99"/>
                <a:gd name="T1" fmla="*/ 0 h 99"/>
                <a:gd name="T2" fmla="*/ 0 w 99"/>
                <a:gd name="T3" fmla="*/ 49 h 99"/>
                <a:gd name="T4" fmla="*/ 50 w 99"/>
                <a:gd name="T5" fmla="*/ 99 h 99"/>
                <a:gd name="T6" fmla="*/ 99 w 99"/>
                <a:gd name="T7" fmla="*/ 49 h 99"/>
                <a:gd name="T8" fmla="*/ 50 w 99"/>
                <a:gd name="T9" fmla="*/ 0 h 99"/>
                <a:gd name="T10" fmla="*/ 65 w 99"/>
                <a:gd name="T11" fmla="*/ 74 h 99"/>
                <a:gd name="T12" fmla="*/ 52 w 99"/>
                <a:gd name="T13" fmla="*/ 80 h 99"/>
                <a:gd name="T14" fmla="*/ 52 w 99"/>
                <a:gd name="T15" fmla="*/ 87 h 99"/>
                <a:gd name="T16" fmla="*/ 48 w 99"/>
                <a:gd name="T17" fmla="*/ 87 h 99"/>
                <a:gd name="T18" fmla="*/ 48 w 99"/>
                <a:gd name="T19" fmla="*/ 80 h 99"/>
                <a:gd name="T20" fmla="*/ 39 w 99"/>
                <a:gd name="T21" fmla="*/ 77 h 99"/>
                <a:gd name="T22" fmla="*/ 33 w 99"/>
                <a:gd name="T23" fmla="*/ 72 h 99"/>
                <a:gd name="T24" fmla="*/ 30 w 99"/>
                <a:gd name="T25" fmla="*/ 62 h 99"/>
                <a:gd name="T26" fmla="*/ 38 w 99"/>
                <a:gd name="T27" fmla="*/ 60 h 99"/>
                <a:gd name="T28" fmla="*/ 41 w 99"/>
                <a:gd name="T29" fmla="*/ 69 h 99"/>
                <a:gd name="T30" fmla="*/ 48 w 99"/>
                <a:gd name="T31" fmla="*/ 74 h 99"/>
                <a:gd name="T32" fmla="*/ 48 w 99"/>
                <a:gd name="T33" fmla="*/ 50 h 99"/>
                <a:gd name="T34" fmla="*/ 39 w 99"/>
                <a:gd name="T35" fmla="*/ 47 h 99"/>
                <a:gd name="T36" fmla="*/ 33 w 99"/>
                <a:gd name="T37" fmla="*/ 41 h 99"/>
                <a:gd name="T38" fmla="*/ 31 w 99"/>
                <a:gd name="T39" fmla="*/ 33 h 99"/>
                <a:gd name="T40" fmla="*/ 37 w 99"/>
                <a:gd name="T41" fmla="*/ 20 h 99"/>
                <a:gd name="T42" fmla="*/ 48 w 99"/>
                <a:gd name="T43" fmla="*/ 16 h 99"/>
                <a:gd name="T44" fmla="*/ 48 w 99"/>
                <a:gd name="T45" fmla="*/ 13 h 99"/>
                <a:gd name="T46" fmla="*/ 52 w 99"/>
                <a:gd name="T47" fmla="*/ 13 h 99"/>
                <a:gd name="T48" fmla="*/ 52 w 99"/>
                <a:gd name="T49" fmla="*/ 16 h 99"/>
                <a:gd name="T50" fmla="*/ 63 w 99"/>
                <a:gd name="T51" fmla="*/ 20 h 99"/>
                <a:gd name="T52" fmla="*/ 68 w 99"/>
                <a:gd name="T53" fmla="*/ 31 h 99"/>
                <a:gd name="T54" fmla="*/ 61 w 99"/>
                <a:gd name="T55" fmla="*/ 32 h 99"/>
                <a:gd name="T56" fmla="*/ 58 w 99"/>
                <a:gd name="T57" fmla="*/ 26 h 99"/>
                <a:gd name="T58" fmla="*/ 52 w 99"/>
                <a:gd name="T59" fmla="*/ 23 h 99"/>
                <a:gd name="T60" fmla="*/ 52 w 99"/>
                <a:gd name="T61" fmla="*/ 44 h 99"/>
                <a:gd name="T62" fmla="*/ 60 w 99"/>
                <a:gd name="T63" fmla="*/ 46 h 99"/>
                <a:gd name="T64" fmla="*/ 65 w 99"/>
                <a:gd name="T65" fmla="*/ 50 h 99"/>
                <a:gd name="T66" fmla="*/ 69 w 99"/>
                <a:gd name="T67" fmla="*/ 55 h 99"/>
                <a:gd name="T68" fmla="*/ 70 w 99"/>
                <a:gd name="T69" fmla="*/ 61 h 99"/>
                <a:gd name="T70" fmla="*/ 65 w 99"/>
                <a:gd name="T71" fmla="*/ 74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9" h="99">
                  <a:moveTo>
                    <a:pt x="50" y="0"/>
                  </a:moveTo>
                  <a:cubicBezTo>
                    <a:pt x="22" y="0"/>
                    <a:pt x="0" y="22"/>
                    <a:pt x="0" y="49"/>
                  </a:cubicBezTo>
                  <a:cubicBezTo>
                    <a:pt x="0" y="77"/>
                    <a:pt x="22" y="99"/>
                    <a:pt x="50" y="99"/>
                  </a:cubicBezTo>
                  <a:cubicBezTo>
                    <a:pt x="77" y="99"/>
                    <a:pt x="99" y="77"/>
                    <a:pt x="99" y="49"/>
                  </a:cubicBezTo>
                  <a:cubicBezTo>
                    <a:pt x="99" y="22"/>
                    <a:pt x="77" y="0"/>
                    <a:pt x="50" y="0"/>
                  </a:cubicBezTo>
                  <a:close/>
                  <a:moveTo>
                    <a:pt x="65" y="74"/>
                  </a:moveTo>
                  <a:cubicBezTo>
                    <a:pt x="62" y="78"/>
                    <a:pt x="58" y="79"/>
                    <a:pt x="52" y="80"/>
                  </a:cubicBezTo>
                  <a:cubicBezTo>
                    <a:pt x="52" y="87"/>
                    <a:pt x="52" y="87"/>
                    <a:pt x="52" y="87"/>
                  </a:cubicBezTo>
                  <a:cubicBezTo>
                    <a:pt x="48" y="87"/>
                    <a:pt x="48" y="87"/>
                    <a:pt x="48" y="87"/>
                  </a:cubicBezTo>
                  <a:cubicBezTo>
                    <a:pt x="48" y="80"/>
                    <a:pt x="48" y="80"/>
                    <a:pt x="48" y="80"/>
                  </a:cubicBezTo>
                  <a:cubicBezTo>
                    <a:pt x="44" y="79"/>
                    <a:pt x="41" y="79"/>
                    <a:pt x="39" y="77"/>
                  </a:cubicBezTo>
                  <a:cubicBezTo>
                    <a:pt x="37" y="76"/>
                    <a:pt x="35" y="74"/>
                    <a:pt x="33" y="72"/>
                  </a:cubicBezTo>
                  <a:cubicBezTo>
                    <a:pt x="31" y="69"/>
                    <a:pt x="30" y="66"/>
                    <a:pt x="30" y="62"/>
                  </a:cubicBezTo>
                  <a:cubicBezTo>
                    <a:pt x="38" y="60"/>
                    <a:pt x="38" y="60"/>
                    <a:pt x="38" y="60"/>
                  </a:cubicBezTo>
                  <a:cubicBezTo>
                    <a:pt x="38" y="64"/>
                    <a:pt x="39" y="67"/>
                    <a:pt x="41" y="69"/>
                  </a:cubicBezTo>
                  <a:cubicBezTo>
                    <a:pt x="43" y="72"/>
                    <a:pt x="45" y="73"/>
                    <a:pt x="48" y="74"/>
                  </a:cubicBezTo>
                  <a:cubicBezTo>
                    <a:pt x="48" y="50"/>
                    <a:pt x="48" y="50"/>
                    <a:pt x="48" y="50"/>
                  </a:cubicBezTo>
                  <a:cubicBezTo>
                    <a:pt x="45" y="49"/>
                    <a:pt x="42" y="48"/>
                    <a:pt x="39" y="47"/>
                  </a:cubicBezTo>
                  <a:cubicBezTo>
                    <a:pt x="36" y="45"/>
                    <a:pt x="35" y="43"/>
                    <a:pt x="33" y="41"/>
                  </a:cubicBezTo>
                  <a:cubicBezTo>
                    <a:pt x="32" y="39"/>
                    <a:pt x="31" y="36"/>
                    <a:pt x="31" y="33"/>
                  </a:cubicBezTo>
                  <a:cubicBezTo>
                    <a:pt x="31" y="28"/>
                    <a:pt x="33" y="24"/>
                    <a:pt x="37" y="20"/>
                  </a:cubicBezTo>
                  <a:cubicBezTo>
                    <a:pt x="39" y="18"/>
                    <a:pt x="43" y="17"/>
                    <a:pt x="48" y="16"/>
                  </a:cubicBezTo>
                  <a:cubicBezTo>
                    <a:pt x="48" y="13"/>
                    <a:pt x="48" y="13"/>
                    <a:pt x="48" y="13"/>
                  </a:cubicBezTo>
                  <a:cubicBezTo>
                    <a:pt x="52" y="13"/>
                    <a:pt x="52" y="13"/>
                    <a:pt x="52" y="13"/>
                  </a:cubicBezTo>
                  <a:cubicBezTo>
                    <a:pt x="52" y="16"/>
                    <a:pt x="52" y="16"/>
                    <a:pt x="52" y="16"/>
                  </a:cubicBezTo>
                  <a:cubicBezTo>
                    <a:pt x="57" y="17"/>
                    <a:pt x="60" y="18"/>
                    <a:pt x="63" y="20"/>
                  </a:cubicBezTo>
                  <a:cubicBezTo>
                    <a:pt x="66" y="23"/>
                    <a:pt x="68" y="26"/>
                    <a:pt x="68" y="31"/>
                  </a:cubicBezTo>
                  <a:cubicBezTo>
                    <a:pt x="61" y="32"/>
                    <a:pt x="61" y="32"/>
                    <a:pt x="61" y="32"/>
                  </a:cubicBezTo>
                  <a:cubicBezTo>
                    <a:pt x="60" y="29"/>
                    <a:pt x="59" y="27"/>
                    <a:pt x="58" y="26"/>
                  </a:cubicBezTo>
                  <a:cubicBezTo>
                    <a:pt x="57" y="24"/>
                    <a:pt x="55" y="23"/>
                    <a:pt x="52" y="23"/>
                  </a:cubicBezTo>
                  <a:cubicBezTo>
                    <a:pt x="52" y="44"/>
                    <a:pt x="52" y="44"/>
                    <a:pt x="52" y="44"/>
                  </a:cubicBezTo>
                  <a:cubicBezTo>
                    <a:pt x="56" y="45"/>
                    <a:pt x="59" y="46"/>
                    <a:pt x="60" y="46"/>
                  </a:cubicBezTo>
                  <a:cubicBezTo>
                    <a:pt x="62" y="47"/>
                    <a:pt x="64" y="48"/>
                    <a:pt x="65" y="50"/>
                  </a:cubicBezTo>
                  <a:cubicBezTo>
                    <a:pt x="67" y="51"/>
                    <a:pt x="68" y="53"/>
                    <a:pt x="69" y="55"/>
                  </a:cubicBezTo>
                  <a:cubicBezTo>
                    <a:pt x="70" y="57"/>
                    <a:pt x="70" y="59"/>
                    <a:pt x="70" y="61"/>
                  </a:cubicBezTo>
                  <a:cubicBezTo>
                    <a:pt x="70" y="67"/>
                    <a:pt x="68" y="71"/>
                    <a:pt x="65"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Freeform 503"/>
            <p:cNvSpPr>
              <a:spLocks/>
            </p:cNvSpPr>
            <p:nvPr/>
          </p:nvSpPr>
          <p:spPr bwMode="auto">
            <a:xfrm>
              <a:off x="6844726" y="5315895"/>
              <a:ext cx="15552" cy="36288"/>
            </a:xfrm>
            <a:custGeom>
              <a:avLst/>
              <a:gdLst>
                <a:gd name="T0" fmla="*/ 0 w 9"/>
                <a:gd name="T1" fmla="*/ 11 h 21"/>
                <a:gd name="T2" fmla="*/ 2 w 9"/>
                <a:gd name="T3" fmla="*/ 17 h 21"/>
                <a:gd name="T4" fmla="*/ 9 w 9"/>
                <a:gd name="T5" fmla="*/ 21 h 21"/>
                <a:gd name="T6" fmla="*/ 9 w 9"/>
                <a:gd name="T7" fmla="*/ 0 h 21"/>
                <a:gd name="T8" fmla="*/ 2 w 9"/>
                <a:gd name="T9" fmla="*/ 4 h 21"/>
                <a:gd name="T10" fmla="*/ 0 w 9"/>
                <a:gd name="T11" fmla="*/ 11 h 21"/>
              </a:gdLst>
              <a:ahLst/>
              <a:cxnLst>
                <a:cxn ang="0">
                  <a:pos x="T0" y="T1"/>
                </a:cxn>
                <a:cxn ang="0">
                  <a:pos x="T2" y="T3"/>
                </a:cxn>
                <a:cxn ang="0">
                  <a:pos x="T4" y="T5"/>
                </a:cxn>
                <a:cxn ang="0">
                  <a:pos x="T6" y="T7"/>
                </a:cxn>
                <a:cxn ang="0">
                  <a:pos x="T8" y="T9"/>
                </a:cxn>
                <a:cxn ang="0">
                  <a:pos x="T10" y="T11"/>
                </a:cxn>
              </a:cxnLst>
              <a:rect l="0" t="0" r="r" b="b"/>
              <a:pathLst>
                <a:path w="9" h="21">
                  <a:moveTo>
                    <a:pt x="0" y="11"/>
                  </a:moveTo>
                  <a:cubicBezTo>
                    <a:pt x="0" y="13"/>
                    <a:pt x="0" y="15"/>
                    <a:pt x="2" y="17"/>
                  </a:cubicBezTo>
                  <a:cubicBezTo>
                    <a:pt x="3" y="19"/>
                    <a:pt x="6" y="20"/>
                    <a:pt x="9" y="21"/>
                  </a:cubicBezTo>
                  <a:cubicBezTo>
                    <a:pt x="9" y="0"/>
                    <a:pt x="9" y="0"/>
                    <a:pt x="9" y="0"/>
                  </a:cubicBezTo>
                  <a:cubicBezTo>
                    <a:pt x="6" y="1"/>
                    <a:pt x="4" y="2"/>
                    <a:pt x="2" y="4"/>
                  </a:cubicBezTo>
                  <a:cubicBezTo>
                    <a:pt x="1" y="6"/>
                    <a:pt x="0" y="8"/>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Freeform 504"/>
            <p:cNvSpPr>
              <a:spLocks noEditPoints="1"/>
            </p:cNvSpPr>
            <p:nvPr/>
          </p:nvSpPr>
          <p:spPr bwMode="auto">
            <a:xfrm>
              <a:off x="6649954" y="5215917"/>
              <a:ext cx="432499" cy="369550"/>
            </a:xfrm>
            <a:custGeom>
              <a:avLst/>
              <a:gdLst>
                <a:gd name="T0" fmla="*/ 165 w 247"/>
                <a:gd name="T1" fmla="*/ 0 h 211"/>
                <a:gd name="T2" fmla="*/ 82 w 247"/>
                <a:gd name="T3" fmla="*/ 0 h 211"/>
                <a:gd name="T4" fmla="*/ 0 w 247"/>
                <a:gd name="T5" fmla="*/ 82 h 211"/>
                <a:gd name="T6" fmla="*/ 0 w 247"/>
                <a:gd name="T7" fmla="*/ 86 h 211"/>
                <a:gd name="T8" fmla="*/ 61 w 247"/>
                <a:gd name="T9" fmla="*/ 165 h 211"/>
                <a:gd name="T10" fmla="*/ 58 w 247"/>
                <a:gd name="T11" fmla="*/ 211 h 211"/>
                <a:gd name="T12" fmla="*/ 107 w 247"/>
                <a:gd name="T13" fmla="*/ 168 h 211"/>
                <a:gd name="T14" fmla="*/ 165 w 247"/>
                <a:gd name="T15" fmla="*/ 168 h 211"/>
                <a:gd name="T16" fmla="*/ 247 w 247"/>
                <a:gd name="T17" fmla="*/ 86 h 211"/>
                <a:gd name="T18" fmla="*/ 247 w 247"/>
                <a:gd name="T19" fmla="*/ 82 h 211"/>
                <a:gd name="T20" fmla="*/ 165 w 247"/>
                <a:gd name="T21" fmla="*/ 0 h 211"/>
                <a:gd name="T22" fmla="*/ 122 w 247"/>
                <a:gd name="T23" fmla="*/ 147 h 211"/>
                <a:gd name="T24" fmla="*/ 59 w 247"/>
                <a:gd name="T25" fmla="*/ 84 h 211"/>
                <a:gd name="T26" fmla="*/ 122 w 247"/>
                <a:gd name="T27" fmla="*/ 22 h 211"/>
                <a:gd name="T28" fmla="*/ 184 w 247"/>
                <a:gd name="T29" fmla="*/ 84 h 211"/>
                <a:gd name="T30" fmla="*/ 122 w 247"/>
                <a:gd name="T31" fmla="*/ 14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7" h="211">
                  <a:moveTo>
                    <a:pt x="165" y="0"/>
                  </a:moveTo>
                  <a:cubicBezTo>
                    <a:pt x="82" y="0"/>
                    <a:pt x="82" y="0"/>
                    <a:pt x="82" y="0"/>
                  </a:cubicBezTo>
                  <a:cubicBezTo>
                    <a:pt x="37" y="0"/>
                    <a:pt x="0" y="37"/>
                    <a:pt x="0" y="82"/>
                  </a:cubicBezTo>
                  <a:cubicBezTo>
                    <a:pt x="0" y="86"/>
                    <a:pt x="0" y="86"/>
                    <a:pt x="0" y="86"/>
                  </a:cubicBezTo>
                  <a:cubicBezTo>
                    <a:pt x="0" y="124"/>
                    <a:pt x="26" y="156"/>
                    <a:pt x="61" y="165"/>
                  </a:cubicBezTo>
                  <a:cubicBezTo>
                    <a:pt x="58" y="211"/>
                    <a:pt x="58" y="211"/>
                    <a:pt x="58" y="211"/>
                  </a:cubicBezTo>
                  <a:cubicBezTo>
                    <a:pt x="107" y="168"/>
                    <a:pt x="107" y="168"/>
                    <a:pt x="107" y="168"/>
                  </a:cubicBezTo>
                  <a:cubicBezTo>
                    <a:pt x="165" y="168"/>
                    <a:pt x="165" y="168"/>
                    <a:pt x="165" y="168"/>
                  </a:cubicBezTo>
                  <a:cubicBezTo>
                    <a:pt x="211" y="168"/>
                    <a:pt x="247" y="131"/>
                    <a:pt x="247" y="86"/>
                  </a:cubicBezTo>
                  <a:cubicBezTo>
                    <a:pt x="247" y="82"/>
                    <a:pt x="247" y="82"/>
                    <a:pt x="247" y="82"/>
                  </a:cubicBezTo>
                  <a:cubicBezTo>
                    <a:pt x="247" y="37"/>
                    <a:pt x="211" y="0"/>
                    <a:pt x="165" y="0"/>
                  </a:cubicBezTo>
                  <a:close/>
                  <a:moveTo>
                    <a:pt x="122" y="147"/>
                  </a:moveTo>
                  <a:cubicBezTo>
                    <a:pt x="87" y="147"/>
                    <a:pt x="59" y="119"/>
                    <a:pt x="59" y="84"/>
                  </a:cubicBezTo>
                  <a:cubicBezTo>
                    <a:pt x="59" y="50"/>
                    <a:pt x="87" y="22"/>
                    <a:pt x="122" y="22"/>
                  </a:cubicBezTo>
                  <a:cubicBezTo>
                    <a:pt x="156" y="22"/>
                    <a:pt x="184" y="50"/>
                    <a:pt x="184" y="84"/>
                  </a:cubicBezTo>
                  <a:cubicBezTo>
                    <a:pt x="184" y="119"/>
                    <a:pt x="156" y="147"/>
                    <a:pt x="122" y="1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528"/>
            <p:cNvSpPr>
              <a:spLocks/>
            </p:cNvSpPr>
            <p:nvPr/>
          </p:nvSpPr>
          <p:spPr bwMode="auto">
            <a:xfrm>
              <a:off x="6725493" y="4091716"/>
              <a:ext cx="94794" cy="94794"/>
            </a:xfrm>
            <a:custGeom>
              <a:avLst/>
              <a:gdLst>
                <a:gd name="T0" fmla="*/ 28 w 54"/>
                <a:gd name="T1" fmla="*/ 53 h 54"/>
                <a:gd name="T2" fmla="*/ 54 w 54"/>
                <a:gd name="T3" fmla="*/ 26 h 54"/>
                <a:gd name="T4" fmla="*/ 26 w 54"/>
                <a:gd name="T5" fmla="*/ 1 h 54"/>
                <a:gd name="T6" fmla="*/ 1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2" y="1"/>
                    <a:pt x="0" y="14"/>
                    <a:pt x="1"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529"/>
            <p:cNvSpPr>
              <a:spLocks/>
            </p:cNvSpPr>
            <p:nvPr/>
          </p:nvSpPr>
          <p:spPr bwMode="auto">
            <a:xfrm>
              <a:off x="6679577" y="4191694"/>
              <a:ext cx="187367" cy="134786"/>
            </a:xfrm>
            <a:custGeom>
              <a:avLst/>
              <a:gdLst>
                <a:gd name="T0" fmla="*/ 82 w 107"/>
                <a:gd name="T1" fmla="*/ 0 h 77"/>
                <a:gd name="T2" fmla="*/ 55 w 107"/>
                <a:gd name="T3" fmla="*/ 31 h 77"/>
                <a:gd name="T4" fmla="*/ 25 w 107"/>
                <a:gd name="T5" fmla="*/ 1 h 77"/>
                <a:gd name="T6" fmla="*/ 1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5" y="31"/>
                    <a:pt x="55" y="31"/>
                    <a:pt x="55" y="31"/>
                  </a:cubicBezTo>
                  <a:cubicBezTo>
                    <a:pt x="25" y="1"/>
                    <a:pt x="25" y="1"/>
                    <a:pt x="25" y="1"/>
                  </a:cubicBezTo>
                  <a:cubicBezTo>
                    <a:pt x="8" y="8"/>
                    <a:pt x="0" y="18"/>
                    <a:pt x="1" y="34"/>
                  </a:cubicBezTo>
                  <a:cubicBezTo>
                    <a:pt x="2" y="77"/>
                    <a:pt x="2" y="77"/>
                    <a:pt x="2" y="77"/>
                  </a:cubicBezTo>
                  <a:cubicBezTo>
                    <a:pt x="107" y="77"/>
                    <a:pt x="107" y="77"/>
                    <a:pt x="107" y="77"/>
                  </a:cubicBezTo>
                  <a:cubicBezTo>
                    <a:pt x="105" y="31"/>
                    <a:pt x="105" y="31"/>
                    <a:pt x="105" y="31"/>
                  </a:cubicBezTo>
                  <a:cubicBezTo>
                    <a:pt x="105" y="15"/>
                    <a:pt x="99"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Freeform 530"/>
            <p:cNvSpPr>
              <a:spLocks/>
            </p:cNvSpPr>
            <p:nvPr/>
          </p:nvSpPr>
          <p:spPr bwMode="auto">
            <a:xfrm>
              <a:off x="6895086" y="4095418"/>
              <a:ext cx="139970" cy="136267"/>
            </a:xfrm>
            <a:custGeom>
              <a:avLst/>
              <a:gdLst>
                <a:gd name="T0" fmla="*/ 41 w 80"/>
                <a:gd name="T1" fmla="*/ 78 h 78"/>
                <a:gd name="T2" fmla="*/ 79 w 80"/>
                <a:gd name="T3" fmla="*/ 38 h 78"/>
                <a:gd name="T4" fmla="*/ 38 w 80"/>
                <a:gd name="T5" fmla="*/ 0 h 78"/>
                <a:gd name="T6" fmla="*/ 0 w 80"/>
                <a:gd name="T7" fmla="*/ 40 h 78"/>
                <a:gd name="T8" fmla="*/ 41 w 80"/>
                <a:gd name="T9" fmla="*/ 78 h 78"/>
              </a:gdLst>
              <a:ahLst/>
              <a:cxnLst>
                <a:cxn ang="0">
                  <a:pos x="T0" y="T1"/>
                </a:cxn>
                <a:cxn ang="0">
                  <a:pos x="T2" y="T3"/>
                </a:cxn>
                <a:cxn ang="0">
                  <a:pos x="T4" y="T5"/>
                </a:cxn>
                <a:cxn ang="0">
                  <a:pos x="T6" y="T7"/>
                </a:cxn>
                <a:cxn ang="0">
                  <a:pos x="T8" y="T9"/>
                </a:cxn>
              </a:cxnLst>
              <a:rect l="0" t="0" r="r" b="b"/>
              <a:pathLst>
                <a:path w="80" h="78">
                  <a:moveTo>
                    <a:pt x="41" y="78"/>
                  </a:moveTo>
                  <a:cubicBezTo>
                    <a:pt x="63" y="77"/>
                    <a:pt x="80" y="59"/>
                    <a:pt x="79" y="38"/>
                  </a:cubicBezTo>
                  <a:cubicBezTo>
                    <a:pt x="78" y="16"/>
                    <a:pt x="60" y="0"/>
                    <a:pt x="38" y="0"/>
                  </a:cubicBezTo>
                  <a:cubicBezTo>
                    <a:pt x="17" y="1"/>
                    <a:pt x="0" y="19"/>
                    <a:pt x="0" y="40"/>
                  </a:cubicBezTo>
                  <a:cubicBezTo>
                    <a:pt x="1" y="62"/>
                    <a:pt x="19" y="78"/>
                    <a:pt x="41"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Freeform 531"/>
            <p:cNvSpPr>
              <a:spLocks/>
            </p:cNvSpPr>
            <p:nvPr/>
          </p:nvSpPr>
          <p:spPr bwMode="auto">
            <a:xfrm>
              <a:off x="6826952" y="4238351"/>
              <a:ext cx="276977" cy="203660"/>
            </a:xfrm>
            <a:custGeom>
              <a:avLst/>
              <a:gdLst>
                <a:gd name="T0" fmla="*/ 121 w 158"/>
                <a:gd name="T1" fmla="*/ 1 h 116"/>
                <a:gd name="T2" fmla="*/ 156 w 158"/>
                <a:gd name="T3" fmla="*/ 47 h 116"/>
                <a:gd name="T4" fmla="*/ 158 w 158"/>
                <a:gd name="T5" fmla="*/ 116 h 116"/>
                <a:gd name="T6" fmla="*/ 3 w 158"/>
                <a:gd name="T7" fmla="*/ 116 h 116"/>
                <a:gd name="T8" fmla="*/ 1 w 158"/>
                <a:gd name="T9" fmla="*/ 52 h 116"/>
                <a:gd name="T10" fmla="*/ 38 w 158"/>
                <a:gd name="T11" fmla="*/ 3 h 116"/>
                <a:gd name="T12" fmla="*/ 57 w 158"/>
                <a:gd name="T13" fmla="*/ 0 h 116"/>
                <a:gd name="T14" fmla="*/ 77 w 158"/>
                <a:gd name="T15" fmla="*/ 22 h 116"/>
                <a:gd name="T16" fmla="*/ 67 w 158"/>
                <a:gd name="T17" fmla="*/ 114 h 116"/>
                <a:gd name="T18" fmla="*/ 101 w 158"/>
                <a:gd name="T19" fmla="*/ 115 h 116"/>
                <a:gd name="T20" fmla="*/ 85 w 158"/>
                <a:gd name="T21" fmla="*/ 22 h 116"/>
                <a:gd name="T22" fmla="*/ 103 w 158"/>
                <a:gd name="T23" fmla="*/ 1 h 116"/>
                <a:gd name="T24" fmla="*/ 121 w 158"/>
                <a:gd name="T25" fmla="*/ 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116">
                  <a:moveTo>
                    <a:pt x="121" y="1"/>
                  </a:moveTo>
                  <a:cubicBezTo>
                    <a:pt x="146" y="11"/>
                    <a:pt x="155" y="24"/>
                    <a:pt x="156" y="47"/>
                  </a:cubicBezTo>
                  <a:cubicBezTo>
                    <a:pt x="158" y="116"/>
                    <a:pt x="158" y="116"/>
                    <a:pt x="158" y="116"/>
                  </a:cubicBezTo>
                  <a:cubicBezTo>
                    <a:pt x="3" y="116"/>
                    <a:pt x="3" y="116"/>
                    <a:pt x="3" y="116"/>
                  </a:cubicBezTo>
                  <a:cubicBezTo>
                    <a:pt x="1" y="52"/>
                    <a:pt x="1" y="52"/>
                    <a:pt x="1" y="52"/>
                  </a:cubicBezTo>
                  <a:cubicBezTo>
                    <a:pt x="0" y="28"/>
                    <a:pt x="11" y="13"/>
                    <a:pt x="38" y="3"/>
                  </a:cubicBezTo>
                  <a:cubicBezTo>
                    <a:pt x="57" y="0"/>
                    <a:pt x="57" y="0"/>
                    <a:pt x="57" y="0"/>
                  </a:cubicBezTo>
                  <a:cubicBezTo>
                    <a:pt x="57" y="0"/>
                    <a:pt x="78" y="20"/>
                    <a:pt x="77" y="22"/>
                  </a:cubicBezTo>
                  <a:cubicBezTo>
                    <a:pt x="76" y="24"/>
                    <a:pt x="67" y="114"/>
                    <a:pt x="67" y="114"/>
                  </a:cubicBezTo>
                  <a:cubicBezTo>
                    <a:pt x="101" y="115"/>
                    <a:pt x="101" y="115"/>
                    <a:pt x="101" y="115"/>
                  </a:cubicBezTo>
                  <a:cubicBezTo>
                    <a:pt x="85" y="22"/>
                    <a:pt x="85" y="22"/>
                    <a:pt x="85" y="22"/>
                  </a:cubicBezTo>
                  <a:cubicBezTo>
                    <a:pt x="103" y="1"/>
                    <a:pt x="103" y="1"/>
                    <a:pt x="103" y="1"/>
                  </a:cubicBezTo>
                  <a:lnTo>
                    <a:pt x="12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Freeform 532"/>
            <p:cNvSpPr>
              <a:spLocks/>
            </p:cNvSpPr>
            <p:nvPr/>
          </p:nvSpPr>
          <p:spPr bwMode="auto">
            <a:xfrm>
              <a:off x="7115779" y="4091716"/>
              <a:ext cx="94794" cy="94794"/>
            </a:xfrm>
            <a:custGeom>
              <a:avLst/>
              <a:gdLst>
                <a:gd name="T0" fmla="*/ 28 w 54"/>
                <a:gd name="T1" fmla="*/ 53 h 54"/>
                <a:gd name="T2" fmla="*/ 54 w 54"/>
                <a:gd name="T3" fmla="*/ 26 h 54"/>
                <a:gd name="T4" fmla="*/ 26 w 54"/>
                <a:gd name="T5" fmla="*/ 1 h 54"/>
                <a:gd name="T6" fmla="*/ 0 w 54"/>
                <a:gd name="T7" fmla="*/ 28 h 54"/>
                <a:gd name="T8" fmla="*/ 28 w 54"/>
                <a:gd name="T9" fmla="*/ 53 h 54"/>
              </a:gdLst>
              <a:ahLst/>
              <a:cxnLst>
                <a:cxn ang="0">
                  <a:pos x="T0" y="T1"/>
                </a:cxn>
                <a:cxn ang="0">
                  <a:pos x="T2" y="T3"/>
                </a:cxn>
                <a:cxn ang="0">
                  <a:pos x="T4" y="T5"/>
                </a:cxn>
                <a:cxn ang="0">
                  <a:pos x="T6" y="T7"/>
                </a:cxn>
                <a:cxn ang="0">
                  <a:pos x="T8" y="T9"/>
                </a:cxn>
              </a:cxnLst>
              <a:rect l="0" t="0" r="r" b="b"/>
              <a:pathLst>
                <a:path w="54" h="54">
                  <a:moveTo>
                    <a:pt x="28" y="53"/>
                  </a:moveTo>
                  <a:cubicBezTo>
                    <a:pt x="43" y="53"/>
                    <a:pt x="54" y="41"/>
                    <a:pt x="54" y="26"/>
                  </a:cubicBezTo>
                  <a:cubicBezTo>
                    <a:pt x="53" y="12"/>
                    <a:pt x="41" y="0"/>
                    <a:pt x="26" y="1"/>
                  </a:cubicBezTo>
                  <a:cubicBezTo>
                    <a:pt x="11" y="1"/>
                    <a:pt x="0" y="14"/>
                    <a:pt x="0" y="28"/>
                  </a:cubicBezTo>
                  <a:cubicBezTo>
                    <a:pt x="1" y="42"/>
                    <a:pt x="13" y="54"/>
                    <a:pt x="2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Freeform 533"/>
            <p:cNvSpPr>
              <a:spLocks/>
            </p:cNvSpPr>
            <p:nvPr/>
          </p:nvSpPr>
          <p:spPr bwMode="auto">
            <a:xfrm>
              <a:off x="7070603" y="4191694"/>
              <a:ext cx="187367" cy="134786"/>
            </a:xfrm>
            <a:custGeom>
              <a:avLst/>
              <a:gdLst>
                <a:gd name="T0" fmla="*/ 82 w 107"/>
                <a:gd name="T1" fmla="*/ 0 h 77"/>
                <a:gd name="T2" fmla="*/ 54 w 107"/>
                <a:gd name="T3" fmla="*/ 31 h 77"/>
                <a:gd name="T4" fmla="*/ 25 w 107"/>
                <a:gd name="T5" fmla="*/ 1 h 77"/>
                <a:gd name="T6" fmla="*/ 0 w 107"/>
                <a:gd name="T7" fmla="*/ 34 h 77"/>
                <a:gd name="T8" fmla="*/ 2 w 107"/>
                <a:gd name="T9" fmla="*/ 77 h 77"/>
                <a:gd name="T10" fmla="*/ 107 w 107"/>
                <a:gd name="T11" fmla="*/ 77 h 77"/>
                <a:gd name="T12" fmla="*/ 105 w 107"/>
                <a:gd name="T13" fmla="*/ 31 h 77"/>
                <a:gd name="T14" fmla="*/ 82 w 107"/>
                <a:gd name="T15" fmla="*/ 0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7">
                  <a:moveTo>
                    <a:pt x="82" y="0"/>
                  </a:moveTo>
                  <a:cubicBezTo>
                    <a:pt x="54" y="31"/>
                    <a:pt x="54" y="31"/>
                    <a:pt x="54" y="31"/>
                  </a:cubicBezTo>
                  <a:cubicBezTo>
                    <a:pt x="25" y="1"/>
                    <a:pt x="25" y="1"/>
                    <a:pt x="25" y="1"/>
                  </a:cubicBezTo>
                  <a:cubicBezTo>
                    <a:pt x="7" y="8"/>
                    <a:pt x="0" y="18"/>
                    <a:pt x="0" y="34"/>
                  </a:cubicBezTo>
                  <a:cubicBezTo>
                    <a:pt x="2" y="77"/>
                    <a:pt x="2" y="77"/>
                    <a:pt x="2" y="77"/>
                  </a:cubicBezTo>
                  <a:cubicBezTo>
                    <a:pt x="107" y="77"/>
                    <a:pt x="107" y="77"/>
                    <a:pt x="107" y="77"/>
                  </a:cubicBezTo>
                  <a:cubicBezTo>
                    <a:pt x="105" y="31"/>
                    <a:pt x="105" y="31"/>
                    <a:pt x="105" y="31"/>
                  </a:cubicBezTo>
                  <a:cubicBezTo>
                    <a:pt x="104" y="15"/>
                    <a:pt x="98" y="6"/>
                    <a:pt x="8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Freeform 539"/>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Freeform 540"/>
            <p:cNvSpPr>
              <a:spLocks/>
            </p:cNvSpPr>
            <p:nvPr/>
          </p:nvSpPr>
          <p:spPr bwMode="auto">
            <a:xfrm>
              <a:off x="5760517" y="4082829"/>
              <a:ext cx="301416" cy="345111"/>
            </a:xfrm>
            <a:custGeom>
              <a:avLst/>
              <a:gdLst>
                <a:gd name="T0" fmla="*/ 162 w 172"/>
                <a:gd name="T1" fmla="*/ 165 h 197"/>
                <a:gd name="T2" fmla="*/ 158 w 172"/>
                <a:gd name="T3" fmla="*/ 165 h 197"/>
                <a:gd name="T4" fmla="*/ 157 w 172"/>
                <a:gd name="T5" fmla="*/ 152 h 197"/>
                <a:gd name="T6" fmla="*/ 137 w 172"/>
                <a:gd name="T7" fmla="*/ 129 h 197"/>
                <a:gd name="T8" fmla="*/ 137 w 172"/>
                <a:gd name="T9" fmla="*/ 57 h 197"/>
                <a:gd name="T10" fmla="*/ 152 w 172"/>
                <a:gd name="T11" fmla="*/ 44 h 197"/>
                <a:gd name="T12" fmla="*/ 161 w 172"/>
                <a:gd name="T13" fmla="*/ 34 h 197"/>
                <a:gd name="T14" fmla="*/ 161 w 172"/>
                <a:gd name="T15" fmla="*/ 24 h 197"/>
                <a:gd name="T16" fmla="*/ 161 w 172"/>
                <a:gd name="T17" fmla="*/ 20 h 197"/>
                <a:gd name="T18" fmla="*/ 161 w 172"/>
                <a:gd name="T19" fmla="*/ 10 h 197"/>
                <a:gd name="T20" fmla="*/ 151 w 172"/>
                <a:gd name="T21" fmla="*/ 0 h 197"/>
                <a:gd name="T22" fmla="*/ 134 w 172"/>
                <a:gd name="T23" fmla="*/ 0 h 197"/>
                <a:gd name="T24" fmla="*/ 125 w 172"/>
                <a:gd name="T25" fmla="*/ 10 h 197"/>
                <a:gd name="T26" fmla="*/ 125 w 172"/>
                <a:gd name="T27" fmla="*/ 14 h 197"/>
                <a:gd name="T28" fmla="*/ 104 w 172"/>
                <a:gd name="T29" fmla="*/ 14 h 197"/>
                <a:gd name="T30" fmla="*/ 104 w 172"/>
                <a:gd name="T31" fmla="*/ 10 h 197"/>
                <a:gd name="T32" fmla="*/ 95 w 172"/>
                <a:gd name="T33" fmla="*/ 0 h 197"/>
                <a:gd name="T34" fmla="*/ 78 w 172"/>
                <a:gd name="T35" fmla="*/ 0 h 197"/>
                <a:gd name="T36" fmla="*/ 68 w 172"/>
                <a:gd name="T37" fmla="*/ 10 h 197"/>
                <a:gd name="T38" fmla="*/ 68 w 172"/>
                <a:gd name="T39" fmla="*/ 14 h 197"/>
                <a:gd name="T40" fmla="*/ 45 w 172"/>
                <a:gd name="T41" fmla="*/ 14 h 197"/>
                <a:gd name="T42" fmla="*/ 45 w 172"/>
                <a:gd name="T43" fmla="*/ 10 h 197"/>
                <a:gd name="T44" fmla="*/ 35 w 172"/>
                <a:gd name="T45" fmla="*/ 0 h 197"/>
                <a:gd name="T46" fmla="*/ 19 w 172"/>
                <a:gd name="T47" fmla="*/ 0 h 197"/>
                <a:gd name="T48" fmla="*/ 9 w 172"/>
                <a:gd name="T49" fmla="*/ 10 h 197"/>
                <a:gd name="T50" fmla="*/ 9 w 172"/>
                <a:gd name="T51" fmla="*/ 20 h 197"/>
                <a:gd name="T52" fmla="*/ 9 w 172"/>
                <a:gd name="T53" fmla="*/ 24 h 197"/>
                <a:gd name="T54" fmla="*/ 9 w 172"/>
                <a:gd name="T55" fmla="*/ 34 h 197"/>
                <a:gd name="T56" fmla="*/ 13 w 172"/>
                <a:gd name="T57" fmla="*/ 43 h 197"/>
                <a:gd name="T58" fmla="*/ 13 w 172"/>
                <a:gd name="T59" fmla="*/ 43 h 197"/>
                <a:gd name="T60" fmla="*/ 34 w 172"/>
                <a:gd name="T61" fmla="*/ 58 h 197"/>
                <a:gd name="T62" fmla="*/ 33 w 172"/>
                <a:gd name="T63" fmla="*/ 129 h 197"/>
                <a:gd name="T64" fmla="*/ 13 w 172"/>
                <a:gd name="T65" fmla="*/ 151 h 197"/>
                <a:gd name="T66" fmla="*/ 13 w 172"/>
                <a:gd name="T67" fmla="*/ 165 h 197"/>
                <a:gd name="T68" fmla="*/ 10 w 172"/>
                <a:gd name="T69" fmla="*/ 165 h 197"/>
                <a:gd name="T70" fmla="*/ 0 w 172"/>
                <a:gd name="T71" fmla="*/ 176 h 197"/>
                <a:gd name="T72" fmla="*/ 0 w 172"/>
                <a:gd name="T73" fmla="*/ 186 h 197"/>
                <a:gd name="T74" fmla="*/ 10 w 172"/>
                <a:gd name="T75" fmla="*/ 197 h 197"/>
                <a:gd name="T76" fmla="*/ 162 w 172"/>
                <a:gd name="T77" fmla="*/ 197 h 197"/>
                <a:gd name="T78" fmla="*/ 172 w 172"/>
                <a:gd name="T79" fmla="*/ 186 h 197"/>
                <a:gd name="T80" fmla="*/ 172 w 172"/>
                <a:gd name="T81" fmla="*/ 176 h 197"/>
                <a:gd name="T82" fmla="*/ 162 w 172"/>
                <a:gd name="T83" fmla="*/ 16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2" h="197">
                  <a:moveTo>
                    <a:pt x="162" y="165"/>
                  </a:moveTo>
                  <a:cubicBezTo>
                    <a:pt x="158" y="165"/>
                    <a:pt x="158" y="165"/>
                    <a:pt x="158" y="165"/>
                  </a:cubicBezTo>
                  <a:cubicBezTo>
                    <a:pt x="157" y="152"/>
                    <a:pt x="157" y="152"/>
                    <a:pt x="157" y="152"/>
                  </a:cubicBezTo>
                  <a:cubicBezTo>
                    <a:pt x="137" y="129"/>
                    <a:pt x="137" y="129"/>
                    <a:pt x="137" y="129"/>
                  </a:cubicBezTo>
                  <a:cubicBezTo>
                    <a:pt x="137" y="57"/>
                    <a:pt x="137" y="57"/>
                    <a:pt x="137" y="57"/>
                  </a:cubicBezTo>
                  <a:cubicBezTo>
                    <a:pt x="152" y="44"/>
                    <a:pt x="152" y="44"/>
                    <a:pt x="152" y="44"/>
                  </a:cubicBezTo>
                  <a:cubicBezTo>
                    <a:pt x="157" y="44"/>
                    <a:pt x="161" y="40"/>
                    <a:pt x="161" y="34"/>
                  </a:cubicBezTo>
                  <a:cubicBezTo>
                    <a:pt x="161" y="24"/>
                    <a:pt x="161" y="24"/>
                    <a:pt x="161" y="24"/>
                  </a:cubicBezTo>
                  <a:cubicBezTo>
                    <a:pt x="161" y="20"/>
                    <a:pt x="161" y="20"/>
                    <a:pt x="161" y="20"/>
                  </a:cubicBezTo>
                  <a:cubicBezTo>
                    <a:pt x="161" y="10"/>
                    <a:pt x="161" y="10"/>
                    <a:pt x="161" y="10"/>
                  </a:cubicBezTo>
                  <a:cubicBezTo>
                    <a:pt x="161" y="4"/>
                    <a:pt x="157" y="0"/>
                    <a:pt x="151" y="0"/>
                  </a:cubicBezTo>
                  <a:cubicBezTo>
                    <a:pt x="134" y="0"/>
                    <a:pt x="134" y="0"/>
                    <a:pt x="134" y="0"/>
                  </a:cubicBezTo>
                  <a:cubicBezTo>
                    <a:pt x="129" y="0"/>
                    <a:pt x="125" y="4"/>
                    <a:pt x="125" y="10"/>
                  </a:cubicBezTo>
                  <a:cubicBezTo>
                    <a:pt x="125" y="14"/>
                    <a:pt x="125" y="14"/>
                    <a:pt x="125" y="14"/>
                  </a:cubicBezTo>
                  <a:cubicBezTo>
                    <a:pt x="104" y="14"/>
                    <a:pt x="104" y="14"/>
                    <a:pt x="104" y="14"/>
                  </a:cubicBezTo>
                  <a:cubicBezTo>
                    <a:pt x="104" y="10"/>
                    <a:pt x="104" y="10"/>
                    <a:pt x="104" y="10"/>
                  </a:cubicBezTo>
                  <a:cubicBezTo>
                    <a:pt x="104" y="4"/>
                    <a:pt x="100" y="0"/>
                    <a:pt x="95" y="0"/>
                  </a:cubicBezTo>
                  <a:cubicBezTo>
                    <a:pt x="78" y="0"/>
                    <a:pt x="78" y="0"/>
                    <a:pt x="78" y="0"/>
                  </a:cubicBezTo>
                  <a:cubicBezTo>
                    <a:pt x="72" y="0"/>
                    <a:pt x="68" y="4"/>
                    <a:pt x="68" y="10"/>
                  </a:cubicBezTo>
                  <a:cubicBezTo>
                    <a:pt x="68" y="14"/>
                    <a:pt x="68" y="14"/>
                    <a:pt x="68" y="14"/>
                  </a:cubicBezTo>
                  <a:cubicBezTo>
                    <a:pt x="45" y="14"/>
                    <a:pt x="45" y="14"/>
                    <a:pt x="45" y="14"/>
                  </a:cubicBezTo>
                  <a:cubicBezTo>
                    <a:pt x="45" y="10"/>
                    <a:pt x="45" y="10"/>
                    <a:pt x="45" y="10"/>
                  </a:cubicBezTo>
                  <a:cubicBezTo>
                    <a:pt x="45" y="4"/>
                    <a:pt x="41" y="0"/>
                    <a:pt x="35" y="0"/>
                  </a:cubicBezTo>
                  <a:cubicBezTo>
                    <a:pt x="19" y="0"/>
                    <a:pt x="19" y="0"/>
                    <a:pt x="19" y="0"/>
                  </a:cubicBezTo>
                  <a:cubicBezTo>
                    <a:pt x="13" y="0"/>
                    <a:pt x="9" y="4"/>
                    <a:pt x="9" y="10"/>
                  </a:cubicBezTo>
                  <a:cubicBezTo>
                    <a:pt x="9" y="20"/>
                    <a:pt x="9" y="20"/>
                    <a:pt x="9" y="20"/>
                  </a:cubicBezTo>
                  <a:cubicBezTo>
                    <a:pt x="9" y="24"/>
                    <a:pt x="9" y="24"/>
                    <a:pt x="9" y="24"/>
                  </a:cubicBezTo>
                  <a:cubicBezTo>
                    <a:pt x="9" y="34"/>
                    <a:pt x="9" y="34"/>
                    <a:pt x="9" y="34"/>
                  </a:cubicBezTo>
                  <a:cubicBezTo>
                    <a:pt x="9" y="38"/>
                    <a:pt x="11" y="41"/>
                    <a:pt x="13" y="43"/>
                  </a:cubicBezTo>
                  <a:cubicBezTo>
                    <a:pt x="13" y="43"/>
                    <a:pt x="13" y="43"/>
                    <a:pt x="13" y="43"/>
                  </a:cubicBezTo>
                  <a:cubicBezTo>
                    <a:pt x="34" y="58"/>
                    <a:pt x="34" y="58"/>
                    <a:pt x="34" y="58"/>
                  </a:cubicBezTo>
                  <a:cubicBezTo>
                    <a:pt x="33" y="129"/>
                    <a:pt x="33" y="129"/>
                    <a:pt x="33" y="129"/>
                  </a:cubicBezTo>
                  <a:cubicBezTo>
                    <a:pt x="13" y="151"/>
                    <a:pt x="13" y="151"/>
                    <a:pt x="13" y="151"/>
                  </a:cubicBezTo>
                  <a:cubicBezTo>
                    <a:pt x="13" y="165"/>
                    <a:pt x="13" y="165"/>
                    <a:pt x="13" y="165"/>
                  </a:cubicBezTo>
                  <a:cubicBezTo>
                    <a:pt x="10" y="165"/>
                    <a:pt x="10" y="165"/>
                    <a:pt x="10" y="165"/>
                  </a:cubicBezTo>
                  <a:cubicBezTo>
                    <a:pt x="5" y="165"/>
                    <a:pt x="0" y="170"/>
                    <a:pt x="0" y="176"/>
                  </a:cubicBezTo>
                  <a:cubicBezTo>
                    <a:pt x="0" y="186"/>
                    <a:pt x="0" y="186"/>
                    <a:pt x="0" y="186"/>
                  </a:cubicBezTo>
                  <a:cubicBezTo>
                    <a:pt x="0" y="192"/>
                    <a:pt x="5" y="197"/>
                    <a:pt x="10" y="197"/>
                  </a:cubicBezTo>
                  <a:cubicBezTo>
                    <a:pt x="162" y="197"/>
                    <a:pt x="162" y="197"/>
                    <a:pt x="162" y="197"/>
                  </a:cubicBezTo>
                  <a:cubicBezTo>
                    <a:pt x="167" y="197"/>
                    <a:pt x="172" y="192"/>
                    <a:pt x="172" y="186"/>
                  </a:cubicBezTo>
                  <a:cubicBezTo>
                    <a:pt x="172" y="176"/>
                    <a:pt x="172" y="176"/>
                    <a:pt x="172" y="176"/>
                  </a:cubicBezTo>
                  <a:cubicBezTo>
                    <a:pt x="172" y="170"/>
                    <a:pt x="167" y="165"/>
                    <a:pt x="162"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3743" tIns="41872" rIns="83743" bIns="41872" numCol="1" anchor="t" anchorCtr="0" compatLnSpc="1">
              <a:prstTxWarp prst="textNoShape">
                <a:avLst/>
              </a:prstTxWarp>
            </a:bodyPr>
            <a:lstStyle/>
            <a:p>
              <a:pPr algn="just">
                <a:lnSpc>
                  <a:spcPct val="120000"/>
                </a:lnSpc>
              </a:pPr>
              <a:endParaRPr lang="en-GB" sz="900">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33" name="矩形 32"/>
          <p:cNvSpPr/>
          <p:nvPr/>
        </p:nvSpPr>
        <p:spPr>
          <a:xfrm>
            <a:off x="1944365" y="1662354"/>
            <a:ext cx="5680419" cy="2400657"/>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a:lnSpc>
                <a:spcPct val="150000"/>
              </a:lnSpc>
            </a:pPr>
            <a:r>
              <a:rPr lang="en-US" altLang="zh-CN" sz="2000" b="1" dirty="0">
                <a:solidFill>
                  <a:prstClr val="black"/>
                </a:solidFill>
              </a:rPr>
              <a:t>#</a:t>
            </a:r>
            <a:r>
              <a:rPr lang="en-US" altLang="zh-CN" sz="2000" b="1" dirty="0" err="1">
                <a:solidFill>
                  <a:prstClr val="black"/>
                </a:solidFill>
              </a:rPr>
              <a:t>ifndef</a:t>
            </a:r>
            <a:r>
              <a:rPr lang="en-US" altLang="zh-CN" sz="2000" b="1" dirty="0">
                <a:solidFill>
                  <a:prstClr val="black"/>
                </a:solidFill>
              </a:rPr>
              <a:t> __TIMER_H</a:t>
            </a:r>
          </a:p>
          <a:p>
            <a:pPr lvl="0">
              <a:lnSpc>
                <a:spcPct val="150000"/>
              </a:lnSpc>
            </a:pPr>
            <a:r>
              <a:rPr lang="en-US" altLang="zh-CN" sz="2000" b="1" dirty="0">
                <a:solidFill>
                  <a:prstClr val="black"/>
                </a:solidFill>
              </a:rPr>
              <a:t>#define __TIMER_H</a:t>
            </a:r>
          </a:p>
          <a:p>
            <a:pPr lvl="0">
              <a:lnSpc>
                <a:spcPct val="150000"/>
              </a:lnSpc>
            </a:pPr>
            <a:r>
              <a:rPr lang="en-US" altLang="zh-CN" sz="2000" b="1" dirty="0">
                <a:solidFill>
                  <a:prstClr val="black"/>
                </a:solidFill>
              </a:rPr>
              <a:t>#include "stm32f10x.h"</a:t>
            </a:r>
          </a:p>
          <a:p>
            <a:pPr lvl="0">
              <a:lnSpc>
                <a:spcPct val="150000"/>
              </a:lnSpc>
            </a:pPr>
            <a:r>
              <a:rPr lang="en-US" altLang="zh-CN" sz="2000" b="1" dirty="0">
                <a:solidFill>
                  <a:prstClr val="black"/>
                </a:solidFill>
              </a:rPr>
              <a:t>void TIM3_PWM_Init(u16 arr,u16 </a:t>
            </a:r>
            <a:r>
              <a:rPr lang="en-US" altLang="zh-CN" sz="2000" b="1" dirty="0" err="1">
                <a:solidFill>
                  <a:prstClr val="black"/>
                </a:solidFill>
              </a:rPr>
              <a:t>psc</a:t>
            </a:r>
            <a:r>
              <a:rPr lang="en-US" altLang="zh-CN" sz="2000" b="1" dirty="0">
                <a:solidFill>
                  <a:prstClr val="black"/>
                </a:solidFill>
              </a:rPr>
              <a:t>);</a:t>
            </a:r>
          </a:p>
          <a:p>
            <a:pPr lvl="0">
              <a:lnSpc>
                <a:spcPct val="150000"/>
              </a:lnSpc>
            </a:pPr>
            <a:r>
              <a:rPr lang="en-US" altLang="zh-CN" sz="2000" b="1" dirty="0">
                <a:solidFill>
                  <a:prstClr val="black"/>
                </a:solidFill>
              </a:rPr>
              <a:t>#</a:t>
            </a:r>
            <a:r>
              <a:rPr lang="en-US" altLang="zh-CN" sz="2000" b="1" dirty="0" err="1">
                <a:solidFill>
                  <a:prstClr val="black"/>
                </a:solidFill>
              </a:rPr>
              <a:t>endif</a:t>
            </a:r>
            <a:endParaRPr lang="en-US" altLang="zh-CN" sz="2000" b="1" dirty="0">
              <a:solidFill>
                <a:prstClr val="black"/>
              </a:solidFill>
            </a:endParaRPr>
          </a:p>
        </p:txBody>
      </p:sp>
    </p:spTree>
    <p:extLst>
      <p:ext uri="{BB962C8B-B14F-4D97-AF65-F5344CB8AC3E}">
        <p14:creationId xmlns:p14="http://schemas.microsoft.com/office/powerpoint/2010/main" val="435915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287981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2797304" cy="461665"/>
          </a:xfrm>
          <a:prstGeom prst="rect">
            <a:avLst/>
          </a:prstGeom>
        </p:spPr>
        <p:txBody>
          <a:bodyPr wrap="none">
            <a:spAutoFit/>
          </a:bodyPr>
          <a:lstStyle/>
          <a:p>
            <a:r>
              <a:rPr lang="en-GB" altLang="zh-CN" sz="2400" b="1" dirty="0">
                <a:solidFill>
                  <a:schemeClr val="bg1"/>
                </a:solidFill>
                <a:latin typeface="微软雅黑" pitchFamily="34" charset="-122"/>
                <a:ea typeface="微软雅黑" pitchFamily="34" charset="-122"/>
              </a:rPr>
              <a:t>9.4 </a:t>
            </a:r>
            <a:r>
              <a:rPr lang="en-GB" altLang="zh-CN" sz="2400" b="1" dirty="0" err="1">
                <a:solidFill>
                  <a:schemeClr val="bg1"/>
                </a:solidFill>
                <a:latin typeface="微软雅黑" pitchFamily="34" charset="-122"/>
                <a:ea typeface="微软雅黑" pitchFamily="34" charset="-122"/>
              </a:rPr>
              <a:t>SysTick</a:t>
            </a:r>
            <a:r>
              <a:rPr lang="zh-CN" altLang="en-US" sz="2400" b="1" dirty="0">
                <a:solidFill>
                  <a:schemeClr val="bg1"/>
                </a:solidFill>
                <a:latin typeface="微软雅黑" pitchFamily="34" charset="-122"/>
                <a:ea typeface="微软雅黑" pitchFamily="34" charset="-122"/>
              </a:rPr>
              <a:t>定时器</a:t>
            </a:r>
            <a:endParaRPr lang="zh-CN" altLang="zh-CN" sz="2400" b="1" dirty="0">
              <a:solidFill>
                <a:schemeClr val="bg1"/>
              </a:solidFill>
              <a:latin typeface="微软雅黑" pitchFamily="34" charset="-122"/>
              <a:ea typeface="微软雅黑" pitchFamily="34" charset="-122"/>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矩形 5"/>
          <p:cNvSpPr/>
          <p:nvPr/>
        </p:nvSpPr>
        <p:spPr>
          <a:xfrm>
            <a:off x="506823" y="937997"/>
            <a:ext cx="4303931" cy="2169825"/>
          </a:xfrm>
          <a:prstGeom prst="rect">
            <a:avLst/>
          </a:prstGeom>
          <a:solidFill>
            <a:schemeClr val="accent3">
              <a:lumMod val="20000"/>
              <a:lumOff val="80000"/>
            </a:schemeClr>
          </a:solidFill>
        </p:spPr>
        <p:txBody>
          <a:bodyPr wrap="square">
            <a:spAutoFit/>
          </a:bodyPr>
          <a:lstStyle/>
          <a:p>
            <a:pPr marL="285750" indent="-285750">
              <a:lnSpc>
                <a:spcPct val="125000"/>
              </a:lnSpc>
              <a:buBlip>
                <a:blip r:embed="rId2"/>
              </a:buBlip>
            </a:pPr>
            <a:r>
              <a:rPr lang="en-US" altLang="zh-CN" b="1" dirty="0" smtClean="0"/>
              <a:t>Cortex-M3</a:t>
            </a:r>
            <a:r>
              <a:rPr lang="zh-CN" altLang="en-US" b="1" dirty="0"/>
              <a:t>内核</a:t>
            </a:r>
            <a:r>
              <a:rPr lang="zh-CN" altLang="en-US" b="1" dirty="0" smtClean="0"/>
              <a:t>中的</a:t>
            </a:r>
            <a:r>
              <a:rPr lang="en-US" altLang="zh-CN" b="1" dirty="0" err="1" smtClean="0"/>
              <a:t>SysTick</a:t>
            </a:r>
            <a:r>
              <a:rPr lang="zh-CN" altLang="en-US" b="1" dirty="0"/>
              <a:t>定时器，是一个</a:t>
            </a:r>
            <a:r>
              <a:rPr lang="en-US" altLang="zh-CN" b="1" dirty="0"/>
              <a:t>24</a:t>
            </a:r>
            <a:r>
              <a:rPr lang="zh-CN" altLang="en-US" b="1" dirty="0"/>
              <a:t>位的从重载值向下递减到</a:t>
            </a:r>
            <a:r>
              <a:rPr lang="en-US" altLang="zh-CN" b="1" dirty="0"/>
              <a:t>0</a:t>
            </a:r>
            <a:r>
              <a:rPr lang="zh-CN" altLang="en-US" b="1" dirty="0"/>
              <a:t>的计数器</a:t>
            </a:r>
            <a:r>
              <a:rPr lang="zh-CN" altLang="en-US" b="1" dirty="0" smtClean="0"/>
              <a:t>，是</a:t>
            </a:r>
            <a:r>
              <a:rPr lang="en-US" altLang="zh-CN" b="1" dirty="0"/>
              <a:t>NVIC</a:t>
            </a:r>
            <a:r>
              <a:rPr lang="zh-CN" altLang="en-US" b="1" dirty="0"/>
              <a:t>的一部分，根植于</a:t>
            </a:r>
            <a:r>
              <a:rPr lang="en-US" altLang="zh-CN" b="1" dirty="0" smtClean="0"/>
              <a:t>NVIC</a:t>
            </a:r>
            <a:r>
              <a:rPr lang="zh-CN" altLang="en-US" b="1" dirty="0" smtClean="0"/>
              <a:t>；</a:t>
            </a:r>
            <a:endParaRPr lang="en-US" altLang="zh-CN" b="1" dirty="0" smtClean="0"/>
          </a:p>
          <a:p>
            <a:pPr marL="285750" indent="-285750">
              <a:lnSpc>
                <a:spcPct val="125000"/>
              </a:lnSpc>
              <a:buBlip>
                <a:blip r:embed="rId2"/>
              </a:buBlip>
            </a:pPr>
            <a:r>
              <a:rPr lang="zh-CN" altLang="en-US" b="1" dirty="0" smtClean="0"/>
              <a:t>常用</a:t>
            </a:r>
            <a:r>
              <a:rPr lang="zh-CN" altLang="en-US" b="1" dirty="0"/>
              <a:t>于精确定时，为操作系统提供必要的时钟节拍，为</a:t>
            </a:r>
            <a:r>
              <a:rPr lang="en-US" altLang="zh-CN" b="1" dirty="0"/>
              <a:t>RTOS</a:t>
            </a:r>
            <a:r>
              <a:rPr lang="zh-CN" altLang="en-US" b="1" dirty="0"/>
              <a:t>的任务调度提供一个有节奏的“心跳”</a:t>
            </a:r>
            <a:r>
              <a:rPr lang="zh-CN" altLang="en-US" b="1" dirty="0" smtClean="0"/>
              <a:t>。</a:t>
            </a:r>
            <a:endParaRPr lang="zh-CN" altLang="en-US" b="1" dirty="0"/>
          </a:p>
        </p:txBody>
      </p:sp>
      <p:sp>
        <p:nvSpPr>
          <p:cNvPr id="8" name="矩形 7"/>
          <p:cNvSpPr/>
          <p:nvPr/>
        </p:nvSpPr>
        <p:spPr>
          <a:xfrm>
            <a:off x="5107413" y="937996"/>
            <a:ext cx="3672408" cy="2169825"/>
          </a:xfrm>
          <a:prstGeom prst="rect">
            <a:avLst/>
          </a:prstGeom>
          <a:solidFill>
            <a:schemeClr val="accent4">
              <a:lumMod val="20000"/>
              <a:lumOff val="80000"/>
            </a:schemeClr>
          </a:solidFill>
        </p:spPr>
        <p:txBody>
          <a:bodyPr wrap="square">
            <a:spAutoFit/>
          </a:bodyPr>
          <a:lstStyle/>
          <a:p>
            <a:pPr lvl="0">
              <a:lnSpc>
                <a:spcPct val="125000"/>
              </a:lnSpc>
            </a:pPr>
            <a:r>
              <a:rPr lang="en-US" altLang="zh-CN" b="1" dirty="0" err="1">
                <a:solidFill>
                  <a:prstClr val="black"/>
                </a:solidFill>
              </a:rPr>
              <a:t>SysTick</a:t>
            </a:r>
            <a:r>
              <a:rPr lang="zh-CN" altLang="en-US" b="1" dirty="0">
                <a:solidFill>
                  <a:prstClr val="black"/>
                </a:solidFill>
              </a:rPr>
              <a:t>定时器一共有四个寄存器，分别</a:t>
            </a:r>
            <a:r>
              <a:rPr lang="zh-CN" altLang="en-US" b="1" dirty="0" smtClean="0">
                <a:solidFill>
                  <a:prstClr val="black"/>
                </a:solidFill>
              </a:rPr>
              <a:t>是</a:t>
            </a:r>
            <a:endParaRPr lang="en-US" altLang="zh-CN" b="1" dirty="0" smtClean="0">
              <a:solidFill>
                <a:prstClr val="black"/>
              </a:solidFill>
            </a:endParaRPr>
          </a:p>
          <a:p>
            <a:pPr marL="285750" lvl="0" indent="-285750">
              <a:lnSpc>
                <a:spcPct val="125000"/>
              </a:lnSpc>
              <a:buBlip>
                <a:blip r:embed="rId3"/>
              </a:buBlip>
            </a:pPr>
            <a:r>
              <a:rPr lang="en-US" altLang="zh-CN" b="1" dirty="0" err="1" smtClean="0">
                <a:solidFill>
                  <a:prstClr val="black"/>
                </a:solidFill>
              </a:rPr>
              <a:t>SysTick</a:t>
            </a:r>
            <a:r>
              <a:rPr lang="zh-CN" altLang="en-US" b="1" dirty="0">
                <a:solidFill>
                  <a:prstClr val="black"/>
                </a:solidFill>
              </a:rPr>
              <a:t>控制及状态寄存器</a:t>
            </a:r>
            <a:r>
              <a:rPr lang="en-US" altLang="zh-CN" b="1" dirty="0" smtClean="0">
                <a:solidFill>
                  <a:prstClr val="black"/>
                </a:solidFill>
              </a:rPr>
              <a:t>CTRL</a:t>
            </a:r>
          </a:p>
          <a:p>
            <a:pPr marL="285750" lvl="0" indent="-285750">
              <a:lnSpc>
                <a:spcPct val="125000"/>
              </a:lnSpc>
              <a:buBlip>
                <a:blip r:embed="rId3"/>
              </a:buBlip>
            </a:pPr>
            <a:r>
              <a:rPr lang="en-US" altLang="zh-CN" b="1" dirty="0" err="1" smtClean="0">
                <a:solidFill>
                  <a:prstClr val="black"/>
                </a:solidFill>
              </a:rPr>
              <a:t>SysTick</a:t>
            </a:r>
            <a:r>
              <a:rPr lang="zh-CN" altLang="en-US" b="1" dirty="0">
                <a:solidFill>
                  <a:prstClr val="black"/>
                </a:solidFill>
              </a:rPr>
              <a:t>重装载数值寄存器</a:t>
            </a:r>
            <a:r>
              <a:rPr lang="en-US" altLang="zh-CN" b="1" dirty="0" smtClean="0">
                <a:solidFill>
                  <a:prstClr val="black"/>
                </a:solidFill>
              </a:rPr>
              <a:t>LOAD</a:t>
            </a:r>
          </a:p>
          <a:p>
            <a:pPr marL="285750" lvl="0" indent="-285750">
              <a:lnSpc>
                <a:spcPct val="125000"/>
              </a:lnSpc>
              <a:buBlip>
                <a:blip r:embed="rId3"/>
              </a:buBlip>
            </a:pPr>
            <a:r>
              <a:rPr lang="en-US" altLang="zh-CN" b="1" dirty="0" err="1" smtClean="0">
                <a:solidFill>
                  <a:prstClr val="black"/>
                </a:solidFill>
              </a:rPr>
              <a:t>SysTick</a:t>
            </a:r>
            <a:r>
              <a:rPr lang="zh-CN" altLang="en-US" b="1" dirty="0">
                <a:solidFill>
                  <a:prstClr val="black"/>
                </a:solidFill>
              </a:rPr>
              <a:t>当前数值寄存器</a:t>
            </a:r>
            <a:r>
              <a:rPr lang="en-US" altLang="zh-CN" b="1" dirty="0" smtClean="0">
                <a:solidFill>
                  <a:prstClr val="black"/>
                </a:solidFill>
              </a:rPr>
              <a:t>VAL</a:t>
            </a:r>
          </a:p>
          <a:p>
            <a:pPr marL="285750" lvl="0" indent="-285750">
              <a:lnSpc>
                <a:spcPct val="125000"/>
              </a:lnSpc>
              <a:buBlip>
                <a:blip r:embed="rId3"/>
              </a:buBlip>
            </a:pPr>
            <a:r>
              <a:rPr lang="en-US" altLang="zh-CN" b="1" dirty="0" err="1" smtClean="0">
                <a:solidFill>
                  <a:prstClr val="black"/>
                </a:solidFill>
              </a:rPr>
              <a:t>SysTick</a:t>
            </a:r>
            <a:r>
              <a:rPr lang="zh-CN" altLang="en-US" b="1" dirty="0">
                <a:solidFill>
                  <a:prstClr val="black"/>
                </a:solidFill>
              </a:rPr>
              <a:t>校准数值寄存器</a:t>
            </a:r>
            <a:r>
              <a:rPr lang="en-US" altLang="zh-CN" b="1" dirty="0" smtClean="0">
                <a:solidFill>
                  <a:prstClr val="black"/>
                </a:solidFill>
              </a:rPr>
              <a:t>CALIB</a:t>
            </a:r>
            <a:r>
              <a:rPr lang="zh-CN" altLang="en-US" b="1" dirty="0" smtClean="0">
                <a:solidFill>
                  <a:prstClr val="black"/>
                </a:solidFill>
              </a:rPr>
              <a:t>。</a:t>
            </a:r>
            <a:endParaRPr lang="zh-CN" altLang="en-US" b="1" dirty="0">
              <a:solidFill>
                <a:prstClr val="black"/>
              </a:solidFill>
            </a:endParaRPr>
          </a:p>
        </p:txBody>
      </p:sp>
      <p:pic>
        <p:nvPicPr>
          <p:cNvPr id="9" name="图片 8" descr="C:\Users\TF\Desktop\systick寄存器2.png"/>
          <p:cNvPicPr/>
          <p:nvPr/>
        </p:nvPicPr>
        <p:blipFill>
          <a:blip r:embed="rId4">
            <a:extLst>
              <a:ext uri="{28A0092B-C50C-407E-A947-70E740481C1C}">
                <a14:useLocalDpi xmlns:a14="http://schemas.microsoft.com/office/drawing/2010/main" val="0"/>
              </a:ext>
            </a:extLst>
          </a:blip>
          <a:srcRect/>
          <a:stretch>
            <a:fillRect/>
          </a:stretch>
        </p:blipFill>
        <p:spPr bwMode="auto">
          <a:xfrm>
            <a:off x="1223628" y="3116708"/>
            <a:ext cx="6912768" cy="1748058"/>
          </a:xfrm>
          <a:prstGeom prst="rect">
            <a:avLst/>
          </a:prstGeom>
          <a:noFill/>
          <a:ln>
            <a:noFill/>
          </a:ln>
        </p:spPr>
      </p:pic>
    </p:spTree>
    <p:extLst>
      <p:ext uri="{BB962C8B-B14F-4D97-AF65-F5344CB8AC3E}">
        <p14:creationId xmlns:p14="http://schemas.microsoft.com/office/powerpoint/2010/main" val="174832033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287981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2797304" cy="461665"/>
          </a:xfrm>
          <a:prstGeom prst="rect">
            <a:avLst/>
          </a:prstGeom>
        </p:spPr>
        <p:txBody>
          <a:bodyPr wrap="none">
            <a:spAutoFit/>
          </a:bodyPr>
          <a:lstStyle/>
          <a:p>
            <a:r>
              <a:rPr lang="en-GB" altLang="zh-CN" sz="2400" b="1" dirty="0">
                <a:solidFill>
                  <a:schemeClr val="bg1"/>
                </a:solidFill>
                <a:latin typeface="微软雅黑" pitchFamily="34" charset="-122"/>
                <a:ea typeface="微软雅黑" pitchFamily="34" charset="-122"/>
              </a:rPr>
              <a:t>9.4 </a:t>
            </a:r>
            <a:r>
              <a:rPr lang="en-GB" altLang="zh-CN" sz="2400" b="1" dirty="0" err="1">
                <a:solidFill>
                  <a:schemeClr val="bg1"/>
                </a:solidFill>
                <a:latin typeface="微软雅黑" pitchFamily="34" charset="-122"/>
                <a:ea typeface="微软雅黑" pitchFamily="34" charset="-122"/>
              </a:rPr>
              <a:t>SysTick</a:t>
            </a:r>
            <a:r>
              <a:rPr lang="zh-CN" altLang="en-US" sz="2400" b="1" dirty="0">
                <a:solidFill>
                  <a:schemeClr val="bg1"/>
                </a:solidFill>
                <a:latin typeface="微软雅黑" pitchFamily="34" charset="-122"/>
                <a:ea typeface="微软雅黑" pitchFamily="34" charset="-122"/>
              </a:rPr>
              <a:t>定时器</a:t>
            </a:r>
            <a:endParaRPr lang="zh-CN" altLang="zh-CN" sz="2400" b="1" dirty="0">
              <a:solidFill>
                <a:schemeClr val="bg1"/>
              </a:solidFill>
              <a:latin typeface="微软雅黑" pitchFamily="34" charset="-122"/>
              <a:ea typeface="微软雅黑" pitchFamily="34" charset="-122"/>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矩形 5"/>
          <p:cNvSpPr/>
          <p:nvPr/>
        </p:nvSpPr>
        <p:spPr>
          <a:xfrm>
            <a:off x="863588" y="987574"/>
            <a:ext cx="7665577" cy="1823576"/>
          </a:xfrm>
          <a:prstGeom prst="rect">
            <a:avLst/>
          </a:prstGeom>
          <a:solidFill>
            <a:schemeClr val="accent5">
              <a:lumMod val="20000"/>
              <a:lumOff val="80000"/>
            </a:schemeClr>
          </a:solidFill>
        </p:spPr>
        <p:txBody>
          <a:bodyPr wrap="square">
            <a:spAutoFit/>
          </a:bodyPr>
          <a:lstStyle/>
          <a:p>
            <a:pPr marL="285750" indent="-285750">
              <a:lnSpc>
                <a:spcPct val="125000"/>
              </a:lnSpc>
              <a:buBlip>
                <a:blip r:embed="rId2"/>
              </a:buBlip>
            </a:pPr>
            <a:r>
              <a:rPr lang="en-US" altLang="zh-CN" b="1" dirty="0" err="1"/>
              <a:t>SysTick</a:t>
            </a:r>
            <a:r>
              <a:rPr lang="zh-CN" altLang="en-US" b="1" dirty="0"/>
              <a:t>定时器的时钟源可以是内部时钟（</a:t>
            </a:r>
            <a:r>
              <a:rPr lang="en-US" altLang="zh-CN" b="1" dirty="0"/>
              <a:t>FCLK</a:t>
            </a:r>
            <a:r>
              <a:rPr lang="zh-CN" altLang="en-US" b="1" dirty="0"/>
              <a:t>）或者是外部</a:t>
            </a:r>
            <a:r>
              <a:rPr lang="zh-CN" altLang="en-US" b="1" dirty="0" smtClean="0"/>
              <a:t>时钟，系统</a:t>
            </a:r>
            <a:r>
              <a:rPr lang="zh-CN" altLang="en-US" b="1" dirty="0"/>
              <a:t>默认的</a:t>
            </a:r>
            <a:r>
              <a:rPr lang="en-US" altLang="zh-CN" b="1" dirty="0" err="1"/>
              <a:t>SysTick</a:t>
            </a:r>
            <a:r>
              <a:rPr lang="zh-CN" altLang="en-US" b="1" dirty="0"/>
              <a:t>定时器是由</a:t>
            </a:r>
            <a:r>
              <a:rPr lang="en-US" altLang="zh-CN" b="1" dirty="0"/>
              <a:t>AHB</a:t>
            </a:r>
            <a:r>
              <a:rPr lang="zh-CN" altLang="en-US" b="1" dirty="0"/>
              <a:t>时钟（</a:t>
            </a:r>
            <a:r>
              <a:rPr lang="en-US" altLang="zh-CN" b="1" dirty="0"/>
              <a:t>HCLK</a:t>
            </a:r>
            <a:r>
              <a:rPr lang="zh-CN" altLang="en-US" b="1" dirty="0"/>
              <a:t>）</a:t>
            </a:r>
            <a:r>
              <a:rPr lang="en-US" altLang="zh-CN" b="1" dirty="0"/>
              <a:t>8</a:t>
            </a:r>
            <a:r>
              <a:rPr lang="zh-CN" altLang="en-US" b="1" dirty="0"/>
              <a:t>分频得到的，即</a:t>
            </a:r>
            <a:r>
              <a:rPr lang="en-US" altLang="zh-CN" b="1" dirty="0" err="1"/>
              <a:t>SysTick</a:t>
            </a:r>
            <a:r>
              <a:rPr lang="zh-CN" altLang="en-US" b="1" dirty="0"/>
              <a:t>的频率为</a:t>
            </a:r>
            <a:r>
              <a:rPr lang="en-US" altLang="zh-CN" b="1" dirty="0" smtClean="0"/>
              <a:t>9MHz</a:t>
            </a:r>
            <a:r>
              <a:rPr lang="zh-CN" altLang="en-US" b="1" dirty="0" smtClean="0"/>
              <a:t>。</a:t>
            </a:r>
            <a:r>
              <a:rPr lang="en-US" altLang="zh-CN" b="1" dirty="0" err="1" smtClean="0"/>
              <a:t>SysTick</a:t>
            </a:r>
            <a:r>
              <a:rPr lang="zh-CN" altLang="en-US" b="1" dirty="0"/>
              <a:t>定时器从设定的初值计数到</a:t>
            </a:r>
            <a:r>
              <a:rPr lang="en-US" altLang="zh-CN" b="1" dirty="0"/>
              <a:t>0</a:t>
            </a:r>
            <a:r>
              <a:rPr lang="zh-CN" altLang="en-US" b="1" dirty="0"/>
              <a:t>时，会自动重装初值继续计数，同时触发中断，因此，只需确定计数的次数就可以精确得到延迟时间。</a:t>
            </a:r>
          </a:p>
        </p:txBody>
      </p:sp>
      <p:pic>
        <p:nvPicPr>
          <p:cNvPr id="10" name="图片 9" descr="sysTick时钟图"/>
          <p:cNvPicPr/>
          <p:nvPr/>
        </p:nvPicPr>
        <p:blipFill>
          <a:blip r:embed="rId3"/>
          <a:stretch>
            <a:fillRect/>
          </a:stretch>
        </p:blipFill>
        <p:spPr>
          <a:xfrm>
            <a:off x="1871700" y="2967794"/>
            <a:ext cx="5256584" cy="1836204"/>
          </a:xfrm>
          <a:prstGeom prst="rect">
            <a:avLst/>
          </a:prstGeom>
        </p:spPr>
      </p:pic>
    </p:spTree>
    <p:extLst>
      <p:ext uri="{BB962C8B-B14F-4D97-AF65-F5344CB8AC3E}">
        <p14:creationId xmlns:p14="http://schemas.microsoft.com/office/powerpoint/2010/main" val="378997786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287981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2797304" cy="461665"/>
          </a:xfrm>
          <a:prstGeom prst="rect">
            <a:avLst/>
          </a:prstGeom>
        </p:spPr>
        <p:txBody>
          <a:bodyPr wrap="none">
            <a:spAutoFit/>
          </a:bodyPr>
          <a:lstStyle/>
          <a:p>
            <a:r>
              <a:rPr lang="en-GB" altLang="zh-CN" sz="2400" b="1" dirty="0">
                <a:solidFill>
                  <a:schemeClr val="bg1"/>
                </a:solidFill>
                <a:latin typeface="微软雅黑" pitchFamily="34" charset="-122"/>
                <a:ea typeface="微软雅黑" pitchFamily="34" charset="-122"/>
              </a:rPr>
              <a:t>9.4 </a:t>
            </a:r>
            <a:r>
              <a:rPr lang="en-GB" altLang="zh-CN" sz="2400" b="1" dirty="0" err="1">
                <a:solidFill>
                  <a:schemeClr val="bg1"/>
                </a:solidFill>
                <a:latin typeface="微软雅黑" pitchFamily="34" charset="-122"/>
                <a:ea typeface="微软雅黑" pitchFamily="34" charset="-122"/>
              </a:rPr>
              <a:t>SysTick</a:t>
            </a:r>
            <a:r>
              <a:rPr lang="zh-CN" altLang="en-US" sz="2400" b="1" dirty="0">
                <a:solidFill>
                  <a:schemeClr val="bg1"/>
                </a:solidFill>
                <a:latin typeface="微软雅黑" pitchFamily="34" charset="-122"/>
                <a:ea typeface="微软雅黑" pitchFamily="34" charset="-122"/>
              </a:rPr>
              <a:t>定时器</a:t>
            </a:r>
            <a:endParaRPr lang="zh-CN" altLang="zh-CN" sz="2400" b="1" dirty="0">
              <a:solidFill>
                <a:schemeClr val="bg1"/>
              </a:solidFill>
              <a:latin typeface="微软雅黑" pitchFamily="34" charset="-122"/>
              <a:ea typeface="微软雅黑" pitchFamily="34" charset="-122"/>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图示 2"/>
          <p:cNvGraphicFramePr/>
          <p:nvPr>
            <p:extLst>
              <p:ext uri="{D42A27DB-BD31-4B8C-83A1-F6EECF244321}">
                <p14:modId xmlns:p14="http://schemas.microsoft.com/office/powerpoint/2010/main" val="2605825057"/>
              </p:ext>
            </p:extLst>
          </p:nvPr>
        </p:nvGraphicFramePr>
        <p:xfrm>
          <a:off x="1835696" y="1743658"/>
          <a:ext cx="6096000" cy="21760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1285523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37480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270849" cy="461665"/>
          </a:xfrm>
          <a:prstGeom prst="rect">
            <a:avLst/>
          </a:prstGeom>
        </p:spPr>
        <p:txBody>
          <a:bodyPr wrap="none">
            <a:spAutoFit/>
          </a:bodyPr>
          <a:lstStyle/>
          <a:p>
            <a:r>
              <a:rPr lang="en-US" altLang="zh-CN" sz="2400" b="1" dirty="0">
                <a:solidFill>
                  <a:schemeClr val="bg1"/>
                </a:solidFill>
              </a:rPr>
              <a:t>9.4.1 </a:t>
            </a:r>
            <a:r>
              <a:rPr lang="en-US" altLang="zh-CN" sz="2400" b="1" dirty="0" err="1">
                <a:solidFill>
                  <a:schemeClr val="bg1"/>
                </a:solidFill>
              </a:rPr>
              <a:t>SysTick</a:t>
            </a:r>
            <a:r>
              <a:rPr lang="zh-CN" altLang="en-US" sz="2400" b="1" dirty="0">
                <a:solidFill>
                  <a:schemeClr val="bg1"/>
                </a:solidFill>
              </a:rPr>
              <a:t>的标准外设库函数</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494559" y="1707654"/>
            <a:ext cx="8154881" cy="2516073"/>
          </a:xfrm>
          <a:prstGeom prst="rect">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GB" altLang="zh-CN" b="1" dirty="0" err="1" smtClean="0">
                <a:solidFill>
                  <a:prstClr val="black"/>
                </a:solidFill>
              </a:rPr>
              <a:t>typedef</a:t>
            </a:r>
            <a:r>
              <a:rPr lang="en-GB" altLang="zh-CN" b="1" dirty="0" smtClean="0">
                <a:solidFill>
                  <a:prstClr val="black"/>
                </a:solidFill>
              </a:rPr>
              <a:t> </a:t>
            </a:r>
            <a:r>
              <a:rPr lang="en-GB" altLang="zh-CN" b="1" dirty="0" err="1">
                <a:solidFill>
                  <a:prstClr val="black"/>
                </a:solidFill>
              </a:rPr>
              <a:t>struct</a:t>
            </a:r>
            <a:endParaRPr lang="en-GB" altLang="zh-CN" b="1" dirty="0">
              <a:solidFill>
                <a:prstClr val="black"/>
              </a:solidFill>
            </a:endParaRPr>
          </a:p>
          <a:p>
            <a:pPr>
              <a:lnSpc>
                <a:spcPct val="125000"/>
              </a:lnSpc>
            </a:pPr>
            <a:r>
              <a:rPr lang="en-GB" altLang="zh-CN" b="1" dirty="0">
                <a:solidFill>
                  <a:prstClr val="black"/>
                </a:solidFill>
              </a:rPr>
              <a:t>{</a:t>
            </a:r>
          </a:p>
          <a:p>
            <a:pPr>
              <a:lnSpc>
                <a:spcPct val="125000"/>
              </a:lnSpc>
            </a:pPr>
            <a:r>
              <a:rPr lang="en-GB" altLang="zh-CN" b="1" dirty="0">
                <a:solidFill>
                  <a:prstClr val="black"/>
                </a:solidFill>
              </a:rPr>
              <a:t>  __IO uint32_t CTRL;     /*!&lt; Offset: 0x00  </a:t>
            </a:r>
            <a:r>
              <a:rPr lang="en-GB" altLang="zh-CN" b="1" dirty="0" err="1">
                <a:solidFill>
                  <a:prstClr val="black"/>
                </a:solidFill>
              </a:rPr>
              <a:t>SysTick</a:t>
            </a:r>
            <a:r>
              <a:rPr lang="en-GB" altLang="zh-CN" b="1" dirty="0">
                <a:solidFill>
                  <a:prstClr val="black"/>
                </a:solidFill>
              </a:rPr>
              <a:t> Control and Status Register */</a:t>
            </a:r>
          </a:p>
          <a:p>
            <a:pPr>
              <a:lnSpc>
                <a:spcPct val="125000"/>
              </a:lnSpc>
            </a:pPr>
            <a:r>
              <a:rPr lang="en-GB" altLang="zh-CN" b="1" dirty="0">
                <a:solidFill>
                  <a:prstClr val="black"/>
                </a:solidFill>
              </a:rPr>
              <a:t>  __IO uint32_t LOAD;    /*!&lt; Offset: 0x04  </a:t>
            </a:r>
            <a:r>
              <a:rPr lang="en-GB" altLang="zh-CN" b="1" dirty="0" err="1">
                <a:solidFill>
                  <a:prstClr val="black"/>
                </a:solidFill>
              </a:rPr>
              <a:t>SysTick</a:t>
            </a:r>
            <a:r>
              <a:rPr lang="en-GB" altLang="zh-CN" b="1" dirty="0">
                <a:solidFill>
                  <a:prstClr val="black"/>
                </a:solidFill>
              </a:rPr>
              <a:t> Reload Value Register       */</a:t>
            </a:r>
          </a:p>
          <a:p>
            <a:pPr>
              <a:lnSpc>
                <a:spcPct val="125000"/>
              </a:lnSpc>
            </a:pPr>
            <a:r>
              <a:rPr lang="en-GB" altLang="zh-CN" b="1" dirty="0">
                <a:solidFill>
                  <a:prstClr val="black"/>
                </a:solidFill>
              </a:rPr>
              <a:t>  __IO uint32_t VAL;      /*!&lt; Offset: 0x08  </a:t>
            </a:r>
            <a:r>
              <a:rPr lang="en-GB" altLang="zh-CN" b="1" dirty="0" err="1">
                <a:solidFill>
                  <a:prstClr val="black"/>
                </a:solidFill>
              </a:rPr>
              <a:t>SysTick</a:t>
            </a:r>
            <a:r>
              <a:rPr lang="en-GB" altLang="zh-CN" b="1" dirty="0">
                <a:solidFill>
                  <a:prstClr val="black"/>
                </a:solidFill>
              </a:rPr>
              <a:t> Current Value Register      */</a:t>
            </a:r>
          </a:p>
          <a:p>
            <a:pPr>
              <a:lnSpc>
                <a:spcPct val="125000"/>
              </a:lnSpc>
            </a:pPr>
            <a:r>
              <a:rPr lang="en-GB" altLang="zh-CN" b="1" dirty="0">
                <a:solidFill>
                  <a:prstClr val="black"/>
                </a:solidFill>
              </a:rPr>
              <a:t>  __I  uint32_t CALIB;   /*!&lt; Offset: 0x0C  </a:t>
            </a:r>
            <a:r>
              <a:rPr lang="en-GB" altLang="zh-CN" b="1" dirty="0" err="1">
                <a:solidFill>
                  <a:prstClr val="black"/>
                </a:solidFill>
              </a:rPr>
              <a:t>SysTick</a:t>
            </a:r>
            <a:r>
              <a:rPr lang="en-GB" altLang="zh-CN" b="1" dirty="0">
                <a:solidFill>
                  <a:prstClr val="black"/>
                </a:solidFill>
              </a:rPr>
              <a:t> Calibration Register        */</a:t>
            </a:r>
          </a:p>
          <a:p>
            <a:pPr>
              <a:lnSpc>
                <a:spcPct val="125000"/>
              </a:lnSpc>
            </a:pPr>
            <a:r>
              <a:rPr lang="en-GB" altLang="zh-CN" b="1" dirty="0">
                <a:solidFill>
                  <a:prstClr val="black"/>
                </a:solidFill>
              </a:rPr>
              <a:t>} </a:t>
            </a:r>
            <a:r>
              <a:rPr lang="en-GB" altLang="zh-CN" b="1" dirty="0" err="1">
                <a:solidFill>
                  <a:prstClr val="black"/>
                </a:solidFill>
              </a:rPr>
              <a:t>SysTick_Type</a:t>
            </a:r>
            <a:r>
              <a:rPr lang="en-GB" altLang="zh-CN" b="1" dirty="0">
                <a:solidFill>
                  <a:prstClr val="black"/>
                </a:solidFill>
              </a:rPr>
              <a:t>;</a:t>
            </a:r>
          </a:p>
        </p:txBody>
      </p:sp>
      <p:sp>
        <p:nvSpPr>
          <p:cNvPr id="5" name="矩形 4"/>
          <p:cNvSpPr/>
          <p:nvPr/>
        </p:nvSpPr>
        <p:spPr>
          <a:xfrm>
            <a:off x="493246" y="1131590"/>
            <a:ext cx="5118261" cy="408445"/>
          </a:xfrm>
          <a:prstGeom prst="rect">
            <a:avLst/>
          </a:prstGeom>
        </p:spPr>
        <p:txBody>
          <a:bodyPr wrap="none">
            <a:spAutoFit/>
          </a:bodyPr>
          <a:lstStyle/>
          <a:p>
            <a:pPr>
              <a:lnSpc>
                <a:spcPct val="125000"/>
              </a:lnSpc>
            </a:pPr>
            <a:r>
              <a:rPr lang="en-GB" altLang="zh-CN" b="1" dirty="0">
                <a:solidFill>
                  <a:srgbClr val="C00000"/>
                </a:solidFill>
              </a:rPr>
              <a:t>1</a:t>
            </a:r>
            <a:r>
              <a:rPr lang="zh-CN" altLang="en-GB" b="1" dirty="0">
                <a:solidFill>
                  <a:srgbClr val="C00000"/>
                </a:solidFill>
              </a:rPr>
              <a:t>．</a:t>
            </a:r>
            <a:r>
              <a:rPr lang="en-GB" altLang="zh-CN" b="1" dirty="0" err="1">
                <a:solidFill>
                  <a:srgbClr val="C00000"/>
                </a:solidFill>
              </a:rPr>
              <a:t>SysTick</a:t>
            </a:r>
            <a:r>
              <a:rPr lang="zh-CN" altLang="en-US" b="1" dirty="0">
                <a:solidFill>
                  <a:srgbClr val="C00000"/>
                </a:solidFill>
              </a:rPr>
              <a:t>相关寄存器的定义在</a:t>
            </a:r>
            <a:r>
              <a:rPr lang="en-GB" altLang="zh-CN" b="1" dirty="0">
                <a:solidFill>
                  <a:srgbClr val="C00000"/>
                </a:solidFill>
              </a:rPr>
              <a:t>core_cm3.h</a:t>
            </a:r>
            <a:r>
              <a:rPr lang="zh-CN" altLang="en-US" b="1" dirty="0">
                <a:solidFill>
                  <a:srgbClr val="C00000"/>
                </a:solidFill>
              </a:rPr>
              <a:t>文件</a:t>
            </a:r>
            <a:r>
              <a:rPr lang="zh-CN" altLang="en-US" b="1" dirty="0" smtClean="0">
                <a:solidFill>
                  <a:srgbClr val="C00000"/>
                </a:solidFill>
              </a:rPr>
              <a:t>中</a:t>
            </a:r>
            <a:endParaRPr lang="zh-CN" altLang="en-US" b="1" dirty="0">
              <a:solidFill>
                <a:srgbClr val="C00000"/>
              </a:solidFill>
            </a:endParaRPr>
          </a:p>
        </p:txBody>
      </p:sp>
    </p:spTree>
    <p:extLst>
      <p:ext uri="{BB962C8B-B14F-4D97-AF65-F5344CB8AC3E}">
        <p14:creationId xmlns:p14="http://schemas.microsoft.com/office/powerpoint/2010/main" val="167219787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37480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270849" cy="461665"/>
          </a:xfrm>
          <a:prstGeom prst="rect">
            <a:avLst/>
          </a:prstGeom>
        </p:spPr>
        <p:txBody>
          <a:bodyPr wrap="none">
            <a:spAutoFit/>
          </a:bodyPr>
          <a:lstStyle/>
          <a:p>
            <a:r>
              <a:rPr lang="en-US" altLang="zh-CN" sz="2400" b="1" dirty="0">
                <a:solidFill>
                  <a:schemeClr val="bg1"/>
                </a:solidFill>
              </a:rPr>
              <a:t>9.4.1 </a:t>
            </a:r>
            <a:r>
              <a:rPr lang="en-US" altLang="zh-CN" sz="2400" b="1" dirty="0" err="1">
                <a:solidFill>
                  <a:schemeClr val="bg1"/>
                </a:solidFill>
              </a:rPr>
              <a:t>SysTick</a:t>
            </a:r>
            <a:r>
              <a:rPr lang="zh-CN" altLang="en-US" sz="2400" b="1" dirty="0">
                <a:solidFill>
                  <a:schemeClr val="bg1"/>
                </a:solidFill>
              </a:rPr>
              <a:t>的标准外设库函数</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494559" y="1452185"/>
            <a:ext cx="8154881" cy="3554819"/>
          </a:xfrm>
          <a:prstGeom prst="rect">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GB" altLang="zh-CN" sz="1600" b="1" dirty="0" smtClean="0">
                <a:solidFill>
                  <a:prstClr val="black"/>
                </a:solidFill>
              </a:rPr>
              <a:t>static </a:t>
            </a:r>
            <a:r>
              <a:rPr lang="en-GB" altLang="zh-CN" sz="1600" b="1" dirty="0">
                <a:solidFill>
                  <a:prstClr val="black"/>
                </a:solidFill>
              </a:rPr>
              <a:t>__INLINE uint32_t </a:t>
            </a:r>
            <a:r>
              <a:rPr lang="en-GB" altLang="zh-CN" sz="1600" b="1" dirty="0" err="1">
                <a:solidFill>
                  <a:prstClr val="black"/>
                </a:solidFill>
              </a:rPr>
              <a:t>SysTick_Config</a:t>
            </a:r>
            <a:r>
              <a:rPr lang="en-GB" altLang="zh-CN" sz="1600" b="1" dirty="0">
                <a:solidFill>
                  <a:prstClr val="black"/>
                </a:solidFill>
              </a:rPr>
              <a:t>(uint32_t ticks)</a:t>
            </a:r>
          </a:p>
          <a:p>
            <a:pPr>
              <a:lnSpc>
                <a:spcPct val="125000"/>
              </a:lnSpc>
            </a:pPr>
            <a:r>
              <a:rPr lang="en-GB" altLang="zh-CN" sz="1600" b="1" dirty="0">
                <a:solidFill>
                  <a:prstClr val="black"/>
                </a:solidFill>
              </a:rPr>
              <a:t>{ </a:t>
            </a:r>
          </a:p>
          <a:p>
            <a:pPr>
              <a:lnSpc>
                <a:spcPct val="125000"/>
              </a:lnSpc>
            </a:pPr>
            <a:r>
              <a:rPr lang="en-GB" altLang="zh-CN" sz="1600" b="1" dirty="0">
                <a:solidFill>
                  <a:prstClr val="black"/>
                </a:solidFill>
              </a:rPr>
              <a:t>  if (ticks &gt; </a:t>
            </a:r>
            <a:r>
              <a:rPr lang="en-GB" altLang="zh-CN" sz="1600" b="1" dirty="0" err="1">
                <a:solidFill>
                  <a:prstClr val="black"/>
                </a:solidFill>
              </a:rPr>
              <a:t>SysTick_LOAD_RELOAD_Msk</a:t>
            </a:r>
            <a:r>
              <a:rPr lang="en-GB" altLang="zh-CN" sz="1600" b="1" dirty="0">
                <a:solidFill>
                  <a:prstClr val="black"/>
                </a:solidFill>
              </a:rPr>
              <a:t>)  return (1);  /* </a:t>
            </a:r>
            <a:r>
              <a:rPr lang="zh-CN" altLang="en-US" sz="1600" b="1" dirty="0">
                <a:solidFill>
                  <a:prstClr val="black"/>
                </a:solidFill>
              </a:rPr>
              <a:t>若重装载值超过</a:t>
            </a:r>
            <a:r>
              <a:rPr lang="en-US" altLang="zh-CN" sz="1600" b="1" dirty="0">
                <a:solidFill>
                  <a:prstClr val="black"/>
                </a:solidFill>
              </a:rPr>
              <a:t>24</a:t>
            </a:r>
            <a:r>
              <a:rPr lang="zh-CN" altLang="en-US" sz="1600" b="1" dirty="0">
                <a:solidFill>
                  <a:prstClr val="black"/>
                </a:solidFill>
              </a:rPr>
              <a:t>位，失败返回</a:t>
            </a:r>
            <a:r>
              <a:rPr lang="en-US" altLang="zh-CN" sz="1600" b="1" dirty="0">
                <a:solidFill>
                  <a:prstClr val="black"/>
                </a:solidFill>
              </a:rPr>
              <a:t>1 */</a:t>
            </a:r>
          </a:p>
          <a:p>
            <a:pPr>
              <a:lnSpc>
                <a:spcPct val="125000"/>
              </a:lnSpc>
            </a:pPr>
            <a:r>
              <a:rPr lang="en-US" altLang="zh-CN" sz="1600" b="1" dirty="0">
                <a:solidFill>
                  <a:prstClr val="black"/>
                </a:solidFill>
              </a:rPr>
              <a:t>  </a:t>
            </a:r>
            <a:r>
              <a:rPr lang="en-GB" altLang="zh-CN" sz="1600" b="1" dirty="0" err="1">
                <a:solidFill>
                  <a:prstClr val="black"/>
                </a:solidFill>
              </a:rPr>
              <a:t>SysTick</a:t>
            </a:r>
            <a:r>
              <a:rPr lang="en-GB" altLang="zh-CN" sz="1600" b="1" dirty="0">
                <a:solidFill>
                  <a:prstClr val="black"/>
                </a:solidFill>
              </a:rPr>
              <a:t>-&gt;LOAD  = (ticks &amp; </a:t>
            </a:r>
            <a:r>
              <a:rPr lang="en-GB" altLang="zh-CN" sz="1600" b="1" dirty="0" err="1">
                <a:solidFill>
                  <a:prstClr val="black"/>
                </a:solidFill>
              </a:rPr>
              <a:t>SysTick_LOAD_RELOAD_Msk</a:t>
            </a:r>
            <a:r>
              <a:rPr lang="en-GB" altLang="zh-CN" sz="1600" b="1" dirty="0">
                <a:solidFill>
                  <a:prstClr val="black"/>
                </a:solidFill>
              </a:rPr>
              <a:t>) - 1; /* </a:t>
            </a:r>
            <a:r>
              <a:rPr lang="zh-CN" altLang="en-US" sz="1600" b="1" dirty="0">
                <a:solidFill>
                  <a:prstClr val="black"/>
                </a:solidFill>
              </a:rPr>
              <a:t>设置重装载寄存器*</a:t>
            </a:r>
            <a:r>
              <a:rPr lang="en-US" altLang="zh-CN" sz="1600" b="1" dirty="0">
                <a:solidFill>
                  <a:prstClr val="black"/>
                </a:solidFill>
              </a:rPr>
              <a:t>/</a:t>
            </a:r>
          </a:p>
          <a:p>
            <a:pPr>
              <a:lnSpc>
                <a:spcPct val="125000"/>
              </a:lnSpc>
            </a:pPr>
            <a:r>
              <a:rPr lang="en-US" altLang="zh-CN" sz="1600" b="1" dirty="0">
                <a:solidFill>
                  <a:prstClr val="black"/>
                </a:solidFill>
              </a:rPr>
              <a:t>  </a:t>
            </a:r>
            <a:r>
              <a:rPr lang="en-GB" altLang="zh-CN" sz="1600" b="1" dirty="0" err="1">
                <a:solidFill>
                  <a:prstClr val="black"/>
                </a:solidFill>
              </a:rPr>
              <a:t>NVIC_SetPriority</a:t>
            </a:r>
            <a:r>
              <a:rPr lang="en-GB" altLang="zh-CN" sz="1600" b="1" dirty="0">
                <a:solidFill>
                  <a:prstClr val="black"/>
                </a:solidFill>
              </a:rPr>
              <a:t> (</a:t>
            </a:r>
            <a:r>
              <a:rPr lang="en-GB" altLang="zh-CN" sz="1600" b="1" dirty="0" err="1">
                <a:solidFill>
                  <a:prstClr val="black"/>
                </a:solidFill>
              </a:rPr>
              <a:t>SysTick_IRQn</a:t>
            </a:r>
            <a:r>
              <a:rPr lang="en-GB" altLang="zh-CN" sz="1600" b="1" dirty="0">
                <a:solidFill>
                  <a:prstClr val="black"/>
                </a:solidFill>
              </a:rPr>
              <a:t>, (1&lt;&lt;__NVIC_PRIO_BITS) - 1);  /* </a:t>
            </a:r>
            <a:r>
              <a:rPr lang="zh-CN" altLang="en-US" sz="1600" b="1" dirty="0">
                <a:solidFill>
                  <a:prstClr val="black"/>
                </a:solidFill>
              </a:rPr>
              <a:t>设置系统中断的优先级 *</a:t>
            </a:r>
            <a:r>
              <a:rPr lang="en-US" altLang="zh-CN" sz="1600" b="1" dirty="0">
                <a:solidFill>
                  <a:prstClr val="black"/>
                </a:solidFill>
              </a:rPr>
              <a:t>/</a:t>
            </a:r>
          </a:p>
          <a:p>
            <a:pPr>
              <a:lnSpc>
                <a:spcPct val="125000"/>
              </a:lnSpc>
            </a:pPr>
            <a:r>
              <a:rPr lang="en-US" altLang="zh-CN" sz="1600" b="1" dirty="0">
                <a:solidFill>
                  <a:prstClr val="black"/>
                </a:solidFill>
              </a:rPr>
              <a:t>  </a:t>
            </a:r>
            <a:r>
              <a:rPr lang="en-GB" altLang="zh-CN" sz="1600" b="1" dirty="0" err="1">
                <a:solidFill>
                  <a:prstClr val="black"/>
                </a:solidFill>
              </a:rPr>
              <a:t>SysTick</a:t>
            </a:r>
            <a:r>
              <a:rPr lang="en-GB" altLang="zh-CN" sz="1600" b="1" dirty="0">
                <a:solidFill>
                  <a:prstClr val="black"/>
                </a:solidFill>
              </a:rPr>
              <a:t>-&gt;VAL   = 0;         /*</a:t>
            </a:r>
            <a:r>
              <a:rPr lang="zh-CN" altLang="en-US" sz="1600" b="1" dirty="0">
                <a:solidFill>
                  <a:prstClr val="black"/>
                </a:solidFill>
              </a:rPr>
              <a:t>装载</a:t>
            </a:r>
            <a:r>
              <a:rPr lang="en-GB" altLang="zh-CN" sz="1600" b="1" dirty="0" err="1">
                <a:solidFill>
                  <a:prstClr val="black"/>
                </a:solidFill>
              </a:rPr>
              <a:t>SysTick</a:t>
            </a:r>
            <a:r>
              <a:rPr lang="zh-CN" altLang="en-US" sz="1600" b="1" dirty="0">
                <a:solidFill>
                  <a:prstClr val="black"/>
                </a:solidFill>
              </a:rPr>
              <a:t>的计数值（当前计数值清</a:t>
            </a:r>
            <a:r>
              <a:rPr lang="en-US" altLang="zh-CN" sz="1600" b="1" dirty="0">
                <a:solidFill>
                  <a:prstClr val="black"/>
                </a:solidFill>
              </a:rPr>
              <a:t>0</a:t>
            </a:r>
            <a:r>
              <a:rPr lang="zh-CN" altLang="en-US" sz="1600" b="1" dirty="0">
                <a:solidFill>
                  <a:prstClr val="black"/>
                </a:solidFill>
              </a:rPr>
              <a:t>）*</a:t>
            </a:r>
            <a:r>
              <a:rPr lang="en-US" altLang="zh-CN" sz="1600" b="1" dirty="0">
                <a:solidFill>
                  <a:prstClr val="black"/>
                </a:solidFill>
              </a:rPr>
              <a:t>/</a:t>
            </a:r>
          </a:p>
          <a:p>
            <a:pPr>
              <a:lnSpc>
                <a:spcPct val="125000"/>
              </a:lnSpc>
            </a:pPr>
            <a:r>
              <a:rPr lang="en-US" altLang="zh-CN" sz="1600" b="1" dirty="0">
                <a:solidFill>
                  <a:prstClr val="black"/>
                </a:solidFill>
              </a:rPr>
              <a:t>  </a:t>
            </a:r>
            <a:r>
              <a:rPr lang="en-GB" altLang="zh-CN" sz="1600" b="1" dirty="0" err="1">
                <a:solidFill>
                  <a:prstClr val="black"/>
                </a:solidFill>
              </a:rPr>
              <a:t>SysTick</a:t>
            </a:r>
            <a:r>
              <a:rPr lang="en-GB" altLang="zh-CN" sz="1600" b="1" dirty="0">
                <a:solidFill>
                  <a:prstClr val="black"/>
                </a:solidFill>
              </a:rPr>
              <a:t>-&gt;CTRL  = </a:t>
            </a:r>
            <a:r>
              <a:rPr lang="en-GB" altLang="zh-CN" sz="1600" b="1" dirty="0" err="1">
                <a:solidFill>
                  <a:prstClr val="black"/>
                </a:solidFill>
              </a:rPr>
              <a:t>SysTick_CTRL_CLKSOURCE_Msk</a:t>
            </a:r>
            <a:r>
              <a:rPr lang="en-GB" altLang="zh-CN" sz="1600" b="1" dirty="0">
                <a:solidFill>
                  <a:prstClr val="black"/>
                </a:solidFill>
              </a:rPr>
              <a:t> | </a:t>
            </a:r>
          </a:p>
          <a:p>
            <a:pPr>
              <a:lnSpc>
                <a:spcPct val="125000"/>
              </a:lnSpc>
            </a:pPr>
            <a:r>
              <a:rPr lang="en-GB" altLang="zh-CN" sz="1600" b="1" dirty="0">
                <a:solidFill>
                  <a:prstClr val="black"/>
                </a:solidFill>
              </a:rPr>
              <a:t>                   </a:t>
            </a:r>
            <a:r>
              <a:rPr lang="en-GB" altLang="zh-CN" sz="1600" b="1" dirty="0" err="1">
                <a:solidFill>
                  <a:prstClr val="black"/>
                </a:solidFill>
              </a:rPr>
              <a:t>SysTick_CTRL_TICKINT_Msk</a:t>
            </a:r>
            <a:r>
              <a:rPr lang="en-GB" altLang="zh-CN" sz="1600" b="1" dirty="0">
                <a:solidFill>
                  <a:prstClr val="black"/>
                </a:solidFill>
              </a:rPr>
              <a:t>   | </a:t>
            </a:r>
          </a:p>
          <a:p>
            <a:pPr>
              <a:lnSpc>
                <a:spcPct val="125000"/>
              </a:lnSpc>
            </a:pPr>
            <a:r>
              <a:rPr lang="en-GB" altLang="zh-CN" sz="1600" b="1" dirty="0">
                <a:solidFill>
                  <a:prstClr val="black"/>
                </a:solidFill>
              </a:rPr>
              <a:t>                   </a:t>
            </a:r>
            <a:r>
              <a:rPr lang="en-GB" altLang="zh-CN" sz="1600" b="1" dirty="0" err="1">
                <a:solidFill>
                  <a:prstClr val="black"/>
                </a:solidFill>
              </a:rPr>
              <a:t>SysTick_CTRL_ENABLE_Msk</a:t>
            </a:r>
            <a:r>
              <a:rPr lang="en-GB" altLang="zh-CN" sz="1600" b="1" dirty="0">
                <a:solidFill>
                  <a:prstClr val="black"/>
                </a:solidFill>
              </a:rPr>
              <a:t>;  /* </a:t>
            </a:r>
            <a:r>
              <a:rPr lang="zh-CN" altLang="en-US" sz="1600" b="1" dirty="0">
                <a:solidFill>
                  <a:prstClr val="black"/>
                </a:solidFill>
              </a:rPr>
              <a:t>使能</a:t>
            </a:r>
            <a:r>
              <a:rPr lang="en-GB" altLang="zh-CN" sz="1600" b="1" dirty="0" err="1">
                <a:solidFill>
                  <a:prstClr val="black"/>
                </a:solidFill>
              </a:rPr>
              <a:t>SysTick</a:t>
            </a:r>
            <a:r>
              <a:rPr lang="zh-CN" altLang="en-US" sz="1600" b="1" dirty="0">
                <a:solidFill>
                  <a:prstClr val="black"/>
                </a:solidFill>
              </a:rPr>
              <a:t>中断和</a:t>
            </a:r>
            <a:r>
              <a:rPr lang="en-GB" altLang="zh-CN" sz="1600" b="1" dirty="0" err="1">
                <a:solidFill>
                  <a:prstClr val="black"/>
                </a:solidFill>
              </a:rPr>
              <a:t>SysTick</a:t>
            </a:r>
            <a:r>
              <a:rPr lang="zh-CN" altLang="en-US" sz="1600" b="1" dirty="0">
                <a:solidFill>
                  <a:prstClr val="black"/>
                </a:solidFill>
              </a:rPr>
              <a:t>定时器*</a:t>
            </a:r>
            <a:r>
              <a:rPr lang="en-US" altLang="zh-CN" sz="1600" b="1" dirty="0">
                <a:solidFill>
                  <a:prstClr val="black"/>
                </a:solidFill>
              </a:rPr>
              <a:t>/</a:t>
            </a:r>
          </a:p>
          <a:p>
            <a:pPr>
              <a:lnSpc>
                <a:spcPct val="125000"/>
              </a:lnSpc>
            </a:pPr>
            <a:r>
              <a:rPr lang="en-US" altLang="zh-CN" sz="1600" b="1" dirty="0">
                <a:solidFill>
                  <a:prstClr val="black"/>
                </a:solidFill>
              </a:rPr>
              <a:t>  </a:t>
            </a:r>
            <a:r>
              <a:rPr lang="en-GB" altLang="zh-CN" sz="1600" b="1" dirty="0">
                <a:solidFill>
                  <a:prstClr val="black"/>
                </a:solidFill>
              </a:rPr>
              <a:t>return (0);                  /* </a:t>
            </a:r>
            <a:r>
              <a:rPr lang="zh-CN" altLang="en-US" sz="1600" b="1" dirty="0">
                <a:solidFill>
                  <a:prstClr val="black"/>
                </a:solidFill>
              </a:rPr>
              <a:t>成功，返回</a:t>
            </a:r>
            <a:r>
              <a:rPr lang="en-US" altLang="zh-CN" sz="1600" b="1" dirty="0">
                <a:solidFill>
                  <a:prstClr val="black"/>
                </a:solidFill>
              </a:rPr>
              <a:t>0*/</a:t>
            </a:r>
          </a:p>
          <a:p>
            <a:pPr>
              <a:lnSpc>
                <a:spcPct val="125000"/>
              </a:lnSpc>
            </a:pPr>
            <a:r>
              <a:rPr lang="en-US" altLang="zh-CN" sz="1600" b="1" dirty="0">
                <a:solidFill>
                  <a:prstClr val="black"/>
                </a:solidFill>
              </a:rPr>
              <a:t>}</a:t>
            </a:r>
          </a:p>
        </p:txBody>
      </p:sp>
      <p:sp>
        <p:nvSpPr>
          <p:cNvPr id="5" name="矩形 4"/>
          <p:cNvSpPr/>
          <p:nvPr/>
        </p:nvSpPr>
        <p:spPr>
          <a:xfrm>
            <a:off x="4680012" y="387308"/>
            <a:ext cx="2145203" cy="408445"/>
          </a:xfrm>
          <a:prstGeom prst="rect">
            <a:avLst/>
          </a:prstGeom>
        </p:spPr>
        <p:txBody>
          <a:bodyPr wrap="none">
            <a:spAutoFit/>
          </a:bodyPr>
          <a:lstStyle/>
          <a:p>
            <a:pPr>
              <a:lnSpc>
                <a:spcPct val="125000"/>
              </a:lnSpc>
            </a:pPr>
            <a:r>
              <a:rPr lang="en-GB" altLang="zh-CN" b="1" dirty="0">
                <a:solidFill>
                  <a:srgbClr val="C00000"/>
                </a:solidFill>
              </a:rPr>
              <a:t>2</a:t>
            </a:r>
            <a:r>
              <a:rPr lang="zh-CN" altLang="en-GB" b="1" dirty="0">
                <a:solidFill>
                  <a:srgbClr val="C00000"/>
                </a:solidFill>
              </a:rPr>
              <a:t>．</a:t>
            </a:r>
            <a:r>
              <a:rPr lang="en-GB" altLang="zh-CN" b="1" dirty="0" err="1">
                <a:solidFill>
                  <a:srgbClr val="C00000"/>
                </a:solidFill>
              </a:rPr>
              <a:t>SysTick</a:t>
            </a:r>
            <a:r>
              <a:rPr lang="zh-CN" altLang="en-US" b="1" dirty="0">
                <a:solidFill>
                  <a:srgbClr val="C00000"/>
                </a:solidFill>
              </a:rPr>
              <a:t>的库函数</a:t>
            </a:r>
          </a:p>
        </p:txBody>
      </p:sp>
      <p:sp>
        <p:nvSpPr>
          <p:cNvPr id="2" name="矩形 1"/>
          <p:cNvSpPr/>
          <p:nvPr/>
        </p:nvSpPr>
        <p:spPr>
          <a:xfrm>
            <a:off x="494559" y="939486"/>
            <a:ext cx="7561927" cy="438582"/>
          </a:xfrm>
          <a:prstGeom prst="rect">
            <a:avLst/>
          </a:prstGeom>
          <a:solidFill>
            <a:schemeClr val="accent6">
              <a:lumMod val="40000"/>
              <a:lumOff val="60000"/>
            </a:schemeClr>
          </a:solidFill>
        </p:spPr>
        <p:txBody>
          <a:bodyPr wrap="square">
            <a:spAutoFit/>
          </a:bodyPr>
          <a:lstStyle/>
          <a:p>
            <a:pPr lvl="0">
              <a:lnSpc>
                <a:spcPct val="125000"/>
              </a:lnSpc>
            </a:pPr>
            <a:r>
              <a:rPr lang="en-GB" altLang="zh-CN" b="1" dirty="0">
                <a:solidFill>
                  <a:prstClr val="black"/>
                </a:solidFill>
              </a:rPr>
              <a:t>1</a:t>
            </a:r>
            <a:r>
              <a:rPr lang="zh-CN" altLang="en-GB" b="1" dirty="0">
                <a:solidFill>
                  <a:prstClr val="black"/>
                </a:solidFill>
              </a:rPr>
              <a:t>）</a:t>
            </a:r>
            <a:r>
              <a:rPr lang="en-GB" altLang="zh-CN" b="1" dirty="0" err="1">
                <a:solidFill>
                  <a:prstClr val="black"/>
                </a:solidFill>
              </a:rPr>
              <a:t>SysTick_Config</a:t>
            </a:r>
            <a:r>
              <a:rPr lang="en-GB" altLang="zh-CN" b="1" dirty="0">
                <a:solidFill>
                  <a:prstClr val="black"/>
                </a:solidFill>
              </a:rPr>
              <a:t>(uint32_t ticks)</a:t>
            </a:r>
            <a:r>
              <a:rPr lang="zh-CN" altLang="en-GB" b="1" dirty="0">
                <a:solidFill>
                  <a:prstClr val="black"/>
                </a:solidFill>
              </a:rPr>
              <a:t>，</a:t>
            </a:r>
            <a:r>
              <a:rPr lang="zh-CN" altLang="en-US" b="1" dirty="0">
                <a:solidFill>
                  <a:prstClr val="black"/>
                </a:solidFill>
              </a:rPr>
              <a:t>定义在</a:t>
            </a:r>
            <a:r>
              <a:rPr lang="en-GB" altLang="zh-CN" b="1" dirty="0">
                <a:solidFill>
                  <a:prstClr val="black"/>
                </a:solidFill>
              </a:rPr>
              <a:t>core_cm3.h</a:t>
            </a:r>
            <a:r>
              <a:rPr lang="zh-CN" altLang="en-US" b="1" dirty="0">
                <a:solidFill>
                  <a:prstClr val="black"/>
                </a:solidFill>
              </a:rPr>
              <a:t>头文件中，代码如下：</a:t>
            </a:r>
          </a:p>
        </p:txBody>
      </p:sp>
    </p:spTree>
    <p:extLst>
      <p:ext uri="{BB962C8B-B14F-4D97-AF65-F5344CB8AC3E}">
        <p14:creationId xmlns:p14="http://schemas.microsoft.com/office/powerpoint/2010/main" val="160644863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37480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4270849" cy="461665"/>
          </a:xfrm>
          <a:prstGeom prst="rect">
            <a:avLst/>
          </a:prstGeom>
        </p:spPr>
        <p:txBody>
          <a:bodyPr wrap="none">
            <a:spAutoFit/>
          </a:bodyPr>
          <a:lstStyle/>
          <a:p>
            <a:r>
              <a:rPr lang="en-US" altLang="zh-CN" sz="2400" b="1" dirty="0">
                <a:solidFill>
                  <a:schemeClr val="bg1"/>
                </a:solidFill>
              </a:rPr>
              <a:t>9.4.1 </a:t>
            </a:r>
            <a:r>
              <a:rPr lang="en-US" altLang="zh-CN" sz="2400" b="1" dirty="0" err="1">
                <a:solidFill>
                  <a:schemeClr val="bg1"/>
                </a:solidFill>
              </a:rPr>
              <a:t>SysTick</a:t>
            </a:r>
            <a:r>
              <a:rPr lang="zh-CN" altLang="en-US" sz="2400" b="1" dirty="0">
                <a:solidFill>
                  <a:schemeClr val="bg1"/>
                </a:solidFill>
              </a:rPr>
              <a:t>的标准外设库函数</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494559" y="1452185"/>
            <a:ext cx="8154881" cy="3477875"/>
          </a:xfrm>
          <a:prstGeom prst="rect">
            <a:avLst/>
          </a:prstGeom>
          <a:ln>
            <a:no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GB" altLang="zh-CN" sz="1600" b="1" dirty="0">
                <a:solidFill>
                  <a:prstClr val="black"/>
                </a:solidFill>
              </a:rPr>
              <a:t>void </a:t>
            </a:r>
            <a:r>
              <a:rPr lang="en-GB" altLang="zh-CN" sz="1600" b="1" dirty="0" err="1">
                <a:solidFill>
                  <a:prstClr val="black"/>
                </a:solidFill>
              </a:rPr>
              <a:t>SysTick_CLKSourceConfig</a:t>
            </a:r>
            <a:r>
              <a:rPr lang="en-GB" altLang="zh-CN" sz="1600" b="1" dirty="0">
                <a:solidFill>
                  <a:prstClr val="black"/>
                </a:solidFill>
              </a:rPr>
              <a:t>(uint32_t </a:t>
            </a:r>
            <a:r>
              <a:rPr lang="en-GB" altLang="zh-CN" sz="1600" b="1" dirty="0" err="1">
                <a:solidFill>
                  <a:prstClr val="black"/>
                </a:solidFill>
              </a:rPr>
              <a:t>SysTick_CLKSource</a:t>
            </a:r>
            <a:r>
              <a:rPr lang="en-GB" altLang="zh-CN" sz="1600" b="1" dirty="0">
                <a:solidFill>
                  <a:prstClr val="black"/>
                </a:solidFill>
              </a:rPr>
              <a:t>)</a:t>
            </a:r>
          </a:p>
          <a:p>
            <a:pPr>
              <a:lnSpc>
                <a:spcPct val="125000"/>
              </a:lnSpc>
            </a:pPr>
            <a:r>
              <a:rPr lang="en-GB" altLang="zh-CN" sz="1600" b="1" dirty="0">
                <a:solidFill>
                  <a:prstClr val="black"/>
                </a:solidFill>
              </a:rPr>
              <a:t>{</a:t>
            </a:r>
          </a:p>
          <a:p>
            <a:pPr>
              <a:lnSpc>
                <a:spcPct val="125000"/>
              </a:lnSpc>
            </a:pPr>
            <a:r>
              <a:rPr lang="en-GB" altLang="zh-CN" sz="1600" b="1" dirty="0">
                <a:solidFill>
                  <a:prstClr val="black"/>
                </a:solidFill>
              </a:rPr>
              <a:t>    /* Check the parameters */</a:t>
            </a:r>
          </a:p>
          <a:p>
            <a:pPr>
              <a:lnSpc>
                <a:spcPct val="125000"/>
              </a:lnSpc>
            </a:pPr>
            <a:r>
              <a:rPr lang="en-GB" altLang="zh-CN" sz="1600" b="1" dirty="0">
                <a:solidFill>
                  <a:prstClr val="black"/>
                </a:solidFill>
              </a:rPr>
              <a:t>  </a:t>
            </a:r>
            <a:r>
              <a:rPr lang="en-GB" altLang="zh-CN" sz="1600" b="1" dirty="0" err="1">
                <a:solidFill>
                  <a:prstClr val="black"/>
                </a:solidFill>
              </a:rPr>
              <a:t>assert_param</a:t>
            </a:r>
            <a:r>
              <a:rPr lang="en-GB" altLang="zh-CN" sz="1600" b="1" dirty="0">
                <a:solidFill>
                  <a:prstClr val="black"/>
                </a:solidFill>
              </a:rPr>
              <a:t>(IS_SYSTICK_CLK_SOURCE(</a:t>
            </a:r>
            <a:r>
              <a:rPr lang="en-GB" altLang="zh-CN" sz="1600" b="1" dirty="0" err="1">
                <a:solidFill>
                  <a:prstClr val="black"/>
                </a:solidFill>
              </a:rPr>
              <a:t>SysTick_CLKSource</a:t>
            </a:r>
            <a:r>
              <a:rPr lang="en-GB" altLang="zh-CN" sz="1600" b="1" dirty="0">
                <a:solidFill>
                  <a:prstClr val="black"/>
                </a:solidFill>
              </a:rPr>
              <a:t>));</a:t>
            </a:r>
          </a:p>
          <a:p>
            <a:pPr>
              <a:lnSpc>
                <a:spcPct val="125000"/>
              </a:lnSpc>
            </a:pPr>
            <a:r>
              <a:rPr lang="en-GB" altLang="zh-CN" sz="1600" b="1" dirty="0">
                <a:solidFill>
                  <a:prstClr val="black"/>
                </a:solidFill>
              </a:rPr>
              <a:t>  if (</a:t>
            </a:r>
            <a:r>
              <a:rPr lang="en-GB" altLang="zh-CN" sz="1600" b="1" dirty="0" err="1">
                <a:solidFill>
                  <a:prstClr val="black"/>
                </a:solidFill>
              </a:rPr>
              <a:t>SysTick_CLKSource</a:t>
            </a:r>
            <a:r>
              <a:rPr lang="en-GB" altLang="zh-CN" sz="1600" b="1" dirty="0">
                <a:solidFill>
                  <a:prstClr val="black"/>
                </a:solidFill>
              </a:rPr>
              <a:t> == </a:t>
            </a:r>
            <a:r>
              <a:rPr lang="en-GB" altLang="zh-CN" sz="1600" b="1" dirty="0" err="1">
                <a:solidFill>
                  <a:prstClr val="black"/>
                </a:solidFill>
              </a:rPr>
              <a:t>SysTick_CLKSource_HCLK</a:t>
            </a:r>
            <a:r>
              <a:rPr lang="en-GB" altLang="zh-CN" sz="1600" b="1" dirty="0">
                <a:solidFill>
                  <a:prstClr val="black"/>
                </a:solidFill>
              </a:rPr>
              <a:t>)</a:t>
            </a:r>
          </a:p>
          <a:p>
            <a:pPr>
              <a:lnSpc>
                <a:spcPct val="125000"/>
              </a:lnSpc>
            </a:pPr>
            <a:r>
              <a:rPr lang="en-GB" altLang="zh-CN" sz="1600" b="1" dirty="0">
                <a:solidFill>
                  <a:prstClr val="black"/>
                </a:solidFill>
              </a:rPr>
              <a:t>  </a:t>
            </a:r>
            <a:r>
              <a:rPr lang="en-GB" altLang="zh-CN" sz="1600" b="1" dirty="0" smtClean="0">
                <a:solidFill>
                  <a:prstClr val="black"/>
                </a:solidFill>
              </a:rPr>
              <a:t>{    </a:t>
            </a:r>
            <a:r>
              <a:rPr lang="en-GB" altLang="zh-CN" sz="1600" b="1" dirty="0" err="1">
                <a:solidFill>
                  <a:prstClr val="black"/>
                </a:solidFill>
              </a:rPr>
              <a:t>SysTick</a:t>
            </a:r>
            <a:r>
              <a:rPr lang="en-GB" altLang="zh-CN" sz="1600" b="1" dirty="0">
                <a:solidFill>
                  <a:prstClr val="black"/>
                </a:solidFill>
              </a:rPr>
              <a:t>-&gt;CTRL |= </a:t>
            </a:r>
            <a:r>
              <a:rPr lang="en-GB" altLang="zh-CN" sz="1600" b="1" dirty="0" err="1">
                <a:solidFill>
                  <a:prstClr val="black"/>
                </a:solidFill>
              </a:rPr>
              <a:t>SysTick_CLKSource_HCLK</a:t>
            </a:r>
            <a:r>
              <a:rPr lang="en-GB" altLang="zh-CN" sz="1600" b="1" dirty="0">
                <a:solidFill>
                  <a:prstClr val="black"/>
                </a:solidFill>
              </a:rPr>
              <a:t>;</a:t>
            </a:r>
          </a:p>
          <a:p>
            <a:pPr>
              <a:lnSpc>
                <a:spcPct val="125000"/>
              </a:lnSpc>
            </a:pPr>
            <a:r>
              <a:rPr lang="en-GB" altLang="zh-CN" sz="1600" b="1" dirty="0">
                <a:solidFill>
                  <a:prstClr val="black"/>
                </a:solidFill>
              </a:rPr>
              <a:t>  }</a:t>
            </a:r>
          </a:p>
          <a:p>
            <a:pPr>
              <a:lnSpc>
                <a:spcPct val="125000"/>
              </a:lnSpc>
            </a:pPr>
            <a:r>
              <a:rPr lang="en-GB" altLang="zh-CN" sz="1600" b="1" dirty="0">
                <a:solidFill>
                  <a:prstClr val="black"/>
                </a:solidFill>
              </a:rPr>
              <a:t>  else</a:t>
            </a:r>
          </a:p>
          <a:p>
            <a:pPr>
              <a:lnSpc>
                <a:spcPct val="125000"/>
              </a:lnSpc>
            </a:pPr>
            <a:r>
              <a:rPr lang="en-GB" altLang="zh-CN" sz="1600" b="1" dirty="0">
                <a:solidFill>
                  <a:prstClr val="black"/>
                </a:solidFill>
              </a:rPr>
              <a:t>  </a:t>
            </a:r>
            <a:r>
              <a:rPr lang="en-GB" altLang="zh-CN" sz="1600" b="1" dirty="0" smtClean="0">
                <a:solidFill>
                  <a:prstClr val="black"/>
                </a:solidFill>
              </a:rPr>
              <a:t>{    </a:t>
            </a:r>
            <a:r>
              <a:rPr lang="en-GB" altLang="zh-CN" sz="1600" b="1" dirty="0" err="1">
                <a:solidFill>
                  <a:prstClr val="black"/>
                </a:solidFill>
              </a:rPr>
              <a:t>SysTick</a:t>
            </a:r>
            <a:r>
              <a:rPr lang="en-GB" altLang="zh-CN" sz="1600" b="1" dirty="0">
                <a:solidFill>
                  <a:prstClr val="black"/>
                </a:solidFill>
              </a:rPr>
              <a:t>-&gt;CTRL &amp;= SysTick_CLKSource_HCLK_Div8;</a:t>
            </a:r>
          </a:p>
          <a:p>
            <a:pPr>
              <a:lnSpc>
                <a:spcPct val="125000"/>
              </a:lnSpc>
            </a:pPr>
            <a:r>
              <a:rPr lang="en-GB" altLang="zh-CN" sz="1600" b="1" dirty="0">
                <a:solidFill>
                  <a:prstClr val="black"/>
                </a:solidFill>
              </a:rPr>
              <a:t>  }</a:t>
            </a:r>
          </a:p>
          <a:p>
            <a:pPr>
              <a:lnSpc>
                <a:spcPct val="125000"/>
              </a:lnSpc>
            </a:pPr>
            <a:r>
              <a:rPr lang="en-GB" altLang="zh-CN" sz="1600" b="1" dirty="0" smtClean="0">
                <a:solidFill>
                  <a:prstClr val="black"/>
                </a:solidFill>
              </a:rPr>
              <a:t>}</a:t>
            </a:r>
            <a:endParaRPr lang="en-GB" altLang="zh-CN" sz="1600" b="1" dirty="0">
              <a:solidFill>
                <a:prstClr val="black"/>
              </a:solidFill>
            </a:endParaRPr>
          </a:p>
        </p:txBody>
      </p:sp>
      <p:sp>
        <p:nvSpPr>
          <p:cNvPr id="5" name="矩形 4"/>
          <p:cNvSpPr/>
          <p:nvPr/>
        </p:nvSpPr>
        <p:spPr>
          <a:xfrm>
            <a:off x="4680012" y="387308"/>
            <a:ext cx="2145203" cy="408445"/>
          </a:xfrm>
          <a:prstGeom prst="rect">
            <a:avLst/>
          </a:prstGeom>
        </p:spPr>
        <p:txBody>
          <a:bodyPr wrap="none">
            <a:spAutoFit/>
          </a:bodyPr>
          <a:lstStyle/>
          <a:p>
            <a:pPr>
              <a:lnSpc>
                <a:spcPct val="125000"/>
              </a:lnSpc>
            </a:pPr>
            <a:r>
              <a:rPr lang="en-GB" altLang="zh-CN" b="1" dirty="0">
                <a:solidFill>
                  <a:srgbClr val="C00000"/>
                </a:solidFill>
              </a:rPr>
              <a:t>2</a:t>
            </a:r>
            <a:r>
              <a:rPr lang="zh-CN" altLang="en-GB" b="1" dirty="0">
                <a:solidFill>
                  <a:srgbClr val="C00000"/>
                </a:solidFill>
              </a:rPr>
              <a:t>．</a:t>
            </a:r>
            <a:r>
              <a:rPr lang="en-GB" altLang="zh-CN" b="1" dirty="0" err="1">
                <a:solidFill>
                  <a:srgbClr val="C00000"/>
                </a:solidFill>
              </a:rPr>
              <a:t>SysTick</a:t>
            </a:r>
            <a:r>
              <a:rPr lang="zh-CN" altLang="en-US" b="1" dirty="0">
                <a:solidFill>
                  <a:srgbClr val="C00000"/>
                </a:solidFill>
              </a:rPr>
              <a:t>的库函数</a:t>
            </a:r>
          </a:p>
        </p:txBody>
      </p:sp>
      <p:sp>
        <p:nvSpPr>
          <p:cNvPr id="2" name="矩形 1"/>
          <p:cNvSpPr/>
          <p:nvPr/>
        </p:nvSpPr>
        <p:spPr>
          <a:xfrm>
            <a:off x="494559" y="939486"/>
            <a:ext cx="8154881" cy="438582"/>
          </a:xfrm>
          <a:prstGeom prst="rect">
            <a:avLst/>
          </a:prstGeom>
          <a:solidFill>
            <a:schemeClr val="accent6">
              <a:lumMod val="40000"/>
              <a:lumOff val="60000"/>
            </a:schemeClr>
          </a:solidFill>
        </p:spPr>
        <p:txBody>
          <a:bodyPr wrap="square">
            <a:spAutoFit/>
          </a:bodyPr>
          <a:lstStyle/>
          <a:p>
            <a:pPr lvl="0">
              <a:lnSpc>
                <a:spcPct val="125000"/>
              </a:lnSpc>
            </a:pPr>
            <a:r>
              <a:rPr lang="en-GB" altLang="zh-CN" b="1" dirty="0">
                <a:solidFill>
                  <a:prstClr val="black"/>
                </a:solidFill>
              </a:rPr>
              <a:t>2</a:t>
            </a:r>
            <a:r>
              <a:rPr lang="zh-CN" altLang="en-GB" b="1" dirty="0">
                <a:solidFill>
                  <a:prstClr val="black"/>
                </a:solidFill>
              </a:rPr>
              <a:t>）</a:t>
            </a:r>
            <a:r>
              <a:rPr lang="en-GB" altLang="zh-CN" b="1" dirty="0" err="1">
                <a:solidFill>
                  <a:prstClr val="black"/>
                </a:solidFill>
              </a:rPr>
              <a:t>SysTick_CLKSourceConfig</a:t>
            </a:r>
            <a:r>
              <a:rPr lang="en-GB" altLang="zh-CN" b="1" dirty="0">
                <a:solidFill>
                  <a:prstClr val="black"/>
                </a:solidFill>
              </a:rPr>
              <a:t>(uint32_t </a:t>
            </a:r>
            <a:r>
              <a:rPr lang="en-GB" altLang="zh-CN" b="1" dirty="0" err="1">
                <a:solidFill>
                  <a:prstClr val="black"/>
                </a:solidFill>
              </a:rPr>
              <a:t>SysTick_CLKSource</a:t>
            </a:r>
            <a:r>
              <a:rPr lang="en-GB" altLang="zh-CN" b="1" dirty="0">
                <a:solidFill>
                  <a:prstClr val="black"/>
                </a:solidFill>
              </a:rPr>
              <a:t>)</a:t>
            </a:r>
            <a:r>
              <a:rPr lang="zh-CN" altLang="en-GB" b="1" dirty="0">
                <a:solidFill>
                  <a:prstClr val="black"/>
                </a:solidFill>
              </a:rPr>
              <a:t>，</a:t>
            </a:r>
            <a:r>
              <a:rPr lang="zh-CN" altLang="en-US" b="1" dirty="0">
                <a:solidFill>
                  <a:prstClr val="black"/>
                </a:solidFill>
              </a:rPr>
              <a:t>在</a:t>
            </a:r>
            <a:r>
              <a:rPr lang="en-GB" altLang="zh-CN" b="1" dirty="0" err="1">
                <a:solidFill>
                  <a:prstClr val="black"/>
                </a:solidFill>
              </a:rPr>
              <a:t>misc.c</a:t>
            </a:r>
            <a:r>
              <a:rPr lang="zh-CN" altLang="en-US" b="1" dirty="0">
                <a:solidFill>
                  <a:prstClr val="black"/>
                </a:solidFill>
              </a:rPr>
              <a:t>文件中定义。</a:t>
            </a:r>
          </a:p>
        </p:txBody>
      </p:sp>
      <p:sp>
        <p:nvSpPr>
          <p:cNvPr id="3" name="圆角矩形标注 2"/>
          <p:cNvSpPr/>
          <p:nvPr/>
        </p:nvSpPr>
        <p:spPr>
          <a:xfrm>
            <a:off x="3707904" y="1887674"/>
            <a:ext cx="4860540" cy="540060"/>
          </a:xfrm>
          <a:prstGeom prst="wedgeRoundRectCallout">
            <a:avLst>
              <a:gd name="adj1" fmla="val -18581"/>
              <a:gd name="adj2" fmla="val -65471"/>
              <a:gd name="adj3" fmla="val 16667"/>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zh-CN" altLang="en-US" sz="1400" b="1" dirty="0"/>
              <a:t>此函数用于选择</a:t>
            </a:r>
            <a:r>
              <a:rPr lang="en-GB" altLang="zh-CN" sz="1400" b="1" dirty="0" err="1"/>
              <a:t>SysTick</a:t>
            </a:r>
            <a:r>
              <a:rPr lang="zh-CN" altLang="en-US" sz="1400" b="1" dirty="0"/>
              <a:t>定时器的时钟源，有两个选项：</a:t>
            </a:r>
            <a:r>
              <a:rPr lang="en-GB" altLang="zh-CN" sz="1400" b="1" dirty="0" err="1"/>
              <a:t>SysTick_CLKSource_HCLK</a:t>
            </a:r>
            <a:r>
              <a:rPr lang="zh-CN" altLang="en-US" sz="1400" b="1" dirty="0"/>
              <a:t>和</a:t>
            </a:r>
            <a:r>
              <a:rPr lang="en-GB" altLang="zh-CN" sz="1400" b="1" dirty="0"/>
              <a:t>SysTick_CLKSource_HCLK_Div8</a:t>
            </a:r>
            <a:r>
              <a:rPr lang="zh-CN" altLang="en-GB" sz="1400" b="1" dirty="0" smtClean="0"/>
              <a:t>。</a:t>
            </a:r>
            <a:endParaRPr lang="zh-CN" altLang="en-GB" sz="1400" b="1" dirty="0"/>
          </a:p>
        </p:txBody>
      </p:sp>
      <p:sp>
        <p:nvSpPr>
          <p:cNvPr id="10" name="圆角矩形标注 9"/>
          <p:cNvSpPr/>
          <p:nvPr/>
        </p:nvSpPr>
        <p:spPr>
          <a:xfrm>
            <a:off x="2789802" y="3399842"/>
            <a:ext cx="4932548" cy="540060"/>
          </a:xfrm>
          <a:prstGeom prst="wedgeRoundRectCallout">
            <a:avLst>
              <a:gd name="adj1" fmla="val -27446"/>
              <a:gd name="adj2" fmla="val -70721"/>
              <a:gd name="adj3" fmla="val 16667"/>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sz="1400" b="1" dirty="0" smtClean="0"/>
              <a:t>AHB</a:t>
            </a:r>
            <a:r>
              <a:rPr lang="zh-CN" altLang="en-US" sz="1400" b="1" dirty="0"/>
              <a:t>时钟，不分频，则</a:t>
            </a:r>
            <a:r>
              <a:rPr lang="en-US" altLang="zh-CN" sz="1400" b="1" dirty="0" err="1"/>
              <a:t>SysTick</a:t>
            </a:r>
            <a:r>
              <a:rPr lang="zh-CN" altLang="en-US" sz="1400" b="1" dirty="0"/>
              <a:t>的时钟频率为</a:t>
            </a:r>
            <a:r>
              <a:rPr lang="en-US" altLang="zh-CN" sz="1400" b="1" dirty="0"/>
              <a:t>72MHz</a:t>
            </a:r>
            <a:r>
              <a:rPr lang="zh-CN" altLang="en-US" sz="1400" b="1" dirty="0"/>
              <a:t>，设重装载值为</a:t>
            </a:r>
            <a:r>
              <a:rPr lang="en-US" altLang="zh-CN" sz="1400" b="1" dirty="0"/>
              <a:t>72000</a:t>
            </a:r>
            <a:r>
              <a:rPr lang="zh-CN" altLang="en-US" sz="1400" b="1" dirty="0"/>
              <a:t>，则延时时间为</a:t>
            </a:r>
            <a:r>
              <a:rPr lang="en-US" altLang="zh-CN" sz="1400" b="1" dirty="0"/>
              <a:t>72000*</a:t>
            </a:r>
            <a:r>
              <a:rPr lang="zh-CN" altLang="en-US" sz="1400" b="1" dirty="0"/>
              <a:t>（</a:t>
            </a:r>
            <a:r>
              <a:rPr lang="en-US" altLang="zh-CN" sz="1400" b="1" dirty="0"/>
              <a:t>1/72000 000Hz</a:t>
            </a:r>
            <a:r>
              <a:rPr lang="zh-CN" altLang="en-US" sz="1400" b="1" dirty="0"/>
              <a:t>）</a:t>
            </a:r>
            <a:r>
              <a:rPr lang="en-US" altLang="zh-CN" sz="1400" b="1" dirty="0"/>
              <a:t>=1ms</a:t>
            </a:r>
            <a:r>
              <a:rPr lang="zh-CN" altLang="en-US" sz="1400" b="1" dirty="0"/>
              <a:t>。</a:t>
            </a:r>
            <a:endParaRPr lang="zh-CN" altLang="en-GB" sz="1400" b="1" dirty="0"/>
          </a:p>
        </p:txBody>
      </p:sp>
      <p:sp>
        <p:nvSpPr>
          <p:cNvPr id="11" name="圆角矩形标注 10"/>
          <p:cNvSpPr/>
          <p:nvPr/>
        </p:nvSpPr>
        <p:spPr>
          <a:xfrm>
            <a:off x="2806543" y="4335946"/>
            <a:ext cx="5256584" cy="540060"/>
          </a:xfrm>
          <a:prstGeom prst="wedgeRoundRectCallout">
            <a:avLst>
              <a:gd name="adj1" fmla="val -27446"/>
              <a:gd name="adj2" fmla="val -70721"/>
              <a:gd name="adj3" fmla="val 16667"/>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zh-CN" altLang="en-US" sz="1400" b="1" dirty="0" smtClean="0"/>
              <a:t>为</a:t>
            </a:r>
            <a:r>
              <a:rPr lang="en-US" altLang="zh-CN" sz="1400" b="1" dirty="0"/>
              <a:t>AHB</a:t>
            </a:r>
            <a:r>
              <a:rPr lang="zh-CN" altLang="en-US" sz="1400" b="1" dirty="0"/>
              <a:t>的</a:t>
            </a:r>
            <a:r>
              <a:rPr lang="en-US" altLang="zh-CN" sz="1400" b="1" dirty="0"/>
              <a:t>8</a:t>
            </a:r>
            <a:r>
              <a:rPr lang="zh-CN" altLang="en-US" sz="1400" b="1" dirty="0"/>
              <a:t>分频，则</a:t>
            </a:r>
            <a:r>
              <a:rPr lang="en-US" altLang="zh-CN" sz="1400" b="1" dirty="0" err="1"/>
              <a:t>SysTick</a:t>
            </a:r>
            <a:r>
              <a:rPr lang="zh-CN" altLang="en-US" sz="1400" b="1" dirty="0"/>
              <a:t>的时钟频率为</a:t>
            </a:r>
            <a:r>
              <a:rPr lang="en-US" altLang="zh-CN" sz="1400" b="1" dirty="0"/>
              <a:t>9MHz(72MHz/8=9MHz)</a:t>
            </a:r>
            <a:r>
              <a:rPr lang="zh-CN" altLang="en-US" sz="1400" b="1" dirty="0"/>
              <a:t>。设重装载值为</a:t>
            </a:r>
            <a:r>
              <a:rPr lang="en-US" altLang="zh-CN" sz="1400" b="1" dirty="0"/>
              <a:t>9000</a:t>
            </a:r>
            <a:r>
              <a:rPr lang="zh-CN" altLang="en-US" sz="1400" b="1" dirty="0"/>
              <a:t>，则延时时间为</a:t>
            </a:r>
            <a:r>
              <a:rPr lang="en-US" altLang="zh-CN" sz="1400" b="1" dirty="0"/>
              <a:t>9000*</a:t>
            </a:r>
            <a:r>
              <a:rPr lang="zh-CN" altLang="en-US" sz="1400" b="1" dirty="0"/>
              <a:t>（</a:t>
            </a:r>
            <a:r>
              <a:rPr lang="en-US" altLang="zh-CN" sz="1400" b="1" dirty="0"/>
              <a:t>1/9000 000Hz</a:t>
            </a:r>
            <a:r>
              <a:rPr lang="zh-CN" altLang="en-US" sz="1400" b="1" dirty="0"/>
              <a:t>）</a:t>
            </a:r>
            <a:r>
              <a:rPr lang="en-US" altLang="zh-CN" sz="1400" b="1" dirty="0"/>
              <a:t>=1ms</a:t>
            </a:r>
            <a:r>
              <a:rPr lang="zh-CN" altLang="en-US" sz="1400" b="1" dirty="0"/>
              <a:t>。</a:t>
            </a:r>
            <a:endParaRPr lang="zh-CN" altLang="en-GB" sz="1400" b="1" dirty="0"/>
          </a:p>
        </p:txBody>
      </p:sp>
    </p:spTree>
    <p:extLst>
      <p:ext uri="{BB962C8B-B14F-4D97-AF65-F5344CB8AC3E}">
        <p14:creationId xmlns:p14="http://schemas.microsoft.com/office/powerpoint/2010/main" val="129330313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0654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961469" cy="461665"/>
          </a:xfrm>
          <a:prstGeom prst="rect">
            <a:avLst/>
          </a:prstGeom>
        </p:spPr>
        <p:txBody>
          <a:bodyPr wrap="none">
            <a:spAutoFit/>
          </a:bodyPr>
          <a:lstStyle/>
          <a:p>
            <a:r>
              <a:rPr lang="en-US" altLang="zh-CN" sz="2400" b="1" dirty="0" smtClean="0">
                <a:solidFill>
                  <a:schemeClr val="bg1"/>
                </a:solidFill>
              </a:rPr>
              <a:t>9.4.2 </a:t>
            </a:r>
            <a:r>
              <a:rPr lang="en-US" altLang="zh-CN" sz="2400" b="1" dirty="0" err="1" smtClean="0">
                <a:solidFill>
                  <a:schemeClr val="bg1"/>
                </a:solidFill>
              </a:rPr>
              <a:t>SysTick</a:t>
            </a:r>
            <a:r>
              <a:rPr lang="zh-CN" altLang="en-US" sz="2400" b="1" dirty="0" smtClean="0">
                <a:solidFill>
                  <a:schemeClr val="bg1"/>
                </a:solidFill>
              </a:rPr>
              <a:t>定时器应用实例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矩形 1"/>
          <p:cNvSpPr/>
          <p:nvPr/>
        </p:nvSpPr>
        <p:spPr>
          <a:xfrm>
            <a:off x="971600" y="939486"/>
            <a:ext cx="7227791" cy="438582"/>
          </a:xfrm>
          <a:prstGeom prst="rect">
            <a:avLst/>
          </a:prstGeom>
          <a:solidFill>
            <a:schemeClr val="accent2">
              <a:lumMod val="40000"/>
              <a:lumOff val="60000"/>
            </a:schemeClr>
          </a:solidFill>
        </p:spPr>
        <p:txBody>
          <a:bodyPr wrap="square">
            <a:spAutoFit/>
          </a:bodyPr>
          <a:lstStyle/>
          <a:p>
            <a:pPr lvl="0">
              <a:lnSpc>
                <a:spcPct val="125000"/>
              </a:lnSpc>
            </a:pPr>
            <a:r>
              <a:rPr lang="zh-CN" altLang="en-US" b="1" dirty="0">
                <a:solidFill>
                  <a:prstClr val="black"/>
                </a:solidFill>
              </a:rPr>
              <a:t>基于</a:t>
            </a:r>
            <a:r>
              <a:rPr lang="en-US" altLang="zh-CN" b="1" dirty="0">
                <a:solidFill>
                  <a:prstClr val="black"/>
                </a:solidFill>
              </a:rPr>
              <a:t>STM32F10x v3.5.0</a:t>
            </a:r>
            <a:r>
              <a:rPr lang="zh-CN" altLang="en-US" b="1" dirty="0">
                <a:solidFill>
                  <a:prstClr val="black"/>
                </a:solidFill>
              </a:rPr>
              <a:t>标准外设库操作</a:t>
            </a:r>
            <a:r>
              <a:rPr lang="en-US" altLang="zh-CN" b="1" dirty="0" err="1">
                <a:solidFill>
                  <a:prstClr val="black"/>
                </a:solidFill>
              </a:rPr>
              <a:t>SysTick</a:t>
            </a:r>
            <a:r>
              <a:rPr lang="zh-CN" altLang="en-US" b="1" dirty="0">
                <a:solidFill>
                  <a:prstClr val="black"/>
                </a:solidFill>
              </a:rPr>
              <a:t>定时器实现精确延时</a:t>
            </a:r>
            <a:r>
              <a:rPr lang="en-US" altLang="zh-CN" b="1" dirty="0">
                <a:solidFill>
                  <a:prstClr val="black"/>
                </a:solidFill>
              </a:rPr>
              <a:t>1ms</a:t>
            </a:r>
            <a:r>
              <a:rPr lang="zh-CN" altLang="en-US" b="1" dirty="0">
                <a:solidFill>
                  <a:prstClr val="black"/>
                </a:solidFill>
              </a:rPr>
              <a:t>。</a:t>
            </a:r>
          </a:p>
        </p:txBody>
      </p:sp>
      <p:sp>
        <p:nvSpPr>
          <p:cNvPr id="14" name="椭圆 13"/>
          <p:cNvSpPr/>
          <p:nvPr/>
        </p:nvSpPr>
        <p:spPr>
          <a:xfrm>
            <a:off x="1255096" y="1790184"/>
            <a:ext cx="2685023" cy="2763371"/>
          </a:xfrm>
          <a:prstGeom prst="ellipse">
            <a:avLst/>
          </a:prstGeom>
          <a:noFill/>
          <a:ln w="38100">
            <a:solidFill>
              <a:schemeClr val="bg1"/>
            </a:solidFill>
          </a:ln>
          <a:effectLst>
            <a:outerShdw blurRad="50800" dist="38100" dir="2700000" algn="tl"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spcCol="0" rtlCol="0" anchor="ctr"/>
          <a:lstStyle/>
          <a:p>
            <a:pPr algn="ctr"/>
            <a:endParaRPr lang="zh-CN" altLang="en-US"/>
          </a:p>
        </p:txBody>
      </p:sp>
      <p:sp>
        <p:nvSpPr>
          <p:cNvPr id="15" name="椭圆 14"/>
          <p:cNvSpPr/>
          <p:nvPr/>
        </p:nvSpPr>
        <p:spPr>
          <a:xfrm>
            <a:off x="3174800" y="1727922"/>
            <a:ext cx="636567" cy="636567"/>
          </a:xfrm>
          <a:prstGeom prst="ellipse">
            <a:avLst/>
          </a:prstGeom>
          <a:gradFill flip="none" rotWithShape="1">
            <a:gsLst>
              <a:gs pos="0">
                <a:schemeClr val="bg1"/>
              </a:gs>
              <a:gs pos="36000">
                <a:schemeClr val="bg1"/>
              </a:gs>
              <a:gs pos="100000">
                <a:srgbClr val="C7C7C7"/>
              </a:gs>
            </a:gsLst>
            <a:lin ang="13500000" scaled="1"/>
            <a:tileRect/>
          </a:gradFill>
          <a:ln w="15875">
            <a:solidFill>
              <a:schemeClr val="bg1"/>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spcCol="0" rtlCol="0" anchor="ctr"/>
          <a:lstStyle/>
          <a:p>
            <a:pPr algn="ctr"/>
            <a:endParaRPr lang="zh-CN" altLang="en-US"/>
          </a:p>
        </p:txBody>
      </p:sp>
      <p:sp>
        <p:nvSpPr>
          <p:cNvPr id="16" name="Freeform 7"/>
          <p:cNvSpPr>
            <a:spLocks/>
          </p:cNvSpPr>
          <p:nvPr/>
        </p:nvSpPr>
        <p:spPr bwMode="auto">
          <a:xfrm>
            <a:off x="440064" y="1895814"/>
            <a:ext cx="2090568" cy="2396051"/>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bg1"/>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altLang="zh-CN" b="1" dirty="0" err="1">
                <a:solidFill>
                  <a:schemeClr val="tx1"/>
                </a:solidFill>
              </a:rPr>
              <a:t>SysTick</a:t>
            </a:r>
            <a:r>
              <a:rPr lang="zh-CN" altLang="en-US" b="1" dirty="0">
                <a:solidFill>
                  <a:schemeClr val="tx1"/>
                </a:solidFill>
              </a:rPr>
              <a:t>定时器配置流程</a:t>
            </a:r>
            <a:r>
              <a:rPr lang="en-US" altLang="zh-CN" b="1" dirty="0">
                <a:solidFill>
                  <a:schemeClr val="tx1"/>
                </a:solidFill>
              </a:rPr>
              <a:t>/</a:t>
            </a:r>
            <a:r>
              <a:rPr lang="zh-CN" altLang="en-US" b="1" dirty="0">
                <a:solidFill>
                  <a:schemeClr val="tx1"/>
                </a:solidFill>
              </a:rPr>
              <a:t>步骤</a:t>
            </a:r>
          </a:p>
        </p:txBody>
      </p:sp>
      <p:sp>
        <p:nvSpPr>
          <p:cNvPr id="18" name="Freeform 7"/>
          <p:cNvSpPr>
            <a:spLocks/>
          </p:cNvSpPr>
          <p:nvPr/>
        </p:nvSpPr>
        <p:spPr bwMode="auto">
          <a:xfrm>
            <a:off x="-508" y="3445224"/>
            <a:ext cx="623942" cy="715115"/>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bg1"/>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19" name="椭圆 18"/>
          <p:cNvSpPr/>
          <p:nvPr/>
        </p:nvSpPr>
        <p:spPr>
          <a:xfrm>
            <a:off x="2951820" y="4059419"/>
            <a:ext cx="636567" cy="636567"/>
          </a:xfrm>
          <a:prstGeom prst="ellipse">
            <a:avLst/>
          </a:prstGeom>
          <a:gradFill flip="none" rotWithShape="1">
            <a:gsLst>
              <a:gs pos="0">
                <a:schemeClr val="bg1"/>
              </a:gs>
              <a:gs pos="36000">
                <a:schemeClr val="bg1"/>
              </a:gs>
              <a:gs pos="100000">
                <a:srgbClr val="C7C7C7"/>
              </a:gs>
            </a:gsLst>
            <a:lin ang="13500000" scaled="1"/>
            <a:tileRect/>
          </a:gradFill>
          <a:ln w="15875">
            <a:solidFill>
              <a:schemeClr val="bg1"/>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spcCol="0" rtlCol="0" anchor="ctr"/>
          <a:lstStyle/>
          <a:p>
            <a:pPr algn="ctr"/>
            <a:endParaRPr lang="zh-CN" altLang="en-US"/>
          </a:p>
        </p:txBody>
      </p:sp>
      <p:sp>
        <p:nvSpPr>
          <p:cNvPr id="21" name="TextBox 20"/>
          <p:cNvSpPr txBox="1"/>
          <p:nvPr/>
        </p:nvSpPr>
        <p:spPr>
          <a:xfrm>
            <a:off x="3918175" y="1577601"/>
            <a:ext cx="4902297" cy="1573776"/>
          </a:xfrm>
          <a:prstGeom prst="rect">
            <a:avLst/>
          </a:prstGeom>
          <a:noFill/>
        </p:spPr>
        <p:txBody>
          <a:bodyPr wrap="square" lIns="34554" tIns="17278" rIns="34554" bIns="17278" rtlCol="0">
            <a:spAutoFit/>
          </a:bodyPr>
          <a:lstStyle/>
          <a:p>
            <a:pPr lvl="0">
              <a:lnSpc>
                <a:spcPct val="125000"/>
              </a:lnSpc>
            </a:pPr>
            <a:r>
              <a:rPr lang="zh-CN" altLang="en-US" sz="1600" b="1" dirty="0" smtClean="0">
                <a:ea typeface="+mj-ea"/>
              </a:rPr>
              <a:t>初始化</a:t>
            </a:r>
            <a:r>
              <a:rPr lang="en-GB" altLang="zh-CN" sz="1600" b="1" dirty="0" err="1" smtClean="0">
                <a:ea typeface="+mj-ea"/>
              </a:rPr>
              <a:t>SysTick</a:t>
            </a:r>
            <a:r>
              <a:rPr lang="zh-CN" altLang="en-US" sz="1600" b="1" dirty="0" smtClean="0">
                <a:ea typeface="+mj-ea"/>
              </a:rPr>
              <a:t>：</a:t>
            </a:r>
            <a:endParaRPr lang="zh-CN" altLang="en-GB" sz="1600" b="1" dirty="0">
              <a:ea typeface="+mj-ea"/>
            </a:endParaRPr>
          </a:p>
          <a:p>
            <a:pPr marL="285750" lvl="0" indent="-285750">
              <a:lnSpc>
                <a:spcPct val="125000"/>
              </a:lnSpc>
              <a:buClr>
                <a:schemeClr val="accent5">
                  <a:lumMod val="75000"/>
                </a:schemeClr>
              </a:buClr>
              <a:buFont typeface="Wingdings" pitchFamily="2" charset="2"/>
              <a:buChar char="Ø"/>
            </a:pPr>
            <a:r>
              <a:rPr lang="zh-CN" altLang="en-US" sz="1600" b="1" dirty="0" smtClean="0">
                <a:ea typeface="+mj-ea"/>
              </a:rPr>
              <a:t>利用</a:t>
            </a:r>
            <a:r>
              <a:rPr lang="en-GB" altLang="zh-CN" sz="1600" b="1" dirty="0" err="1">
                <a:ea typeface="+mj-ea"/>
              </a:rPr>
              <a:t>SysTick_Config</a:t>
            </a:r>
            <a:r>
              <a:rPr lang="en-GB" altLang="zh-CN" sz="1600" b="1" dirty="0">
                <a:ea typeface="+mj-ea"/>
              </a:rPr>
              <a:t>(uint32_t ticks)</a:t>
            </a:r>
            <a:r>
              <a:rPr lang="zh-CN" altLang="en-US" sz="1600" b="1" dirty="0">
                <a:ea typeface="+mj-ea"/>
              </a:rPr>
              <a:t>函数配置</a:t>
            </a:r>
            <a:r>
              <a:rPr lang="en-GB" altLang="zh-CN" sz="1600" b="1" dirty="0" err="1">
                <a:ea typeface="+mj-ea"/>
              </a:rPr>
              <a:t>SysTick</a:t>
            </a:r>
            <a:r>
              <a:rPr lang="zh-CN" altLang="en-US" sz="1600" b="1" dirty="0">
                <a:ea typeface="+mj-ea"/>
              </a:rPr>
              <a:t>的重装载初值；</a:t>
            </a:r>
          </a:p>
          <a:p>
            <a:pPr marL="285750" lvl="0" indent="-285750">
              <a:lnSpc>
                <a:spcPct val="125000"/>
              </a:lnSpc>
              <a:buClr>
                <a:schemeClr val="accent5">
                  <a:lumMod val="75000"/>
                </a:schemeClr>
              </a:buClr>
              <a:buFont typeface="Wingdings" pitchFamily="2" charset="2"/>
              <a:buChar char="Ø"/>
            </a:pPr>
            <a:r>
              <a:rPr lang="zh-CN" altLang="en-US" sz="1600" b="1" dirty="0" smtClean="0">
                <a:ea typeface="+mj-ea"/>
              </a:rPr>
              <a:t>利用</a:t>
            </a:r>
            <a:r>
              <a:rPr lang="en-GB" altLang="zh-CN" sz="1400" b="1" dirty="0" err="1">
                <a:ea typeface="+mj-ea"/>
              </a:rPr>
              <a:t>SysTick_CLKSourceConfig</a:t>
            </a:r>
            <a:r>
              <a:rPr lang="en-GB" altLang="zh-CN" sz="1400" b="1" dirty="0">
                <a:ea typeface="+mj-ea"/>
              </a:rPr>
              <a:t>(uint32_t </a:t>
            </a:r>
            <a:r>
              <a:rPr lang="en-GB" altLang="zh-CN" sz="1400" b="1" dirty="0" err="1">
                <a:ea typeface="+mj-ea"/>
              </a:rPr>
              <a:t>SysTick_CLKSource</a:t>
            </a:r>
            <a:r>
              <a:rPr lang="en-GB" altLang="zh-CN" sz="1400" b="1" dirty="0">
                <a:ea typeface="+mj-ea"/>
              </a:rPr>
              <a:t>)</a:t>
            </a:r>
            <a:r>
              <a:rPr lang="zh-CN" altLang="en-US" sz="1600" b="1" dirty="0">
                <a:ea typeface="+mj-ea"/>
              </a:rPr>
              <a:t>函数选择</a:t>
            </a:r>
            <a:r>
              <a:rPr lang="en-GB" altLang="zh-CN" sz="1600" b="1" dirty="0" err="1">
                <a:ea typeface="+mj-ea"/>
              </a:rPr>
              <a:t>SysTick</a:t>
            </a:r>
            <a:r>
              <a:rPr lang="zh-CN" altLang="en-US" sz="1600" b="1" dirty="0">
                <a:ea typeface="+mj-ea"/>
              </a:rPr>
              <a:t>的</a:t>
            </a:r>
            <a:r>
              <a:rPr lang="zh-CN" altLang="en-US" sz="1600" b="1" dirty="0" smtClean="0">
                <a:ea typeface="+mj-ea"/>
              </a:rPr>
              <a:t>时钟</a:t>
            </a:r>
            <a:r>
              <a:rPr lang="zh-CN" altLang="en-US" sz="1600" b="1" dirty="0">
                <a:ea typeface="+mj-ea"/>
              </a:rPr>
              <a:t>源	</a:t>
            </a:r>
          </a:p>
        </p:txBody>
      </p:sp>
      <p:sp>
        <p:nvSpPr>
          <p:cNvPr id="29" name="Freeform 71"/>
          <p:cNvSpPr>
            <a:spLocks noEditPoints="1"/>
          </p:cNvSpPr>
          <p:nvPr/>
        </p:nvSpPr>
        <p:spPr bwMode="auto">
          <a:xfrm>
            <a:off x="3138194" y="4286151"/>
            <a:ext cx="269841" cy="183103"/>
          </a:xfrm>
          <a:custGeom>
            <a:avLst/>
            <a:gdLst>
              <a:gd name="T0" fmla="*/ 260 w 281"/>
              <a:gd name="T1" fmla="*/ 21 h 207"/>
              <a:gd name="T2" fmla="*/ 217 w 281"/>
              <a:gd name="T3" fmla="*/ 21 h 207"/>
              <a:gd name="T4" fmla="*/ 218 w 281"/>
              <a:gd name="T5" fmla="*/ 21 h 207"/>
              <a:gd name="T6" fmla="*/ 197 w 281"/>
              <a:gd name="T7" fmla="*/ 0 h 207"/>
              <a:gd name="T8" fmla="*/ 86 w 281"/>
              <a:gd name="T9" fmla="*/ 0 h 207"/>
              <a:gd name="T10" fmla="*/ 65 w 281"/>
              <a:gd name="T11" fmla="*/ 21 h 207"/>
              <a:gd name="T12" fmla="*/ 65 w 281"/>
              <a:gd name="T13" fmla="*/ 21 h 207"/>
              <a:gd name="T14" fmla="*/ 20 w 281"/>
              <a:gd name="T15" fmla="*/ 21 h 207"/>
              <a:gd name="T16" fmla="*/ 0 w 281"/>
              <a:gd name="T17" fmla="*/ 42 h 207"/>
              <a:gd name="T18" fmla="*/ 0 w 281"/>
              <a:gd name="T19" fmla="*/ 187 h 207"/>
              <a:gd name="T20" fmla="*/ 20 w 281"/>
              <a:gd name="T21" fmla="*/ 207 h 207"/>
              <a:gd name="T22" fmla="*/ 260 w 281"/>
              <a:gd name="T23" fmla="*/ 207 h 207"/>
              <a:gd name="T24" fmla="*/ 281 w 281"/>
              <a:gd name="T25" fmla="*/ 187 h 207"/>
              <a:gd name="T26" fmla="*/ 281 w 281"/>
              <a:gd name="T27" fmla="*/ 42 h 207"/>
              <a:gd name="T28" fmla="*/ 260 w 281"/>
              <a:gd name="T29" fmla="*/ 21 h 207"/>
              <a:gd name="T30" fmla="*/ 141 w 281"/>
              <a:gd name="T31" fmla="*/ 181 h 207"/>
              <a:gd name="T32" fmla="*/ 69 w 281"/>
              <a:gd name="T33" fmla="*/ 109 h 207"/>
              <a:gd name="T34" fmla="*/ 141 w 281"/>
              <a:gd name="T35" fmla="*/ 36 h 207"/>
              <a:gd name="T36" fmla="*/ 214 w 281"/>
              <a:gd name="T37" fmla="*/ 109 h 207"/>
              <a:gd name="T38" fmla="*/ 141 w 281"/>
              <a:gd name="T39" fmla="*/ 181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81" h="207">
                <a:moveTo>
                  <a:pt x="260" y="21"/>
                </a:moveTo>
                <a:cubicBezTo>
                  <a:pt x="217" y="21"/>
                  <a:pt x="217" y="21"/>
                  <a:pt x="217" y="21"/>
                </a:cubicBezTo>
                <a:cubicBezTo>
                  <a:pt x="218" y="21"/>
                  <a:pt x="218" y="21"/>
                  <a:pt x="218" y="21"/>
                </a:cubicBezTo>
                <a:cubicBezTo>
                  <a:pt x="218" y="9"/>
                  <a:pt x="208" y="0"/>
                  <a:pt x="197" y="0"/>
                </a:cubicBezTo>
                <a:cubicBezTo>
                  <a:pt x="86" y="0"/>
                  <a:pt x="86" y="0"/>
                  <a:pt x="86" y="0"/>
                </a:cubicBezTo>
                <a:cubicBezTo>
                  <a:pt x="75" y="0"/>
                  <a:pt x="65" y="9"/>
                  <a:pt x="65" y="21"/>
                </a:cubicBezTo>
                <a:cubicBezTo>
                  <a:pt x="65" y="21"/>
                  <a:pt x="65" y="21"/>
                  <a:pt x="65" y="21"/>
                </a:cubicBezTo>
                <a:cubicBezTo>
                  <a:pt x="20" y="21"/>
                  <a:pt x="20" y="21"/>
                  <a:pt x="20" y="21"/>
                </a:cubicBezTo>
                <a:cubicBezTo>
                  <a:pt x="9" y="21"/>
                  <a:pt x="0" y="31"/>
                  <a:pt x="0" y="42"/>
                </a:cubicBezTo>
                <a:cubicBezTo>
                  <a:pt x="0" y="187"/>
                  <a:pt x="0" y="187"/>
                  <a:pt x="0" y="187"/>
                </a:cubicBezTo>
                <a:cubicBezTo>
                  <a:pt x="0" y="198"/>
                  <a:pt x="9" y="207"/>
                  <a:pt x="20" y="207"/>
                </a:cubicBezTo>
                <a:cubicBezTo>
                  <a:pt x="260" y="207"/>
                  <a:pt x="260" y="207"/>
                  <a:pt x="260" y="207"/>
                </a:cubicBezTo>
                <a:cubicBezTo>
                  <a:pt x="271" y="207"/>
                  <a:pt x="281" y="198"/>
                  <a:pt x="281" y="187"/>
                </a:cubicBezTo>
                <a:cubicBezTo>
                  <a:pt x="281" y="42"/>
                  <a:pt x="281" y="42"/>
                  <a:pt x="281" y="42"/>
                </a:cubicBezTo>
                <a:cubicBezTo>
                  <a:pt x="281" y="31"/>
                  <a:pt x="271" y="21"/>
                  <a:pt x="260" y="21"/>
                </a:cubicBezTo>
                <a:close/>
                <a:moveTo>
                  <a:pt x="141" y="181"/>
                </a:moveTo>
                <a:cubicBezTo>
                  <a:pt x="101" y="181"/>
                  <a:pt x="69" y="149"/>
                  <a:pt x="69" y="109"/>
                </a:cubicBezTo>
                <a:cubicBezTo>
                  <a:pt x="69" y="69"/>
                  <a:pt x="101" y="36"/>
                  <a:pt x="141" y="36"/>
                </a:cubicBezTo>
                <a:cubicBezTo>
                  <a:pt x="181" y="36"/>
                  <a:pt x="214" y="69"/>
                  <a:pt x="214" y="109"/>
                </a:cubicBezTo>
                <a:cubicBezTo>
                  <a:pt x="214" y="149"/>
                  <a:pt x="181" y="181"/>
                  <a:pt x="141" y="181"/>
                </a:cubicBezTo>
                <a:close/>
              </a:path>
            </a:pathLst>
          </a:custGeom>
          <a:solidFill>
            <a:schemeClr val="accent3">
              <a:lumMod val="75000"/>
            </a:schemeClr>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30" name="椭圆 29"/>
          <p:cNvSpPr/>
          <p:nvPr/>
        </p:nvSpPr>
        <p:spPr>
          <a:xfrm>
            <a:off x="3599892" y="3231327"/>
            <a:ext cx="636567" cy="636567"/>
          </a:xfrm>
          <a:prstGeom prst="ellipse">
            <a:avLst/>
          </a:prstGeom>
          <a:gradFill flip="none" rotWithShape="1">
            <a:gsLst>
              <a:gs pos="0">
                <a:schemeClr val="bg1"/>
              </a:gs>
              <a:gs pos="36000">
                <a:schemeClr val="bg1"/>
              </a:gs>
              <a:gs pos="100000">
                <a:srgbClr val="C7C7C7"/>
              </a:gs>
            </a:gsLst>
            <a:lin ang="13500000" scaled="1"/>
            <a:tileRect/>
          </a:gradFill>
          <a:ln w="15875">
            <a:solidFill>
              <a:schemeClr val="bg1"/>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spcCol="0" rtlCol="0" anchor="ctr"/>
          <a:lstStyle/>
          <a:p>
            <a:pPr algn="ctr"/>
            <a:endParaRPr lang="zh-CN" altLang="en-US"/>
          </a:p>
        </p:txBody>
      </p:sp>
      <p:sp>
        <p:nvSpPr>
          <p:cNvPr id="31" name="KSO_Shape"/>
          <p:cNvSpPr>
            <a:spLocks/>
          </p:cNvSpPr>
          <p:nvPr/>
        </p:nvSpPr>
        <p:spPr bwMode="auto">
          <a:xfrm>
            <a:off x="3756489" y="3462967"/>
            <a:ext cx="323371" cy="174314"/>
          </a:xfrm>
          <a:custGeom>
            <a:avLst/>
            <a:gdLst>
              <a:gd name="T0" fmla="*/ 1660776 w 2546350"/>
              <a:gd name="T1" fmla="*/ 783048 h 1409701"/>
              <a:gd name="T2" fmla="*/ 1769836 w 2546350"/>
              <a:gd name="T3" fmla="*/ 861918 h 1409701"/>
              <a:gd name="T4" fmla="*/ 921682 w 2546350"/>
              <a:gd name="T5" fmla="*/ 1409701 h 1409701"/>
              <a:gd name="T6" fmla="*/ 729797 w 2546350"/>
              <a:gd name="T7" fmla="*/ 859878 h 1409701"/>
              <a:gd name="T8" fmla="*/ 850647 w 2546350"/>
              <a:gd name="T9" fmla="*/ 778742 h 1409701"/>
              <a:gd name="T10" fmla="*/ 591880 w 2546350"/>
              <a:gd name="T11" fmla="*/ 727368 h 1409701"/>
              <a:gd name="T12" fmla="*/ 778102 w 2546350"/>
              <a:gd name="T13" fmla="*/ 739045 h 1409701"/>
              <a:gd name="T14" fmla="*/ 684667 w 2546350"/>
              <a:gd name="T15" fmla="*/ 817014 h 1409701"/>
              <a:gd name="T16" fmla="*/ 0 w 2546350"/>
              <a:gd name="T17" fmla="*/ 1339155 h 1409701"/>
              <a:gd name="T18" fmla="*/ 77074 w 2546350"/>
              <a:gd name="T19" fmla="*/ 740308 h 1409701"/>
              <a:gd name="T20" fmla="*/ 449520 w 2546350"/>
              <a:gd name="T21" fmla="*/ 727368 h 1409701"/>
              <a:gd name="T22" fmla="*/ 2425273 w 2546350"/>
              <a:gd name="T23" fmla="*/ 707077 h 1409701"/>
              <a:gd name="T24" fmla="*/ 2545217 w 2546350"/>
              <a:gd name="T25" fmla="*/ 788440 h 1409701"/>
              <a:gd name="T26" fmla="*/ 2353389 w 2546350"/>
              <a:gd name="T27" fmla="*/ 1338263 h 1409701"/>
              <a:gd name="T28" fmla="*/ 1748292 w 2546350"/>
              <a:gd name="T29" fmla="*/ 761030 h 1409701"/>
              <a:gd name="T30" fmla="*/ 1751639 w 2546350"/>
              <a:gd name="T31" fmla="*/ 672628 h 1409701"/>
              <a:gd name="T32" fmla="*/ 1318533 w 2546350"/>
              <a:gd name="T33" fmla="*/ 82101 h 1409701"/>
              <a:gd name="T34" fmla="*/ 1428751 w 2546350"/>
              <a:gd name="T35" fmla="*/ 162185 h 1409701"/>
              <a:gd name="T36" fmla="*/ 1493838 w 2546350"/>
              <a:gd name="T37" fmla="*/ 298986 h 1409701"/>
              <a:gd name="T38" fmla="*/ 1524257 w 2546350"/>
              <a:gd name="T39" fmla="*/ 372145 h 1409701"/>
              <a:gd name="T40" fmla="*/ 1505392 w 2546350"/>
              <a:gd name="T41" fmla="*/ 463325 h 1409701"/>
              <a:gd name="T42" fmla="*/ 1460047 w 2546350"/>
              <a:gd name="T43" fmla="*/ 561245 h 1409701"/>
              <a:gd name="T44" fmla="*/ 1364570 w 2546350"/>
              <a:gd name="T45" fmla="*/ 665831 h 1409701"/>
              <a:gd name="T46" fmla="*/ 1235529 w 2546350"/>
              <a:gd name="T47" fmla="*/ 699861 h 1409701"/>
              <a:gd name="T48" fmla="*/ 1111250 w 2546350"/>
              <a:gd name="T49" fmla="*/ 650631 h 1409701"/>
              <a:gd name="T50" fmla="*/ 1024391 w 2546350"/>
              <a:gd name="T51" fmla="*/ 535155 h 1409701"/>
              <a:gd name="T52" fmla="*/ 983737 w 2546350"/>
              <a:gd name="T53" fmla="*/ 456120 h 1409701"/>
              <a:gd name="T54" fmla="*/ 981706 w 2546350"/>
              <a:gd name="T55" fmla="*/ 350306 h 1409701"/>
              <a:gd name="T56" fmla="*/ 1016227 w 2546350"/>
              <a:gd name="T57" fmla="*/ 255428 h 1409701"/>
              <a:gd name="T58" fmla="*/ 1096056 w 2546350"/>
              <a:gd name="T59" fmla="*/ 132465 h 1409701"/>
              <a:gd name="T60" fmla="*/ 1216252 w 2546350"/>
              <a:gd name="T61" fmla="*/ 72346 h 1409701"/>
              <a:gd name="T62" fmla="*/ 607408 w 2546350"/>
              <a:gd name="T63" fmla="*/ 33571 h 1409701"/>
              <a:gd name="T64" fmla="*/ 712589 w 2546350"/>
              <a:gd name="T65" fmla="*/ 123183 h 1409701"/>
              <a:gd name="T66" fmla="*/ 769261 w 2546350"/>
              <a:gd name="T67" fmla="*/ 265656 h 1409701"/>
              <a:gd name="T68" fmla="*/ 798064 w 2546350"/>
              <a:gd name="T69" fmla="*/ 332602 h 1409701"/>
              <a:gd name="T70" fmla="*/ 773361 w 2546350"/>
              <a:gd name="T71" fmla="*/ 407758 h 1409701"/>
              <a:gd name="T72" fmla="*/ 720523 w 2546350"/>
              <a:gd name="T73" fmla="*/ 523831 h 1409701"/>
              <a:gd name="T74" fmla="*/ 618969 w 2546350"/>
              <a:gd name="T75" fmla="*/ 619796 h 1409701"/>
              <a:gd name="T76" fmla="*/ 487264 w 2546350"/>
              <a:gd name="T77" fmla="*/ 642029 h 1409701"/>
              <a:gd name="T78" fmla="*/ 367575 w 2546350"/>
              <a:gd name="T79" fmla="*/ 581909 h 1409701"/>
              <a:gd name="T80" fmla="*/ 287555 w 2546350"/>
              <a:gd name="T81" fmla="*/ 458947 h 1409701"/>
              <a:gd name="T82" fmla="*/ 251422 w 2546350"/>
              <a:gd name="T83" fmla="*/ 393595 h 1409701"/>
              <a:gd name="T84" fmla="*/ 256812 w 2546350"/>
              <a:gd name="T85" fmla="*/ 287371 h 1409701"/>
              <a:gd name="T86" fmla="*/ 290275 w 2546350"/>
              <a:gd name="T87" fmla="*/ 192832 h 1409701"/>
              <a:gd name="T88" fmla="*/ 372335 w 2546350"/>
              <a:gd name="T89" fmla="*/ 72365 h 1409701"/>
              <a:gd name="T90" fmla="*/ 493838 w 2546350"/>
              <a:gd name="T91" fmla="*/ 15875 h 1409701"/>
              <a:gd name="T92" fmla="*/ 2131399 w 2546350"/>
              <a:gd name="T93" fmla="*/ 28121 h 1409701"/>
              <a:gd name="T94" fmla="*/ 2230687 w 2546350"/>
              <a:gd name="T95" fmla="*/ 126773 h 1409701"/>
              <a:gd name="T96" fmla="*/ 2278638 w 2546350"/>
              <a:gd name="T97" fmla="*/ 268548 h 1409701"/>
              <a:gd name="T98" fmla="*/ 2303010 w 2546350"/>
              <a:gd name="T99" fmla="*/ 342808 h 1409701"/>
              <a:gd name="T100" fmla="*/ 2271717 w 2546350"/>
              <a:gd name="T101" fmla="*/ 401411 h 1409701"/>
              <a:gd name="T102" fmla="*/ 2206659 w 2546350"/>
              <a:gd name="T103" fmla="*/ 537936 h 1409701"/>
              <a:gd name="T104" fmla="*/ 2096263 w 2546350"/>
              <a:gd name="T105" fmla="*/ 618218 h 1409701"/>
              <a:gd name="T106" fmla="*/ 1962972 w 2546350"/>
              <a:gd name="T107" fmla="*/ 620259 h 1409701"/>
              <a:gd name="T108" fmla="*/ 1850763 w 2546350"/>
              <a:gd name="T109" fmla="*/ 543152 h 1409701"/>
              <a:gd name="T110" fmla="*/ 1783438 w 2546350"/>
              <a:gd name="T111" fmla="*/ 408895 h 1409701"/>
              <a:gd name="T112" fmla="*/ 1749644 w 2546350"/>
              <a:gd name="T113" fmla="*/ 354290 h 1409701"/>
              <a:gd name="T114" fmla="*/ 1770632 w 2546350"/>
              <a:gd name="T115" fmla="*/ 268288 h 1409701"/>
              <a:gd name="T116" fmla="*/ 1811774 w 2546350"/>
              <a:gd name="T117" fmla="*/ 145370 h 1409701"/>
              <a:gd name="T118" fmla="*/ 1905168 w 2546350"/>
              <a:gd name="T119" fmla="*/ 38100 h 1409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546350" h="1409701">
                <a:moveTo>
                  <a:pt x="1205490" y="715963"/>
                </a:moveTo>
                <a:lnTo>
                  <a:pt x="1293463" y="715963"/>
                </a:lnTo>
                <a:lnTo>
                  <a:pt x="1320445" y="783954"/>
                </a:lnTo>
                <a:lnTo>
                  <a:pt x="1271470" y="813191"/>
                </a:lnTo>
                <a:lnTo>
                  <a:pt x="1310469" y="955292"/>
                </a:lnTo>
                <a:lnTo>
                  <a:pt x="1402297" y="721402"/>
                </a:lnTo>
                <a:lnTo>
                  <a:pt x="1433360" y="726162"/>
                </a:lnTo>
                <a:lnTo>
                  <a:pt x="1463969" y="731601"/>
                </a:lnTo>
                <a:lnTo>
                  <a:pt x="1494805" y="737494"/>
                </a:lnTo>
                <a:lnTo>
                  <a:pt x="1509997" y="740667"/>
                </a:lnTo>
                <a:lnTo>
                  <a:pt x="1525188" y="743840"/>
                </a:lnTo>
                <a:lnTo>
                  <a:pt x="1539699" y="747239"/>
                </a:lnTo>
                <a:lnTo>
                  <a:pt x="1554664" y="750639"/>
                </a:lnTo>
                <a:lnTo>
                  <a:pt x="1568948" y="754491"/>
                </a:lnTo>
                <a:lnTo>
                  <a:pt x="1583006" y="757891"/>
                </a:lnTo>
                <a:lnTo>
                  <a:pt x="1597063" y="761971"/>
                </a:lnTo>
                <a:lnTo>
                  <a:pt x="1610441" y="765823"/>
                </a:lnTo>
                <a:lnTo>
                  <a:pt x="1623818" y="770129"/>
                </a:lnTo>
                <a:lnTo>
                  <a:pt x="1636289" y="774209"/>
                </a:lnTo>
                <a:lnTo>
                  <a:pt x="1648759" y="778515"/>
                </a:lnTo>
                <a:lnTo>
                  <a:pt x="1660776" y="783048"/>
                </a:lnTo>
                <a:lnTo>
                  <a:pt x="1672113" y="787581"/>
                </a:lnTo>
                <a:lnTo>
                  <a:pt x="1683223" y="792113"/>
                </a:lnTo>
                <a:lnTo>
                  <a:pt x="1693653" y="796873"/>
                </a:lnTo>
                <a:lnTo>
                  <a:pt x="1703629" y="801632"/>
                </a:lnTo>
                <a:lnTo>
                  <a:pt x="1712699" y="806618"/>
                </a:lnTo>
                <a:lnTo>
                  <a:pt x="1721542" y="811604"/>
                </a:lnTo>
                <a:lnTo>
                  <a:pt x="1729704" y="817043"/>
                </a:lnTo>
                <a:lnTo>
                  <a:pt x="1736960" y="822256"/>
                </a:lnTo>
                <a:lnTo>
                  <a:pt x="1743762" y="827695"/>
                </a:lnTo>
                <a:lnTo>
                  <a:pt x="1749657" y="833135"/>
                </a:lnTo>
                <a:lnTo>
                  <a:pt x="1752378" y="835854"/>
                </a:lnTo>
                <a:lnTo>
                  <a:pt x="1754872" y="838801"/>
                </a:lnTo>
                <a:lnTo>
                  <a:pt x="1757139" y="841520"/>
                </a:lnTo>
                <a:lnTo>
                  <a:pt x="1759180" y="844240"/>
                </a:lnTo>
                <a:lnTo>
                  <a:pt x="1761221" y="847186"/>
                </a:lnTo>
                <a:lnTo>
                  <a:pt x="1762808" y="850133"/>
                </a:lnTo>
                <a:lnTo>
                  <a:pt x="1764168" y="853079"/>
                </a:lnTo>
                <a:lnTo>
                  <a:pt x="1765528" y="855799"/>
                </a:lnTo>
                <a:lnTo>
                  <a:pt x="1767569" y="857838"/>
                </a:lnTo>
                <a:lnTo>
                  <a:pt x="1768703" y="859878"/>
                </a:lnTo>
                <a:lnTo>
                  <a:pt x="1769836" y="861918"/>
                </a:lnTo>
                <a:lnTo>
                  <a:pt x="1770063" y="863278"/>
                </a:lnTo>
                <a:lnTo>
                  <a:pt x="1770063" y="864184"/>
                </a:lnTo>
                <a:lnTo>
                  <a:pt x="1770063" y="1395196"/>
                </a:lnTo>
                <a:lnTo>
                  <a:pt x="1770063" y="1396556"/>
                </a:lnTo>
                <a:lnTo>
                  <a:pt x="1769610" y="1398143"/>
                </a:lnTo>
                <a:lnTo>
                  <a:pt x="1768930" y="1399502"/>
                </a:lnTo>
                <a:lnTo>
                  <a:pt x="1768023" y="1400862"/>
                </a:lnTo>
                <a:lnTo>
                  <a:pt x="1767116" y="1402222"/>
                </a:lnTo>
                <a:lnTo>
                  <a:pt x="1765755" y="1403355"/>
                </a:lnTo>
                <a:lnTo>
                  <a:pt x="1764168" y="1404488"/>
                </a:lnTo>
                <a:lnTo>
                  <a:pt x="1762581" y="1405395"/>
                </a:lnTo>
                <a:lnTo>
                  <a:pt x="1760767" y="1406528"/>
                </a:lnTo>
                <a:lnTo>
                  <a:pt x="1758726" y="1407208"/>
                </a:lnTo>
                <a:lnTo>
                  <a:pt x="1754192" y="1408795"/>
                </a:lnTo>
                <a:lnTo>
                  <a:pt x="1749430" y="1409475"/>
                </a:lnTo>
                <a:lnTo>
                  <a:pt x="1746936" y="1409701"/>
                </a:lnTo>
                <a:lnTo>
                  <a:pt x="1743989" y="1409701"/>
                </a:lnTo>
                <a:lnTo>
                  <a:pt x="1604307" y="1409701"/>
                </a:lnTo>
                <a:lnTo>
                  <a:pt x="1590791" y="1027113"/>
                </a:lnTo>
                <a:lnTo>
                  <a:pt x="1577077" y="1409701"/>
                </a:lnTo>
                <a:lnTo>
                  <a:pt x="921682" y="1409701"/>
                </a:lnTo>
                <a:lnTo>
                  <a:pt x="908166" y="1027113"/>
                </a:lnTo>
                <a:lnTo>
                  <a:pt x="894451" y="1409701"/>
                </a:lnTo>
                <a:lnTo>
                  <a:pt x="754511" y="1409701"/>
                </a:lnTo>
                <a:lnTo>
                  <a:pt x="752017" y="1409701"/>
                </a:lnTo>
                <a:lnTo>
                  <a:pt x="749523" y="1409475"/>
                </a:lnTo>
                <a:lnTo>
                  <a:pt x="744535" y="1408795"/>
                </a:lnTo>
                <a:lnTo>
                  <a:pt x="740227" y="1407208"/>
                </a:lnTo>
                <a:lnTo>
                  <a:pt x="738186" y="1406528"/>
                </a:lnTo>
                <a:lnTo>
                  <a:pt x="736145" y="1405395"/>
                </a:lnTo>
                <a:lnTo>
                  <a:pt x="734785" y="1404488"/>
                </a:lnTo>
                <a:lnTo>
                  <a:pt x="733198" y="1403355"/>
                </a:lnTo>
                <a:lnTo>
                  <a:pt x="731837" y="1402222"/>
                </a:lnTo>
                <a:lnTo>
                  <a:pt x="730704" y="1400862"/>
                </a:lnTo>
                <a:lnTo>
                  <a:pt x="729797" y="1399502"/>
                </a:lnTo>
                <a:lnTo>
                  <a:pt x="729117" y="1398143"/>
                </a:lnTo>
                <a:lnTo>
                  <a:pt x="728890" y="1396556"/>
                </a:lnTo>
                <a:lnTo>
                  <a:pt x="728663" y="1395196"/>
                </a:lnTo>
                <a:lnTo>
                  <a:pt x="728663" y="864184"/>
                </a:lnTo>
                <a:lnTo>
                  <a:pt x="728663" y="863278"/>
                </a:lnTo>
                <a:lnTo>
                  <a:pt x="728890" y="861918"/>
                </a:lnTo>
                <a:lnTo>
                  <a:pt x="729797" y="859878"/>
                </a:lnTo>
                <a:lnTo>
                  <a:pt x="731384" y="857838"/>
                </a:lnTo>
                <a:lnTo>
                  <a:pt x="733198" y="855799"/>
                </a:lnTo>
                <a:lnTo>
                  <a:pt x="734332" y="853079"/>
                </a:lnTo>
                <a:lnTo>
                  <a:pt x="735919" y="850133"/>
                </a:lnTo>
                <a:lnTo>
                  <a:pt x="737733" y="847186"/>
                </a:lnTo>
                <a:lnTo>
                  <a:pt x="739546" y="844240"/>
                </a:lnTo>
                <a:lnTo>
                  <a:pt x="741814" y="841520"/>
                </a:lnTo>
                <a:lnTo>
                  <a:pt x="744081" y="838801"/>
                </a:lnTo>
                <a:lnTo>
                  <a:pt x="746575" y="835854"/>
                </a:lnTo>
                <a:lnTo>
                  <a:pt x="749296" y="833135"/>
                </a:lnTo>
                <a:lnTo>
                  <a:pt x="755191" y="827695"/>
                </a:lnTo>
                <a:lnTo>
                  <a:pt x="761993" y="822256"/>
                </a:lnTo>
                <a:lnTo>
                  <a:pt x="769249" y="817043"/>
                </a:lnTo>
                <a:lnTo>
                  <a:pt x="777638" y="811604"/>
                </a:lnTo>
                <a:lnTo>
                  <a:pt x="786254" y="806618"/>
                </a:lnTo>
                <a:lnTo>
                  <a:pt x="795777" y="801632"/>
                </a:lnTo>
                <a:lnTo>
                  <a:pt x="805527" y="796873"/>
                </a:lnTo>
                <a:lnTo>
                  <a:pt x="816183" y="792113"/>
                </a:lnTo>
                <a:lnTo>
                  <a:pt x="827293" y="787581"/>
                </a:lnTo>
                <a:lnTo>
                  <a:pt x="838630" y="783048"/>
                </a:lnTo>
                <a:lnTo>
                  <a:pt x="850647" y="778742"/>
                </a:lnTo>
                <a:lnTo>
                  <a:pt x="863345" y="774209"/>
                </a:lnTo>
                <a:lnTo>
                  <a:pt x="876268" y="770129"/>
                </a:lnTo>
                <a:lnTo>
                  <a:pt x="889419" y="766050"/>
                </a:lnTo>
                <a:lnTo>
                  <a:pt x="903023" y="761971"/>
                </a:lnTo>
                <a:lnTo>
                  <a:pt x="917081" y="758344"/>
                </a:lnTo>
                <a:lnTo>
                  <a:pt x="931139" y="754491"/>
                </a:lnTo>
                <a:lnTo>
                  <a:pt x="945650" y="750865"/>
                </a:lnTo>
                <a:lnTo>
                  <a:pt x="960388" y="747466"/>
                </a:lnTo>
                <a:lnTo>
                  <a:pt x="975352" y="743840"/>
                </a:lnTo>
                <a:lnTo>
                  <a:pt x="990544" y="740893"/>
                </a:lnTo>
                <a:lnTo>
                  <a:pt x="1005735" y="737494"/>
                </a:lnTo>
                <a:lnTo>
                  <a:pt x="1036344" y="731828"/>
                </a:lnTo>
                <a:lnTo>
                  <a:pt x="1067407" y="726388"/>
                </a:lnTo>
                <a:lnTo>
                  <a:pt x="1098470" y="721629"/>
                </a:lnTo>
                <a:lnTo>
                  <a:pt x="1188484" y="955292"/>
                </a:lnTo>
                <a:lnTo>
                  <a:pt x="1227483" y="813191"/>
                </a:lnTo>
                <a:lnTo>
                  <a:pt x="1178281" y="783954"/>
                </a:lnTo>
                <a:lnTo>
                  <a:pt x="1205490" y="715963"/>
                </a:lnTo>
                <a:close/>
                <a:moveTo>
                  <a:pt x="476723" y="658812"/>
                </a:moveTo>
                <a:lnTo>
                  <a:pt x="564677" y="658812"/>
                </a:lnTo>
                <a:lnTo>
                  <a:pt x="591880" y="727368"/>
                </a:lnTo>
                <a:lnTo>
                  <a:pt x="542915" y="756425"/>
                </a:lnTo>
                <a:lnTo>
                  <a:pt x="581452" y="898986"/>
                </a:lnTo>
                <a:lnTo>
                  <a:pt x="673487" y="664487"/>
                </a:lnTo>
                <a:lnTo>
                  <a:pt x="704317" y="669481"/>
                </a:lnTo>
                <a:lnTo>
                  <a:pt x="735373" y="674703"/>
                </a:lnTo>
                <a:lnTo>
                  <a:pt x="766202" y="680605"/>
                </a:lnTo>
                <a:lnTo>
                  <a:pt x="781163" y="683783"/>
                </a:lnTo>
                <a:lnTo>
                  <a:pt x="796125" y="686961"/>
                </a:lnTo>
                <a:lnTo>
                  <a:pt x="811086" y="690366"/>
                </a:lnTo>
                <a:lnTo>
                  <a:pt x="825594" y="693998"/>
                </a:lnTo>
                <a:lnTo>
                  <a:pt x="840329" y="697630"/>
                </a:lnTo>
                <a:lnTo>
                  <a:pt x="854383" y="701263"/>
                </a:lnTo>
                <a:lnTo>
                  <a:pt x="868211" y="705122"/>
                </a:lnTo>
                <a:lnTo>
                  <a:pt x="870360" y="705778"/>
                </a:lnTo>
                <a:lnTo>
                  <a:pt x="856570" y="709807"/>
                </a:lnTo>
                <a:lnTo>
                  <a:pt x="842283" y="714340"/>
                </a:lnTo>
                <a:lnTo>
                  <a:pt x="828449" y="719099"/>
                </a:lnTo>
                <a:lnTo>
                  <a:pt x="815069" y="723859"/>
                </a:lnTo>
                <a:lnTo>
                  <a:pt x="802369" y="728846"/>
                </a:lnTo>
                <a:lnTo>
                  <a:pt x="789895" y="734059"/>
                </a:lnTo>
                <a:lnTo>
                  <a:pt x="778102" y="739045"/>
                </a:lnTo>
                <a:lnTo>
                  <a:pt x="766763" y="744258"/>
                </a:lnTo>
                <a:lnTo>
                  <a:pt x="755877" y="749924"/>
                </a:lnTo>
                <a:lnTo>
                  <a:pt x="746126" y="755364"/>
                </a:lnTo>
                <a:lnTo>
                  <a:pt x="736374" y="761030"/>
                </a:lnTo>
                <a:lnTo>
                  <a:pt x="727983" y="766697"/>
                </a:lnTo>
                <a:lnTo>
                  <a:pt x="719819" y="772590"/>
                </a:lnTo>
                <a:lnTo>
                  <a:pt x="712788" y="778709"/>
                </a:lnTo>
                <a:lnTo>
                  <a:pt x="709386" y="781656"/>
                </a:lnTo>
                <a:lnTo>
                  <a:pt x="706211" y="784602"/>
                </a:lnTo>
                <a:lnTo>
                  <a:pt x="703490" y="788002"/>
                </a:lnTo>
                <a:lnTo>
                  <a:pt x="700542" y="790948"/>
                </a:lnTo>
                <a:lnTo>
                  <a:pt x="698047" y="794122"/>
                </a:lnTo>
                <a:lnTo>
                  <a:pt x="696006" y="797295"/>
                </a:lnTo>
                <a:lnTo>
                  <a:pt x="693738" y="800695"/>
                </a:lnTo>
                <a:lnTo>
                  <a:pt x="692151" y="803868"/>
                </a:lnTo>
                <a:lnTo>
                  <a:pt x="690563" y="807041"/>
                </a:lnTo>
                <a:lnTo>
                  <a:pt x="689202" y="810441"/>
                </a:lnTo>
                <a:lnTo>
                  <a:pt x="686935" y="812481"/>
                </a:lnTo>
                <a:lnTo>
                  <a:pt x="685574" y="814747"/>
                </a:lnTo>
                <a:lnTo>
                  <a:pt x="684893" y="815654"/>
                </a:lnTo>
                <a:lnTo>
                  <a:pt x="684667" y="817014"/>
                </a:lnTo>
                <a:lnTo>
                  <a:pt x="684440" y="818147"/>
                </a:lnTo>
                <a:lnTo>
                  <a:pt x="684213" y="819507"/>
                </a:lnTo>
                <a:lnTo>
                  <a:pt x="684213" y="1354137"/>
                </a:lnTo>
                <a:lnTo>
                  <a:pt x="193036" y="1354137"/>
                </a:lnTo>
                <a:lnTo>
                  <a:pt x="179272" y="971549"/>
                </a:lnTo>
                <a:lnTo>
                  <a:pt x="165708" y="1354137"/>
                </a:lnTo>
                <a:lnTo>
                  <a:pt x="26069" y="1354137"/>
                </a:lnTo>
                <a:lnTo>
                  <a:pt x="23576" y="1353910"/>
                </a:lnTo>
                <a:lnTo>
                  <a:pt x="20855" y="1353683"/>
                </a:lnTo>
                <a:lnTo>
                  <a:pt x="16095" y="1352775"/>
                </a:lnTo>
                <a:lnTo>
                  <a:pt x="11561" y="1351640"/>
                </a:lnTo>
                <a:lnTo>
                  <a:pt x="9748" y="1350505"/>
                </a:lnTo>
                <a:lnTo>
                  <a:pt x="7707" y="1349824"/>
                </a:lnTo>
                <a:lnTo>
                  <a:pt x="6121" y="1348689"/>
                </a:lnTo>
                <a:lnTo>
                  <a:pt x="4761" y="1347554"/>
                </a:lnTo>
                <a:lnTo>
                  <a:pt x="3174" y="1346419"/>
                </a:lnTo>
                <a:lnTo>
                  <a:pt x="2040" y="1345057"/>
                </a:lnTo>
                <a:lnTo>
                  <a:pt x="1360" y="1343695"/>
                </a:lnTo>
                <a:lnTo>
                  <a:pt x="680" y="1342333"/>
                </a:lnTo>
                <a:lnTo>
                  <a:pt x="453" y="1340744"/>
                </a:lnTo>
                <a:lnTo>
                  <a:pt x="0" y="1339155"/>
                </a:lnTo>
                <a:lnTo>
                  <a:pt x="0" y="807729"/>
                </a:lnTo>
                <a:lnTo>
                  <a:pt x="0" y="806367"/>
                </a:lnTo>
                <a:lnTo>
                  <a:pt x="453" y="805459"/>
                </a:lnTo>
                <a:lnTo>
                  <a:pt x="1360" y="803189"/>
                </a:lnTo>
                <a:lnTo>
                  <a:pt x="2720" y="801146"/>
                </a:lnTo>
                <a:lnTo>
                  <a:pt x="4761" y="799330"/>
                </a:lnTo>
                <a:lnTo>
                  <a:pt x="5894" y="796379"/>
                </a:lnTo>
                <a:lnTo>
                  <a:pt x="7481" y="793201"/>
                </a:lnTo>
                <a:lnTo>
                  <a:pt x="9294" y="790477"/>
                </a:lnTo>
                <a:lnTo>
                  <a:pt x="10881" y="787753"/>
                </a:lnTo>
                <a:lnTo>
                  <a:pt x="13148" y="784801"/>
                </a:lnTo>
                <a:lnTo>
                  <a:pt x="15415" y="781850"/>
                </a:lnTo>
                <a:lnTo>
                  <a:pt x="17908" y="779126"/>
                </a:lnTo>
                <a:lnTo>
                  <a:pt x="20629" y="776402"/>
                </a:lnTo>
                <a:lnTo>
                  <a:pt x="26523" y="770727"/>
                </a:lnTo>
                <a:lnTo>
                  <a:pt x="33323" y="765506"/>
                </a:lnTo>
                <a:lnTo>
                  <a:pt x="40804" y="760285"/>
                </a:lnTo>
                <a:lnTo>
                  <a:pt x="48738" y="755063"/>
                </a:lnTo>
                <a:lnTo>
                  <a:pt x="57579" y="750069"/>
                </a:lnTo>
                <a:lnTo>
                  <a:pt x="66873" y="745075"/>
                </a:lnTo>
                <a:lnTo>
                  <a:pt x="77074" y="740308"/>
                </a:lnTo>
                <a:lnTo>
                  <a:pt x="87728" y="735541"/>
                </a:lnTo>
                <a:lnTo>
                  <a:pt x="98382" y="730547"/>
                </a:lnTo>
                <a:lnTo>
                  <a:pt x="110170" y="726006"/>
                </a:lnTo>
                <a:lnTo>
                  <a:pt x="122184" y="721693"/>
                </a:lnTo>
                <a:lnTo>
                  <a:pt x="134652" y="717380"/>
                </a:lnTo>
                <a:lnTo>
                  <a:pt x="147573" y="713294"/>
                </a:lnTo>
                <a:lnTo>
                  <a:pt x="160721" y="709208"/>
                </a:lnTo>
                <a:lnTo>
                  <a:pt x="174322" y="705122"/>
                </a:lnTo>
                <a:lnTo>
                  <a:pt x="188377" y="701263"/>
                </a:lnTo>
                <a:lnTo>
                  <a:pt x="202658" y="697630"/>
                </a:lnTo>
                <a:lnTo>
                  <a:pt x="216940" y="693998"/>
                </a:lnTo>
                <a:lnTo>
                  <a:pt x="231901" y="690366"/>
                </a:lnTo>
                <a:lnTo>
                  <a:pt x="246862" y="687188"/>
                </a:lnTo>
                <a:lnTo>
                  <a:pt x="261824" y="683783"/>
                </a:lnTo>
                <a:lnTo>
                  <a:pt x="277012" y="680832"/>
                </a:lnTo>
                <a:lnTo>
                  <a:pt x="307841" y="674703"/>
                </a:lnTo>
                <a:lnTo>
                  <a:pt x="338897" y="669481"/>
                </a:lnTo>
                <a:lnTo>
                  <a:pt x="369953" y="664714"/>
                </a:lnTo>
                <a:lnTo>
                  <a:pt x="459948" y="898986"/>
                </a:lnTo>
                <a:lnTo>
                  <a:pt x="498485" y="756425"/>
                </a:lnTo>
                <a:lnTo>
                  <a:pt x="449520" y="727368"/>
                </a:lnTo>
                <a:lnTo>
                  <a:pt x="476723" y="658812"/>
                </a:lnTo>
                <a:close/>
                <a:moveTo>
                  <a:pt x="1981777" y="644525"/>
                </a:moveTo>
                <a:lnTo>
                  <a:pt x="2069750" y="644525"/>
                </a:lnTo>
                <a:lnTo>
                  <a:pt x="2096959" y="712516"/>
                </a:lnTo>
                <a:lnTo>
                  <a:pt x="2047757" y="741753"/>
                </a:lnTo>
                <a:lnTo>
                  <a:pt x="2086529" y="883854"/>
                </a:lnTo>
                <a:lnTo>
                  <a:pt x="2178357" y="649964"/>
                </a:lnTo>
                <a:lnTo>
                  <a:pt x="2209420" y="654724"/>
                </a:lnTo>
                <a:lnTo>
                  <a:pt x="2240256" y="660390"/>
                </a:lnTo>
                <a:lnTo>
                  <a:pt x="2271092" y="666056"/>
                </a:lnTo>
                <a:lnTo>
                  <a:pt x="2286284" y="669229"/>
                </a:lnTo>
                <a:lnTo>
                  <a:pt x="2301248" y="672402"/>
                </a:lnTo>
                <a:lnTo>
                  <a:pt x="2316213" y="675801"/>
                </a:lnTo>
                <a:lnTo>
                  <a:pt x="2330724" y="679201"/>
                </a:lnTo>
                <a:lnTo>
                  <a:pt x="2345235" y="683053"/>
                </a:lnTo>
                <a:lnTo>
                  <a:pt x="2359293" y="686680"/>
                </a:lnTo>
                <a:lnTo>
                  <a:pt x="2373124" y="690533"/>
                </a:lnTo>
                <a:lnTo>
                  <a:pt x="2386501" y="694385"/>
                </a:lnTo>
                <a:lnTo>
                  <a:pt x="2399879" y="698691"/>
                </a:lnTo>
                <a:lnTo>
                  <a:pt x="2412576" y="702771"/>
                </a:lnTo>
                <a:lnTo>
                  <a:pt x="2425273" y="707077"/>
                </a:lnTo>
                <a:lnTo>
                  <a:pt x="2437063" y="711610"/>
                </a:lnTo>
                <a:lnTo>
                  <a:pt x="2448400" y="716143"/>
                </a:lnTo>
                <a:lnTo>
                  <a:pt x="2459510" y="720675"/>
                </a:lnTo>
                <a:lnTo>
                  <a:pt x="2469940" y="725435"/>
                </a:lnTo>
                <a:lnTo>
                  <a:pt x="2479916" y="730194"/>
                </a:lnTo>
                <a:lnTo>
                  <a:pt x="2489213" y="735180"/>
                </a:lnTo>
                <a:lnTo>
                  <a:pt x="2497829" y="740393"/>
                </a:lnTo>
                <a:lnTo>
                  <a:pt x="2505991" y="745605"/>
                </a:lnTo>
                <a:lnTo>
                  <a:pt x="2513247" y="750818"/>
                </a:lnTo>
                <a:lnTo>
                  <a:pt x="2520049" y="756257"/>
                </a:lnTo>
                <a:lnTo>
                  <a:pt x="2525944" y="761697"/>
                </a:lnTo>
                <a:lnTo>
                  <a:pt x="2528665" y="764416"/>
                </a:lnTo>
                <a:lnTo>
                  <a:pt x="2531159" y="767363"/>
                </a:lnTo>
                <a:lnTo>
                  <a:pt x="2533426" y="770082"/>
                </a:lnTo>
                <a:lnTo>
                  <a:pt x="2535467" y="772802"/>
                </a:lnTo>
                <a:lnTo>
                  <a:pt x="2537508" y="775975"/>
                </a:lnTo>
                <a:lnTo>
                  <a:pt x="2538868" y="778695"/>
                </a:lnTo>
                <a:lnTo>
                  <a:pt x="2540455" y="781641"/>
                </a:lnTo>
                <a:lnTo>
                  <a:pt x="2541815" y="784361"/>
                </a:lnTo>
                <a:lnTo>
                  <a:pt x="2543856" y="786400"/>
                </a:lnTo>
                <a:lnTo>
                  <a:pt x="2545217" y="788440"/>
                </a:lnTo>
                <a:lnTo>
                  <a:pt x="2546123" y="790480"/>
                </a:lnTo>
                <a:lnTo>
                  <a:pt x="2546350" y="791840"/>
                </a:lnTo>
                <a:lnTo>
                  <a:pt x="2546350" y="792746"/>
                </a:lnTo>
                <a:lnTo>
                  <a:pt x="2546350" y="1323758"/>
                </a:lnTo>
                <a:lnTo>
                  <a:pt x="2546350" y="1325118"/>
                </a:lnTo>
                <a:lnTo>
                  <a:pt x="2545670" y="1326705"/>
                </a:lnTo>
                <a:lnTo>
                  <a:pt x="2545217" y="1328064"/>
                </a:lnTo>
                <a:lnTo>
                  <a:pt x="2544310" y="1329424"/>
                </a:lnTo>
                <a:lnTo>
                  <a:pt x="2543176" y="1330784"/>
                </a:lnTo>
                <a:lnTo>
                  <a:pt x="2542042" y="1332144"/>
                </a:lnTo>
                <a:lnTo>
                  <a:pt x="2540455" y="1333050"/>
                </a:lnTo>
                <a:lnTo>
                  <a:pt x="2538641" y="1333957"/>
                </a:lnTo>
                <a:lnTo>
                  <a:pt x="2537054" y="1335090"/>
                </a:lnTo>
                <a:lnTo>
                  <a:pt x="2535013" y="1335770"/>
                </a:lnTo>
                <a:lnTo>
                  <a:pt x="2530479" y="1337357"/>
                </a:lnTo>
                <a:lnTo>
                  <a:pt x="2525490" y="1338037"/>
                </a:lnTo>
                <a:lnTo>
                  <a:pt x="2522996" y="1338263"/>
                </a:lnTo>
                <a:lnTo>
                  <a:pt x="2520276" y="1338263"/>
                </a:lnTo>
                <a:lnTo>
                  <a:pt x="2380604" y="1338263"/>
                </a:lnTo>
                <a:lnTo>
                  <a:pt x="2367197" y="957263"/>
                </a:lnTo>
                <a:lnTo>
                  <a:pt x="2353389" y="1338263"/>
                </a:lnTo>
                <a:lnTo>
                  <a:pt x="1800226" y="1338263"/>
                </a:lnTo>
                <a:lnTo>
                  <a:pt x="1800226" y="819507"/>
                </a:lnTo>
                <a:lnTo>
                  <a:pt x="1799999" y="818147"/>
                </a:lnTo>
                <a:lnTo>
                  <a:pt x="1799773" y="817014"/>
                </a:lnTo>
                <a:lnTo>
                  <a:pt x="1799546" y="815654"/>
                </a:lnTo>
                <a:lnTo>
                  <a:pt x="1798865" y="814747"/>
                </a:lnTo>
                <a:lnTo>
                  <a:pt x="1797278" y="812481"/>
                </a:lnTo>
                <a:lnTo>
                  <a:pt x="1795237" y="810441"/>
                </a:lnTo>
                <a:lnTo>
                  <a:pt x="1794103" y="807041"/>
                </a:lnTo>
                <a:lnTo>
                  <a:pt x="1792515" y="803868"/>
                </a:lnTo>
                <a:lnTo>
                  <a:pt x="1790474" y="800695"/>
                </a:lnTo>
                <a:lnTo>
                  <a:pt x="1788433" y="797295"/>
                </a:lnTo>
                <a:lnTo>
                  <a:pt x="1786165" y="794122"/>
                </a:lnTo>
                <a:lnTo>
                  <a:pt x="1783898" y="790948"/>
                </a:lnTo>
                <a:lnTo>
                  <a:pt x="1781176" y="788002"/>
                </a:lnTo>
                <a:lnTo>
                  <a:pt x="1778455" y="784602"/>
                </a:lnTo>
                <a:lnTo>
                  <a:pt x="1775053" y="781656"/>
                </a:lnTo>
                <a:lnTo>
                  <a:pt x="1771878" y="778709"/>
                </a:lnTo>
                <a:lnTo>
                  <a:pt x="1764621" y="772590"/>
                </a:lnTo>
                <a:lnTo>
                  <a:pt x="1756910" y="766697"/>
                </a:lnTo>
                <a:lnTo>
                  <a:pt x="1748292" y="761030"/>
                </a:lnTo>
                <a:lnTo>
                  <a:pt x="1738994" y="755364"/>
                </a:lnTo>
                <a:lnTo>
                  <a:pt x="1728789" y="749924"/>
                </a:lnTo>
                <a:lnTo>
                  <a:pt x="1718357" y="744258"/>
                </a:lnTo>
                <a:lnTo>
                  <a:pt x="1707244" y="739045"/>
                </a:lnTo>
                <a:lnTo>
                  <a:pt x="1695224" y="733832"/>
                </a:lnTo>
                <a:lnTo>
                  <a:pt x="1682978" y="728619"/>
                </a:lnTo>
                <a:lnTo>
                  <a:pt x="1670278" y="723859"/>
                </a:lnTo>
                <a:lnTo>
                  <a:pt x="1656898" y="719099"/>
                </a:lnTo>
                <a:lnTo>
                  <a:pt x="1643290" y="714340"/>
                </a:lnTo>
                <a:lnTo>
                  <a:pt x="1629230" y="709807"/>
                </a:lnTo>
                <a:lnTo>
                  <a:pt x="1624147" y="708322"/>
                </a:lnTo>
                <a:lnTo>
                  <a:pt x="1626934" y="707304"/>
                </a:lnTo>
                <a:lnTo>
                  <a:pt x="1639632" y="702998"/>
                </a:lnTo>
                <a:lnTo>
                  <a:pt x="1652556" y="698691"/>
                </a:lnTo>
                <a:lnTo>
                  <a:pt x="1665480" y="694612"/>
                </a:lnTo>
                <a:lnTo>
                  <a:pt x="1679084" y="690533"/>
                </a:lnTo>
                <a:lnTo>
                  <a:pt x="1693368" y="686906"/>
                </a:lnTo>
                <a:lnTo>
                  <a:pt x="1707426" y="683053"/>
                </a:lnTo>
                <a:lnTo>
                  <a:pt x="1722164" y="679427"/>
                </a:lnTo>
                <a:lnTo>
                  <a:pt x="1736675" y="676028"/>
                </a:lnTo>
                <a:lnTo>
                  <a:pt x="1751639" y="672628"/>
                </a:lnTo>
                <a:lnTo>
                  <a:pt x="1766831" y="669455"/>
                </a:lnTo>
                <a:lnTo>
                  <a:pt x="1781795" y="666056"/>
                </a:lnTo>
                <a:lnTo>
                  <a:pt x="1812631" y="660390"/>
                </a:lnTo>
                <a:lnTo>
                  <a:pt x="1843694" y="654950"/>
                </a:lnTo>
                <a:lnTo>
                  <a:pt x="1874757" y="650191"/>
                </a:lnTo>
                <a:lnTo>
                  <a:pt x="1964772" y="883854"/>
                </a:lnTo>
                <a:lnTo>
                  <a:pt x="2003543" y="741753"/>
                </a:lnTo>
                <a:lnTo>
                  <a:pt x="1954342" y="712516"/>
                </a:lnTo>
                <a:lnTo>
                  <a:pt x="1981777" y="644525"/>
                </a:lnTo>
                <a:close/>
                <a:moveTo>
                  <a:pt x="1248456" y="69850"/>
                </a:moveTo>
                <a:lnTo>
                  <a:pt x="1255033" y="70077"/>
                </a:lnTo>
                <a:lnTo>
                  <a:pt x="1261609" y="70304"/>
                </a:lnTo>
                <a:lnTo>
                  <a:pt x="1268186" y="70984"/>
                </a:lnTo>
                <a:lnTo>
                  <a:pt x="1274536" y="71665"/>
                </a:lnTo>
                <a:lnTo>
                  <a:pt x="1281113" y="72346"/>
                </a:lnTo>
                <a:lnTo>
                  <a:pt x="1287463" y="73707"/>
                </a:lnTo>
                <a:lnTo>
                  <a:pt x="1293813" y="74841"/>
                </a:lnTo>
                <a:lnTo>
                  <a:pt x="1299936" y="76429"/>
                </a:lnTo>
                <a:lnTo>
                  <a:pt x="1306059" y="78017"/>
                </a:lnTo>
                <a:lnTo>
                  <a:pt x="1312409" y="80059"/>
                </a:lnTo>
                <a:lnTo>
                  <a:pt x="1318533" y="82101"/>
                </a:lnTo>
                <a:lnTo>
                  <a:pt x="1324429" y="84369"/>
                </a:lnTo>
                <a:lnTo>
                  <a:pt x="1330325" y="86638"/>
                </a:lnTo>
                <a:lnTo>
                  <a:pt x="1335995" y="89134"/>
                </a:lnTo>
                <a:lnTo>
                  <a:pt x="1342118" y="91856"/>
                </a:lnTo>
                <a:lnTo>
                  <a:pt x="1347788" y="94579"/>
                </a:lnTo>
                <a:lnTo>
                  <a:pt x="1353458" y="97982"/>
                </a:lnTo>
                <a:lnTo>
                  <a:pt x="1359127" y="100931"/>
                </a:lnTo>
                <a:lnTo>
                  <a:pt x="1364570" y="104561"/>
                </a:lnTo>
                <a:lnTo>
                  <a:pt x="1370240" y="107964"/>
                </a:lnTo>
                <a:lnTo>
                  <a:pt x="1375456" y="111820"/>
                </a:lnTo>
                <a:lnTo>
                  <a:pt x="1380672" y="115677"/>
                </a:lnTo>
                <a:lnTo>
                  <a:pt x="1386115" y="119534"/>
                </a:lnTo>
                <a:lnTo>
                  <a:pt x="1391104" y="123844"/>
                </a:lnTo>
                <a:lnTo>
                  <a:pt x="1396093" y="128155"/>
                </a:lnTo>
                <a:lnTo>
                  <a:pt x="1400856" y="132465"/>
                </a:lnTo>
                <a:lnTo>
                  <a:pt x="1406072" y="137230"/>
                </a:lnTo>
                <a:lnTo>
                  <a:pt x="1410834" y="141767"/>
                </a:lnTo>
                <a:lnTo>
                  <a:pt x="1415370" y="146985"/>
                </a:lnTo>
                <a:lnTo>
                  <a:pt x="1419906" y="151976"/>
                </a:lnTo>
                <a:lnTo>
                  <a:pt x="1424442" y="156967"/>
                </a:lnTo>
                <a:lnTo>
                  <a:pt x="1428751" y="162185"/>
                </a:lnTo>
                <a:lnTo>
                  <a:pt x="1433060" y="167630"/>
                </a:lnTo>
                <a:lnTo>
                  <a:pt x="1437369" y="173075"/>
                </a:lnTo>
                <a:lnTo>
                  <a:pt x="1441224" y="178973"/>
                </a:lnTo>
                <a:lnTo>
                  <a:pt x="1445079" y="184645"/>
                </a:lnTo>
                <a:lnTo>
                  <a:pt x="1449161" y="190543"/>
                </a:lnTo>
                <a:lnTo>
                  <a:pt x="1452790" y="196669"/>
                </a:lnTo>
                <a:lnTo>
                  <a:pt x="1456419" y="202567"/>
                </a:lnTo>
                <a:lnTo>
                  <a:pt x="1460047" y="208920"/>
                </a:lnTo>
                <a:lnTo>
                  <a:pt x="1463222" y="215272"/>
                </a:lnTo>
                <a:lnTo>
                  <a:pt x="1466624" y="221624"/>
                </a:lnTo>
                <a:lnTo>
                  <a:pt x="1469572" y="228203"/>
                </a:lnTo>
                <a:lnTo>
                  <a:pt x="1472520" y="235010"/>
                </a:lnTo>
                <a:lnTo>
                  <a:pt x="1475695" y="241589"/>
                </a:lnTo>
                <a:lnTo>
                  <a:pt x="1478417" y="248395"/>
                </a:lnTo>
                <a:lnTo>
                  <a:pt x="1480911" y="255428"/>
                </a:lnTo>
                <a:lnTo>
                  <a:pt x="1483406" y="262460"/>
                </a:lnTo>
                <a:lnTo>
                  <a:pt x="1485674" y="269493"/>
                </a:lnTo>
                <a:lnTo>
                  <a:pt x="1487942" y="276753"/>
                </a:lnTo>
                <a:lnTo>
                  <a:pt x="1489983" y="284013"/>
                </a:lnTo>
                <a:lnTo>
                  <a:pt x="1492024" y="291273"/>
                </a:lnTo>
                <a:lnTo>
                  <a:pt x="1493838" y="298986"/>
                </a:lnTo>
                <a:lnTo>
                  <a:pt x="1495426" y="306473"/>
                </a:lnTo>
                <a:lnTo>
                  <a:pt x="1496786" y="313959"/>
                </a:lnTo>
                <a:lnTo>
                  <a:pt x="1498374" y="321673"/>
                </a:lnTo>
                <a:lnTo>
                  <a:pt x="1499281" y="329386"/>
                </a:lnTo>
                <a:lnTo>
                  <a:pt x="1500415" y="337100"/>
                </a:lnTo>
                <a:lnTo>
                  <a:pt x="1500809" y="340447"/>
                </a:lnTo>
                <a:lnTo>
                  <a:pt x="1501799" y="339950"/>
                </a:lnTo>
                <a:lnTo>
                  <a:pt x="1502922" y="339725"/>
                </a:lnTo>
                <a:lnTo>
                  <a:pt x="1504045" y="339725"/>
                </a:lnTo>
                <a:lnTo>
                  <a:pt x="1505392" y="339725"/>
                </a:lnTo>
                <a:lnTo>
                  <a:pt x="1506291" y="339950"/>
                </a:lnTo>
                <a:lnTo>
                  <a:pt x="1508761" y="341076"/>
                </a:lnTo>
                <a:lnTo>
                  <a:pt x="1510782" y="342427"/>
                </a:lnTo>
                <a:lnTo>
                  <a:pt x="1513028" y="344678"/>
                </a:lnTo>
                <a:lnTo>
                  <a:pt x="1515049" y="347380"/>
                </a:lnTo>
                <a:lnTo>
                  <a:pt x="1516846" y="350306"/>
                </a:lnTo>
                <a:lnTo>
                  <a:pt x="1518642" y="353909"/>
                </a:lnTo>
                <a:lnTo>
                  <a:pt x="1520214" y="357736"/>
                </a:lnTo>
                <a:lnTo>
                  <a:pt x="1521786" y="362239"/>
                </a:lnTo>
                <a:lnTo>
                  <a:pt x="1523134" y="367192"/>
                </a:lnTo>
                <a:lnTo>
                  <a:pt x="1524257" y="372145"/>
                </a:lnTo>
                <a:lnTo>
                  <a:pt x="1525380" y="377548"/>
                </a:lnTo>
                <a:lnTo>
                  <a:pt x="1526053" y="383176"/>
                </a:lnTo>
                <a:lnTo>
                  <a:pt x="1526503" y="389030"/>
                </a:lnTo>
                <a:lnTo>
                  <a:pt x="1526727" y="395334"/>
                </a:lnTo>
                <a:lnTo>
                  <a:pt x="1527176" y="401637"/>
                </a:lnTo>
                <a:lnTo>
                  <a:pt x="1526727" y="407941"/>
                </a:lnTo>
                <a:lnTo>
                  <a:pt x="1526503" y="414245"/>
                </a:lnTo>
                <a:lnTo>
                  <a:pt x="1526053" y="419873"/>
                </a:lnTo>
                <a:lnTo>
                  <a:pt x="1525380" y="425727"/>
                </a:lnTo>
                <a:lnTo>
                  <a:pt x="1524257" y="430905"/>
                </a:lnTo>
                <a:lnTo>
                  <a:pt x="1523134" y="436308"/>
                </a:lnTo>
                <a:lnTo>
                  <a:pt x="1521786" y="441036"/>
                </a:lnTo>
                <a:lnTo>
                  <a:pt x="1520214" y="445314"/>
                </a:lnTo>
                <a:lnTo>
                  <a:pt x="1518642" y="449366"/>
                </a:lnTo>
                <a:lnTo>
                  <a:pt x="1516846" y="452743"/>
                </a:lnTo>
                <a:lnTo>
                  <a:pt x="1515049" y="456120"/>
                </a:lnTo>
                <a:lnTo>
                  <a:pt x="1513028" y="458597"/>
                </a:lnTo>
                <a:lnTo>
                  <a:pt x="1510782" y="460623"/>
                </a:lnTo>
                <a:lnTo>
                  <a:pt x="1508761" y="462199"/>
                </a:lnTo>
                <a:lnTo>
                  <a:pt x="1506291" y="463100"/>
                </a:lnTo>
                <a:lnTo>
                  <a:pt x="1505392" y="463325"/>
                </a:lnTo>
                <a:lnTo>
                  <a:pt x="1504045" y="463550"/>
                </a:lnTo>
                <a:lnTo>
                  <a:pt x="1502922" y="463325"/>
                </a:lnTo>
                <a:lnTo>
                  <a:pt x="1501799" y="463100"/>
                </a:lnTo>
                <a:lnTo>
                  <a:pt x="1499553" y="462199"/>
                </a:lnTo>
                <a:lnTo>
                  <a:pt x="1497308" y="460623"/>
                </a:lnTo>
                <a:lnTo>
                  <a:pt x="1496170" y="459597"/>
                </a:lnTo>
                <a:lnTo>
                  <a:pt x="1495426" y="463692"/>
                </a:lnTo>
                <a:lnTo>
                  <a:pt x="1493838" y="471405"/>
                </a:lnTo>
                <a:lnTo>
                  <a:pt x="1492024" y="478892"/>
                </a:lnTo>
                <a:lnTo>
                  <a:pt x="1489983" y="486152"/>
                </a:lnTo>
                <a:lnTo>
                  <a:pt x="1487942" y="493638"/>
                </a:lnTo>
                <a:lnTo>
                  <a:pt x="1485674" y="500671"/>
                </a:lnTo>
                <a:lnTo>
                  <a:pt x="1483406" y="507704"/>
                </a:lnTo>
                <a:lnTo>
                  <a:pt x="1480911" y="514737"/>
                </a:lnTo>
                <a:lnTo>
                  <a:pt x="1478417" y="521770"/>
                </a:lnTo>
                <a:lnTo>
                  <a:pt x="1475695" y="528576"/>
                </a:lnTo>
                <a:lnTo>
                  <a:pt x="1472520" y="535155"/>
                </a:lnTo>
                <a:lnTo>
                  <a:pt x="1469572" y="541961"/>
                </a:lnTo>
                <a:lnTo>
                  <a:pt x="1466624" y="548540"/>
                </a:lnTo>
                <a:lnTo>
                  <a:pt x="1463222" y="554893"/>
                </a:lnTo>
                <a:lnTo>
                  <a:pt x="1460047" y="561245"/>
                </a:lnTo>
                <a:lnTo>
                  <a:pt x="1456419" y="567597"/>
                </a:lnTo>
                <a:lnTo>
                  <a:pt x="1452790" y="573496"/>
                </a:lnTo>
                <a:lnTo>
                  <a:pt x="1449161" y="579621"/>
                </a:lnTo>
                <a:lnTo>
                  <a:pt x="1445079" y="585520"/>
                </a:lnTo>
                <a:lnTo>
                  <a:pt x="1441224" y="591192"/>
                </a:lnTo>
                <a:lnTo>
                  <a:pt x="1437369" y="597090"/>
                </a:lnTo>
                <a:lnTo>
                  <a:pt x="1433060" y="602535"/>
                </a:lnTo>
                <a:lnTo>
                  <a:pt x="1428751" y="607980"/>
                </a:lnTo>
                <a:lnTo>
                  <a:pt x="1424442" y="613198"/>
                </a:lnTo>
                <a:lnTo>
                  <a:pt x="1419906" y="618189"/>
                </a:lnTo>
                <a:lnTo>
                  <a:pt x="1415370" y="623407"/>
                </a:lnTo>
                <a:lnTo>
                  <a:pt x="1410834" y="628171"/>
                </a:lnTo>
                <a:lnTo>
                  <a:pt x="1406072" y="632935"/>
                </a:lnTo>
                <a:lnTo>
                  <a:pt x="1400856" y="637699"/>
                </a:lnTo>
                <a:lnTo>
                  <a:pt x="1396093" y="642010"/>
                </a:lnTo>
                <a:lnTo>
                  <a:pt x="1391104" y="646320"/>
                </a:lnTo>
                <a:lnTo>
                  <a:pt x="1386115" y="650631"/>
                </a:lnTo>
                <a:lnTo>
                  <a:pt x="1380672" y="654714"/>
                </a:lnTo>
                <a:lnTo>
                  <a:pt x="1375456" y="658344"/>
                </a:lnTo>
                <a:lnTo>
                  <a:pt x="1370240" y="662201"/>
                </a:lnTo>
                <a:lnTo>
                  <a:pt x="1364570" y="665831"/>
                </a:lnTo>
                <a:lnTo>
                  <a:pt x="1359127" y="669007"/>
                </a:lnTo>
                <a:lnTo>
                  <a:pt x="1353458" y="672410"/>
                </a:lnTo>
                <a:lnTo>
                  <a:pt x="1347788" y="675359"/>
                </a:lnTo>
                <a:lnTo>
                  <a:pt x="1342118" y="678309"/>
                </a:lnTo>
                <a:lnTo>
                  <a:pt x="1335995" y="681031"/>
                </a:lnTo>
                <a:lnTo>
                  <a:pt x="1330325" y="683753"/>
                </a:lnTo>
                <a:lnTo>
                  <a:pt x="1324429" y="686022"/>
                </a:lnTo>
                <a:lnTo>
                  <a:pt x="1318533" y="688291"/>
                </a:lnTo>
                <a:lnTo>
                  <a:pt x="1312409" y="690333"/>
                </a:lnTo>
                <a:lnTo>
                  <a:pt x="1306059" y="692148"/>
                </a:lnTo>
                <a:lnTo>
                  <a:pt x="1299936" y="693736"/>
                </a:lnTo>
                <a:lnTo>
                  <a:pt x="1293813" y="695324"/>
                </a:lnTo>
                <a:lnTo>
                  <a:pt x="1287463" y="696458"/>
                </a:lnTo>
                <a:lnTo>
                  <a:pt x="1281113" y="697592"/>
                </a:lnTo>
                <a:lnTo>
                  <a:pt x="1274536" y="698500"/>
                </a:lnTo>
                <a:lnTo>
                  <a:pt x="1268186" y="699407"/>
                </a:lnTo>
                <a:lnTo>
                  <a:pt x="1261609" y="699861"/>
                </a:lnTo>
                <a:lnTo>
                  <a:pt x="1255033" y="700088"/>
                </a:lnTo>
                <a:lnTo>
                  <a:pt x="1248456" y="700088"/>
                </a:lnTo>
                <a:lnTo>
                  <a:pt x="1241879" y="700088"/>
                </a:lnTo>
                <a:lnTo>
                  <a:pt x="1235529" y="699861"/>
                </a:lnTo>
                <a:lnTo>
                  <a:pt x="1228952" y="699407"/>
                </a:lnTo>
                <a:lnTo>
                  <a:pt x="1222602" y="698500"/>
                </a:lnTo>
                <a:lnTo>
                  <a:pt x="1216252" y="697592"/>
                </a:lnTo>
                <a:lnTo>
                  <a:pt x="1209675" y="696458"/>
                </a:lnTo>
                <a:lnTo>
                  <a:pt x="1203325" y="695324"/>
                </a:lnTo>
                <a:lnTo>
                  <a:pt x="1197429" y="693736"/>
                </a:lnTo>
                <a:lnTo>
                  <a:pt x="1191079" y="692148"/>
                </a:lnTo>
                <a:lnTo>
                  <a:pt x="1184956" y="690333"/>
                </a:lnTo>
                <a:lnTo>
                  <a:pt x="1178832" y="688291"/>
                </a:lnTo>
                <a:lnTo>
                  <a:pt x="1172936" y="686022"/>
                </a:lnTo>
                <a:lnTo>
                  <a:pt x="1166813" y="683753"/>
                </a:lnTo>
                <a:lnTo>
                  <a:pt x="1160916" y="681031"/>
                </a:lnTo>
                <a:lnTo>
                  <a:pt x="1155247" y="678309"/>
                </a:lnTo>
                <a:lnTo>
                  <a:pt x="1149350" y="675359"/>
                </a:lnTo>
                <a:lnTo>
                  <a:pt x="1143907" y="672410"/>
                </a:lnTo>
                <a:lnTo>
                  <a:pt x="1138011" y="669007"/>
                </a:lnTo>
                <a:lnTo>
                  <a:pt x="1132568" y="665831"/>
                </a:lnTo>
                <a:lnTo>
                  <a:pt x="1127125" y="662201"/>
                </a:lnTo>
                <a:lnTo>
                  <a:pt x="1121682" y="658344"/>
                </a:lnTo>
                <a:lnTo>
                  <a:pt x="1116240" y="654714"/>
                </a:lnTo>
                <a:lnTo>
                  <a:pt x="1111250" y="650631"/>
                </a:lnTo>
                <a:lnTo>
                  <a:pt x="1106034" y="646320"/>
                </a:lnTo>
                <a:lnTo>
                  <a:pt x="1101272" y="642010"/>
                </a:lnTo>
                <a:lnTo>
                  <a:pt x="1096056" y="637699"/>
                </a:lnTo>
                <a:lnTo>
                  <a:pt x="1091293" y="632935"/>
                </a:lnTo>
                <a:lnTo>
                  <a:pt x="1086531" y="628171"/>
                </a:lnTo>
                <a:lnTo>
                  <a:pt x="1081768" y="623407"/>
                </a:lnTo>
                <a:lnTo>
                  <a:pt x="1077232" y="618189"/>
                </a:lnTo>
                <a:lnTo>
                  <a:pt x="1072697" y="613198"/>
                </a:lnTo>
                <a:lnTo>
                  <a:pt x="1068388" y="607980"/>
                </a:lnTo>
                <a:lnTo>
                  <a:pt x="1064079" y="602535"/>
                </a:lnTo>
                <a:lnTo>
                  <a:pt x="1059997" y="597090"/>
                </a:lnTo>
                <a:lnTo>
                  <a:pt x="1055688" y="591192"/>
                </a:lnTo>
                <a:lnTo>
                  <a:pt x="1052059" y="585520"/>
                </a:lnTo>
                <a:lnTo>
                  <a:pt x="1048204" y="579621"/>
                </a:lnTo>
                <a:lnTo>
                  <a:pt x="1044348" y="573496"/>
                </a:lnTo>
                <a:lnTo>
                  <a:pt x="1040947" y="567597"/>
                </a:lnTo>
                <a:lnTo>
                  <a:pt x="1037318" y="561245"/>
                </a:lnTo>
                <a:lnTo>
                  <a:pt x="1033916" y="554893"/>
                </a:lnTo>
                <a:lnTo>
                  <a:pt x="1030514" y="548540"/>
                </a:lnTo>
                <a:lnTo>
                  <a:pt x="1027566" y="541961"/>
                </a:lnTo>
                <a:lnTo>
                  <a:pt x="1024391" y="535155"/>
                </a:lnTo>
                <a:lnTo>
                  <a:pt x="1021670" y="528576"/>
                </a:lnTo>
                <a:lnTo>
                  <a:pt x="1018948" y="521770"/>
                </a:lnTo>
                <a:lnTo>
                  <a:pt x="1016227" y="514737"/>
                </a:lnTo>
                <a:lnTo>
                  <a:pt x="1013959" y="507704"/>
                </a:lnTo>
                <a:lnTo>
                  <a:pt x="1011238" y="500671"/>
                </a:lnTo>
                <a:lnTo>
                  <a:pt x="1008970" y="493638"/>
                </a:lnTo>
                <a:lnTo>
                  <a:pt x="1007155" y="486152"/>
                </a:lnTo>
                <a:lnTo>
                  <a:pt x="1005341" y="478892"/>
                </a:lnTo>
                <a:lnTo>
                  <a:pt x="1003527" y="471405"/>
                </a:lnTo>
                <a:lnTo>
                  <a:pt x="1001713" y="463692"/>
                </a:lnTo>
                <a:lnTo>
                  <a:pt x="1001178" y="460749"/>
                </a:lnTo>
                <a:lnTo>
                  <a:pt x="999308" y="462199"/>
                </a:lnTo>
                <a:lnTo>
                  <a:pt x="997052" y="463100"/>
                </a:lnTo>
                <a:lnTo>
                  <a:pt x="995698" y="463325"/>
                </a:lnTo>
                <a:lnTo>
                  <a:pt x="994569" y="463550"/>
                </a:lnTo>
                <a:lnTo>
                  <a:pt x="993215" y="463325"/>
                </a:lnTo>
                <a:lnTo>
                  <a:pt x="992312" y="463100"/>
                </a:lnTo>
                <a:lnTo>
                  <a:pt x="990056" y="462199"/>
                </a:lnTo>
                <a:lnTo>
                  <a:pt x="987799" y="460623"/>
                </a:lnTo>
                <a:lnTo>
                  <a:pt x="985768" y="458597"/>
                </a:lnTo>
                <a:lnTo>
                  <a:pt x="983737" y="456120"/>
                </a:lnTo>
                <a:lnTo>
                  <a:pt x="981706" y="452743"/>
                </a:lnTo>
                <a:lnTo>
                  <a:pt x="979900" y="449366"/>
                </a:lnTo>
                <a:lnTo>
                  <a:pt x="978095" y="445314"/>
                </a:lnTo>
                <a:lnTo>
                  <a:pt x="976741" y="441036"/>
                </a:lnTo>
                <a:lnTo>
                  <a:pt x="975387" y="436308"/>
                </a:lnTo>
                <a:lnTo>
                  <a:pt x="974484" y="430905"/>
                </a:lnTo>
                <a:lnTo>
                  <a:pt x="973356" y="425727"/>
                </a:lnTo>
                <a:lnTo>
                  <a:pt x="972679" y="419873"/>
                </a:lnTo>
                <a:lnTo>
                  <a:pt x="971776" y="414245"/>
                </a:lnTo>
                <a:lnTo>
                  <a:pt x="971550" y="407941"/>
                </a:lnTo>
                <a:lnTo>
                  <a:pt x="971550" y="401637"/>
                </a:lnTo>
                <a:lnTo>
                  <a:pt x="971550" y="395334"/>
                </a:lnTo>
                <a:lnTo>
                  <a:pt x="971776" y="389030"/>
                </a:lnTo>
                <a:lnTo>
                  <a:pt x="972679" y="383176"/>
                </a:lnTo>
                <a:lnTo>
                  <a:pt x="973356" y="377548"/>
                </a:lnTo>
                <a:lnTo>
                  <a:pt x="974484" y="372145"/>
                </a:lnTo>
                <a:lnTo>
                  <a:pt x="975387" y="367192"/>
                </a:lnTo>
                <a:lnTo>
                  <a:pt x="976741" y="362239"/>
                </a:lnTo>
                <a:lnTo>
                  <a:pt x="978095" y="357736"/>
                </a:lnTo>
                <a:lnTo>
                  <a:pt x="979900" y="353909"/>
                </a:lnTo>
                <a:lnTo>
                  <a:pt x="981706" y="350306"/>
                </a:lnTo>
                <a:lnTo>
                  <a:pt x="983737" y="347380"/>
                </a:lnTo>
                <a:lnTo>
                  <a:pt x="985768" y="344678"/>
                </a:lnTo>
                <a:lnTo>
                  <a:pt x="987799" y="342427"/>
                </a:lnTo>
                <a:lnTo>
                  <a:pt x="990056" y="341076"/>
                </a:lnTo>
                <a:lnTo>
                  <a:pt x="992312" y="339950"/>
                </a:lnTo>
                <a:lnTo>
                  <a:pt x="993215" y="339725"/>
                </a:lnTo>
                <a:lnTo>
                  <a:pt x="994569" y="339725"/>
                </a:lnTo>
                <a:lnTo>
                  <a:pt x="995698" y="339725"/>
                </a:lnTo>
                <a:lnTo>
                  <a:pt x="996322" y="339829"/>
                </a:lnTo>
                <a:lnTo>
                  <a:pt x="996723" y="337100"/>
                </a:lnTo>
                <a:lnTo>
                  <a:pt x="997630" y="329386"/>
                </a:lnTo>
                <a:lnTo>
                  <a:pt x="998991" y="321673"/>
                </a:lnTo>
                <a:lnTo>
                  <a:pt x="1000352" y="313959"/>
                </a:lnTo>
                <a:lnTo>
                  <a:pt x="1001713" y="306473"/>
                </a:lnTo>
                <a:lnTo>
                  <a:pt x="1003527" y="298986"/>
                </a:lnTo>
                <a:lnTo>
                  <a:pt x="1005341" y="291273"/>
                </a:lnTo>
                <a:lnTo>
                  <a:pt x="1007155" y="284013"/>
                </a:lnTo>
                <a:lnTo>
                  <a:pt x="1008970" y="276753"/>
                </a:lnTo>
                <a:lnTo>
                  <a:pt x="1011238" y="269493"/>
                </a:lnTo>
                <a:lnTo>
                  <a:pt x="1013959" y="262460"/>
                </a:lnTo>
                <a:lnTo>
                  <a:pt x="1016227" y="255428"/>
                </a:lnTo>
                <a:lnTo>
                  <a:pt x="1018948" y="248395"/>
                </a:lnTo>
                <a:lnTo>
                  <a:pt x="1021670" y="241589"/>
                </a:lnTo>
                <a:lnTo>
                  <a:pt x="1024391" y="235010"/>
                </a:lnTo>
                <a:lnTo>
                  <a:pt x="1027566" y="228203"/>
                </a:lnTo>
                <a:lnTo>
                  <a:pt x="1030514" y="221624"/>
                </a:lnTo>
                <a:lnTo>
                  <a:pt x="1033916" y="215272"/>
                </a:lnTo>
                <a:lnTo>
                  <a:pt x="1037318" y="208920"/>
                </a:lnTo>
                <a:lnTo>
                  <a:pt x="1040947" y="202567"/>
                </a:lnTo>
                <a:lnTo>
                  <a:pt x="1044348" y="196669"/>
                </a:lnTo>
                <a:lnTo>
                  <a:pt x="1048204" y="190543"/>
                </a:lnTo>
                <a:lnTo>
                  <a:pt x="1052059" y="184645"/>
                </a:lnTo>
                <a:lnTo>
                  <a:pt x="1055688" y="178973"/>
                </a:lnTo>
                <a:lnTo>
                  <a:pt x="1059997" y="173075"/>
                </a:lnTo>
                <a:lnTo>
                  <a:pt x="1064079" y="167630"/>
                </a:lnTo>
                <a:lnTo>
                  <a:pt x="1068388" y="162185"/>
                </a:lnTo>
                <a:lnTo>
                  <a:pt x="1072697" y="156967"/>
                </a:lnTo>
                <a:lnTo>
                  <a:pt x="1077232" y="151976"/>
                </a:lnTo>
                <a:lnTo>
                  <a:pt x="1081768" y="146985"/>
                </a:lnTo>
                <a:lnTo>
                  <a:pt x="1086531" y="141767"/>
                </a:lnTo>
                <a:lnTo>
                  <a:pt x="1091293" y="137230"/>
                </a:lnTo>
                <a:lnTo>
                  <a:pt x="1096056" y="132465"/>
                </a:lnTo>
                <a:lnTo>
                  <a:pt x="1101272" y="128155"/>
                </a:lnTo>
                <a:lnTo>
                  <a:pt x="1106034" y="123844"/>
                </a:lnTo>
                <a:lnTo>
                  <a:pt x="1111250" y="119534"/>
                </a:lnTo>
                <a:lnTo>
                  <a:pt x="1116240" y="115677"/>
                </a:lnTo>
                <a:lnTo>
                  <a:pt x="1121682" y="111820"/>
                </a:lnTo>
                <a:lnTo>
                  <a:pt x="1127125" y="107964"/>
                </a:lnTo>
                <a:lnTo>
                  <a:pt x="1132568" y="104561"/>
                </a:lnTo>
                <a:lnTo>
                  <a:pt x="1138011" y="100931"/>
                </a:lnTo>
                <a:lnTo>
                  <a:pt x="1143907" y="97982"/>
                </a:lnTo>
                <a:lnTo>
                  <a:pt x="1149350" y="94579"/>
                </a:lnTo>
                <a:lnTo>
                  <a:pt x="1155247" y="91856"/>
                </a:lnTo>
                <a:lnTo>
                  <a:pt x="1160916" y="89134"/>
                </a:lnTo>
                <a:lnTo>
                  <a:pt x="1166813" y="86638"/>
                </a:lnTo>
                <a:lnTo>
                  <a:pt x="1172936" y="84369"/>
                </a:lnTo>
                <a:lnTo>
                  <a:pt x="1178832" y="82101"/>
                </a:lnTo>
                <a:lnTo>
                  <a:pt x="1184956" y="80059"/>
                </a:lnTo>
                <a:lnTo>
                  <a:pt x="1191079" y="78017"/>
                </a:lnTo>
                <a:lnTo>
                  <a:pt x="1197429" y="76429"/>
                </a:lnTo>
                <a:lnTo>
                  <a:pt x="1203325" y="74841"/>
                </a:lnTo>
                <a:lnTo>
                  <a:pt x="1209675" y="73707"/>
                </a:lnTo>
                <a:lnTo>
                  <a:pt x="1216252" y="72346"/>
                </a:lnTo>
                <a:lnTo>
                  <a:pt x="1222602" y="71665"/>
                </a:lnTo>
                <a:lnTo>
                  <a:pt x="1228952" y="70984"/>
                </a:lnTo>
                <a:lnTo>
                  <a:pt x="1235529" y="70304"/>
                </a:lnTo>
                <a:lnTo>
                  <a:pt x="1241879" y="70077"/>
                </a:lnTo>
                <a:lnTo>
                  <a:pt x="1248456" y="69850"/>
                </a:lnTo>
                <a:close/>
                <a:moveTo>
                  <a:pt x="513333" y="14287"/>
                </a:moveTo>
                <a:lnTo>
                  <a:pt x="519907" y="14287"/>
                </a:lnTo>
                <a:lnTo>
                  <a:pt x="526481" y="14287"/>
                </a:lnTo>
                <a:lnTo>
                  <a:pt x="533055" y="14514"/>
                </a:lnTo>
                <a:lnTo>
                  <a:pt x="539629" y="14968"/>
                </a:lnTo>
                <a:lnTo>
                  <a:pt x="545976" y="15875"/>
                </a:lnTo>
                <a:lnTo>
                  <a:pt x="552550" y="16783"/>
                </a:lnTo>
                <a:lnTo>
                  <a:pt x="558670" y="17917"/>
                </a:lnTo>
                <a:lnTo>
                  <a:pt x="565017" y="19051"/>
                </a:lnTo>
                <a:lnTo>
                  <a:pt x="571365" y="20639"/>
                </a:lnTo>
                <a:lnTo>
                  <a:pt x="577485" y="22454"/>
                </a:lnTo>
                <a:lnTo>
                  <a:pt x="583379" y="24042"/>
                </a:lnTo>
                <a:lnTo>
                  <a:pt x="589499" y="26084"/>
                </a:lnTo>
                <a:lnTo>
                  <a:pt x="595620" y="28353"/>
                </a:lnTo>
                <a:lnTo>
                  <a:pt x="601740" y="30621"/>
                </a:lnTo>
                <a:lnTo>
                  <a:pt x="607408" y="33571"/>
                </a:lnTo>
                <a:lnTo>
                  <a:pt x="613301" y="36066"/>
                </a:lnTo>
                <a:lnTo>
                  <a:pt x="618969" y="39016"/>
                </a:lnTo>
                <a:lnTo>
                  <a:pt x="624862" y="41965"/>
                </a:lnTo>
                <a:lnTo>
                  <a:pt x="630303" y="45368"/>
                </a:lnTo>
                <a:lnTo>
                  <a:pt x="635970" y="48544"/>
                </a:lnTo>
                <a:lnTo>
                  <a:pt x="641184" y="52174"/>
                </a:lnTo>
                <a:lnTo>
                  <a:pt x="646851" y="56031"/>
                </a:lnTo>
                <a:lnTo>
                  <a:pt x="652065" y="59887"/>
                </a:lnTo>
                <a:lnTo>
                  <a:pt x="657052" y="63744"/>
                </a:lnTo>
                <a:lnTo>
                  <a:pt x="662492" y="68055"/>
                </a:lnTo>
                <a:lnTo>
                  <a:pt x="667479" y="72365"/>
                </a:lnTo>
                <a:lnTo>
                  <a:pt x="672239" y="76902"/>
                </a:lnTo>
                <a:lnTo>
                  <a:pt x="677227" y="81440"/>
                </a:lnTo>
                <a:lnTo>
                  <a:pt x="681760" y="86204"/>
                </a:lnTo>
                <a:lnTo>
                  <a:pt x="686521" y="90968"/>
                </a:lnTo>
                <a:lnTo>
                  <a:pt x="691281" y="96186"/>
                </a:lnTo>
                <a:lnTo>
                  <a:pt x="695815" y="101177"/>
                </a:lnTo>
                <a:lnTo>
                  <a:pt x="699895" y="106395"/>
                </a:lnTo>
                <a:lnTo>
                  <a:pt x="704202" y="112067"/>
                </a:lnTo>
                <a:lnTo>
                  <a:pt x="708509" y="117512"/>
                </a:lnTo>
                <a:lnTo>
                  <a:pt x="712589" y="123183"/>
                </a:lnTo>
                <a:lnTo>
                  <a:pt x="716443" y="128855"/>
                </a:lnTo>
                <a:lnTo>
                  <a:pt x="720523" y="134754"/>
                </a:lnTo>
                <a:lnTo>
                  <a:pt x="723924" y="140652"/>
                </a:lnTo>
                <a:lnTo>
                  <a:pt x="727777" y="146778"/>
                </a:lnTo>
                <a:lnTo>
                  <a:pt x="730951" y="153130"/>
                </a:lnTo>
                <a:lnTo>
                  <a:pt x="734578" y="159482"/>
                </a:lnTo>
                <a:lnTo>
                  <a:pt x="737751" y="166061"/>
                </a:lnTo>
                <a:lnTo>
                  <a:pt x="740925" y="172640"/>
                </a:lnTo>
                <a:lnTo>
                  <a:pt x="743872" y="179220"/>
                </a:lnTo>
                <a:lnTo>
                  <a:pt x="746592" y="186026"/>
                </a:lnTo>
                <a:lnTo>
                  <a:pt x="749539" y="192832"/>
                </a:lnTo>
                <a:lnTo>
                  <a:pt x="752259" y="199638"/>
                </a:lnTo>
                <a:lnTo>
                  <a:pt x="754753" y="206671"/>
                </a:lnTo>
                <a:lnTo>
                  <a:pt x="757020" y="213704"/>
                </a:lnTo>
                <a:lnTo>
                  <a:pt x="759287" y="220963"/>
                </a:lnTo>
                <a:lnTo>
                  <a:pt x="761327" y="228450"/>
                </a:lnTo>
                <a:lnTo>
                  <a:pt x="763367" y="235710"/>
                </a:lnTo>
                <a:lnTo>
                  <a:pt x="765180" y="242969"/>
                </a:lnTo>
                <a:lnTo>
                  <a:pt x="766540" y="250683"/>
                </a:lnTo>
                <a:lnTo>
                  <a:pt x="768127" y="258170"/>
                </a:lnTo>
                <a:lnTo>
                  <a:pt x="769261" y="265656"/>
                </a:lnTo>
                <a:lnTo>
                  <a:pt x="770621" y="273597"/>
                </a:lnTo>
                <a:lnTo>
                  <a:pt x="771528" y="281310"/>
                </a:lnTo>
                <a:lnTo>
                  <a:pt x="771841" y="283505"/>
                </a:lnTo>
                <a:lnTo>
                  <a:pt x="773361" y="282802"/>
                </a:lnTo>
                <a:lnTo>
                  <a:pt x="774259" y="282574"/>
                </a:lnTo>
                <a:lnTo>
                  <a:pt x="775606" y="282574"/>
                </a:lnTo>
                <a:lnTo>
                  <a:pt x="776729" y="282574"/>
                </a:lnTo>
                <a:lnTo>
                  <a:pt x="777852" y="282802"/>
                </a:lnTo>
                <a:lnTo>
                  <a:pt x="780098" y="283945"/>
                </a:lnTo>
                <a:lnTo>
                  <a:pt x="782344" y="285315"/>
                </a:lnTo>
                <a:lnTo>
                  <a:pt x="784589" y="287371"/>
                </a:lnTo>
                <a:lnTo>
                  <a:pt x="786611" y="289884"/>
                </a:lnTo>
                <a:lnTo>
                  <a:pt x="788407" y="293311"/>
                </a:lnTo>
                <a:lnTo>
                  <a:pt x="789979" y="296737"/>
                </a:lnTo>
                <a:lnTo>
                  <a:pt x="791776" y="300849"/>
                </a:lnTo>
                <a:lnTo>
                  <a:pt x="793348" y="305189"/>
                </a:lnTo>
                <a:lnTo>
                  <a:pt x="794471" y="309987"/>
                </a:lnTo>
                <a:lnTo>
                  <a:pt x="795818" y="315469"/>
                </a:lnTo>
                <a:lnTo>
                  <a:pt x="796492" y="320723"/>
                </a:lnTo>
                <a:lnTo>
                  <a:pt x="797390" y="326663"/>
                </a:lnTo>
                <a:lnTo>
                  <a:pt x="798064" y="332602"/>
                </a:lnTo>
                <a:lnTo>
                  <a:pt x="798289" y="338770"/>
                </a:lnTo>
                <a:lnTo>
                  <a:pt x="798513" y="345166"/>
                </a:lnTo>
                <a:lnTo>
                  <a:pt x="798289" y="351563"/>
                </a:lnTo>
                <a:lnTo>
                  <a:pt x="798064" y="357730"/>
                </a:lnTo>
                <a:lnTo>
                  <a:pt x="797390" y="363898"/>
                </a:lnTo>
                <a:lnTo>
                  <a:pt x="796492" y="369609"/>
                </a:lnTo>
                <a:lnTo>
                  <a:pt x="795818" y="375092"/>
                </a:lnTo>
                <a:lnTo>
                  <a:pt x="794471" y="380117"/>
                </a:lnTo>
                <a:lnTo>
                  <a:pt x="793348" y="385143"/>
                </a:lnTo>
                <a:lnTo>
                  <a:pt x="791776" y="389712"/>
                </a:lnTo>
                <a:lnTo>
                  <a:pt x="789979" y="393595"/>
                </a:lnTo>
                <a:lnTo>
                  <a:pt x="788407" y="397250"/>
                </a:lnTo>
                <a:lnTo>
                  <a:pt x="786611" y="400220"/>
                </a:lnTo>
                <a:lnTo>
                  <a:pt x="784589" y="403190"/>
                </a:lnTo>
                <a:lnTo>
                  <a:pt x="782344" y="405017"/>
                </a:lnTo>
                <a:lnTo>
                  <a:pt x="780098" y="406616"/>
                </a:lnTo>
                <a:lnTo>
                  <a:pt x="777852" y="407758"/>
                </a:lnTo>
                <a:lnTo>
                  <a:pt x="776729" y="407987"/>
                </a:lnTo>
                <a:lnTo>
                  <a:pt x="775606" y="407987"/>
                </a:lnTo>
                <a:lnTo>
                  <a:pt x="774259" y="407987"/>
                </a:lnTo>
                <a:lnTo>
                  <a:pt x="773361" y="407758"/>
                </a:lnTo>
                <a:lnTo>
                  <a:pt x="770890" y="406616"/>
                </a:lnTo>
                <a:lnTo>
                  <a:pt x="768869" y="405017"/>
                </a:lnTo>
                <a:lnTo>
                  <a:pt x="767445" y="403859"/>
                </a:lnTo>
                <a:lnTo>
                  <a:pt x="766540" y="408129"/>
                </a:lnTo>
                <a:lnTo>
                  <a:pt x="765180" y="415616"/>
                </a:lnTo>
                <a:lnTo>
                  <a:pt x="763367" y="423102"/>
                </a:lnTo>
                <a:lnTo>
                  <a:pt x="761327" y="430362"/>
                </a:lnTo>
                <a:lnTo>
                  <a:pt x="759287" y="437622"/>
                </a:lnTo>
                <a:lnTo>
                  <a:pt x="757020" y="444655"/>
                </a:lnTo>
                <a:lnTo>
                  <a:pt x="754753" y="452141"/>
                </a:lnTo>
                <a:lnTo>
                  <a:pt x="752259" y="458947"/>
                </a:lnTo>
                <a:lnTo>
                  <a:pt x="749539" y="465980"/>
                </a:lnTo>
                <a:lnTo>
                  <a:pt x="746592" y="472786"/>
                </a:lnTo>
                <a:lnTo>
                  <a:pt x="743872" y="479592"/>
                </a:lnTo>
                <a:lnTo>
                  <a:pt x="740925" y="486171"/>
                </a:lnTo>
                <a:lnTo>
                  <a:pt x="737751" y="492751"/>
                </a:lnTo>
                <a:lnTo>
                  <a:pt x="734578" y="499330"/>
                </a:lnTo>
                <a:lnTo>
                  <a:pt x="730951" y="505682"/>
                </a:lnTo>
                <a:lnTo>
                  <a:pt x="727777" y="511581"/>
                </a:lnTo>
                <a:lnTo>
                  <a:pt x="723924" y="517933"/>
                </a:lnTo>
                <a:lnTo>
                  <a:pt x="720523" y="523831"/>
                </a:lnTo>
                <a:lnTo>
                  <a:pt x="716443" y="529730"/>
                </a:lnTo>
                <a:lnTo>
                  <a:pt x="712589" y="535629"/>
                </a:lnTo>
                <a:lnTo>
                  <a:pt x="708509" y="541300"/>
                </a:lnTo>
                <a:lnTo>
                  <a:pt x="704202" y="546745"/>
                </a:lnTo>
                <a:lnTo>
                  <a:pt x="699895" y="551963"/>
                </a:lnTo>
                <a:lnTo>
                  <a:pt x="695815" y="557408"/>
                </a:lnTo>
                <a:lnTo>
                  <a:pt x="691281" y="562626"/>
                </a:lnTo>
                <a:lnTo>
                  <a:pt x="686521" y="567617"/>
                </a:lnTo>
                <a:lnTo>
                  <a:pt x="681760" y="572608"/>
                </a:lnTo>
                <a:lnTo>
                  <a:pt x="677227" y="577372"/>
                </a:lnTo>
                <a:lnTo>
                  <a:pt x="672239" y="581909"/>
                </a:lnTo>
                <a:lnTo>
                  <a:pt x="667479" y="586447"/>
                </a:lnTo>
                <a:lnTo>
                  <a:pt x="662492" y="590757"/>
                </a:lnTo>
                <a:lnTo>
                  <a:pt x="657052" y="594841"/>
                </a:lnTo>
                <a:lnTo>
                  <a:pt x="652065" y="598698"/>
                </a:lnTo>
                <a:lnTo>
                  <a:pt x="646851" y="602781"/>
                </a:lnTo>
                <a:lnTo>
                  <a:pt x="641184" y="606411"/>
                </a:lnTo>
                <a:lnTo>
                  <a:pt x="635970" y="609814"/>
                </a:lnTo>
                <a:lnTo>
                  <a:pt x="630303" y="613444"/>
                </a:lnTo>
                <a:lnTo>
                  <a:pt x="624862" y="616620"/>
                </a:lnTo>
                <a:lnTo>
                  <a:pt x="618969" y="619796"/>
                </a:lnTo>
                <a:lnTo>
                  <a:pt x="613301" y="622519"/>
                </a:lnTo>
                <a:lnTo>
                  <a:pt x="607408" y="625241"/>
                </a:lnTo>
                <a:lnTo>
                  <a:pt x="601740" y="627737"/>
                </a:lnTo>
                <a:lnTo>
                  <a:pt x="595620" y="630232"/>
                </a:lnTo>
                <a:lnTo>
                  <a:pt x="589499" y="632501"/>
                </a:lnTo>
                <a:lnTo>
                  <a:pt x="583379" y="634543"/>
                </a:lnTo>
                <a:lnTo>
                  <a:pt x="577485" y="636358"/>
                </a:lnTo>
                <a:lnTo>
                  <a:pt x="571365" y="638173"/>
                </a:lnTo>
                <a:lnTo>
                  <a:pt x="565017" y="639307"/>
                </a:lnTo>
                <a:lnTo>
                  <a:pt x="558670" y="640895"/>
                </a:lnTo>
                <a:lnTo>
                  <a:pt x="552550" y="642029"/>
                </a:lnTo>
                <a:lnTo>
                  <a:pt x="545976" y="642710"/>
                </a:lnTo>
                <a:lnTo>
                  <a:pt x="539629" y="643391"/>
                </a:lnTo>
                <a:lnTo>
                  <a:pt x="533055" y="644071"/>
                </a:lnTo>
                <a:lnTo>
                  <a:pt x="526481" y="644525"/>
                </a:lnTo>
                <a:lnTo>
                  <a:pt x="519907" y="644525"/>
                </a:lnTo>
                <a:lnTo>
                  <a:pt x="513333" y="644525"/>
                </a:lnTo>
                <a:lnTo>
                  <a:pt x="506759" y="644071"/>
                </a:lnTo>
                <a:lnTo>
                  <a:pt x="500186" y="643391"/>
                </a:lnTo>
                <a:lnTo>
                  <a:pt x="493838" y="642710"/>
                </a:lnTo>
                <a:lnTo>
                  <a:pt x="487264" y="642029"/>
                </a:lnTo>
                <a:lnTo>
                  <a:pt x="481144" y="640895"/>
                </a:lnTo>
                <a:lnTo>
                  <a:pt x="474797" y="639307"/>
                </a:lnTo>
                <a:lnTo>
                  <a:pt x="468450" y="638173"/>
                </a:lnTo>
                <a:lnTo>
                  <a:pt x="462329" y="636358"/>
                </a:lnTo>
                <a:lnTo>
                  <a:pt x="456435" y="634543"/>
                </a:lnTo>
                <a:lnTo>
                  <a:pt x="450315" y="632501"/>
                </a:lnTo>
                <a:lnTo>
                  <a:pt x="444194" y="630232"/>
                </a:lnTo>
                <a:lnTo>
                  <a:pt x="438301" y="627737"/>
                </a:lnTo>
                <a:lnTo>
                  <a:pt x="432407" y="625241"/>
                </a:lnTo>
                <a:lnTo>
                  <a:pt x="426513" y="622519"/>
                </a:lnTo>
                <a:lnTo>
                  <a:pt x="420846" y="619796"/>
                </a:lnTo>
                <a:lnTo>
                  <a:pt x="414952" y="616620"/>
                </a:lnTo>
                <a:lnTo>
                  <a:pt x="409512" y="613444"/>
                </a:lnTo>
                <a:lnTo>
                  <a:pt x="403844" y="609814"/>
                </a:lnTo>
                <a:lnTo>
                  <a:pt x="398631" y="606411"/>
                </a:lnTo>
                <a:lnTo>
                  <a:pt x="392963" y="602781"/>
                </a:lnTo>
                <a:lnTo>
                  <a:pt x="387750" y="598698"/>
                </a:lnTo>
                <a:lnTo>
                  <a:pt x="382763" y="594841"/>
                </a:lnTo>
                <a:lnTo>
                  <a:pt x="377322" y="590757"/>
                </a:lnTo>
                <a:lnTo>
                  <a:pt x="372335" y="586447"/>
                </a:lnTo>
                <a:lnTo>
                  <a:pt x="367575" y="581909"/>
                </a:lnTo>
                <a:lnTo>
                  <a:pt x="362588" y="577372"/>
                </a:lnTo>
                <a:lnTo>
                  <a:pt x="358054" y="572608"/>
                </a:lnTo>
                <a:lnTo>
                  <a:pt x="353294" y="567617"/>
                </a:lnTo>
                <a:lnTo>
                  <a:pt x="348760" y="562626"/>
                </a:lnTo>
                <a:lnTo>
                  <a:pt x="344000" y="557408"/>
                </a:lnTo>
                <a:lnTo>
                  <a:pt x="339919" y="551963"/>
                </a:lnTo>
                <a:lnTo>
                  <a:pt x="335612" y="546745"/>
                </a:lnTo>
                <a:lnTo>
                  <a:pt x="331305" y="541300"/>
                </a:lnTo>
                <a:lnTo>
                  <a:pt x="327225" y="535629"/>
                </a:lnTo>
                <a:lnTo>
                  <a:pt x="323371" y="529730"/>
                </a:lnTo>
                <a:lnTo>
                  <a:pt x="319291" y="523831"/>
                </a:lnTo>
                <a:lnTo>
                  <a:pt x="315891" y="517933"/>
                </a:lnTo>
                <a:lnTo>
                  <a:pt x="312037" y="511581"/>
                </a:lnTo>
                <a:lnTo>
                  <a:pt x="308863" y="505682"/>
                </a:lnTo>
                <a:lnTo>
                  <a:pt x="305236" y="499330"/>
                </a:lnTo>
                <a:lnTo>
                  <a:pt x="302063" y="492751"/>
                </a:lnTo>
                <a:lnTo>
                  <a:pt x="298889" y="486171"/>
                </a:lnTo>
                <a:lnTo>
                  <a:pt x="295942" y="479592"/>
                </a:lnTo>
                <a:lnTo>
                  <a:pt x="293222" y="472786"/>
                </a:lnTo>
                <a:lnTo>
                  <a:pt x="290275" y="465980"/>
                </a:lnTo>
                <a:lnTo>
                  <a:pt x="287555" y="458947"/>
                </a:lnTo>
                <a:lnTo>
                  <a:pt x="285061" y="452141"/>
                </a:lnTo>
                <a:lnTo>
                  <a:pt x="282795" y="444655"/>
                </a:lnTo>
                <a:lnTo>
                  <a:pt x="280528" y="437622"/>
                </a:lnTo>
                <a:lnTo>
                  <a:pt x="278488" y="430362"/>
                </a:lnTo>
                <a:lnTo>
                  <a:pt x="276447" y="423102"/>
                </a:lnTo>
                <a:lnTo>
                  <a:pt x="274861" y="415616"/>
                </a:lnTo>
                <a:lnTo>
                  <a:pt x="273274" y="408129"/>
                </a:lnTo>
                <a:lnTo>
                  <a:pt x="272602" y="404960"/>
                </a:lnTo>
                <a:lnTo>
                  <a:pt x="272532" y="405017"/>
                </a:lnTo>
                <a:lnTo>
                  <a:pt x="270286" y="406616"/>
                </a:lnTo>
                <a:lnTo>
                  <a:pt x="268041" y="407758"/>
                </a:lnTo>
                <a:lnTo>
                  <a:pt x="267142" y="407987"/>
                </a:lnTo>
                <a:lnTo>
                  <a:pt x="265795" y="407987"/>
                </a:lnTo>
                <a:lnTo>
                  <a:pt x="264672" y="407987"/>
                </a:lnTo>
                <a:lnTo>
                  <a:pt x="263549" y="407758"/>
                </a:lnTo>
                <a:lnTo>
                  <a:pt x="261303" y="406616"/>
                </a:lnTo>
                <a:lnTo>
                  <a:pt x="259058" y="405017"/>
                </a:lnTo>
                <a:lnTo>
                  <a:pt x="256812" y="403190"/>
                </a:lnTo>
                <a:lnTo>
                  <a:pt x="254791" y="400220"/>
                </a:lnTo>
                <a:lnTo>
                  <a:pt x="252994" y="397250"/>
                </a:lnTo>
                <a:lnTo>
                  <a:pt x="251422" y="393595"/>
                </a:lnTo>
                <a:lnTo>
                  <a:pt x="249625" y="389712"/>
                </a:lnTo>
                <a:lnTo>
                  <a:pt x="248053" y="385143"/>
                </a:lnTo>
                <a:lnTo>
                  <a:pt x="246930" y="380117"/>
                </a:lnTo>
                <a:lnTo>
                  <a:pt x="245583" y="375092"/>
                </a:lnTo>
                <a:lnTo>
                  <a:pt x="244909" y="369609"/>
                </a:lnTo>
                <a:lnTo>
                  <a:pt x="243786" y="363898"/>
                </a:lnTo>
                <a:lnTo>
                  <a:pt x="243337" y="357730"/>
                </a:lnTo>
                <a:lnTo>
                  <a:pt x="243113" y="351563"/>
                </a:lnTo>
                <a:lnTo>
                  <a:pt x="242888" y="345166"/>
                </a:lnTo>
                <a:lnTo>
                  <a:pt x="243113" y="338770"/>
                </a:lnTo>
                <a:lnTo>
                  <a:pt x="243337" y="332602"/>
                </a:lnTo>
                <a:lnTo>
                  <a:pt x="243786" y="326663"/>
                </a:lnTo>
                <a:lnTo>
                  <a:pt x="244909" y="320723"/>
                </a:lnTo>
                <a:lnTo>
                  <a:pt x="245583" y="315469"/>
                </a:lnTo>
                <a:lnTo>
                  <a:pt x="246930" y="309987"/>
                </a:lnTo>
                <a:lnTo>
                  <a:pt x="248053" y="305189"/>
                </a:lnTo>
                <a:lnTo>
                  <a:pt x="249625" y="300849"/>
                </a:lnTo>
                <a:lnTo>
                  <a:pt x="251422" y="296737"/>
                </a:lnTo>
                <a:lnTo>
                  <a:pt x="252994" y="293311"/>
                </a:lnTo>
                <a:lnTo>
                  <a:pt x="254791" y="289884"/>
                </a:lnTo>
                <a:lnTo>
                  <a:pt x="256812" y="287371"/>
                </a:lnTo>
                <a:lnTo>
                  <a:pt x="259058" y="285315"/>
                </a:lnTo>
                <a:lnTo>
                  <a:pt x="261303" y="283945"/>
                </a:lnTo>
                <a:lnTo>
                  <a:pt x="263549" y="282802"/>
                </a:lnTo>
                <a:lnTo>
                  <a:pt x="264672" y="282574"/>
                </a:lnTo>
                <a:lnTo>
                  <a:pt x="265795" y="282574"/>
                </a:lnTo>
                <a:lnTo>
                  <a:pt x="267142" y="282574"/>
                </a:lnTo>
                <a:lnTo>
                  <a:pt x="268041" y="282802"/>
                </a:lnTo>
                <a:lnTo>
                  <a:pt x="268071" y="282818"/>
                </a:lnTo>
                <a:lnTo>
                  <a:pt x="268287" y="281310"/>
                </a:lnTo>
                <a:lnTo>
                  <a:pt x="269193" y="273597"/>
                </a:lnTo>
                <a:lnTo>
                  <a:pt x="270554" y="265656"/>
                </a:lnTo>
                <a:lnTo>
                  <a:pt x="271687" y="258170"/>
                </a:lnTo>
                <a:lnTo>
                  <a:pt x="273274" y="250683"/>
                </a:lnTo>
                <a:lnTo>
                  <a:pt x="274861" y="242969"/>
                </a:lnTo>
                <a:lnTo>
                  <a:pt x="276447" y="235710"/>
                </a:lnTo>
                <a:lnTo>
                  <a:pt x="278488" y="228450"/>
                </a:lnTo>
                <a:lnTo>
                  <a:pt x="280528" y="220963"/>
                </a:lnTo>
                <a:lnTo>
                  <a:pt x="282795" y="213704"/>
                </a:lnTo>
                <a:lnTo>
                  <a:pt x="285061" y="206671"/>
                </a:lnTo>
                <a:lnTo>
                  <a:pt x="287555" y="199638"/>
                </a:lnTo>
                <a:lnTo>
                  <a:pt x="290275" y="192832"/>
                </a:lnTo>
                <a:lnTo>
                  <a:pt x="293222" y="186026"/>
                </a:lnTo>
                <a:lnTo>
                  <a:pt x="295942" y="179220"/>
                </a:lnTo>
                <a:lnTo>
                  <a:pt x="298889" y="172640"/>
                </a:lnTo>
                <a:lnTo>
                  <a:pt x="302063" y="166061"/>
                </a:lnTo>
                <a:lnTo>
                  <a:pt x="305236" y="159482"/>
                </a:lnTo>
                <a:lnTo>
                  <a:pt x="308863" y="153130"/>
                </a:lnTo>
                <a:lnTo>
                  <a:pt x="312037" y="146778"/>
                </a:lnTo>
                <a:lnTo>
                  <a:pt x="315891" y="140652"/>
                </a:lnTo>
                <a:lnTo>
                  <a:pt x="319291" y="134754"/>
                </a:lnTo>
                <a:lnTo>
                  <a:pt x="323371" y="128855"/>
                </a:lnTo>
                <a:lnTo>
                  <a:pt x="327225" y="123183"/>
                </a:lnTo>
                <a:lnTo>
                  <a:pt x="331305" y="117512"/>
                </a:lnTo>
                <a:lnTo>
                  <a:pt x="335612" y="112067"/>
                </a:lnTo>
                <a:lnTo>
                  <a:pt x="339919" y="106395"/>
                </a:lnTo>
                <a:lnTo>
                  <a:pt x="344000" y="101177"/>
                </a:lnTo>
                <a:lnTo>
                  <a:pt x="348760" y="96186"/>
                </a:lnTo>
                <a:lnTo>
                  <a:pt x="353294" y="90968"/>
                </a:lnTo>
                <a:lnTo>
                  <a:pt x="358054" y="86204"/>
                </a:lnTo>
                <a:lnTo>
                  <a:pt x="362588" y="81440"/>
                </a:lnTo>
                <a:lnTo>
                  <a:pt x="367575" y="76902"/>
                </a:lnTo>
                <a:lnTo>
                  <a:pt x="372335" y="72365"/>
                </a:lnTo>
                <a:lnTo>
                  <a:pt x="377322" y="68055"/>
                </a:lnTo>
                <a:lnTo>
                  <a:pt x="382763" y="63744"/>
                </a:lnTo>
                <a:lnTo>
                  <a:pt x="387750" y="59887"/>
                </a:lnTo>
                <a:lnTo>
                  <a:pt x="392963" y="56031"/>
                </a:lnTo>
                <a:lnTo>
                  <a:pt x="398631" y="52174"/>
                </a:lnTo>
                <a:lnTo>
                  <a:pt x="403844" y="48544"/>
                </a:lnTo>
                <a:lnTo>
                  <a:pt x="409512" y="45368"/>
                </a:lnTo>
                <a:lnTo>
                  <a:pt x="414952" y="41965"/>
                </a:lnTo>
                <a:lnTo>
                  <a:pt x="420846" y="39016"/>
                </a:lnTo>
                <a:lnTo>
                  <a:pt x="426513" y="36066"/>
                </a:lnTo>
                <a:lnTo>
                  <a:pt x="432407" y="33571"/>
                </a:lnTo>
                <a:lnTo>
                  <a:pt x="438301" y="30621"/>
                </a:lnTo>
                <a:lnTo>
                  <a:pt x="444194" y="28353"/>
                </a:lnTo>
                <a:lnTo>
                  <a:pt x="450315" y="26084"/>
                </a:lnTo>
                <a:lnTo>
                  <a:pt x="456435" y="24042"/>
                </a:lnTo>
                <a:lnTo>
                  <a:pt x="462329" y="22454"/>
                </a:lnTo>
                <a:lnTo>
                  <a:pt x="468450" y="20639"/>
                </a:lnTo>
                <a:lnTo>
                  <a:pt x="474797" y="19051"/>
                </a:lnTo>
                <a:lnTo>
                  <a:pt x="481144" y="17917"/>
                </a:lnTo>
                <a:lnTo>
                  <a:pt x="487264" y="16783"/>
                </a:lnTo>
                <a:lnTo>
                  <a:pt x="493838" y="15875"/>
                </a:lnTo>
                <a:lnTo>
                  <a:pt x="500186" y="14968"/>
                </a:lnTo>
                <a:lnTo>
                  <a:pt x="506759" y="14514"/>
                </a:lnTo>
                <a:lnTo>
                  <a:pt x="513333" y="14287"/>
                </a:lnTo>
                <a:close/>
                <a:moveTo>
                  <a:pt x="2026444" y="0"/>
                </a:moveTo>
                <a:lnTo>
                  <a:pt x="2033018" y="227"/>
                </a:lnTo>
                <a:lnTo>
                  <a:pt x="2039592" y="454"/>
                </a:lnTo>
                <a:lnTo>
                  <a:pt x="2046166" y="1134"/>
                </a:lnTo>
                <a:lnTo>
                  <a:pt x="2052740" y="1814"/>
                </a:lnTo>
                <a:lnTo>
                  <a:pt x="2059087" y="2948"/>
                </a:lnTo>
                <a:lnTo>
                  <a:pt x="2065434" y="3855"/>
                </a:lnTo>
                <a:lnTo>
                  <a:pt x="2071555" y="5216"/>
                </a:lnTo>
                <a:lnTo>
                  <a:pt x="2077902" y="6577"/>
                </a:lnTo>
                <a:lnTo>
                  <a:pt x="2084022" y="8164"/>
                </a:lnTo>
                <a:lnTo>
                  <a:pt x="2090369" y="10205"/>
                </a:lnTo>
                <a:lnTo>
                  <a:pt x="2096263" y="12246"/>
                </a:lnTo>
                <a:lnTo>
                  <a:pt x="2102384" y="14514"/>
                </a:lnTo>
                <a:lnTo>
                  <a:pt x="2108278" y="16782"/>
                </a:lnTo>
                <a:lnTo>
                  <a:pt x="2114171" y="19277"/>
                </a:lnTo>
                <a:lnTo>
                  <a:pt x="2120065" y="21998"/>
                </a:lnTo>
                <a:lnTo>
                  <a:pt x="2125506" y="24946"/>
                </a:lnTo>
                <a:lnTo>
                  <a:pt x="2131399" y="28121"/>
                </a:lnTo>
                <a:lnTo>
                  <a:pt x="2137067" y="31296"/>
                </a:lnTo>
                <a:lnTo>
                  <a:pt x="2142507" y="34698"/>
                </a:lnTo>
                <a:lnTo>
                  <a:pt x="2147947" y="38100"/>
                </a:lnTo>
                <a:lnTo>
                  <a:pt x="2153388" y="41955"/>
                </a:lnTo>
                <a:lnTo>
                  <a:pt x="2158602" y="45811"/>
                </a:lnTo>
                <a:lnTo>
                  <a:pt x="2164042" y="49893"/>
                </a:lnTo>
                <a:lnTo>
                  <a:pt x="2169029" y="53975"/>
                </a:lnTo>
                <a:lnTo>
                  <a:pt x="2174016" y="58284"/>
                </a:lnTo>
                <a:lnTo>
                  <a:pt x="2179003" y="62593"/>
                </a:lnTo>
                <a:lnTo>
                  <a:pt x="2183764" y="67355"/>
                </a:lnTo>
                <a:lnTo>
                  <a:pt x="2188751" y="71891"/>
                </a:lnTo>
                <a:lnTo>
                  <a:pt x="2193284" y="77107"/>
                </a:lnTo>
                <a:lnTo>
                  <a:pt x="2197818" y="82096"/>
                </a:lnTo>
                <a:lnTo>
                  <a:pt x="2202352" y="87086"/>
                </a:lnTo>
                <a:lnTo>
                  <a:pt x="2206659" y="92529"/>
                </a:lnTo>
                <a:lnTo>
                  <a:pt x="2210966" y="97745"/>
                </a:lnTo>
                <a:lnTo>
                  <a:pt x="2215046" y="103188"/>
                </a:lnTo>
                <a:lnTo>
                  <a:pt x="2219127" y="109084"/>
                </a:lnTo>
                <a:lnTo>
                  <a:pt x="2223207" y="114980"/>
                </a:lnTo>
                <a:lnTo>
                  <a:pt x="2227061" y="120650"/>
                </a:lnTo>
                <a:lnTo>
                  <a:pt x="2230687" y="126773"/>
                </a:lnTo>
                <a:lnTo>
                  <a:pt x="2234314" y="132896"/>
                </a:lnTo>
                <a:lnTo>
                  <a:pt x="2237941" y="139020"/>
                </a:lnTo>
                <a:lnTo>
                  <a:pt x="2241115" y="145370"/>
                </a:lnTo>
                <a:lnTo>
                  <a:pt x="2244515" y="151720"/>
                </a:lnTo>
                <a:lnTo>
                  <a:pt x="2247462" y="158297"/>
                </a:lnTo>
                <a:lnTo>
                  <a:pt x="2250409" y="165100"/>
                </a:lnTo>
                <a:lnTo>
                  <a:pt x="2253583" y="171677"/>
                </a:lnTo>
                <a:lnTo>
                  <a:pt x="2256303" y="178480"/>
                </a:lnTo>
                <a:lnTo>
                  <a:pt x="2258796" y="185511"/>
                </a:lnTo>
                <a:lnTo>
                  <a:pt x="2261290" y="192541"/>
                </a:lnTo>
                <a:lnTo>
                  <a:pt x="2263557" y="199798"/>
                </a:lnTo>
                <a:lnTo>
                  <a:pt x="2265824" y="206829"/>
                </a:lnTo>
                <a:lnTo>
                  <a:pt x="2267864" y="214086"/>
                </a:lnTo>
                <a:lnTo>
                  <a:pt x="2269904" y="221343"/>
                </a:lnTo>
                <a:lnTo>
                  <a:pt x="2271717" y="229054"/>
                </a:lnTo>
                <a:lnTo>
                  <a:pt x="2273078" y="236538"/>
                </a:lnTo>
                <a:lnTo>
                  <a:pt x="2274664" y="244022"/>
                </a:lnTo>
                <a:lnTo>
                  <a:pt x="2276251" y="251732"/>
                </a:lnTo>
                <a:lnTo>
                  <a:pt x="2277158" y="259443"/>
                </a:lnTo>
                <a:lnTo>
                  <a:pt x="2278518" y="267154"/>
                </a:lnTo>
                <a:lnTo>
                  <a:pt x="2278638" y="268548"/>
                </a:lnTo>
                <a:lnTo>
                  <a:pt x="2279424" y="268288"/>
                </a:lnTo>
                <a:lnTo>
                  <a:pt x="2280331" y="268288"/>
                </a:lnTo>
                <a:lnTo>
                  <a:pt x="2281692" y="268288"/>
                </a:lnTo>
                <a:lnTo>
                  <a:pt x="2282826" y="268738"/>
                </a:lnTo>
                <a:lnTo>
                  <a:pt x="2285093" y="269639"/>
                </a:lnTo>
                <a:lnTo>
                  <a:pt x="2287361" y="271215"/>
                </a:lnTo>
                <a:lnTo>
                  <a:pt x="2289402" y="273466"/>
                </a:lnTo>
                <a:lnTo>
                  <a:pt x="2291443" y="275943"/>
                </a:lnTo>
                <a:lnTo>
                  <a:pt x="2293485" y="278869"/>
                </a:lnTo>
                <a:lnTo>
                  <a:pt x="2295299" y="282472"/>
                </a:lnTo>
                <a:lnTo>
                  <a:pt x="2296660" y="286524"/>
                </a:lnTo>
                <a:lnTo>
                  <a:pt x="2298247" y="291027"/>
                </a:lnTo>
                <a:lnTo>
                  <a:pt x="2299608" y="295755"/>
                </a:lnTo>
                <a:lnTo>
                  <a:pt x="2300742" y="300708"/>
                </a:lnTo>
                <a:lnTo>
                  <a:pt x="2301876" y="306111"/>
                </a:lnTo>
                <a:lnTo>
                  <a:pt x="2302556" y="311964"/>
                </a:lnTo>
                <a:lnTo>
                  <a:pt x="2303010" y="317818"/>
                </a:lnTo>
                <a:lnTo>
                  <a:pt x="2303236" y="323897"/>
                </a:lnTo>
                <a:lnTo>
                  <a:pt x="2303463" y="330200"/>
                </a:lnTo>
                <a:lnTo>
                  <a:pt x="2303236" y="336504"/>
                </a:lnTo>
                <a:lnTo>
                  <a:pt x="2303010" y="342808"/>
                </a:lnTo>
                <a:lnTo>
                  <a:pt x="2302556" y="348662"/>
                </a:lnTo>
                <a:lnTo>
                  <a:pt x="2301876" y="354290"/>
                </a:lnTo>
                <a:lnTo>
                  <a:pt x="2300742" y="359918"/>
                </a:lnTo>
                <a:lnTo>
                  <a:pt x="2299608" y="364871"/>
                </a:lnTo>
                <a:lnTo>
                  <a:pt x="2298247" y="369599"/>
                </a:lnTo>
                <a:lnTo>
                  <a:pt x="2296660" y="373877"/>
                </a:lnTo>
                <a:lnTo>
                  <a:pt x="2295299" y="377929"/>
                </a:lnTo>
                <a:lnTo>
                  <a:pt x="2293485" y="381306"/>
                </a:lnTo>
                <a:lnTo>
                  <a:pt x="2291443" y="384683"/>
                </a:lnTo>
                <a:lnTo>
                  <a:pt x="2289402" y="387160"/>
                </a:lnTo>
                <a:lnTo>
                  <a:pt x="2287361" y="389411"/>
                </a:lnTo>
                <a:lnTo>
                  <a:pt x="2285093" y="390987"/>
                </a:lnTo>
                <a:lnTo>
                  <a:pt x="2282826" y="391663"/>
                </a:lnTo>
                <a:lnTo>
                  <a:pt x="2281692" y="391888"/>
                </a:lnTo>
                <a:lnTo>
                  <a:pt x="2280331" y="392113"/>
                </a:lnTo>
                <a:lnTo>
                  <a:pt x="2279424" y="391888"/>
                </a:lnTo>
                <a:lnTo>
                  <a:pt x="2278063" y="391663"/>
                </a:lnTo>
                <a:lnTo>
                  <a:pt x="2275795" y="390987"/>
                </a:lnTo>
                <a:lnTo>
                  <a:pt x="2273928" y="389690"/>
                </a:lnTo>
                <a:lnTo>
                  <a:pt x="2273078" y="393700"/>
                </a:lnTo>
                <a:lnTo>
                  <a:pt x="2271717" y="401411"/>
                </a:lnTo>
                <a:lnTo>
                  <a:pt x="2269904" y="408895"/>
                </a:lnTo>
                <a:lnTo>
                  <a:pt x="2267864" y="416152"/>
                </a:lnTo>
                <a:lnTo>
                  <a:pt x="2265824" y="423636"/>
                </a:lnTo>
                <a:lnTo>
                  <a:pt x="2263557" y="430666"/>
                </a:lnTo>
                <a:lnTo>
                  <a:pt x="2261290" y="437697"/>
                </a:lnTo>
                <a:lnTo>
                  <a:pt x="2258796" y="444727"/>
                </a:lnTo>
                <a:lnTo>
                  <a:pt x="2256303" y="451757"/>
                </a:lnTo>
                <a:lnTo>
                  <a:pt x="2253583" y="458561"/>
                </a:lnTo>
                <a:lnTo>
                  <a:pt x="2250409" y="465138"/>
                </a:lnTo>
                <a:lnTo>
                  <a:pt x="2247462" y="471941"/>
                </a:lnTo>
                <a:lnTo>
                  <a:pt x="2244515" y="478518"/>
                </a:lnTo>
                <a:lnTo>
                  <a:pt x="2241115" y="484868"/>
                </a:lnTo>
                <a:lnTo>
                  <a:pt x="2237941" y="491218"/>
                </a:lnTo>
                <a:lnTo>
                  <a:pt x="2234314" y="497568"/>
                </a:lnTo>
                <a:lnTo>
                  <a:pt x="2230687" y="503691"/>
                </a:lnTo>
                <a:lnTo>
                  <a:pt x="2227061" y="509588"/>
                </a:lnTo>
                <a:lnTo>
                  <a:pt x="2223207" y="515484"/>
                </a:lnTo>
                <a:lnTo>
                  <a:pt x="2219127" y="521154"/>
                </a:lnTo>
                <a:lnTo>
                  <a:pt x="2215046" y="527050"/>
                </a:lnTo>
                <a:lnTo>
                  <a:pt x="2210966" y="532720"/>
                </a:lnTo>
                <a:lnTo>
                  <a:pt x="2206659" y="537936"/>
                </a:lnTo>
                <a:lnTo>
                  <a:pt x="2202352" y="543152"/>
                </a:lnTo>
                <a:lnTo>
                  <a:pt x="2197818" y="548368"/>
                </a:lnTo>
                <a:lnTo>
                  <a:pt x="2193284" y="553357"/>
                </a:lnTo>
                <a:lnTo>
                  <a:pt x="2188751" y="558347"/>
                </a:lnTo>
                <a:lnTo>
                  <a:pt x="2183764" y="562882"/>
                </a:lnTo>
                <a:lnTo>
                  <a:pt x="2179003" y="567645"/>
                </a:lnTo>
                <a:lnTo>
                  <a:pt x="2174016" y="571954"/>
                </a:lnTo>
                <a:lnTo>
                  <a:pt x="2169029" y="576263"/>
                </a:lnTo>
                <a:lnTo>
                  <a:pt x="2164042" y="580572"/>
                </a:lnTo>
                <a:lnTo>
                  <a:pt x="2158602" y="584654"/>
                </a:lnTo>
                <a:lnTo>
                  <a:pt x="2153388" y="588283"/>
                </a:lnTo>
                <a:lnTo>
                  <a:pt x="2147947" y="592138"/>
                </a:lnTo>
                <a:lnTo>
                  <a:pt x="2142507" y="595766"/>
                </a:lnTo>
                <a:lnTo>
                  <a:pt x="2137067" y="598941"/>
                </a:lnTo>
                <a:lnTo>
                  <a:pt x="2131399" y="602343"/>
                </a:lnTo>
                <a:lnTo>
                  <a:pt x="2125506" y="605291"/>
                </a:lnTo>
                <a:lnTo>
                  <a:pt x="2120065" y="608240"/>
                </a:lnTo>
                <a:lnTo>
                  <a:pt x="2114171" y="611188"/>
                </a:lnTo>
                <a:lnTo>
                  <a:pt x="2108278" y="613683"/>
                </a:lnTo>
                <a:lnTo>
                  <a:pt x="2102384" y="615950"/>
                </a:lnTo>
                <a:lnTo>
                  <a:pt x="2096263" y="618218"/>
                </a:lnTo>
                <a:lnTo>
                  <a:pt x="2090369" y="620259"/>
                </a:lnTo>
                <a:lnTo>
                  <a:pt x="2084022" y="622300"/>
                </a:lnTo>
                <a:lnTo>
                  <a:pt x="2077902" y="623661"/>
                </a:lnTo>
                <a:lnTo>
                  <a:pt x="2071555" y="625249"/>
                </a:lnTo>
                <a:lnTo>
                  <a:pt x="2065434" y="626609"/>
                </a:lnTo>
                <a:lnTo>
                  <a:pt x="2059087" y="627743"/>
                </a:lnTo>
                <a:lnTo>
                  <a:pt x="2052740" y="628424"/>
                </a:lnTo>
                <a:lnTo>
                  <a:pt x="2046166" y="629331"/>
                </a:lnTo>
                <a:lnTo>
                  <a:pt x="2039592" y="629784"/>
                </a:lnTo>
                <a:lnTo>
                  <a:pt x="2033018" y="630011"/>
                </a:lnTo>
                <a:lnTo>
                  <a:pt x="2026444" y="630238"/>
                </a:lnTo>
                <a:lnTo>
                  <a:pt x="2019870" y="630011"/>
                </a:lnTo>
                <a:lnTo>
                  <a:pt x="2013297" y="629784"/>
                </a:lnTo>
                <a:lnTo>
                  <a:pt x="2006949" y="629331"/>
                </a:lnTo>
                <a:lnTo>
                  <a:pt x="2000602" y="628424"/>
                </a:lnTo>
                <a:lnTo>
                  <a:pt x="1994255" y="627743"/>
                </a:lnTo>
                <a:lnTo>
                  <a:pt x="1987681" y="626609"/>
                </a:lnTo>
                <a:lnTo>
                  <a:pt x="1981334" y="625249"/>
                </a:lnTo>
                <a:lnTo>
                  <a:pt x="1975213" y="623661"/>
                </a:lnTo>
                <a:lnTo>
                  <a:pt x="1968866" y="622300"/>
                </a:lnTo>
                <a:lnTo>
                  <a:pt x="1962972" y="620259"/>
                </a:lnTo>
                <a:lnTo>
                  <a:pt x="1956852" y="618218"/>
                </a:lnTo>
                <a:lnTo>
                  <a:pt x="1950731" y="615950"/>
                </a:lnTo>
                <a:lnTo>
                  <a:pt x="1944838" y="613683"/>
                </a:lnTo>
                <a:lnTo>
                  <a:pt x="1938944" y="611188"/>
                </a:lnTo>
                <a:lnTo>
                  <a:pt x="1933050" y="608240"/>
                </a:lnTo>
                <a:lnTo>
                  <a:pt x="1927383" y="605291"/>
                </a:lnTo>
                <a:lnTo>
                  <a:pt x="1921716" y="602343"/>
                </a:lnTo>
                <a:lnTo>
                  <a:pt x="1916049" y="598941"/>
                </a:lnTo>
                <a:lnTo>
                  <a:pt x="1910381" y="595766"/>
                </a:lnTo>
                <a:lnTo>
                  <a:pt x="1905168" y="592138"/>
                </a:lnTo>
                <a:lnTo>
                  <a:pt x="1899954" y="588283"/>
                </a:lnTo>
                <a:lnTo>
                  <a:pt x="1894514" y="584654"/>
                </a:lnTo>
                <a:lnTo>
                  <a:pt x="1889300" y="580572"/>
                </a:lnTo>
                <a:lnTo>
                  <a:pt x="1884313" y="576263"/>
                </a:lnTo>
                <a:lnTo>
                  <a:pt x="1879099" y="571954"/>
                </a:lnTo>
                <a:lnTo>
                  <a:pt x="1874112" y="567645"/>
                </a:lnTo>
                <a:lnTo>
                  <a:pt x="1869352" y="562882"/>
                </a:lnTo>
                <a:lnTo>
                  <a:pt x="1864591" y="558347"/>
                </a:lnTo>
                <a:lnTo>
                  <a:pt x="1859831" y="553357"/>
                </a:lnTo>
                <a:lnTo>
                  <a:pt x="1855297" y="548368"/>
                </a:lnTo>
                <a:lnTo>
                  <a:pt x="1850763" y="543152"/>
                </a:lnTo>
                <a:lnTo>
                  <a:pt x="1846456" y="537936"/>
                </a:lnTo>
                <a:lnTo>
                  <a:pt x="1842149" y="532720"/>
                </a:lnTo>
                <a:lnTo>
                  <a:pt x="1838069" y="527050"/>
                </a:lnTo>
                <a:lnTo>
                  <a:pt x="1833989" y="521154"/>
                </a:lnTo>
                <a:lnTo>
                  <a:pt x="1829908" y="515484"/>
                </a:lnTo>
                <a:lnTo>
                  <a:pt x="1826281" y="509588"/>
                </a:lnTo>
                <a:lnTo>
                  <a:pt x="1822428" y="503691"/>
                </a:lnTo>
                <a:lnTo>
                  <a:pt x="1818801" y="497568"/>
                </a:lnTo>
                <a:lnTo>
                  <a:pt x="1815400" y="491218"/>
                </a:lnTo>
                <a:lnTo>
                  <a:pt x="1811774" y="484868"/>
                </a:lnTo>
                <a:lnTo>
                  <a:pt x="1808827" y="478518"/>
                </a:lnTo>
                <a:lnTo>
                  <a:pt x="1805426" y="471941"/>
                </a:lnTo>
                <a:lnTo>
                  <a:pt x="1802479" y="465138"/>
                </a:lnTo>
                <a:lnTo>
                  <a:pt x="1799759" y="458561"/>
                </a:lnTo>
                <a:lnTo>
                  <a:pt x="1797039" y="451757"/>
                </a:lnTo>
                <a:lnTo>
                  <a:pt x="1794545" y="444727"/>
                </a:lnTo>
                <a:lnTo>
                  <a:pt x="1791825" y="437697"/>
                </a:lnTo>
                <a:lnTo>
                  <a:pt x="1789332" y="430666"/>
                </a:lnTo>
                <a:lnTo>
                  <a:pt x="1787292" y="423636"/>
                </a:lnTo>
                <a:lnTo>
                  <a:pt x="1785025" y="416152"/>
                </a:lnTo>
                <a:lnTo>
                  <a:pt x="1783438" y="408895"/>
                </a:lnTo>
                <a:lnTo>
                  <a:pt x="1781624" y="401411"/>
                </a:lnTo>
                <a:lnTo>
                  <a:pt x="1779811" y="393700"/>
                </a:lnTo>
                <a:lnTo>
                  <a:pt x="1778682" y="388377"/>
                </a:lnTo>
                <a:lnTo>
                  <a:pt x="1777853" y="389411"/>
                </a:lnTo>
                <a:lnTo>
                  <a:pt x="1775596" y="390987"/>
                </a:lnTo>
                <a:lnTo>
                  <a:pt x="1773114" y="391663"/>
                </a:lnTo>
                <a:lnTo>
                  <a:pt x="1771986" y="391888"/>
                </a:lnTo>
                <a:lnTo>
                  <a:pt x="1770632" y="392113"/>
                </a:lnTo>
                <a:lnTo>
                  <a:pt x="1769729" y="391888"/>
                </a:lnTo>
                <a:lnTo>
                  <a:pt x="1768375" y="391663"/>
                </a:lnTo>
                <a:lnTo>
                  <a:pt x="1766118" y="390987"/>
                </a:lnTo>
                <a:lnTo>
                  <a:pt x="1763861" y="389411"/>
                </a:lnTo>
                <a:lnTo>
                  <a:pt x="1761830" y="387160"/>
                </a:lnTo>
                <a:lnTo>
                  <a:pt x="1760025" y="384683"/>
                </a:lnTo>
                <a:lnTo>
                  <a:pt x="1757994" y="381306"/>
                </a:lnTo>
                <a:lnTo>
                  <a:pt x="1756188" y="377929"/>
                </a:lnTo>
                <a:lnTo>
                  <a:pt x="1754609" y="373877"/>
                </a:lnTo>
                <a:lnTo>
                  <a:pt x="1753029" y="369599"/>
                </a:lnTo>
                <a:lnTo>
                  <a:pt x="1751675" y="364871"/>
                </a:lnTo>
                <a:lnTo>
                  <a:pt x="1750546" y="359918"/>
                </a:lnTo>
                <a:lnTo>
                  <a:pt x="1749644" y="354290"/>
                </a:lnTo>
                <a:lnTo>
                  <a:pt x="1748967" y="348662"/>
                </a:lnTo>
                <a:lnTo>
                  <a:pt x="1748290" y="342808"/>
                </a:lnTo>
                <a:lnTo>
                  <a:pt x="1747838" y="336504"/>
                </a:lnTo>
                <a:lnTo>
                  <a:pt x="1747838" y="330200"/>
                </a:lnTo>
                <a:lnTo>
                  <a:pt x="1747838" y="323897"/>
                </a:lnTo>
                <a:lnTo>
                  <a:pt x="1748290" y="317818"/>
                </a:lnTo>
                <a:lnTo>
                  <a:pt x="1748967" y="311964"/>
                </a:lnTo>
                <a:lnTo>
                  <a:pt x="1749644" y="306111"/>
                </a:lnTo>
                <a:lnTo>
                  <a:pt x="1750546" y="300708"/>
                </a:lnTo>
                <a:lnTo>
                  <a:pt x="1751675" y="295755"/>
                </a:lnTo>
                <a:lnTo>
                  <a:pt x="1753029" y="291027"/>
                </a:lnTo>
                <a:lnTo>
                  <a:pt x="1754609" y="286524"/>
                </a:lnTo>
                <a:lnTo>
                  <a:pt x="1756188" y="282472"/>
                </a:lnTo>
                <a:lnTo>
                  <a:pt x="1757994" y="278869"/>
                </a:lnTo>
                <a:lnTo>
                  <a:pt x="1760025" y="275943"/>
                </a:lnTo>
                <a:lnTo>
                  <a:pt x="1761830" y="273466"/>
                </a:lnTo>
                <a:lnTo>
                  <a:pt x="1763861" y="271215"/>
                </a:lnTo>
                <a:lnTo>
                  <a:pt x="1766118" y="269639"/>
                </a:lnTo>
                <a:lnTo>
                  <a:pt x="1768375" y="268738"/>
                </a:lnTo>
                <a:lnTo>
                  <a:pt x="1769729" y="268288"/>
                </a:lnTo>
                <a:lnTo>
                  <a:pt x="1770632" y="268288"/>
                </a:lnTo>
                <a:lnTo>
                  <a:pt x="1771986" y="268288"/>
                </a:lnTo>
                <a:lnTo>
                  <a:pt x="1773114" y="268738"/>
                </a:lnTo>
                <a:lnTo>
                  <a:pt x="1774524" y="269250"/>
                </a:lnTo>
                <a:lnTo>
                  <a:pt x="1774824" y="267154"/>
                </a:lnTo>
                <a:lnTo>
                  <a:pt x="1775731" y="259443"/>
                </a:lnTo>
                <a:lnTo>
                  <a:pt x="1777091" y="251732"/>
                </a:lnTo>
                <a:lnTo>
                  <a:pt x="1778224" y="244022"/>
                </a:lnTo>
                <a:lnTo>
                  <a:pt x="1779811" y="236538"/>
                </a:lnTo>
                <a:lnTo>
                  <a:pt x="1781624" y="229054"/>
                </a:lnTo>
                <a:lnTo>
                  <a:pt x="1783438" y="221343"/>
                </a:lnTo>
                <a:lnTo>
                  <a:pt x="1785025" y="214086"/>
                </a:lnTo>
                <a:lnTo>
                  <a:pt x="1787292" y="206829"/>
                </a:lnTo>
                <a:lnTo>
                  <a:pt x="1789332" y="199798"/>
                </a:lnTo>
                <a:lnTo>
                  <a:pt x="1791825" y="192541"/>
                </a:lnTo>
                <a:lnTo>
                  <a:pt x="1794545" y="185511"/>
                </a:lnTo>
                <a:lnTo>
                  <a:pt x="1797039" y="178480"/>
                </a:lnTo>
                <a:lnTo>
                  <a:pt x="1799759" y="171677"/>
                </a:lnTo>
                <a:lnTo>
                  <a:pt x="1802479" y="165100"/>
                </a:lnTo>
                <a:lnTo>
                  <a:pt x="1805426" y="158297"/>
                </a:lnTo>
                <a:lnTo>
                  <a:pt x="1808827" y="151720"/>
                </a:lnTo>
                <a:lnTo>
                  <a:pt x="1811774" y="145370"/>
                </a:lnTo>
                <a:lnTo>
                  <a:pt x="1815400" y="139020"/>
                </a:lnTo>
                <a:lnTo>
                  <a:pt x="1818801" y="132896"/>
                </a:lnTo>
                <a:lnTo>
                  <a:pt x="1822428" y="126773"/>
                </a:lnTo>
                <a:lnTo>
                  <a:pt x="1826281" y="120650"/>
                </a:lnTo>
                <a:lnTo>
                  <a:pt x="1829908" y="114980"/>
                </a:lnTo>
                <a:lnTo>
                  <a:pt x="1833989" y="109084"/>
                </a:lnTo>
                <a:lnTo>
                  <a:pt x="1838069" y="103188"/>
                </a:lnTo>
                <a:lnTo>
                  <a:pt x="1842149" y="97745"/>
                </a:lnTo>
                <a:lnTo>
                  <a:pt x="1846456" y="92529"/>
                </a:lnTo>
                <a:lnTo>
                  <a:pt x="1850763" y="87086"/>
                </a:lnTo>
                <a:lnTo>
                  <a:pt x="1855297" y="82096"/>
                </a:lnTo>
                <a:lnTo>
                  <a:pt x="1859831" y="77107"/>
                </a:lnTo>
                <a:lnTo>
                  <a:pt x="1864591" y="71891"/>
                </a:lnTo>
                <a:lnTo>
                  <a:pt x="1869352" y="67355"/>
                </a:lnTo>
                <a:lnTo>
                  <a:pt x="1874112" y="62593"/>
                </a:lnTo>
                <a:lnTo>
                  <a:pt x="1879099" y="58284"/>
                </a:lnTo>
                <a:lnTo>
                  <a:pt x="1884313" y="53975"/>
                </a:lnTo>
                <a:lnTo>
                  <a:pt x="1889300" y="49893"/>
                </a:lnTo>
                <a:lnTo>
                  <a:pt x="1894514" y="45811"/>
                </a:lnTo>
                <a:lnTo>
                  <a:pt x="1899954" y="41955"/>
                </a:lnTo>
                <a:lnTo>
                  <a:pt x="1905168" y="38100"/>
                </a:lnTo>
                <a:lnTo>
                  <a:pt x="1910381" y="34698"/>
                </a:lnTo>
                <a:lnTo>
                  <a:pt x="1916049" y="31296"/>
                </a:lnTo>
                <a:lnTo>
                  <a:pt x="1921716" y="28121"/>
                </a:lnTo>
                <a:lnTo>
                  <a:pt x="1927383" y="24946"/>
                </a:lnTo>
                <a:lnTo>
                  <a:pt x="1933050" y="21998"/>
                </a:lnTo>
                <a:lnTo>
                  <a:pt x="1938944" y="19277"/>
                </a:lnTo>
                <a:lnTo>
                  <a:pt x="1944838" y="16782"/>
                </a:lnTo>
                <a:lnTo>
                  <a:pt x="1950731" y="14514"/>
                </a:lnTo>
                <a:lnTo>
                  <a:pt x="1956852" y="12246"/>
                </a:lnTo>
                <a:lnTo>
                  <a:pt x="1962972" y="10205"/>
                </a:lnTo>
                <a:lnTo>
                  <a:pt x="1968866" y="8164"/>
                </a:lnTo>
                <a:lnTo>
                  <a:pt x="1975213" y="6577"/>
                </a:lnTo>
                <a:lnTo>
                  <a:pt x="1981334" y="5216"/>
                </a:lnTo>
                <a:lnTo>
                  <a:pt x="1987681" y="3855"/>
                </a:lnTo>
                <a:lnTo>
                  <a:pt x="1994255" y="2948"/>
                </a:lnTo>
                <a:lnTo>
                  <a:pt x="2000602" y="1814"/>
                </a:lnTo>
                <a:lnTo>
                  <a:pt x="2006949" y="1134"/>
                </a:lnTo>
                <a:lnTo>
                  <a:pt x="2013297" y="454"/>
                </a:lnTo>
                <a:lnTo>
                  <a:pt x="2019870" y="227"/>
                </a:lnTo>
                <a:lnTo>
                  <a:pt x="2026444" y="0"/>
                </a:lnTo>
                <a:close/>
              </a:path>
            </a:pathLst>
          </a:custGeom>
          <a:solidFill>
            <a:schemeClr val="accent1"/>
          </a:solidFill>
          <a:ln>
            <a:noFill/>
          </a:ln>
          <a:extLst/>
        </p:spPr>
        <p:txBody>
          <a:bodyPr lIns="68580" tIns="34290" rIns="68580" bIns="34290" anchor="ctr">
            <a:scene3d>
              <a:camera prst="orthographicFront"/>
              <a:lightRig rig="threePt" dir="t"/>
            </a:scene3d>
            <a:sp3d>
              <a:contourClr>
                <a:srgbClr val="FFFFFF"/>
              </a:contourClr>
            </a:sp3d>
          </a:bodyPr>
          <a:lstStyle/>
          <a:p>
            <a:pPr algn="ctr">
              <a:defRPr/>
            </a:pPr>
            <a:endParaRPr lang="zh-CN" altLang="en-US">
              <a:solidFill>
                <a:srgbClr val="FFFFFF"/>
              </a:solidFill>
            </a:endParaRPr>
          </a:p>
        </p:txBody>
      </p:sp>
      <p:grpSp>
        <p:nvGrpSpPr>
          <p:cNvPr id="32" name="组合 31"/>
          <p:cNvGrpSpPr/>
          <p:nvPr/>
        </p:nvGrpSpPr>
        <p:grpSpPr>
          <a:xfrm>
            <a:off x="3425817" y="1934981"/>
            <a:ext cx="171676" cy="233908"/>
            <a:chOff x="10396538" y="461964"/>
            <a:chExt cx="165100" cy="282575"/>
          </a:xfrm>
          <a:solidFill>
            <a:schemeClr val="accent5">
              <a:lumMod val="75000"/>
            </a:schemeClr>
          </a:solidFill>
        </p:grpSpPr>
        <p:sp>
          <p:nvSpPr>
            <p:cNvPr id="33" name="Freeform 30"/>
            <p:cNvSpPr>
              <a:spLocks/>
            </p:cNvSpPr>
            <p:nvPr/>
          </p:nvSpPr>
          <p:spPr bwMode="auto">
            <a:xfrm>
              <a:off x="10420351" y="461964"/>
              <a:ext cx="115888" cy="192088"/>
            </a:xfrm>
            <a:custGeom>
              <a:avLst/>
              <a:gdLst>
                <a:gd name="T0" fmla="*/ 0 w 101"/>
                <a:gd name="T1" fmla="*/ 121 h 167"/>
                <a:gd name="T2" fmla="*/ 50 w 101"/>
                <a:gd name="T3" fmla="*/ 167 h 167"/>
                <a:gd name="T4" fmla="*/ 101 w 101"/>
                <a:gd name="T5" fmla="*/ 121 h 167"/>
                <a:gd name="T6" fmla="*/ 101 w 101"/>
                <a:gd name="T7" fmla="*/ 46 h 167"/>
                <a:gd name="T8" fmla="*/ 50 w 101"/>
                <a:gd name="T9" fmla="*/ 0 h 167"/>
                <a:gd name="T10" fmla="*/ 0 w 101"/>
                <a:gd name="T11" fmla="*/ 46 h 167"/>
                <a:gd name="T12" fmla="*/ 0 w 101"/>
                <a:gd name="T13" fmla="*/ 48 h 167"/>
                <a:gd name="T14" fmla="*/ 0 w 101"/>
                <a:gd name="T15" fmla="*/ 118 h 167"/>
                <a:gd name="T16" fmla="*/ 0 w 101"/>
                <a:gd name="T17" fmla="*/ 121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1" h="167">
                  <a:moveTo>
                    <a:pt x="0" y="121"/>
                  </a:moveTo>
                  <a:cubicBezTo>
                    <a:pt x="0" y="147"/>
                    <a:pt x="22" y="167"/>
                    <a:pt x="50" y="167"/>
                  </a:cubicBezTo>
                  <a:cubicBezTo>
                    <a:pt x="78" y="167"/>
                    <a:pt x="101" y="147"/>
                    <a:pt x="101" y="121"/>
                  </a:cubicBezTo>
                  <a:cubicBezTo>
                    <a:pt x="101" y="46"/>
                    <a:pt x="101" y="46"/>
                    <a:pt x="101" y="46"/>
                  </a:cubicBezTo>
                  <a:cubicBezTo>
                    <a:pt x="101" y="20"/>
                    <a:pt x="78" y="0"/>
                    <a:pt x="50" y="0"/>
                  </a:cubicBezTo>
                  <a:cubicBezTo>
                    <a:pt x="22" y="0"/>
                    <a:pt x="0" y="20"/>
                    <a:pt x="0" y="46"/>
                  </a:cubicBezTo>
                  <a:cubicBezTo>
                    <a:pt x="0" y="47"/>
                    <a:pt x="0" y="47"/>
                    <a:pt x="0" y="48"/>
                  </a:cubicBezTo>
                  <a:cubicBezTo>
                    <a:pt x="0" y="118"/>
                    <a:pt x="0" y="118"/>
                    <a:pt x="0" y="118"/>
                  </a:cubicBezTo>
                  <a:cubicBezTo>
                    <a:pt x="0" y="119"/>
                    <a:pt x="0" y="120"/>
                    <a:pt x="0" y="1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4" name="Freeform 31"/>
            <p:cNvSpPr>
              <a:spLocks/>
            </p:cNvSpPr>
            <p:nvPr/>
          </p:nvSpPr>
          <p:spPr bwMode="auto">
            <a:xfrm>
              <a:off x="10396538" y="547689"/>
              <a:ext cx="165100" cy="196850"/>
            </a:xfrm>
            <a:custGeom>
              <a:avLst/>
              <a:gdLst>
                <a:gd name="T0" fmla="*/ 131 w 144"/>
                <a:gd name="T1" fmla="*/ 0 h 171"/>
                <a:gd name="T2" fmla="*/ 131 w 144"/>
                <a:gd name="T3" fmla="*/ 41 h 171"/>
                <a:gd name="T4" fmla="*/ 72 w 144"/>
                <a:gd name="T5" fmla="*/ 101 h 171"/>
                <a:gd name="T6" fmla="*/ 12 w 144"/>
                <a:gd name="T7" fmla="*/ 41 h 171"/>
                <a:gd name="T8" fmla="*/ 12 w 144"/>
                <a:gd name="T9" fmla="*/ 0 h 171"/>
                <a:gd name="T10" fmla="*/ 0 w 144"/>
                <a:gd name="T11" fmla="*/ 0 h 171"/>
                <a:gd name="T12" fmla="*/ 0 w 144"/>
                <a:gd name="T13" fmla="*/ 44 h 171"/>
                <a:gd name="T14" fmla="*/ 0 w 144"/>
                <a:gd name="T15" fmla="*/ 44 h 171"/>
                <a:gd name="T16" fmla="*/ 64 w 144"/>
                <a:gd name="T17" fmla="*/ 113 h 171"/>
                <a:gd name="T18" fmla="*/ 64 w 144"/>
                <a:gd name="T19" fmla="*/ 159 h 171"/>
                <a:gd name="T20" fmla="*/ 16 w 144"/>
                <a:gd name="T21" fmla="*/ 159 h 171"/>
                <a:gd name="T22" fmla="*/ 16 w 144"/>
                <a:gd name="T23" fmla="*/ 171 h 171"/>
                <a:gd name="T24" fmla="*/ 127 w 144"/>
                <a:gd name="T25" fmla="*/ 171 h 171"/>
                <a:gd name="T26" fmla="*/ 127 w 144"/>
                <a:gd name="T27" fmla="*/ 159 h 171"/>
                <a:gd name="T28" fmla="*/ 77 w 144"/>
                <a:gd name="T29" fmla="*/ 159 h 171"/>
                <a:gd name="T30" fmla="*/ 77 w 144"/>
                <a:gd name="T31" fmla="*/ 113 h 171"/>
                <a:gd name="T32" fmla="*/ 144 w 144"/>
                <a:gd name="T33" fmla="*/ 44 h 171"/>
                <a:gd name="T34" fmla="*/ 144 w 144"/>
                <a:gd name="T35" fmla="*/ 44 h 171"/>
                <a:gd name="T36" fmla="*/ 144 w 144"/>
                <a:gd name="T37" fmla="*/ 0 h 171"/>
                <a:gd name="T38" fmla="*/ 131 w 144"/>
                <a:gd name="T39" fmla="*/ 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4" h="171">
                  <a:moveTo>
                    <a:pt x="131" y="0"/>
                  </a:moveTo>
                  <a:cubicBezTo>
                    <a:pt x="131" y="41"/>
                    <a:pt x="131" y="41"/>
                    <a:pt x="131" y="41"/>
                  </a:cubicBezTo>
                  <a:cubicBezTo>
                    <a:pt x="131" y="74"/>
                    <a:pt x="105" y="101"/>
                    <a:pt x="72" y="101"/>
                  </a:cubicBezTo>
                  <a:cubicBezTo>
                    <a:pt x="39" y="101"/>
                    <a:pt x="12" y="74"/>
                    <a:pt x="12" y="41"/>
                  </a:cubicBezTo>
                  <a:cubicBezTo>
                    <a:pt x="12" y="0"/>
                    <a:pt x="12" y="0"/>
                    <a:pt x="12" y="0"/>
                  </a:cubicBezTo>
                  <a:cubicBezTo>
                    <a:pt x="0" y="0"/>
                    <a:pt x="0" y="0"/>
                    <a:pt x="0" y="0"/>
                  </a:cubicBezTo>
                  <a:cubicBezTo>
                    <a:pt x="0" y="44"/>
                    <a:pt x="0" y="44"/>
                    <a:pt x="0" y="44"/>
                  </a:cubicBezTo>
                  <a:cubicBezTo>
                    <a:pt x="0" y="44"/>
                    <a:pt x="0" y="44"/>
                    <a:pt x="0" y="44"/>
                  </a:cubicBezTo>
                  <a:cubicBezTo>
                    <a:pt x="1" y="80"/>
                    <a:pt x="29" y="109"/>
                    <a:pt x="64" y="113"/>
                  </a:cubicBezTo>
                  <a:cubicBezTo>
                    <a:pt x="64" y="159"/>
                    <a:pt x="64" y="159"/>
                    <a:pt x="64" y="159"/>
                  </a:cubicBezTo>
                  <a:cubicBezTo>
                    <a:pt x="16" y="159"/>
                    <a:pt x="16" y="159"/>
                    <a:pt x="16" y="159"/>
                  </a:cubicBezTo>
                  <a:cubicBezTo>
                    <a:pt x="16" y="171"/>
                    <a:pt x="16" y="171"/>
                    <a:pt x="16" y="171"/>
                  </a:cubicBezTo>
                  <a:cubicBezTo>
                    <a:pt x="127" y="171"/>
                    <a:pt x="127" y="171"/>
                    <a:pt x="127" y="171"/>
                  </a:cubicBezTo>
                  <a:cubicBezTo>
                    <a:pt x="127" y="159"/>
                    <a:pt x="127" y="159"/>
                    <a:pt x="127" y="159"/>
                  </a:cubicBezTo>
                  <a:cubicBezTo>
                    <a:pt x="77" y="159"/>
                    <a:pt x="77" y="159"/>
                    <a:pt x="77" y="159"/>
                  </a:cubicBezTo>
                  <a:cubicBezTo>
                    <a:pt x="77" y="113"/>
                    <a:pt x="77" y="113"/>
                    <a:pt x="77" y="113"/>
                  </a:cubicBezTo>
                  <a:cubicBezTo>
                    <a:pt x="113" y="111"/>
                    <a:pt x="143" y="81"/>
                    <a:pt x="144" y="44"/>
                  </a:cubicBezTo>
                  <a:cubicBezTo>
                    <a:pt x="144" y="44"/>
                    <a:pt x="144" y="44"/>
                    <a:pt x="144" y="44"/>
                  </a:cubicBezTo>
                  <a:cubicBezTo>
                    <a:pt x="144" y="0"/>
                    <a:pt x="144" y="0"/>
                    <a:pt x="144" y="0"/>
                  </a:cubicBezTo>
                  <a:lnTo>
                    <a:pt x="13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8" name="矩形 7"/>
          <p:cNvSpPr/>
          <p:nvPr/>
        </p:nvSpPr>
        <p:spPr>
          <a:xfrm>
            <a:off x="4363235" y="3362862"/>
            <a:ext cx="2092881" cy="369332"/>
          </a:xfrm>
          <a:prstGeom prst="rect">
            <a:avLst/>
          </a:prstGeom>
        </p:spPr>
        <p:txBody>
          <a:bodyPr wrap="none">
            <a:spAutoFit/>
          </a:bodyPr>
          <a:lstStyle/>
          <a:p>
            <a:pPr lvl="0"/>
            <a:r>
              <a:rPr lang="zh-CN" altLang="en-US" b="1" dirty="0"/>
              <a:t>编写</a:t>
            </a:r>
            <a:r>
              <a:rPr lang="en-GB" altLang="zh-CN" b="1" dirty="0"/>
              <a:t>delay</a:t>
            </a:r>
            <a:r>
              <a:rPr lang="zh-CN" altLang="en-US" b="1" dirty="0"/>
              <a:t>延迟</a:t>
            </a:r>
            <a:r>
              <a:rPr lang="zh-CN" altLang="en-US" b="1" dirty="0" smtClean="0"/>
              <a:t>函数</a:t>
            </a:r>
            <a:endParaRPr lang="zh-CN" altLang="en-US" b="1" dirty="0"/>
          </a:p>
        </p:txBody>
      </p:sp>
      <p:sp>
        <p:nvSpPr>
          <p:cNvPr id="9" name="矩形 8"/>
          <p:cNvSpPr/>
          <p:nvPr/>
        </p:nvSpPr>
        <p:spPr>
          <a:xfrm>
            <a:off x="3771443" y="4286151"/>
            <a:ext cx="2725490" cy="369332"/>
          </a:xfrm>
          <a:prstGeom prst="rect">
            <a:avLst/>
          </a:prstGeom>
        </p:spPr>
        <p:txBody>
          <a:bodyPr wrap="none">
            <a:spAutoFit/>
          </a:bodyPr>
          <a:lstStyle/>
          <a:p>
            <a:pPr lvl="0"/>
            <a:r>
              <a:rPr lang="zh-CN" altLang="en-US" b="1" dirty="0"/>
              <a:t>编写</a:t>
            </a:r>
            <a:r>
              <a:rPr lang="en-GB" altLang="zh-CN" b="1" dirty="0" err="1"/>
              <a:t>SysTick</a:t>
            </a:r>
            <a:r>
              <a:rPr lang="zh-CN" altLang="en-US" b="1" dirty="0"/>
              <a:t>中断处理</a:t>
            </a:r>
            <a:r>
              <a:rPr lang="zh-CN" altLang="en-US" b="1" dirty="0" smtClean="0"/>
              <a:t>函数</a:t>
            </a:r>
            <a:endParaRPr lang="zh-CN" altLang="en-US" b="1" dirty="0"/>
          </a:p>
        </p:txBody>
      </p:sp>
    </p:spTree>
    <p:extLst>
      <p:ext uri="{BB962C8B-B14F-4D97-AF65-F5344CB8AC3E}">
        <p14:creationId xmlns:p14="http://schemas.microsoft.com/office/powerpoint/2010/main" val="57162459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602571" y="987574"/>
            <a:ext cx="2952328" cy="396044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12" name="矩形 11"/>
          <p:cNvSpPr/>
          <p:nvPr/>
        </p:nvSpPr>
        <p:spPr>
          <a:xfrm>
            <a:off x="2" y="339503"/>
            <a:ext cx="40654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961469" cy="461665"/>
          </a:xfrm>
          <a:prstGeom prst="rect">
            <a:avLst/>
          </a:prstGeom>
        </p:spPr>
        <p:txBody>
          <a:bodyPr wrap="none">
            <a:spAutoFit/>
          </a:bodyPr>
          <a:lstStyle/>
          <a:p>
            <a:r>
              <a:rPr lang="en-US" altLang="zh-CN" sz="2400" b="1" dirty="0" smtClean="0">
                <a:solidFill>
                  <a:schemeClr val="bg1"/>
                </a:solidFill>
              </a:rPr>
              <a:t>9.4.2 </a:t>
            </a:r>
            <a:r>
              <a:rPr lang="en-US" altLang="zh-CN" sz="2400" b="1" dirty="0" err="1" smtClean="0">
                <a:solidFill>
                  <a:schemeClr val="bg1"/>
                </a:solidFill>
              </a:rPr>
              <a:t>SysTick</a:t>
            </a:r>
            <a:r>
              <a:rPr lang="zh-CN" altLang="en-US" sz="2400" b="1" dirty="0" smtClean="0">
                <a:solidFill>
                  <a:schemeClr val="bg1"/>
                </a:solidFill>
              </a:rPr>
              <a:t>定时器应用实例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 name="Freeform 7"/>
          <p:cNvSpPr>
            <a:spLocks/>
          </p:cNvSpPr>
          <p:nvPr/>
        </p:nvSpPr>
        <p:spPr bwMode="auto">
          <a:xfrm>
            <a:off x="962611" y="149494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zh-CN" b="1" dirty="0">
                <a:solidFill>
                  <a:schemeClr val="tx1"/>
                </a:solidFill>
              </a:rPr>
              <a:t>新建</a:t>
            </a:r>
            <a:r>
              <a:rPr lang="en-US" altLang="zh-CN" b="1" dirty="0" err="1">
                <a:solidFill>
                  <a:schemeClr val="tx1"/>
                </a:solidFill>
              </a:rPr>
              <a:t>systick.h</a:t>
            </a:r>
            <a:r>
              <a:rPr lang="zh-CN" altLang="zh-CN" b="1" dirty="0">
                <a:solidFill>
                  <a:schemeClr val="tx1"/>
                </a:solidFill>
              </a:rPr>
              <a:t>头文件</a:t>
            </a:r>
            <a:endParaRPr lang="zh-CN" altLang="en-US" b="1" dirty="0">
              <a:solidFill>
                <a:schemeClr val="tx1"/>
              </a:solidFill>
            </a:endParaRPr>
          </a:p>
        </p:txBody>
      </p:sp>
      <p:sp>
        <p:nvSpPr>
          <p:cNvPr id="22" name="Freeform 7"/>
          <p:cNvSpPr>
            <a:spLocks/>
          </p:cNvSpPr>
          <p:nvPr/>
        </p:nvSpPr>
        <p:spPr bwMode="auto">
          <a:xfrm>
            <a:off x="962611" y="220278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zh-CN" b="1" dirty="0">
                <a:solidFill>
                  <a:schemeClr val="tx1"/>
                </a:solidFill>
              </a:rPr>
              <a:t>新建</a:t>
            </a:r>
            <a:r>
              <a:rPr lang="en-US" altLang="zh-CN" b="1" dirty="0" err="1">
                <a:solidFill>
                  <a:schemeClr val="tx1"/>
                </a:solidFill>
              </a:rPr>
              <a:t>systick.c</a:t>
            </a:r>
            <a:r>
              <a:rPr lang="zh-CN" altLang="zh-CN" b="1" dirty="0">
                <a:solidFill>
                  <a:schemeClr val="tx1"/>
                </a:solidFill>
              </a:rPr>
              <a:t>文件</a:t>
            </a:r>
            <a:endParaRPr lang="zh-CN" altLang="en-US" b="1" dirty="0">
              <a:solidFill>
                <a:schemeClr val="tx1"/>
              </a:solidFill>
            </a:endParaRPr>
          </a:p>
        </p:txBody>
      </p:sp>
      <p:sp>
        <p:nvSpPr>
          <p:cNvPr id="23" name="Freeform 7"/>
          <p:cNvSpPr>
            <a:spLocks/>
          </p:cNvSpPr>
          <p:nvPr/>
        </p:nvSpPr>
        <p:spPr bwMode="auto">
          <a:xfrm>
            <a:off x="962611" y="291062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chemeClr val="tx1"/>
                </a:solidFill>
              </a:rPr>
              <a:t>新建</a:t>
            </a:r>
            <a:r>
              <a:rPr lang="en-GB" altLang="zh-CN" b="1" dirty="0" err="1">
                <a:solidFill>
                  <a:schemeClr val="tx1"/>
                </a:solidFill>
              </a:rPr>
              <a:t>mian.c</a:t>
            </a:r>
            <a:r>
              <a:rPr lang="zh-CN" altLang="en-US" b="1" dirty="0">
                <a:solidFill>
                  <a:schemeClr val="tx1"/>
                </a:solidFill>
              </a:rPr>
              <a:t>文件</a:t>
            </a:r>
          </a:p>
        </p:txBody>
      </p:sp>
      <p:sp>
        <p:nvSpPr>
          <p:cNvPr id="24" name="Freeform 7"/>
          <p:cNvSpPr>
            <a:spLocks/>
          </p:cNvSpPr>
          <p:nvPr/>
        </p:nvSpPr>
        <p:spPr bwMode="auto">
          <a:xfrm>
            <a:off x="962611" y="361846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smtClean="0">
                <a:solidFill>
                  <a:schemeClr val="tx1"/>
                </a:solidFill>
              </a:rPr>
              <a:t>编写中断处理函数</a:t>
            </a:r>
            <a:endParaRPr lang="zh-CN" altLang="en-US" b="1" dirty="0">
              <a:solidFill>
                <a:schemeClr val="tx1"/>
              </a:solidFill>
            </a:endParaRPr>
          </a:p>
        </p:txBody>
      </p:sp>
      <p:sp>
        <p:nvSpPr>
          <p:cNvPr id="25" name="Freeform 7"/>
          <p:cNvSpPr>
            <a:spLocks/>
          </p:cNvSpPr>
          <p:nvPr/>
        </p:nvSpPr>
        <p:spPr bwMode="auto">
          <a:xfrm>
            <a:off x="962611" y="432630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chemeClr val="tx1"/>
                </a:solidFill>
              </a:rPr>
              <a:t>编写</a:t>
            </a:r>
            <a:r>
              <a:rPr lang="en-US" altLang="zh-CN" b="1" dirty="0">
                <a:solidFill>
                  <a:schemeClr val="tx1"/>
                </a:solidFill>
              </a:rPr>
              <a:t>LED</a:t>
            </a:r>
            <a:r>
              <a:rPr lang="zh-CN" altLang="en-US" b="1" dirty="0">
                <a:solidFill>
                  <a:schemeClr val="tx1"/>
                </a:solidFill>
              </a:rPr>
              <a:t>相关的代码</a:t>
            </a:r>
          </a:p>
        </p:txBody>
      </p:sp>
      <p:sp>
        <p:nvSpPr>
          <p:cNvPr id="7" name="TextBox 6"/>
          <p:cNvSpPr txBox="1"/>
          <p:nvPr/>
        </p:nvSpPr>
        <p:spPr>
          <a:xfrm>
            <a:off x="1250643" y="1014286"/>
            <a:ext cx="1872208" cy="400110"/>
          </a:xfrm>
          <a:prstGeom prst="rect">
            <a:avLst/>
          </a:prstGeom>
          <a:noFill/>
        </p:spPr>
        <p:txBody>
          <a:bodyPr wrap="square" rtlCol="0">
            <a:spAutoFit/>
          </a:bodyPr>
          <a:lstStyle/>
          <a:p>
            <a:r>
              <a:rPr lang="zh-CN" altLang="en-US" sz="2000" b="1" dirty="0" smtClean="0">
                <a:solidFill>
                  <a:srgbClr val="C00000"/>
                </a:solidFill>
                <a:latin typeface="隶书" pitchFamily="49" charset="-122"/>
                <a:ea typeface="隶书" pitchFamily="49" charset="-122"/>
              </a:rPr>
              <a:t>软件代码实现</a:t>
            </a:r>
            <a:endParaRPr lang="zh-CN" altLang="en-US" sz="2000" b="1" dirty="0">
              <a:solidFill>
                <a:srgbClr val="C00000"/>
              </a:solidFill>
              <a:latin typeface="隶书" pitchFamily="49" charset="-122"/>
              <a:ea typeface="隶书" pitchFamily="49" charset="-122"/>
            </a:endParaRPr>
          </a:p>
        </p:txBody>
      </p:sp>
      <p:sp>
        <p:nvSpPr>
          <p:cNvPr id="28" name="矩形 27"/>
          <p:cNvSpPr/>
          <p:nvPr/>
        </p:nvSpPr>
        <p:spPr>
          <a:xfrm>
            <a:off x="4815039" y="1573684"/>
            <a:ext cx="3681397" cy="2862322"/>
          </a:xfrm>
          <a:prstGeom prst="rect">
            <a:avLst/>
          </a:prstGeom>
          <a:solidFill>
            <a:schemeClr val="accent5">
              <a:lumMod val="20000"/>
              <a:lumOff val="80000"/>
            </a:schemeClr>
          </a:solidFill>
          <a:ln>
            <a:solidFill>
              <a:schemeClr val="bg1"/>
            </a:solid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GB" altLang="zh-CN" b="1" dirty="0">
                <a:solidFill>
                  <a:prstClr val="black"/>
                </a:solidFill>
              </a:rPr>
              <a:t>#</a:t>
            </a:r>
            <a:r>
              <a:rPr lang="en-GB" altLang="zh-CN" b="1" dirty="0" err="1">
                <a:solidFill>
                  <a:prstClr val="black"/>
                </a:solidFill>
              </a:rPr>
              <a:t>ifndef</a:t>
            </a:r>
            <a:r>
              <a:rPr lang="en-GB" altLang="zh-CN" b="1" dirty="0">
                <a:solidFill>
                  <a:prstClr val="black"/>
                </a:solidFill>
              </a:rPr>
              <a:t> __SYSTICK_H</a:t>
            </a:r>
          </a:p>
          <a:p>
            <a:pPr>
              <a:lnSpc>
                <a:spcPct val="125000"/>
              </a:lnSpc>
            </a:pPr>
            <a:r>
              <a:rPr lang="en-GB" altLang="zh-CN" b="1" dirty="0">
                <a:solidFill>
                  <a:prstClr val="black"/>
                </a:solidFill>
              </a:rPr>
              <a:t>#define __SYSTICK_H</a:t>
            </a:r>
          </a:p>
          <a:p>
            <a:pPr>
              <a:lnSpc>
                <a:spcPct val="125000"/>
              </a:lnSpc>
            </a:pPr>
            <a:r>
              <a:rPr lang="en-GB" altLang="zh-CN" b="1" dirty="0">
                <a:solidFill>
                  <a:prstClr val="black"/>
                </a:solidFill>
              </a:rPr>
              <a:t>#include "stm32f10x.h"</a:t>
            </a:r>
          </a:p>
          <a:p>
            <a:pPr>
              <a:lnSpc>
                <a:spcPct val="125000"/>
              </a:lnSpc>
            </a:pPr>
            <a:endParaRPr lang="en-GB" altLang="zh-CN" b="1" dirty="0">
              <a:solidFill>
                <a:prstClr val="black"/>
              </a:solidFill>
            </a:endParaRPr>
          </a:p>
          <a:p>
            <a:pPr>
              <a:lnSpc>
                <a:spcPct val="125000"/>
              </a:lnSpc>
            </a:pPr>
            <a:r>
              <a:rPr lang="en-GB" altLang="zh-CN" b="1" dirty="0">
                <a:solidFill>
                  <a:prstClr val="black"/>
                </a:solidFill>
              </a:rPr>
              <a:t>void </a:t>
            </a:r>
            <a:r>
              <a:rPr lang="en-GB" altLang="zh-CN" b="1" dirty="0" err="1">
                <a:solidFill>
                  <a:prstClr val="black"/>
                </a:solidFill>
              </a:rPr>
              <a:t>SysTick_Init</a:t>
            </a:r>
            <a:r>
              <a:rPr lang="en-GB" altLang="zh-CN" b="1" dirty="0">
                <a:solidFill>
                  <a:prstClr val="black"/>
                </a:solidFill>
              </a:rPr>
              <a:t>(void);</a:t>
            </a:r>
          </a:p>
          <a:p>
            <a:pPr>
              <a:lnSpc>
                <a:spcPct val="125000"/>
              </a:lnSpc>
            </a:pPr>
            <a:r>
              <a:rPr lang="en-GB" altLang="zh-CN" b="1" dirty="0">
                <a:solidFill>
                  <a:prstClr val="black"/>
                </a:solidFill>
              </a:rPr>
              <a:t>void </a:t>
            </a:r>
            <a:r>
              <a:rPr lang="en-GB" altLang="zh-CN" b="1" dirty="0" err="1">
                <a:solidFill>
                  <a:prstClr val="black"/>
                </a:solidFill>
              </a:rPr>
              <a:t>Delay_ms</a:t>
            </a:r>
            <a:r>
              <a:rPr lang="en-GB" altLang="zh-CN" b="1" dirty="0">
                <a:solidFill>
                  <a:prstClr val="black"/>
                </a:solidFill>
              </a:rPr>
              <a:t>(uint16_t </a:t>
            </a:r>
            <a:r>
              <a:rPr lang="en-GB" altLang="zh-CN" b="1" dirty="0" err="1">
                <a:solidFill>
                  <a:prstClr val="black"/>
                </a:solidFill>
              </a:rPr>
              <a:t>nCount</a:t>
            </a:r>
            <a:r>
              <a:rPr lang="en-GB" altLang="zh-CN" b="1" dirty="0">
                <a:solidFill>
                  <a:prstClr val="black"/>
                </a:solidFill>
              </a:rPr>
              <a:t>);</a:t>
            </a:r>
          </a:p>
          <a:p>
            <a:pPr>
              <a:lnSpc>
                <a:spcPct val="125000"/>
              </a:lnSpc>
            </a:pPr>
            <a:endParaRPr lang="en-GB" altLang="zh-CN" b="1" dirty="0">
              <a:solidFill>
                <a:prstClr val="black"/>
              </a:solidFill>
            </a:endParaRPr>
          </a:p>
          <a:p>
            <a:pPr>
              <a:lnSpc>
                <a:spcPct val="125000"/>
              </a:lnSpc>
            </a:pPr>
            <a:r>
              <a:rPr lang="en-GB" altLang="zh-CN" b="1" dirty="0">
                <a:solidFill>
                  <a:prstClr val="black"/>
                </a:solidFill>
              </a:rPr>
              <a:t>#</a:t>
            </a:r>
            <a:r>
              <a:rPr lang="en-GB" altLang="zh-CN" b="1" dirty="0" err="1">
                <a:solidFill>
                  <a:prstClr val="black"/>
                </a:solidFill>
              </a:rPr>
              <a:t>endif</a:t>
            </a:r>
            <a:endParaRPr lang="en-GB" altLang="zh-CN" b="1" dirty="0">
              <a:solidFill>
                <a:prstClr val="black"/>
              </a:solidFill>
            </a:endParaRPr>
          </a:p>
        </p:txBody>
      </p:sp>
      <p:sp>
        <p:nvSpPr>
          <p:cNvPr id="10" name="右箭头 9"/>
          <p:cNvSpPr/>
          <p:nvPr/>
        </p:nvSpPr>
        <p:spPr>
          <a:xfrm>
            <a:off x="3338875" y="1599642"/>
            <a:ext cx="1332148" cy="324036"/>
          </a:xfrm>
          <a:prstGeom prst="rightArrow">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Tree>
    <p:extLst>
      <p:ext uri="{BB962C8B-B14F-4D97-AF65-F5344CB8AC3E}">
        <p14:creationId xmlns:p14="http://schemas.microsoft.com/office/powerpoint/2010/main" val="119336112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602571" y="987574"/>
            <a:ext cx="2952328" cy="396044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12" name="矩形 11"/>
          <p:cNvSpPr/>
          <p:nvPr/>
        </p:nvSpPr>
        <p:spPr>
          <a:xfrm>
            <a:off x="2" y="339503"/>
            <a:ext cx="40654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961469" cy="461665"/>
          </a:xfrm>
          <a:prstGeom prst="rect">
            <a:avLst/>
          </a:prstGeom>
        </p:spPr>
        <p:txBody>
          <a:bodyPr wrap="none">
            <a:spAutoFit/>
          </a:bodyPr>
          <a:lstStyle/>
          <a:p>
            <a:r>
              <a:rPr lang="en-US" altLang="zh-CN" sz="2400" b="1" dirty="0" smtClean="0">
                <a:solidFill>
                  <a:schemeClr val="bg1"/>
                </a:solidFill>
              </a:rPr>
              <a:t>9.4.2 </a:t>
            </a:r>
            <a:r>
              <a:rPr lang="en-US" altLang="zh-CN" sz="2400" b="1" dirty="0" err="1" smtClean="0">
                <a:solidFill>
                  <a:schemeClr val="bg1"/>
                </a:solidFill>
              </a:rPr>
              <a:t>SysTick</a:t>
            </a:r>
            <a:r>
              <a:rPr lang="zh-CN" altLang="en-US" sz="2400" b="1" dirty="0" smtClean="0">
                <a:solidFill>
                  <a:schemeClr val="bg1"/>
                </a:solidFill>
              </a:rPr>
              <a:t>定时器应用实例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 name="Freeform 7"/>
          <p:cNvSpPr>
            <a:spLocks/>
          </p:cNvSpPr>
          <p:nvPr/>
        </p:nvSpPr>
        <p:spPr bwMode="auto">
          <a:xfrm>
            <a:off x="962611" y="149494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zh-CN" b="1" dirty="0">
                <a:solidFill>
                  <a:schemeClr val="tx1"/>
                </a:solidFill>
              </a:rPr>
              <a:t>新建</a:t>
            </a:r>
            <a:r>
              <a:rPr lang="en-US" altLang="zh-CN" b="1" dirty="0" err="1">
                <a:solidFill>
                  <a:schemeClr val="tx1"/>
                </a:solidFill>
              </a:rPr>
              <a:t>systick.h</a:t>
            </a:r>
            <a:r>
              <a:rPr lang="zh-CN" altLang="zh-CN" b="1" dirty="0">
                <a:solidFill>
                  <a:schemeClr val="tx1"/>
                </a:solidFill>
              </a:rPr>
              <a:t>头文件</a:t>
            </a:r>
            <a:endParaRPr lang="zh-CN" altLang="en-US" b="1" dirty="0">
              <a:solidFill>
                <a:schemeClr val="tx1"/>
              </a:solidFill>
            </a:endParaRPr>
          </a:p>
        </p:txBody>
      </p:sp>
      <p:sp>
        <p:nvSpPr>
          <p:cNvPr id="22" name="Freeform 7"/>
          <p:cNvSpPr>
            <a:spLocks/>
          </p:cNvSpPr>
          <p:nvPr/>
        </p:nvSpPr>
        <p:spPr bwMode="auto">
          <a:xfrm>
            <a:off x="962611" y="220278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zh-CN" b="1" dirty="0">
                <a:solidFill>
                  <a:schemeClr val="tx1"/>
                </a:solidFill>
              </a:rPr>
              <a:t>新建</a:t>
            </a:r>
            <a:r>
              <a:rPr lang="en-US" altLang="zh-CN" b="1" dirty="0" err="1">
                <a:solidFill>
                  <a:schemeClr val="tx1"/>
                </a:solidFill>
              </a:rPr>
              <a:t>systick.c</a:t>
            </a:r>
            <a:r>
              <a:rPr lang="zh-CN" altLang="zh-CN" b="1" dirty="0">
                <a:solidFill>
                  <a:schemeClr val="tx1"/>
                </a:solidFill>
              </a:rPr>
              <a:t>文件</a:t>
            </a:r>
            <a:endParaRPr lang="zh-CN" altLang="en-US" b="1" dirty="0">
              <a:solidFill>
                <a:schemeClr val="tx1"/>
              </a:solidFill>
            </a:endParaRPr>
          </a:p>
        </p:txBody>
      </p:sp>
      <p:sp>
        <p:nvSpPr>
          <p:cNvPr id="23" name="Freeform 7"/>
          <p:cNvSpPr>
            <a:spLocks/>
          </p:cNvSpPr>
          <p:nvPr/>
        </p:nvSpPr>
        <p:spPr bwMode="auto">
          <a:xfrm>
            <a:off x="962611" y="291062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chemeClr val="tx1"/>
                </a:solidFill>
              </a:rPr>
              <a:t>新建</a:t>
            </a:r>
            <a:r>
              <a:rPr lang="en-GB" altLang="zh-CN" b="1" dirty="0" err="1">
                <a:solidFill>
                  <a:schemeClr val="tx1"/>
                </a:solidFill>
              </a:rPr>
              <a:t>mian.c</a:t>
            </a:r>
            <a:r>
              <a:rPr lang="zh-CN" altLang="en-US" b="1" dirty="0">
                <a:solidFill>
                  <a:schemeClr val="tx1"/>
                </a:solidFill>
              </a:rPr>
              <a:t>文件</a:t>
            </a:r>
          </a:p>
        </p:txBody>
      </p:sp>
      <p:sp>
        <p:nvSpPr>
          <p:cNvPr id="24" name="Freeform 7"/>
          <p:cNvSpPr>
            <a:spLocks/>
          </p:cNvSpPr>
          <p:nvPr/>
        </p:nvSpPr>
        <p:spPr bwMode="auto">
          <a:xfrm>
            <a:off x="962611" y="361846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smtClean="0">
                <a:solidFill>
                  <a:schemeClr val="tx1"/>
                </a:solidFill>
              </a:rPr>
              <a:t>编写中断处理函数</a:t>
            </a:r>
            <a:endParaRPr lang="zh-CN" altLang="en-US" b="1" dirty="0">
              <a:solidFill>
                <a:schemeClr val="tx1"/>
              </a:solidFill>
            </a:endParaRPr>
          </a:p>
        </p:txBody>
      </p:sp>
      <p:sp>
        <p:nvSpPr>
          <p:cNvPr id="25" name="Freeform 7"/>
          <p:cNvSpPr>
            <a:spLocks/>
          </p:cNvSpPr>
          <p:nvPr/>
        </p:nvSpPr>
        <p:spPr bwMode="auto">
          <a:xfrm>
            <a:off x="962611" y="432630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chemeClr val="tx1"/>
                </a:solidFill>
              </a:rPr>
              <a:t>编写</a:t>
            </a:r>
            <a:r>
              <a:rPr lang="en-US" altLang="zh-CN" b="1" dirty="0">
                <a:solidFill>
                  <a:schemeClr val="tx1"/>
                </a:solidFill>
              </a:rPr>
              <a:t>LED</a:t>
            </a:r>
            <a:r>
              <a:rPr lang="zh-CN" altLang="en-US" b="1" dirty="0">
                <a:solidFill>
                  <a:schemeClr val="tx1"/>
                </a:solidFill>
              </a:rPr>
              <a:t>相关的代码</a:t>
            </a:r>
          </a:p>
        </p:txBody>
      </p:sp>
      <p:sp>
        <p:nvSpPr>
          <p:cNvPr id="7" name="TextBox 6"/>
          <p:cNvSpPr txBox="1"/>
          <p:nvPr/>
        </p:nvSpPr>
        <p:spPr>
          <a:xfrm>
            <a:off x="1250643" y="1014286"/>
            <a:ext cx="1872208" cy="400110"/>
          </a:xfrm>
          <a:prstGeom prst="rect">
            <a:avLst/>
          </a:prstGeom>
          <a:noFill/>
        </p:spPr>
        <p:txBody>
          <a:bodyPr wrap="square" rtlCol="0">
            <a:spAutoFit/>
          </a:bodyPr>
          <a:lstStyle/>
          <a:p>
            <a:r>
              <a:rPr lang="zh-CN" altLang="en-US" sz="2000" b="1" dirty="0" smtClean="0">
                <a:solidFill>
                  <a:srgbClr val="C00000"/>
                </a:solidFill>
                <a:latin typeface="隶书" pitchFamily="49" charset="-122"/>
                <a:ea typeface="隶书" pitchFamily="49" charset="-122"/>
              </a:rPr>
              <a:t>软件代码实现</a:t>
            </a:r>
            <a:endParaRPr lang="zh-CN" altLang="en-US" sz="2000" b="1" dirty="0">
              <a:solidFill>
                <a:srgbClr val="C00000"/>
              </a:solidFill>
              <a:latin typeface="隶书" pitchFamily="49" charset="-122"/>
              <a:ea typeface="隶书" pitchFamily="49" charset="-122"/>
            </a:endParaRPr>
          </a:p>
        </p:txBody>
      </p:sp>
      <p:sp>
        <p:nvSpPr>
          <p:cNvPr id="28" name="矩形 27"/>
          <p:cNvSpPr/>
          <p:nvPr/>
        </p:nvSpPr>
        <p:spPr>
          <a:xfrm>
            <a:off x="3864287" y="1118133"/>
            <a:ext cx="5040560" cy="3747180"/>
          </a:xfrm>
          <a:prstGeom prst="rect">
            <a:avLst/>
          </a:prstGeom>
          <a:solidFill>
            <a:schemeClr val="accent2">
              <a:lumMod val="20000"/>
              <a:lumOff val="80000"/>
            </a:schemeClr>
          </a:solidFill>
          <a:ln>
            <a:solidFill>
              <a:schemeClr val="bg1"/>
            </a:solid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GB" altLang="zh-CN" sz="1600" b="1" dirty="0">
                <a:solidFill>
                  <a:prstClr val="black"/>
                </a:solidFill>
              </a:rPr>
              <a:t>#include "</a:t>
            </a:r>
            <a:r>
              <a:rPr lang="en-GB" altLang="zh-CN" sz="1600" b="1" dirty="0" err="1">
                <a:solidFill>
                  <a:prstClr val="black"/>
                </a:solidFill>
              </a:rPr>
              <a:t>systick.h</a:t>
            </a:r>
            <a:r>
              <a:rPr lang="en-GB" altLang="zh-CN" sz="1600" b="1" dirty="0">
                <a:solidFill>
                  <a:prstClr val="black"/>
                </a:solidFill>
              </a:rPr>
              <a:t>"</a:t>
            </a:r>
          </a:p>
          <a:p>
            <a:pPr>
              <a:lnSpc>
                <a:spcPct val="125000"/>
              </a:lnSpc>
            </a:pPr>
            <a:r>
              <a:rPr lang="en-GB" altLang="zh-CN" sz="1600" b="1" dirty="0" smtClean="0">
                <a:solidFill>
                  <a:prstClr val="black"/>
                </a:solidFill>
              </a:rPr>
              <a:t>__</a:t>
            </a:r>
            <a:r>
              <a:rPr lang="en-GB" altLang="zh-CN" sz="1600" b="1" dirty="0">
                <a:solidFill>
                  <a:prstClr val="black"/>
                </a:solidFill>
              </a:rPr>
              <a:t>IO uint32_t </a:t>
            </a:r>
            <a:r>
              <a:rPr lang="en-GB" altLang="zh-CN" sz="1600" b="1" dirty="0" err="1">
                <a:solidFill>
                  <a:prstClr val="black"/>
                </a:solidFill>
              </a:rPr>
              <a:t>TimingDelay</a:t>
            </a:r>
            <a:r>
              <a:rPr lang="en-GB" altLang="zh-CN" sz="1600" b="1" dirty="0">
                <a:solidFill>
                  <a:prstClr val="black"/>
                </a:solidFill>
              </a:rPr>
              <a:t>;  </a:t>
            </a:r>
            <a:endParaRPr lang="en-GB" altLang="zh-CN" sz="1600" b="1" dirty="0" smtClean="0">
              <a:solidFill>
                <a:prstClr val="black"/>
              </a:solidFill>
            </a:endParaRPr>
          </a:p>
          <a:p>
            <a:pPr>
              <a:lnSpc>
                <a:spcPct val="125000"/>
              </a:lnSpc>
            </a:pPr>
            <a:r>
              <a:rPr lang="en-GB" altLang="zh-CN" sz="1600" b="1" dirty="0" smtClean="0">
                <a:solidFill>
                  <a:prstClr val="black"/>
                </a:solidFill>
              </a:rPr>
              <a:t> </a:t>
            </a:r>
            <a:r>
              <a:rPr lang="en-GB" altLang="zh-CN" sz="1600" b="1" dirty="0">
                <a:solidFill>
                  <a:prstClr val="black"/>
                </a:solidFill>
              </a:rPr>
              <a:t>//</a:t>
            </a:r>
            <a:r>
              <a:rPr lang="zh-CN" altLang="en-US" sz="1600" b="1" dirty="0">
                <a:solidFill>
                  <a:prstClr val="black"/>
                </a:solidFill>
              </a:rPr>
              <a:t>定义一个全局变量，注意类型为</a:t>
            </a:r>
            <a:r>
              <a:rPr lang="en-GB" altLang="zh-CN" sz="1600" b="1" dirty="0">
                <a:solidFill>
                  <a:prstClr val="black"/>
                </a:solidFill>
              </a:rPr>
              <a:t>volatile</a:t>
            </a:r>
            <a:r>
              <a:rPr lang="zh-CN" altLang="en-US" sz="1600" b="1" dirty="0">
                <a:solidFill>
                  <a:prstClr val="black"/>
                </a:solidFill>
              </a:rPr>
              <a:t>的</a:t>
            </a:r>
          </a:p>
          <a:p>
            <a:pPr>
              <a:lnSpc>
                <a:spcPct val="125000"/>
              </a:lnSpc>
            </a:pPr>
            <a:r>
              <a:rPr lang="en-GB" altLang="zh-CN" sz="1600" b="1" dirty="0" smtClean="0">
                <a:solidFill>
                  <a:prstClr val="black"/>
                </a:solidFill>
              </a:rPr>
              <a:t>void </a:t>
            </a:r>
            <a:r>
              <a:rPr lang="en-GB" altLang="zh-CN" sz="1600" b="1" dirty="0" err="1">
                <a:solidFill>
                  <a:prstClr val="black"/>
                </a:solidFill>
              </a:rPr>
              <a:t>SysTick_Init</a:t>
            </a:r>
            <a:r>
              <a:rPr lang="en-GB" altLang="zh-CN" sz="1600" b="1" dirty="0">
                <a:solidFill>
                  <a:prstClr val="black"/>
                </a:solidFill>
              </a:rPr>
              <a:t>(void)</a:t>
            </a:r>
          </a:p>
          <a:p>
            <a:pPr>
              <a:lnSpc>
                <a:spcPct val="125000"/>
              </a:lnSpc>
            </a:pPr>
            <a:r>
              <a:rPr lang="en-GB" altLang="zh-CN" sz="1600" b="1" dirty="0" smtClean="0">
                <a:solidFill>
                  <a:prstClr val="black"/>
                </a:solidFill>
              </a:rPr>
              <a:t>{    </a:t>
            </a:r>
            <a:r>
              <a:rPr lang="en-GB" altLang="zh-CN" sz="1600" b="1" dirty="0" err="1" smtClean="0">
                <a:solidFill>
                  <a:prstClr val="black"/>
                </a:solidFill>
              </a:rPr>
              <a:t>SysTick_Config</a:t>
            </a:r>
            <a:r>
              <a:rPr lang="en-GB" altLang="zh-CN" sz="1600" b="1" dirty="0" smtClean="0">
                <a:solidFill>
                  <a:prstClr val="black"/>
                </a:solidFill>
              </a:rPr>
              <a:t>(9000</a:t>
            </a:r>
            <a:r>
              <a:rPr lang="en-GB" altLang="zh-CN" sz="1600" b="1" dirty="0">
                <a:solidFill>
                  <a:prstClr val="black"/>
                </a:solidFill>
              </a:rPr>
              <a:t>); </a:t>
            </a:r>
          </a:p>
          <a:p>
            <a:pPr>
              <a:lnSpc>
                <a:spcPct val="125000"/>
              </a:lnSpc>
            </a:pPr>
            <a:r>
              <a:rPr lang="en-GB" altLang="zh-CN" sz="1400" b="1" dirty="0" smtClean="0">
                <a:solidFill>
                  <a:prstClr val="black"/>
                </a:solidFill>
              </a:rPr>
              <a:t>/</a:t>
            </a:r>
            <a:r>
              <a:rPr lang="en-US" altLang="zh-CN" sz="1400" b="1" dirty="0" smtClean="0">
                <a:solidFill>
                  <a:prstClr val="black"/>
                </a:solidFill>
              </a:rPr>
              <a:t>/</a:t>
            </a:r>
            <a:r>
              <a:rPr lang="en-GB" altLang="zh-CN" sz="1400" b="1" dirty="0" smtClean="0">
                <a:solidFill>
                  <a:prstClr val="black"/>
                </a:solidFill>
              </a:rPr>
              <a:t>9000</a:t>
            </a:r>
            <a:r>
              <a:rPr lang="zh-CN" altLang="en-US" sz="1400" b="1" dirty="0">
                <a:solidFill>
                  <a:prstClr val="black"/>
                </a:solidFill>
              </a:rPr>
              <a:t>为重装载值，</a:t>
            </a:r>
            <a:r>
              <a:rPr lang="en-GB" altLang="zh-CN" sz="1400" b="1" dirty="0" err="1">
                <a:solidFill>
                  <a:prstClr val="black"/>
                </a:solidFill>
              </a:rPr>
              <a:t>SysTick</a:t>
            </a:r>
            <a:r>
              <a:rPr lang="zh-CN" altLang="en-US" sz="1400" b="1" dirty="0" smtClean="0">
                <a:solidFill>
                  <a:prstClr val="black"/>
                </a:solidFill>
              </a:rPr>
              <a:t>时钟频率为</a:t>
            </a:r>
            <a:r>
              <a:rPr lang="en-GB" altLang="zh-CN" sz="1400" b="1" dirty="0" smtClean="0">
                <a:solidFill>
                  <a:prstClr val="black"/>
                </a:solidFill>
              </a:rPr>
              <a:t>9MHz</a:t>
            </a:r>
            <a:r>
              <a:rPr lang="zh-CN" altLang="en-GB" sz="1400" b="1" dirty="0" smtClean="0">
                <a:solidFill>
                  <a:prstClr val="black"/>
                </a:solidFill>
              </a:rPr>
              <a:t>，</a:t>
            </a:r>
            <a:r>
              <a:rPr lang="zh-CN" altLang="en-US" sz="1400" b="1" dirty="0" smtClean="0">
                <a:solidFill>
                  <a:prstClr val="black"/>
                </a:solidFill>
              </a:rPr>
              <a:t>定时时间</a:t>
            </a:r>
            <a:r>
              <a:rPr lang="en-GB" altLang="zh-CN" sz="1400" b="1" dirty="0" smtClean="0">
                <a:solidFill>
                  <a:prstClr val="black"/>
                </a:solidFill>
              </a:rPr>
              <a:t>1 </a:t>
            </a:r>
            <a:r>
              <a:rPr lang="en-GB" altLang="zh-CN" sz="1400" b="1" dirty="0" err="1" smtClean="0">
                <a:solidFill>
                  <a:prstClr val="black"/>
                </a:solidFill>
              </a:rPr>
              <a:t>ms</a:t>
            </a:r>
            <a:endParaRPr lang="en-GB" altLang="zh-CN" sz="1400" b="1" dirty="0" smtClean="0">
              <a:solidFill>
                <a:prstClr val="black"/>
              </a:solidFill>
            </a:endParaRPr>
          </a:p>
          <a:p>
            <a:pPr>
              <a:lnSpc>
                <a:spcPct val="125000"/>
              </a:lnSpc>
            </a:pPr>
            <a:r>
              <a:rPr lang="en-GB" altLang="zh-CN" sz="1600" b="1" dirty="0" err="1" smtClean="0">
                <a:solidFill>
                  <a:prstClr val="black"/>
                </a:solidFill>
              </a:rPr>
              <a:t>SysTick_CLKSourceConfig</a:t>
            </a:r>
            <a:r>
              <a:rPr lang="en-GB" altLang="zh-CN" sz="1600" b="1" dirty="0" smtClean="0">
                <a:solidFill>
                  <a:prstClr val="black"/>
                </a:solidFill>
              </a:rPr>
              <a:t>(SysTick_CLKSource_HCLK_Div8</a:t>
            </a:r>
            <a:r>
              <a:rPr lang="en-GB" altLang="zh-CN" sz="1600" b="1" dirty="0">
                <a:solidFill>
                  <a:prstClr val="black"/>
                </a:solidFill>
              </a:rPr>
              <a:t>);</a:t>
            </a:r>
          </a:p>
          <a:p>
            <a:pPr>
              <a:lnSpc>
                <a:spcPct val="125000"/>
              </a:lnSpc>
            </a:pPr>
            <a:r>
              <a:rPr lang="en-GB" altLang="zh-CN" sz="1600" b="1" dirty="0">
                <a:solidFill>
                  <a:prstClr val="black"/>
                </a:solidFill>
              </a:rPr>
              <a:t>}</a:t>
            </a:r>
          </a:p>
          <a:p>
            <a:pPr>
              <a:lnSpc>
                <a:spcPct val="125000"/>
              </a:lnSpc>
            </a:pPr>
            <a:r>
              <a:rPr lang="en-GB" altLang="zh-CN" sz="1600" b="1" dirty="0">
                <a:solidFill>
                  <a:prstClr val="black"/>
                </a:solidFill>
              </a:rPr>
              <a:t>void </a:t>
            </a:r>
            <a:r>
              <a:rPr lang="en-GB" altLang="zh-CN" sz="1600" b="1" dirty="0" err="1">
                <a:solidFill>
                  <a:prstClr val="black"/>
                </a:solidFill>
              </a:rPr>
              <a:t>Delay_ms</a:t>
            </a:r>
            <a:r>
              <a:rPr lang="en-GB" altLang="zh-CN" sz="1600" b="1" dirty="0">
                <a:solidFill>
                  <a:prstClr val="black"/>
                </a:solidFill>
              </a:rPr>
              <a:t>(uint16_t </a:t>
            </a:r>
            <a:r>
              <a:rPr lang="en-GB" altLang="zh-CN" sz="1600" b="1" dirty="0" err="1">
                <a:solidFill>
                  <a:prstClr val="black"/>
                </a:solidFill>
              </a:rPr>
              <a:t>nCount</a:t>
            </a:r>
            <a:r>
              <a:rPr lang="en-GB" altLang="zh-CN" sz="1600" b="1" dirty="0">
                <a:solidFill>
                  <a:prstClr val="black"/>
                </a:solidFill>
              </a:rPr>
              <a:t>)</a:t>
            </a:r>
          </a:p>
          <a:p>
            <a:pPr>
              <a:lnSpc>
                <a:spcPct val="125000"/>
              </a:lnSpc>
            </a:pPr>
            <a:r>
              <a:rPr lang="en-GB" altLang="zh-CN" sz="1600" b="1" dirty="0" smtClean="0">
                <a:solidFill>
                  <a:prstClr val="black"/>
                </a:solidFill>
              </a:rPr>
              <a:t>{</a:t>
            </a:r>
            <a:r>
              <a:rPr lang="en-GB" altLang="zh-CN" sz="1600" b="1" dirty="0">
                <a:solidFill>
                  <a:prstClr val="black"/>
                </a:solidFill>
              </a:rPr>
              <a:t>	</a:t>
            </a:r>
            <a:r>
              <a:rPr lang="en-GB" altLang="zh-CN" sz="1600" b="1" dirty="0" err="1">
                <a:solidFill>
                  <a:prstClr val="black"/>
                </a:solidFill>
              </a:rPr>
              <a:t>TimingDelay</a:t>
            </a:r>
            <a:r>
              <a:rPr lang="en-GB" altLang="zh-CN" sz="1600" b="1" dirty="0">
                <a:solidFill>
                  <a:prstClr val="black"/>
                </a:solidFill>
              </a:rPr>
              <a:t> = </a:t>
            </a:r>
            <a:r>
              <a:rPr lang="en-GB" altLang="zh-CN" sz="1600" b="1" dirty="0" err="1">
                <a:solidFill>
                  <a:prstClr val="black"/>
                </a:solidFill>
              </a:rPr>
              <a:t>nCount</a:t>
            </a:r>
            <a:r>
              <a:rPr lang="en-GB" altLang="zh-CN" sz="1600" b="1" dirty="0">
                <a:solidFill>
                  <a:prstClr val="black"/>
                </a:solidFill>
              </a:rPr>
              <a:t>;</a:t>
            </a:r>
          </a:p>
          <a:p>
            <a:pPr>
              <a:lnSpc>
                <a:spcPct val="125000"/>
              </a:lnSpc>
            </a:pPr>
            <a:r>
              <a:rPr lang="en-GB" altLang="zh-CN" sz="1600" b="1" dirty="0">
                <a:solidFill>
                  <a:prstClr val="black"/>
                </a:solidFill>
              </a:rPr>
              <a:t>	while(</a:t>
            </a:r>
            <a:r>
              <a:rPr lang="en-GB" altLang="zh-CN" sz="1600" b="1" dirty="0" err="1">
                <a:solidFill>
                  <a:prstClr val="black"/>
                </a:solidFill>
              </a:rPr>
              <a:t>TimingDelay</a:t>
            </a:r>
            <a:r>
              <a:rPr lang="en-GB" altLang="zh-CN" sz="1600" b="1" dirty="0">
                <a:solidFill>
                  <a:prstClr val="black"/>
                </a:solidFill>
              </a:rPr>
              <a:t> != 0);</a:t>
            </a:r>
          </a:p>
          <a:p>
            <a:pPr>
              <a:lnSpc>
                <a:spcPct val="125000"/>
              </a:lnSpc>
            </a:pPr>
            <a:r>
              <a:rPr lang="en-GB" altLang="zh-CN" sz="1600" b="1" dirty="0">
                <a:solidFill>
                  <a:prstClr val="black"/>
                </a:solidFill>
              </a:rPr>
              <a:t>}</a:t>
            </a:r>
          </a:p>
        </p:txBody>
      </p:sp>
      <p:sp>
        <p:nvSpPr>
          <p:cNvPr id="10" name="右箭头 9"/>
          <p:cNvSpPr/>
          <p:nvPr/>
        </p:nvSpPr>
        <p:spPr>
          <a:xfrm>
            <a:off x="3292881" y="2319722"/>
            <a:ext cx="559039" cy="324036"/>
          </a:xfrm>
          <a:prstGeom prst="rightArrow">
            <a:avLst/>
          </a:prstGeom>
          <a:solidFill>
            <a:schemeClr val="accent2">
              <a:lumMod val="20000"/>
              <a:lumOff val="80000"/>
            </a:schemeClr>
          </a:solidFill>
          <a:ln>
            <a:solidFill>
              <a:schemeClr val="accent2">
                <a:lumMod val="60000"/>
                <a:lumOff val="4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sz="1600" b="1" dirty="0" smtClean="0"/>
          </a:p>
        </p:txBody>
      </p:sp>
    </p:spTree>
    <p:extLst>
      <p:ext uri="{BB962C8B-B14F-4D97-AF65-F5344CB8AC3E}">
        <p14:creationId xmlns:p14="http://schemas.microsoft.com/office/powerpoint/2010/main" val="282810063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602571" y="987574"/>
            <a:ext cx="2952328" cy="396044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12" name="矩形 11"/>
          <p:cNvSpPr/>
          <p:nvPr/>
        </p:nvSpPr>
        <p:spPr>
          <a:xfrm>
            <a:off x="2" y="339503"/>
            <a:ext cx="40654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961469" cy="461665"/>
          </a:xfrm>
          <a:prstGeom prst="rect">
            <a:avLst/>
          </a:prstGeom>
        </p:spPr>
        <p:txBody>
          <a:bodyPr wrap="none">
            <a:spAutoFit/>
          </a:bodyPr>
          <a:lstStyle/>
          <a:p>
            <a:r>
              <a:rPr lang="en-US" altLang="zh-CN" sz="2400" b="1" dirty="0" smtClean="0">
                <a:solidFill>
                  <a:schemeClr val="bg1"/>
                </a:solidFill>
              </a:rPr>
              <a:t>9.4.2 </a:t>
            </a:r>
            <a:r>
              <a:rPr lang="en-US" altLang="zh-CN" sz="2400" b="1" dirty="0" err="1" smtClean="0">
                <a:solidFill>
                  <a:schemeClr val="bg1"/>
                </a:solidFill>
              </a:rPr>
              <a:t>SysTick</a:t>
            </a:r>
            <a:r>
              <a:rPr lang="zh-CN" altLang="en-US" sz="2400" b="1" dirty="0" smtClean="0">
                <a:solidFill>
                  <a:schemeClr val="bg1"/>
                </a:solidFill>
              </a:rPr>
              <a:t>定时器应用实例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 name="Freeform 7"/>
          <p:cNvSpPr>
            <a:spLocks/>
          </p:cNvSpPr>
          <p:nvPr/>
        </p:nvSpPr>
        <p:spPr bwMode="auto">
          <a:xfrm>
            <a:off x="962611" y="149494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zh-CN" b="1" dirty="0">
                <a:solidFill>
                  <a:schemeClr val="tx1"/>
                </a:solidFill>
              </a:rPr>
              <a:t>新建</a:t>
            </a:r>
            <a:r>
              <a:rPr lang="en-US" altLang="zh-CN" b="1" dirty="0" err="1">
                <a:solidFill>
                  <a:schemeClr val="tx1"/>
                </a:solidFill>
              </a:rPr>
              <a:t>systick.h</a:t>
            </a:r>
            <a:r>
              <a:rPr lang="zh-CN" altLang="zh-CN" b="1" dirty="0">
                <a:solidFill>
                  <a:schemeClr val="tx1"/>
                </a:solidFill>
              </a:rPr>
              <a:t>头文件</a:t>
            </a:r>
            <a:endParaRPr lang="zh-CN" altLang="en-US" b="1" dirty="0">
              <a:solidFill>
                <a:schemeClr val="tx1"/>
              </a:solidFill>
            </a:endParaRPr>
          </a:p>
        </p:txBody>
      </p:sp>
      <p:sp>
        <p:nvSpPr>
          <p:cNvPr id="22" name="Freeform 7"/>
          <p:cNvSpPr>
            <a:spLocks/>
          </p:cNvSpPr>
          <p:nvPr/>
        </p:nvSpPr>
        <p:spPr bwMode="auto">
          <a:xfrm>
            <a:off x="962611" y="220278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zh-CN" b="1" dirty="0">
                <a:solidFill>
                  <a:schemeClr val="tx1"/>
                </a:solidFill>
              </a:rPr>
              <a:t>新建</a:t>
            </a:r>
            <a:r>
              <a:rPr lang="en-US" altLang="zh-CN" b="1" dirty="0" err="1">
                <a:solidFill>
                  <a:schemeClr val="tx1"/>
                </a:solidFill>
              </a:rPr>
              <a:t>systick.c</a:t>
            </a:r>
            <a:r>
              <a:rPr lang="zh-CN" altLang="zh-CN" b="1" dirty="0">
                <a:solidFill>
                  <a:schemeClr val="tx1"/>
                </a:solidFill>
              </a:rPr>
              <a:t>文件</a:t>
            </a:r>
            <a:endParaRPr lang="zh-CN" altLang="en-US" b="1" dirty="0">
              <a:solidFill>
                <a:schemeClr val="tx1"/>
              </a:solidFill>
            </a:endParaRPr>
          </a:p>
        </p:txBody>
      </p:sp>
      <p:sp>
        <p:nvSpPr>
          <p:cNvPr id="23" name="Freeform 7"/>
          <p:cNvSpPr>
            <a:spLocks/>
          </p:cNvSpPr>
          <p:nvPr/>
        </p:nvSpPr>
        <p:spPr bwMode="auto">
          <a:xfrm>
            <a:off x="962611" y="291062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chemeClr val="tx1"/>
                </a:solidFill>
              </a:rPr>
              <a:t>新建</a:t>
            </a:r>
            <a:r>
              <a:rPr lang="en-GB" altLang="zh-CN" b="1" dirty="0" err="1">
                <a:solidFill>
                  <a:schemeClr val="tx1"/>
                </a:solidFill>
              </a:rPr>
              <a:t>mian.c</a:t>
            </a:r>
            <a:r>
              <a:rPr lang="zh-CN" altLang="en-US" b="1" dirty="0">
                <a:solidFill>
                  <a:schemeClr val="tx1"/>
                </a:solidFill>
              </a:rPr>
              <a:t>文件</a:t>
            </a:r>
          </a:p>
        </p:txBody>
      </p:sp>
      <p:sp>
        <p:nvSpPr>
          <p:cNvPr id="24" name="Freeform 7"/>
          <p:cNvSpPr>
            <a:spLocks/>
          </p:cNvSpPr>
          <p:nvPr/>
        </p:nvSpPr>
        <p:spPr bwMode="auto">
          <a:xfrm>
            <a:off x="962611" y="361846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smtClean="0">
                <a:solidFill>
                  <a:schemeClr val="tx1"/>
                </a:solidFill>
              </a:rPr>
              <a:t>编写中断处理函数</a:t>
            </a:r>
            <a:endParaRPr lang="zh-CN" altLang="en-US" b="1" dirty="0">
              <a:solidFill>
                <a:schemeClr val="tx1"/>
              </a:solidFill>
            </a:endParaRPr>
          </a:p>
        </p:txBody>
      </p:sp>
      <p:sp>
        <p:nvSpPr>
          <p:cNvPr id="25" name="Freeform 7"/>
          <p:cNvSpPr>
            <a:spLocks/>
          </p:cNvSpPr>
          <p:nvPr/>
        </p:nvSpPr>
        <p:spPr bwMode="auto">
          <a:xfrm>
            <a:off x="962611" y="432630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chemeClr val="tx1"/>
                </a:solidFill>
              </a:rPr>
              <a:t>编写</a:t>
            </a:r>
            <a:r>
              <a:rPr lang="en-US" altLang="zh-CN" b="1" dirty="0">
                <a:solidFill>
                  <a:schemeClr val="tx1"/>
                </a:solidFill>
              </a:rPr>
              <a:t>LED</a:t>
            </a:r>
            <a:r>
              <a:rPr lang="zh-CN" altLang="en-US" b="1" dirty="0">
                <a:solidFill>
                  <a:schemeClr val="tx1"/>
                </a:solidFill>
              </a:rPr>
              <a:t>相关的代码</a:t>
            </a:r>
          </a:p>
        </p:txBody>
      </p:sp>
      <p:sp>
        <p:nvSpPr>
          <p:cNvPr id="7" name="TextBox 6"/>
          <p:cNvSpPr txBox="1"/>
          <p:nvPr/>
        </p:nvSpPr>
        <p:spPr>
          <a:xfrm>
            <a:off x="1250643" y="1014286"/>
            <a:ext cx="1872208" cy="400110"/>
          </a:xfrm>
          <a:prstGeom prst="rect">
            <a:avLst/>
          </a:prstGeom>
          <a:noFill/>
        </p:spPr>
        <p:txBody>
          <a:bodyPr wrap="square" rtlCol="0">
            <a:spAutoFit/>
          </a:bodyPr>
          <a:lstStyle/>
          <a:p>
            <a:r>
              <a:rPr lang="zh-CN" altLang="en-US" sz="2000" b="1" dirty="0" smtClean="0">
                <a:solidFill>
                  <a:srgbClr val="C00000"/>
                </a:solidFill>
                <a:latin typeface="隶书" pitchFamily="49" charset="-122"/>
                <a:ea typeface="隶书" pitchFamily="49" charset="-122"/>
              </a:rPr>
              <a:t>软件代码实现</a:t>
            </a:r>
            <a:endParaRPr lang="zh-CN" altLang="en-US" sz="2000" b="1" dirty="0">
              <a:solidFill>
                <a:srgbClr val="C00000"/>
              </a:solidFill>
              <a:latin typeface="隶书" pitchFamily="49" charset="-122"/>
              <a:ea typeface="隶书" pitchFamily="49" charset="-122"/>
            </a:endParaRPr>
          </a:p>
        </p:txBody>
      </p:sp>
      <p:sp>
        <p:nvSpPr>
          <p:cNvPr id="28" name="矩形 27"/>
          <p:cNvSpPr/>
          <p:nvPr/>
        </p:nvSpPr>
        <p:spPr>
          <a:xfrm>
            <a:off x="4261675" y="845334"/>
            <a:ext cx="4270765" cy="4131900"/>
          </a:xfrm>
          <a:prstGeom prst="rect">
            <a:avLst/>
          </a:prstGeom>
          <a:solidFill>
            <a:schemeClr val="accent3">
              <a:lumMod val="40000"/>
              <a:lumOff val="60000"/>
            </a:schemeClr>
          </a:solidFill>
          <a:ln>
            <a:solidFill>
              <a:schemeClr val="bg1"/>
            </a:solid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GB" altLang="zh-CN" sz="1400" b="1" dirty="0">
                <a:solidFill>
                  <a:prstClr val="black"/>
                </a:solidFill>
              </a:rPr>
              <a:t>#include "stm32f10x.h"</a:t>
            </a:r>
          </a:p>
          <a:p>
            <a:pPr>
              <a:lnSpc>
                <a:spcPct val="125000"/>
              </a:lnSpc>
            </a:pPr>
            <a:r>
              <a:rPr lang="en-GB" altLang="zh-CN" sz="1400" b="1" dirty="0">
                <a:solidFill>
                  <a:prstClr val="black"/>
                </a:solidFill>
              </a:rPr>
              <a:t>#include "</a:t>
            </a:r>
            <a:r>
              <a:rPr lang="en-GB" altLang="zh-CN" sz="1400" b="1" dirty="0" err="1">
                <a:solidFill>
                  <a:prstClr val="black"/>
                </a:solidFill>
              </a:rPr>
              <a:t>led.h</a:t>
            </a:r>
            <a:r>
              <a:rPr lang="en-GB" altLang="zh-CN" sz="1400" b="1" dirty="0">
                <a:solidFill>
                  <a:prstClr val="black"/>
                </a:solidFill>
              </a:rPr>
              <a:t>"</a:t>
            </a:r>
          </a:p>
          <a:p>
            <a:pPr>
              <a:lnSpc>
                <a:spcPct val="125000"/>
              </a:lnSpc>
            </a:pPr>
            <a:r>
              <a:rPr lang="en-GB" altLang="zh-CN" sz="1400" b="1" dirty="0">
                <a:solidFill>
                  <a:prstClr val="black"/>
                </a:solidFill>
              </a:rPr>
              <a:t>#include "</a:t>
            </a:r>
            <a:r>
              <a:rPr lang="en-GB" altLang="zh-CN" sz="1400" b="1" dirty="0" err="1">
                <a:solidFill>
                  <a:prstClr val="black"/>
                </a:solidFill>
              </a:rPr>
              <a:t>systick.h</a:t>
            </a:r>
            <a:r>
              <a:rPr lang="en-GB" altLang="zh-CN" sz="1400" b="1" dirty="0">
                <a:solidFill>
                  <a:prstClr val="black"/>
                </a:solidFill>
              </a:rPr>
              <a:t>"</a:t>
            </a:r>
          </a:p>
          <a:p>
            <a:pPr>
              <a:lnSpc>
                <a:spcPct val="125000"/>
              </a:lnSpc>
            </a:pPr>
            <a:r>
              <a:rPr lang="en-GB" altLang="zh-CN" sz="1400" b="1" dirty="0" err="1" smtClean="0">
                <a:solidFill>
                  <a:prstClr val="black"/>
                </a:solidFill>
              </a:rPr>
              <a:t>int</a:t>
            </a:r>
            <a:r>
              <a:rPr lang="en-GB" altLang="zh-CN" sz="1400" b="1" dirty="0" smtClean="0">
                <a:solidFill>
                  <a:prstClr val="black"/>
                </a:solidFill>
              </a:rPr>
              <a:t> </a:t>
            </a:r>
            <a:r>
              <a:rPr lang="en-GB" altLang="zh-CN" sz="1400" b="1" dirty="0">
                <a:solidFill>
                  <a:prstClr val="black"/>
                </a:solidFill>
              </a:rPr>
              <a:t>main(void)</a:t>
            </a:r>
          </a:p>
          <a:p>
            <a:pPr>
              <a:lnSpc>
                <a:spcPct val="125000"/>
              </a:lnSpc>
            </a:pPr>
            <a:r>
              <a:rPr lang="en-GB" altLang="zh-CN" sz="1400" b="1" dirty="0">
                <a:solidFill>
                  <a:prstClr val="black"/>
                </a:solidFill>
              </a:rPr>
              <a:t>{</a:t>
            </a:r>
          </a:p>
          <a:p>
            <a:pPr marL="177800" indent="-177800">
              <a:lnSpc>
                <a:spcPct val="125000"/>
              </a:lnSpc>
            </a:pPr>
            <a:r>
              <a:rPr lang="en-GB" altLang="zh-CN" sz="1400" b="1" dirty="0">
                <a:solidFill>
                  <a:prstClr val="black"/>
                </a:solidFill>
              </a:rPr>
              <a:t>	</a:t>
            </a:r>
            <a:r>
              <a:rPr lang="en-GB" altLang="zh-CN" sz="1400" b="1" dirty="0" err="1">
                <a:solidFill>
                  <a:prstClr val="black"/>
                </a:solidFill>
              </a:rPr>
              <a:t>LED_Init</a:t>
            </a:r>
            <a:r>
              <a:rPr lang="en-GB" altLang="zh-CN" sz="1400" b="1" dirty="0">
                <a:solidFill>
                  <a:prstClr val="black"/>
                </a:solidFill>
              </a:rPr>
              <a:t>();</a:t>
            </a:r>
          </a:p>
          <a:p>
            <a:pPr marL="177800" indent="-177800">
              <a:lnSpc>
                <a:spcPct val="125000"/>
              </a:lnSpc>
            </a:pPr>
            <a:r>
              <a:rPr lang="en-GB" altLang="zh-CN" sz="1400" b="1" dirty="0">
                <a:solidFill>
                  <a:prstClr val="black"/>
                </a:solidFill>
              </a:rPr>
              <a:t>	</a:t>
            </a:r>
            <a:r>
              <a:rPr lang="en-GB" altLang="zh-CN" sz="1400" b="1" dirty="0" err="1">
                <a:solidFill>
                  <a:prstClr val="black"/>
                </a:solidFill>
              </a:rPr>
              <a:t>SysTick_Init</a:t>
            </a:r>
            <a:r>
              <a:rPr lang="en-GB" altLang="zh-CN" sz="1400" b="1" dirty="0">
                <a:solidFill>
                  <a:prstClr val="black"/>
                </a:solidFill>
              </a:rPr>
              <a:t>();</a:t>
            </a:r>
          </a:p>
          <a:p>
            <a:pPr marL="177800" indent="-177800">
              <a:lnSpc>
                <a:spcPct val="125000"/>
              </a:lnSpc>
            </a:pPr>
            <a:r>
              <a:rPr lang="en-GB" altLang="zh-CN" sz="1400" b="1" dirty="0">
                <a:solidFill>
                  <a:prstClr val="black"/>
                </a:solidFill>
              </a:rPr>
              <a:t>	while(1)</a:t>
            </a:r>
          </a:p>
          <a:p>
            <a:pPr marL="177800" indent="-177800">
              <a:lnSpc>
                <a:spcPct val="125000"/>
              </a:lnSpc>
            </a:pPr>
            <a:r>
              <a:rPr lang="en-GB" altLang="zh-CN" sz="1400" b="1" dirty="0">
                <a:solidFill>
                  <a:prstClr val="black"/>
                </a:solidFill>
              </a:rPr>
              <a:t>	{</a:t>
            </a:r>
          </a:p>
          <a:p>
            <a:pPr marL="623888" indent="-354013">
              <a:lnSpc>
                <a:spcPct val="125000"/>
              </a:lnSpc>
            </a:pPr>
            <a:r>
              <a:rPr lang="en-GB" altLang="zh-CN" sz="1400" b="1" dirty="0" smtClean="0">
                <a:solidFill>
                  <a:prstClr val="black"/>
                </a:solidFill>
              </a:rPr>
              <a:t>   </a:t>
            </a:r>
            <a:r>
              <a:rPr lang="en-GB" altLang="zh-CN" sz="1400" b="1" dirty="0" err="1" smtClean="0">
                <a:solidFill>
                  <a:prstClr val="black"/>
                </a:solidFill>
              </a:rPr>
              <a:t>GPIO_SetBits</a:t>
            </a:r>
            <a:r>
              <a:rPr lang="en-GB" altLang="zh-CN" sz="1400" b="1" dirty="0" smtClean="0">
                <a:solidFill>
                  <a:prstClr val="black"/>
                </a:solidFill>
              </a:rPr>
              <a:t>(GPIOB,GPIO_Pin_5</a:t>
            </a:r>
            <a:r>
              <a:rPr lang="en-GB" altLang="zh-CN" sz="1400" b="1" dirty="0">
                <a:solidFill>
                  <a:prstClr val="black"/>
                </a:solidFill>
              </a:rPr>
              <a:t>);</a:t>
            </a:r>
          </a:p>
          <a:p>
            <a:pPr marL="623888" indent="-354013">
              <a:lnSpc>
                <a:spcPct val="125000"/>
              </a:lnSpc>
            </a:pPr>
            <a:r>
              <a:rPr lang="en-GB" altLang="zh-CN" sz="1400" b="1" dirty="0" smtClean="0">
                <a:solidFill>
                  <a:prstClr val="black"/>
                </a:solidFill>
              </a:rPr>
              <a:t>   </a:t>
            </a:r>
            <a:r>
              <a:rPr lang="en-GB" altLang="zh-CN" sz="1400" b="1" dirty="0" err="1" smtClean="0">
                <a:solidFill>
                  <a:prstClr val="black"/>
                </a:solidFill>
              </a:rPr>
              <a:t>Delay_ms</a:t>
            </a:r>
            <a:r>
              <a:rPr lang="en-GB" altLang="zh-CN" sz="1400" b="1" dirty="0" smtClean="0">
                <a:solidFill>
                  <a:prstClr val="black"/>
                </a:solidFill>
              </a:rPr>
              <a:t>(1000</a:t>
            </a:r>
            <a:r>
              <a:rPr lang="en-GB" altLang="zh-CN" sz="1400" b="1" dirty="0">
                <a:solidFill>
                  <a:prstClr val="black"/>
                </a:solidFill>
              </a:rPr>
              <a:t>);  // </a:t>
            </a:r>
            <a:r>
              <a:rPr lang="zh-CN" altLang="en-US" sz="1400" b="1" dirty="0">
                <a:solidFill>
                  <a:prstClr val="black"/>
                </a:solidFill>
              </a:rPr>
              <a:t>延时 </a:t>
            </a:r>
            <a:r>
              <a:rPr lang="en-US" altLang="zh-CN" sz="1400" b="1" dirty="0">
                <a:solidFill>
                  <a:prstClr val="black"/>
                </a:solidFill>
              </a:rPr>
              <a:t>1000 * (1/1000) = 1 </a:t>
            </a:r>
            <a:r>
              <a:rPr lang="en-GB" altLang="zh-CN" sz="1400" b="1" dirty="0">
                <a:solidFill>
                  <a:prstClr val="black"/>
                </a:solidFill>
              </a:rPr>
              <a:t>s</a:t>
            </a:r>
          </a:p>
          <a:p>
            <a:pPr marL="623888" indent="-354013">
              <a:lnSpc>
                <a:spcPct val="125000"/>
              </a:lnSpc>
            </a:pPr>
            <a:r>
              <a:rPr lang="en-GB" altLang="zh-CN" sz="1400" b="1" dirty="0" smtClean="0">
                <a:solidFill>
                  <a:prstClr val="black"/>
                </a:solidFill>
              </a:rPr>
              <a:t>   </a:t>
            </a:r>
            <a:r>
              <a:rPr lang="en-GB" altLang="zh-CN" sz="1400" b="1" dirty="0" err="1" smtClean="0">
                <a:solidFill>
                  <a:prstClr val="black"/>
                </a:solidFill>
              </a:rPr>
              <a:t>GPIO_ResetBits</a:t>
            </a:r>
            <a:r>
              <a:rPr lang="en-GB" altLang="zh-CN" sz="1400" b="1" dirty="0" smtClean="0">
                <a:solidFill>
                  <a:prstClr val="black"/>
                </a:solidFill>
              </a:rPr>
              <a:t>(GPIOB,GPIO_Pin_5</a:t>
            </a:r>
            <a:r>
              <a:rPr lang="en-GB" altLang="zh-CN" sz="1400" b="1" dirty="0">
                <a:solidFill>
                  <a:prstClr val="black"/>
                </a:solidFill>
              </a:rPr>
              <a:t>);</a:t>
            </a:r>
          </a:p>
          <a:p>
            <a:pPr marL="623888" indent="-354013">
              <a:lnSpc>
                <a:spcPct val="125000"/>
              </a:lnSpc>
            </a:pPr>
            <a:r>
              <a:rPr lang="en-GB" altLang="zh-CN" sz="1400" b="1" dirty="0" smtClean="0">
                <a:solidFill>
                  <a:prstClr val="black"/>
                </a:solidFill>
              </a:rPr>
              <a:t>   </a:t>
            </a:r>
            <a:r>
              <a:rPr lang="en-GB" altLang="zh-CN" sz="1400" b="1" dirty="0" err="1" smtClean="0">
                <a:solidFill>
                  <a:prstClr val="black"/>
                </a:solidFill>
              </a:rPr>
              <a:t>Delay_ms</a:t>
            </a:r>
            <a:r>
              <a:rPr lang="en-GB" altLang="zh-CN" sz="1400" b="1" dirty="0" smtClean="0">
                <a:solidFill>
                  <a:prstClr val="black"/>
                </a:solidFill>
              </a:rPr>
              <a:t>(1000</a:t>
            </a:r>
            <a:r>
              <a:rPr lang="en-GB" altLang="zh-CN" sz="1400" b="1" dirty="0">
                <a:solidFill>
                  <a:prstClr val="black"/>
                </a:solidFill>
              </a:rPr>
              <a:t>);</a:t>
            </a:r>
          </a:p>
          <a:p>
            <a:pPr marL="177800" indent="-177800">
              <a:lnSpc>
                <a:spcPct val="125000"/>
              </a:lnSpc>
            </a:pPr>
            <a:r>
              <a:rPr lang="en-GB" altLang="zh-CN" sz="1400" b="1" dirty="0">
                <a:solidFill>
                  <a:prstClr val="black"/>
                </a:solidFill>
              </a:rPr>
              <a:t>	}</a:t>
            </a:r>
          </a:p>
          <a:p>
            <a:pPr>
              <a:lnSpc>
                <a:spcPct val="125000"/>
              </a:lnSpc>
            </a:pPr>
            <a:r>
              <a:rPr lang="en-GB" altLang="zh-CN" sz="1400" b="1" dirty="0">
                <a:solidFill>
                  <a:prstClr val="black"/>
                </a:solidFill>
              </a:rPr>
              <a:t>}</a:t>
            </a:r>
          </a:p>
        </p:txBody>
      </p:sp>
      <p:sp>
        <p:nvSpPr>
          <p:cNvPr id="10" name="右箭头 9"/>
          <p:cNvSpPr/>
          <p:nvPr/>
        </p:nvSpPr>
        <p:spPr>
          <a:xfrm>
            <a:off x="3320892" y="3023459"/>
            <a:ext cx="855064" cy="324036"/>
          </a:xfrm>
          <a:prstGeom prst="rightArrow">
            <a:avLst/>
          </a:prstGeom>
          <a:solidFill>
            <a:schemeClr val="accent3">
              <a:lumMod val="40000"/>
              <a:lumOff val="60000"/>
            </a:schemeClr>
          </a:solidFill>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sz="1600" b="1" dirty="0" smtClean="0"/>
          </a:p>
        </p:txBody>
      </p:sp>
    </p:spTree>
    <p:extLst>
      <p:ext uri="{BB962C8B-B14F-4D97-AF65-F5344CB8AC3E}">
        <p14:creationId xmlns:p14="http://schemas.microsoft.com/office/powerpoint/2010/main" val="414005255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602571" y="987574"/>
            <a:ext cx="2952328" cy="396044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12" name="矩形 11"/>
          <p:cNvSpPr/>
          <p:nvPr/>
        </p:nvSpPr>
        <p:spPr>
          <a:xfrm>
            <a:off x="2" y="339503"/>
            <a:ext cx="40654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961469" cy="461665"/>
          </a:xfrm>
          <a:prstGeom prst="rect">
            <a:avLst/>
          </a:prstGeom>
        </p:spPr>
        <p:txBody>
          <a:bodyPr wrap="none">
            <a:spAutoFit/>
          </a:bodyPr>
          <a:lstStyle/>
          <a:p>
            <a:r>
              <a:rPr lang="en-US" altLang="zh-CN" sz="2400" b="1" dirty="0" smtClean="0">
                <a:solidFill>
                  <a:schemeClr val="bg1"/>
                </a:solidFill>
              </a:rPr>
              <a:t>9.4.2 </a:t>
            </a:r>
            <a:r>
              <a:rPr lang="en-US" altLang="zh-CN" sz="2400" b="1" dirty="0" err="1" smtClean="0">
                <a:solidFill>
                  <a:schemeClr val="bg1"/>
                </a:solidFill>
              </a:rPr>
              <a:t>SysTick</a:t>
            </a:r>
            <a:r>
              <a:rPr lang="zh-CN" altLang="en-US" sz="2400" b="1" dirty="0" smtClean="0">
                <a:solidFill>
                  <a:schemeClr val="bg1"/>
                </a:solidFill>
              </a:rPr>
              <a:t>定时器应用实例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 name="Freeform 7"/>
          <p:cNvSpPr>
            <a:spLocks/>
          </p:cNvSpPr>
          <p:nvPr/>
        </p:nvSpPr>
        <p:spPr bwMode="auto">
          <a:xfrm>
            <a:off x="962611" y="149494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zh-CN" b="1" dirty="0">
                <a:solidFill>
                  <a:schemeClr val="tx1"/>
                </a:solidFill>
              </a:rPr>
              <a:t>新建</a:t>
            </a:r>
            <a:r>
              <a:rPr lang="en-US" altLang="zh-CN" b="1" dirty="0" err="1">
                <a:solidFill>
                  <a:schemeClr val="tx1"/>
                </a:solidFill>
              </a:rPr>
              <a:t>systick.h</a:t>
            </a:r>
            <a:r>
              <a:rPr lang="zh-CN" altLang="zh-CN" b="1" dirty="0">
                <a:solidFill>
                  <a:schemeClr val="tx1"/>
                </a:solidFill>
              </a:rPr>
              <a:t>头文件</a:t>
            </a:r>
            <a:endParaRPr lang="zh-CN" altLang="en-US" b="1" dirty="0">
              <a:solidFill>
                <a:schemeClr val="tx1"/>
              </a:solidFill>
            </a:endParaRPr>
          </a:p>
        </p:txBody>
      </p:sp>
      <p:sp>
        <p:nvSpPr>
          <p:cNvPr id="22" name="Freeform 7"/>
          <p:cNvSpPr>
            <a:spLocks/>
          </p:cNvSpPr>
          <p:nvPr/>
        </p:nvSpPr>
        <p:spPr bwMode="auto">
          <a:xfrm>
            <a:off x="962611" y="220278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zh-CN" b="1" dirty="0">
                <a:solidFill>
                  <a:schemeClr val="tx1"/>
                </a:solidFill>
              </a:rPr>
              <a:t>新建</a:t>
            </a:r>
            <a:r>
              <a:rPr lang="en-US" altLang="zh-CN" b="1" dirty="0" err="1">
                <a:solidFill>
                  <a:schemeClr val="tx1"/>
                </a:solidFill>
              </a:rPr>
              <a:t>systick.c</a:t>
            </a:r>
            <a:r>
              <a:rPr lang="zh-CN" altLang="zh-CN" b="1" dirty="0">
                <a:solidFill>
                  <a:schemeClr val="tx1"/>
                </a:solidFill>
              </a:rPr>
              <a:t>文件</a:t>
            </a:r>
            <a:endParaRPr lang="zh-CN" altLang="en-US" b="1" dirty="0">
              <a:solidFill>
                <a:schemeClr val="tx1"/>
              </a:solidFill>
            </a:endParaRPr>
          </a:p>
        </p:txBody>
      </p:sp>
      <p:sp>
        <p:nvSpPr>
          <p:cNvPr id="23" name="Freeform 7"/>
          <p:cNvSpPr>
            <a:spLocks/>
          </p:cNvSpPr>
          <p:nvPr/>
        </p:nvSpPr>
        <p:spPr bwMode="auto">
          <a:xfrm>
            <a:off x="962611" y="291062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chemeClr val="tx1"/>
                </a:solidFill>
              </a:rPr>
              <a:t>新建</a:t>
            </a:r>
            <a:r>
              <a:rPr lang="en-GB" altLang="zh-CN" b="1" dirty="0" err="1">
                <a:solidFill>
                  <a:schemeClr val="tx1"/>
                </a:solidFill>
              </a:rPr>
              <a:t>mian.c</a:t>
            </a:r>
            <a:r>
              <a:rPr lang="zh-CN" altLang="en-US" b="1" dirty="0">
                <a:solidFill>
                  <a:schemeClr val="tx1"/>
                </a:solidFill>
              </a:rPr>
              <a:t>文件</a:t>
            </a:r>
          </a:p>
        </p:txBody>
      </p:sp>
      <p:sp>
        <p:nvSpPr>
          <p:cNvPr id="24" name="Freeform 7"/>
          <p:cNvSpPr>
            <a:spLocks/>
          </p:cNvSpPr>
          <p:nvPr/>
        </p:nvSpPr>
        <p:spPr bwMode="auto">
          <a:xfrm>
            <a:off x="962611" y="361846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smtClean="0">
                <a:solidFill>
                  <a:schemeClr val="tx1"/>
                </a:solidFill>
              </a:rPr>
              <a:t>编写中断处理函数</a:t>
            </a:r>
            <a:endParaRPr lang="zh-CN" altLang="en-US" b="1" dirty="0">
              <a:solidFill>
                <a:schemeClr val="tx1"/>
              </a:solidFill>
            </a:endParaRPr>
          </a:p>
        </p:txBody>
      </p:sp>
      <p:sp>
        <p:nvSpPr>
          <p:cNvPr id="25" name="Freeform 7"/>
          <p:cNvSpPr>
            <a:spLocks/>
          </p:cNvSpPr>
          <p:nvPr/>
        </p:nvSpPr>
        <p:spPr bwMode="auto">
          <a:xfrm>
            <a:off x="962611" y="432630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chemeClr val="tx1"/>
                </a:solidFill>
              </a:rPr>
              <a:t>编写</a:t>
            </a:r>
            <a:r>
              <a:rPr lang="en-US" altLang="zh-CN" b="1" dirty="0">
                <a:solidFill>
                  <a:schemeClr val="tx1"/>
                </a:solidFill>
              </a:rPr>
              <a:t>LED</a:t>
            </a:r>
            <a:r>
              <a:rPr lang="zh-CN" altLang="en-US" b="1" dirty="0">
                <a:solidFill>
                  <a:schemeClr val="tx1"/>
                </a:solidFill>
              </a:rPr>
              <a:t>相关的代码</a:t>
            </a:r>
          </a:p>
        </p:txBody>
      </p:sp>
      <p:sp>
        <p:nvSpPr>
          <p:cNvPr id="7" name="TextBox 6"/>
          <p:cNvSpPr txBox="1"/>
          <p:nvPr/>
        </p:nvSpPr>
        <p:spPr>
          <a:xfrm>
            <a:off x="1250643" y="1014286"/>
            <a:ext cx="1872208" cy="400110"/>
          </a:xfrm>
          <a:prstGeom prst="rect">
            <a:avLst/>
          </a:prstGeom>
          <a:noFill/>
        </p:spPr>
        <p:txBody>
          <a:bodyPr wrap="square" rtlCol="0">
            <a:spAutoFit/>
          </a:bodyPr>
          <a:lstStyle/>
          <a:p>
            <a:r>
              <a:rPr lang="zh-CN" altLang="en-US" sz="2000" b="1" dirty="0" smtClean="0">
                <a:solidFill>
                  <a:srgbClr val="C00000"/>
                </a:solidFill>
                <a:latin typeface="隶书" pitchFamily="49" charset="-122"/>
                <a:ea typeface="隶书" pitchFamily="49" charset="-122"/>
              </a:rPr>
              <a:t>软件代码实现</a:t>
            </a:r>
            <a:endParaRPr lang="zh-CN" altLang="en-US" sz="2000" b="1" dirty="0">
              <a:solidFill>
                <a:srgbClr val="C00000"/>
              </a:solidFill>
              <a:latin typeface="隶书" pitchFamily="49" charset="-122"/>
              <a:ea typeface="隶书" pitchFamily="49" charset="-122"/>
            </a:endParaRPr>
          </a:p>
        </p:txBody>
      </p:sp>
      <p:sp>
        <p:nvSpPr>
          <p:cNvPr id="28" name="矩形 27"/>
          <p:cNvSpPr/>
          <p:nvPr/>
        </p:nvSpPr>
        <p:spPr>
          <a:xfrm>
            <a:off x="4272708" y="1146042"/>
            <a:ext cx="4270765" cy="3529171"/>
          </a:xfrm>
          <a:prstGeom prst="rect">
            <a:avLst/>
          </a:prstGeom>
          <a:solidFill>
            <a:schemeClr val="bg2">
              <a:lumMod val="90000"/>
            </a:schemeClr>
          </a:solidFill>
          <a:ln>
            <a:solidFill>
              <a:schemeClr val="bg1"/>
            </a:solid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GB" altLang="zh-CN" b="1" dirty="0">
                <a:solidFill>
                  <a:prstClr val="black"/>
                </a:solidFill>
              </a:rPr>
              <a:t>extern __IO uint32_t </a:t>
            </a:r>
            <a:r>
              <a:rPr lang="en-GB" altLang="zh-CN" b="1" dirty="0" err="1">
                <a:solidFill>
                  <a:prstClr val="black"/>
                </a:solidFill>
              </a:rPr>
              <a:t>TimingDelay</a:t>
            </a:r>
            <a:r>
              <a:rPr lang="en-GB" altLang="zh-CN" b="1" dirty="0" smtClean="0">
                <a:solidFill>
                  <a:prstClr val="black"/>
                </a:solidFill>
              </a:rPr>
              <a:t>;</a:t>
            </a:r>
          </a:p>
          <a:p>
            <a:pPr>
              <a:lnSpc>
                <a:spcPct val="125000"/>
              </a:lnSpc>
            </a:pPr>
            <a:r>
              <a:rPr lang="en-GB" altLang="zh-CN" b="1" dirty="0" smtClean="0">
                <a:solidFill>
                  <a:prstClr val="black"/>
                </a:solidFill>
              </a:rPr>
              <a:t>// </a:t>
            </a:r>
            <a:r>
              <a:rPr lang="zh-CN" altLang="en-US" b="1" dirty="0">
                <a:solidFill>
                  <a:prstClr val="black"/>
                </a:solidFill>
              </a:rPr>
              <a:t>添加外部的声明，告诉编译器这是在外部定义的一个变量</a:t>
            </a:r>
          </a:p>
          <a:p>
            <a:pPr>
              <a:lnSpc>
                <a:spcPct val="125000"/>
              </a:lnSpc>
            </a:pPr>
            <a:r>
              <a:rPr lang="en-GB" altLang="zh-CN" b="1" dirty="0">
                <a:solidFill>
                  <a:prstClr val="black"/>
                </a:solidFill>
              </a:rPr>
              <a:t>void </a:t>
            </a:r>
            <a:r>
              <a:rPr lang="en-GB" altLang="zh-CN" b="1" dirty="0" err="1">
                <a:solidFill>
                  <a:prstClr val="black"/>
                </a:solidFill>
              </a:rPr>
              <a:t>SysTick_Handler</a:t>
            </a:r>
            <a:r>
              <a:rPr lang="en-GB" altLang="zh-CN" b="1" dirty="0">
                <a:solidFill>
                  <a:prstClr val="black"/>
                </a:solidFill>
              </a:rPr>
              <a:t>(void)</a:t>
            </a:r>
          </a:p>
          <a:p>
            <a:pPr>
              <a:lnSpc>
                <a:spcPct val="125000"/>
              </a:lnSpc>
            </a:pPr>
            <a:r>
              <a:rPr lang="en-GB" altLang="zh-CN" b="1" dirty="0">
                <a:solidFill>
                  <a:prstClr val="black"/>
                </a:solidFill>
              </a:rPr>
              <a:t>{</a:t>
            </a:r>
          </a:p>
          <a:p>
            <a:pPr>
              <a:lnSpc>
                <a:spcPct val="125000"/>
              </a:lnSpc>
            </a:pPr>
            <a:r>
              <a:rPr lang="en-GB" altLang="zh-CN" b="1" dirty="0">
                <a:solidFill>
                  <a:prstClr val="black"/>
                </a:solidFill>
              </a:rPr>
              <a:t>	if(</a:t>
            </a:r>
            <a:r>
              <a:rPr lang="en-GB" altLang="zh-CN" b="1" dirty="0" err="1">
                <a:solidFill>
                  <a:prstClr val="black"/>
                </a:solidFill>
              </a:rPr>
              <a:t>TimingDelay</a:t>
            </a:r>
            <a:r>
              <a:rPr lang="en-GB" altLang="zh-CN" b="1" dirty="0">
                <a:solidFill>
                  <a:prstClr val="black"/>
                </a:solidFill>
              </a:rPr>
              <a:t> != 0x00)</a:t>
            </a:r>
          </a:p>
          <a:p>
            <a:pPr>
              <a:lnSpc>
                <a:spcPct val="125000"/>
              </a:lnSpc>
            </a:pPr>
            <a:r>
              <a:rPr lang="en-GB" altLang="zh-CN" b="1" dirty="0">
                <a:solidFill>
                  <a:prstClr val="black"/>
                </a:solidFill>
              </a:rPr>
              <a:t>	{</a:t>
            </a:r>
          </a:p>
          <a:p>
            <a:pPr>
              <a:lnSpc>
                <a:spcPct val="125000"/>
              </a:lnSpc>
            </a:pPr>
            <a:r>
              <a:rPr lang="en-GB" altLang="zh-CN" b="1" dirty="0">
                <a:solidFill>
                  <a:prstClr val="black"/>
                </a:solidFill>
              </a:rPr>
              <a:t>		</a:t>
            </a:r>
            <a:r>
              <a:rPr lang="en-GB" altLang="zh-CN" b="1" dirty="0" err="1">
                <a:solidFill>
                  <a:prstClr val="black"/>
                </a:solidFill>
              </a:rPr>
              <a:t>TimingDelay</a:t>
            </a:r>
            <a:r>
              <a:rPr lang="en-GB" altLang="zh-CN" b="1" dirty="0">
                <a:solidFill>
                  <a:prstClr val="black"/>
                </a:solidFill>
              </a:rPr>
              <a:t> --;</a:t>
            </a:r>
          </a:p>
          <a:p>
            <a:pPr>
              <a:lnSpc>
                <a:spcPct val="125000"/>
              </a:lnSpc>
            </a:pPr>
            <a:r>
              <a:rPr lang="en-GB" altLang="zh-CN" b="1" dirty="0">
                <a:solidFill>
                  <a:prstClr val="black"/>
                </a:solidFill>
              </a:rPr>
              <a:t>	}</a:t>
            </a:r>
          </a:p>
          <a:p>
            <a:pPr>
              <a:lnSpc>
                <a:spcPct val="125000"/>
              </a:lnSpc>
            </a:pPr>
            <a:r>
              <a:rPr lang="en-GB" altLang="zh-CN" b="1" dirty="0">
                <a:solidFill>
                  <a:prstClr val="black"/>
                </a:solidFill>
              </a:rPr>
              <a:t>}</a:t>
            </a:r>
          </a:p>
        </p:txBody>
      </p:sp>
      <p:sp>
        <p:nvSpPr>
          <p:cNvPr id="10" name="右箭头 9"/>
          <p:cNvSpPr/>
          <p:nvPr/>
        </p:nvSpPr>
        <p:spPr>
          <a:xfrm>
            <a:off x="3320892" y="3731299"/>
            <a:ext cx="855064" cy="324036"/>
          </a:xfrm>
          <a:prstGeom prst="rightArrow">
            <a:avLst/>
          </a:prstGeom>
          <a:solidFill>
            <a:schemeClr val="bg2">
              <a:lumMod val="75000"/>
            </a:schemeClr>
          </a:solidFill>
          <a:ln>
            <a:solidFill>
              <a:schemeClr val="bg2">
                <a:lumMod val="50000"/>
              </a:schemeClr>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sz="1600" b="1" dirty="0" smtClean="0"/>
          </a:p>
        </p:txBody>
      </p:sp>
    </p:spTree>
    <p:extLst>
      <p:ext uri="{BB962C8B-B14F-4D97-AF65-F5344CB8AC3E}">
        <p14:creationId xmlns:p14="http://schemas.microsoft.com/office/powerpoint/2010/main" val="3108433709"/>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602571" y="987574"/>
            <a:ext cx="2952328" cy="396044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12" name="矩形 11"/>
          <p:cNvSpPr/>
          <p:nvPr/>
        </p:nvSpPr>
        <p:spPr>
          <a:xfrm>
            <a:off x="2" y="339503"/>
            <a:ext cx="40654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961469" cy="461665"/>
          </a:xfrm>
          <a:prstGeom prst="rect">
            <a:avLst/>
          </a:prstGeom>
        </p:spPr>
        <p:txBody>
          <a:bodyPr wrap="none">
            <a:spAutoFit/>
          </a:bodyPr>
          <a:lstStyle/>
          <a:p>
            <a:r>
              <a:rPr lang="en-US" altLang="zh-CN" sz="2400" b="1" dirty="0" smtClean="0">
                <a:solidFill>
                  <a:schemeClr val="bg1"/>
                </a:solidFill>
              </a:rPr>
              <a:t>9.4.2 </a:t>
            </a:r>
            <a:r>
              <a:rPr lang="en-US" altLang="zh-CN" sz="2400" b="1" dirty="0" err="1" smtClean="0">
                <a:solidFill>
                  <a:schemeClr val="bg1"/>
                </a:solidFill>
              </a:rPr>
              <a:t>SysTick</a:t>
            </a:r>
            <a:r>
              <a:rPr lang="zh-CN" altLang="en-US" sz="2400" b="1" dirty="0" smtClean="0">
                <a:solidFill>
                  <a:schemeClr val="bg1"/>
                </a:solidFill>
              </a:rPr>
              <a:t>定时器应用实例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 name="Freeform 7"/>
          <p:cNvSpPr>
            <a:spLocks/>
          </p:cNvSpPr>
          <p:nvPr/>
        </p:nvSpPr>
        <p:spPr bwMode="auto">
          <a:xfrm>
            <a:off x="962611" y="149494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zh-CN" b="1" dirty="0">
                <a:solidFill>
                  <a:schemeClr val="tx1"/>
                </a:solidFill>
              </a:rPr>
              <a:t>新建</a:t>
            </a:r>
            <a:r>
              <a:rPr lang="en-US" altLang="zh-CN" b="1" dirty="0" err="1">
                <a:solidFill>
                  <a:schemeClr val="tx1"/>
                </a:solidFill>
              </a:rPr>
              <a:t>systick.h</a:t>
            </a:r>
            <a:r>
              <a:rPr lang="zh-CN" altLang="zh-CN" b="1" dirty="0">
                <a:solidFill>
                  <a:schemeClr val="tx1"/>
                </a:solidFill>
              </a:rPr>
              <a:t>头文件</a:t>
            </a:r>
            <a:endParaRPr lang="zh-CN" altLang="en-US" b="1" dirty="0">
              <a:solidFill>
                <a:schemeClr val="tx1"/>
              </a:solidFill>
            </a:endParaRPr>
          </a:p>
        </p:txBody>
      </p:sp>
      <p:sp>
        <p:nvSpPr>
          <p:cNvPr id="22" name="Freeform 7"/>
          <p:cNvSpPr>
            <a:spLocks/>
          </p:cNvSpPr>
          <p:nvPr/>
        </p:nvSpPr>
        <p:spPr bwMode="auto">
          <a:xfrm>
            <a:off x="962611" y="220278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zh-CN" b="1" dirty="0">
                <a:solidFill>
                  <a:schemeClr val="tx1"/>
                </a:solidFill>
              </a:rPr>
              <a:t>新建</a:t>
            </a:r>
            <a:r>
              <a:rPr lang="en-US" altLang="zh-CN" b="1" dirty="0" err="1">
                <a:solidFill>
                  <a:schemeClr val="tx1"/>
                </a:solidFill>
              </a:rPr>
              <a:t>systick.c</a:t>
            </a:r>
            <a:r>
              <a:rPr lang="zh-CN" altLang="zh-CN" b="1" dirty="0">
                <a:solidFill>
                  <a:schemeClr val="tx1"/>
                </a:solidFill>
              </a:rPr>
              <a:t>文件</a:t>
            </a:r>
            <a:endParaRPr lang="zh-CN" altLang="en-US" b="1" dirty="0">
              <a:solidFill>
                <a:schemeClr val="tx1"/>
              </a:solidFill>
            </a:endParaRPr>
          </a:p>
        </p:txBody>
      </p:sp>
      <p:sp>
        <p:nvSpPr>
          <p:cNvPr id="23" name="Freeform 7"/>
          <p:cNvSpPr>
            <a:spLocks/>
          </p:cNvSpPr>
          <p:nvPr/>
        </p:nvSpPr>
        <p:spPr bwMode="auto">
          <a:xfrm>
            <a:off x="962611" y="291062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chemeClr val="tx1"/>
                </a:solidFill>
              </a:rPr>
              <a:t>新建</a:t>
            </a:r>
            <a:r>
              <a:rPr lang="en-GB" altLang="zh-CN" b="1" dirty="0" err="1">
                <a:solidFill>
                  <a:schemeClr val="tx1"/>
                </a:solidFill>
              </a:rPr>
              <a:t>mian.c</a:t>
            </a:r>
            <a:r>
              <a:rPr lang="zh-CN" altLang="en-US" b="1" dirty="0">
                <a:solidFill>
                  <a:schemeClr val="tx1"/>
                </a:solidFill>
              </a:rPr>
              <a:t>文件</a:t>
            </a:r>
          </a:p>
        </p:txBody>
      </p:sp>
      <p:sp>
        <p:nvSpPr>
          <p:cNvPr id="24" name="Freeform 7"/>
          <p:cNvSpPr>
            <a:spLocks/>
          </p:cNvSpPr>
          <p:nvPr/>
        </p:nvSpPr>
        <p:spPr bwMode="auto">
          <a:xfrm>
            <a:off x="962611" y="361846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smtClean="0">
                <a:solidFill>
                  <a:schemeClr val="tx1"/>
                </a:solidFill>
              </a:rPr>
              <a:t>编写中断处理函数</a:t>
            </a:r>
            <a:endParaRPr lang="zh-CN" altLang="en-US" b="1" dirty="0">
              <a:solidFill>
                <a:schemeClr val="tx1"/>
              </a:solidFill>
            </a:endParaRPr>
          </a:p>
        </p:txBody>
      </p:sp>
      <p:sp>
        <p:nvSpPr>
          <p:cNvPr id="25" name="Freeform 7"/>
          <p:cNvSpPr>
            <a:spLocks/>
          </p:cNvSpPr>
          <p:nvPr/>
        </p:nvSpPr>
        <p:spPr bwMode="auto">
          <a:xfrm>
            <a:off x="962611" y="432630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chemeClr val="tx1"/>
                </a:solidFill>
              </a:rPr>
              <a:t>编写</a:t>
            </a:r>
            <a:r>
              <a:rPr lang="en-US" altLang="zh-CN" b="1" dirty="0">
                <a:solidFill>
                  <a:schemeClr val="tx1"/>
                </a:solidFill>
              </a:rPr>
              <a:t>LED</a:t>
            </a:r>
            <a:r>
              <a:rPr lang="zh-CN" altLang="en-US" b="1" dirty="0">
                <a:solidFill>
                  <a:schemeClr val="tx1"/>
                </a:solidFill>
              </a:rPr>
              <a:t>相关的代码</a:t>
            </a:r>
          </a:p>
        </p:txBody>
      </p:sp>
      <p:sp>
        <p:nvSpPr>
          <p:cNvPr id="7" name="TextBox 6"/>
          <p:cNvSpPr txBox="1"/>
          <p:nvPr/>
        </p:nvSpPr>
        <p:spPr>
          <a:xfrm>
            <a:off x="1250643" y="1014286"/>
            <a:ext cx="1872208" cy="400110"/>
          </a:xfrm>
          <a:prstGeom prst="rect">
            <a:avLst/>
          </a:prstGeom>
          <a:noFill/>
        </p:spPr>
        <p:txBody>
          <a:bodyPr wrap="square" rtlCol="0">
            <a:spAutoFit/>
          </a:bodyPr>
          <a:lstStyle/>
          <a:p>
            <a:r>
              <a:rPr lang="zh-CN" altLang="en-US" sz="2000" b="1" dirty="0" smtClean="0">
                <a:solidFill>
                  <a:srgbClr val="C00000"/>
                </a:solidFill>
                <a:latin typeface="隶书" pitchFamily="49" charset="-122"/>
                <a:ea typeface="隶书" pitchFamily="49" charset="-122"/>
              </a:rPr>
              <a:t>软件代码实现</a:t>
            </a:r>
            <a:endParaRPr lang="zh-CN" altLang="en-US" sz="2000" b="1" dirty="0">
              <a:solidFill>
                <a:srgbClr val="C00000"/>
              </a:solidFill>
              <a:latin typeface="隶书" pitchFamily="49" charset="-122"/>
              <a:ea typeface="隶书" pitchFamily="49" charset="-122"/>
            </a:endParaRPr>
          </a:p>
        </p:txBody>
      </p:sp>
      <p:sp>
        <p:nvSpPr>
          <p:cNvPr id="28" name="矩形 27"/>
          <p:cNvSpPr/>
          <p:nvPr/>
        </p:nvSpPr>
        <p:spPr>
          <a:xfrm>
            <a:off x="3842644" y="1139369"/>
            <a:ext cx="5059111" cy="3477875"/>
          </a:xfrm>
          <a:prstGeom prst="rect">
            <a:avLst/>
          </a:prstGeom>
          <a:solidFill>
            <a:schemeClr val="accent6">
              <a:lumMod val="20000"/>
              <a:lumOff val="80000"/>
            </a:schemeClr>
          </a:solidFill>
          <a:ln>
            <a:solidFill>
              <a:schemeClr val="bg1"/>
            </a:solid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sz="1600" b="1" dirty="0" smtClean="0">
                <a:solidFill>
                  <a:prstClr val="black"/>
                </a:solidFill>
              </a:rPr>
              <a:t>#</a:t>
            </a:r>
            <a:r>
              <a:rPr lang="en-GB" altLang="zh-CN" sz="1600" b="1" dirty="0">
                <a:solidFill>
                  <a:prstClr val="black"/>
                </a:solidFill>
              </a:rPr>
              <a:t>include "</a:t>
            </a:r>
            <a:r>
              <a:rPr lang="en-GB" altLang="zh-CN" sz="1600" b="1" dirty="0" err="1">
                <a:solidFill>
                  <a:prstClr val="black"/>
                </a:solidFill>
              </a:rPr>
              <a:t>led.h</a:t>
            </a:r>
            <a:r>
              <a:rPr lang="en-GB" altLang="zh-CN" sz="1600" b="1" dirty="0">
                <a:solidFill>
                  <a:prstClr val="black"/>
                </a:solidFill>
              </a:rPr>
              <a:t>"</a:t>
            </a:r>
          </a:p>
          <a:p>
            <a:pPr>
              <a:lnSpc>
                <a:spcPct val="125000"/>
              </a:lnSpc>
            </a:pPr>
            <a:r>
              <a:rPr lang="en-GB" altLang="zh-CN" sz="1600" b="1" dirty="0">
                <a:solidFill>
                  <a:prstClr val="black"/>
                </a:solidFill>
              </a:rPr>
              <a:t>void </a:t>
            </a:r>
            <a:r>
              <a:rPr lang="en-GB" altLang="zh-CN" sz="1600" b="1" dirty="0" err="1">
                <a:solidFill>
                  <a:prstClr val="black"/>
                </a:solidFill>
              </a:rPr>
              <a:t>LED_Init</a:t>
            </a:r>
            <a:r>
              <a:rPr lang="en-GB" altLang="zh-CN" sz="1600" b="1" dirty="0">
                <a:solidFill>
                  <a:prstClr val="black"/>
                </a:solidFill>
              </a:rPr>
              <a:t>(void)</a:t>
            </a:r>
          </a:p>
          <a:p>
            <a:pPr>
              <a:lnSpc>
                <a:spcPct val="125000"/>
              </a:lnSpc>
            </a:pPr>
            <a:r>
              <a:rPr lang="en-GB" altLang="zh-CN" sz="1600" b="1" dirty="0">
                <a:solidFill>
                  <a:prstClr val="black"/>
                </a:solidFill>
              </a:rPr>
              <a:t>{</a:t>
            </a:r>
          </a:p>
          <a:p>
            <a:pPr>
              <a:lnSpc>
                <a:spcPct val="125000"/>
              </a:lnSpc>
            </a:pPr>
            <a:r>
              <a:rPr lang="en-GB" altLang="zh-CN" sz="1600" b="1" dirty="0">
                <a:solidFill>
                  <a:prstClr val="black"/>
                </a:solidFill>
              </a:rPr>
              <a:t> </a:t>
            </a:r>
            <a:r>
              <a:rPr lang="en-GB" altLang="zh-CN" sz="1600" b="1" dirty="0" smtClean="0">
                <a:solidFill>
                  <a:prstClr val="black"/>
                </a:solidFill>
              </a:rPr>
              <a:t>  </a:t>
            </a:r>
            <a:r>
              <a:rPr lang="en-GB" altLang="zh-CN" sz="1600" b="1" dirty="0" err="1" smtClean="0">
                <a:solidFill>
                  <a:prstClr val="black"/>
                </a:solidFill>
              </a:rPr>
              <a:t>GPIO_InitTypeDef</a:t>
            </a:r>
            <a:r>
              <a:rPr lang="en-GB" altLang="zh-CN" sz="1600" b="1" dirty="0" smtClean="0">
                <a:solidFill>
                  <a:prstClr val="black"/>
                </a:solidFill>
              </a:rPr>
              <a:t> </a:t>
            </a:r>
            <a:r>
              <a:rPr lang="en-GB" altLang="zh-CN" sz="1600" b="1" dirty="0" err="1">
                <a:solidFill>
                  <a:prstClr val="black"/>
                </a:solidFill>
              </a:rPr>
              <a:t>GPIO_InitStructure</a:t>
            </a:r>
            <a:r>
              <a:rPr lang="en-GB" altLang="zh-CN" sz="1600" b="1" dirty="0">
                <a:solidFill>
                  <a:prstClr val="black"/>
                </a:solidFill>
              </a:rPr>
              <a:t>;</a:t>
            </a:r>
          </a:p>
          <a:p>
            <a:pPr>
              <a:lnSpc>
                <a:spcPct val="125000"/>
              </a:lnSpc>
            </a:pPr>
            <a:r>
              <a:rPr lang="en-GB" altLang="zh-CN" sz="1600" b="1" dirty="0" smtClean="0">
                <a:solidFill>
                  <a:prstClr val="black"/>
                </a:solidFill>
              </a:rPr>
              <a:t>  RCC_APB2PeriphClockCmd(RCC_APB2Periph_GPIOB, ENABLE</a:t>
            </a:r>
            <a:r>
              <a:rPr lang="en-GB" altLang="zh-CN" sz="1600" b="1" dirty="0">
                <a:solidFill>
                  <a:prstClr val="black"/>
                </a:solidFill>
              </a:rPr>
              <a:t>);</a:t>
            </a:r>
          </a:p>
          <a:p>
            <a:pPr>
              <a:lnSpc>
                <a:spcPct val="125000"/>
              </a:lnSpc>
            </a:pPr>
            <a:r>
              <a:rPr lang="en-GB" altLang="zh-CN" sz="1600" b="1" dirty="0" smtClean="0">
                <a:solidFill>
                  <a:prstClr val="black"/>
                </a:solidFill>
              </a:rPr>
              <a:t>  </a:t>
            </a:r>
            <a:r>
              <a:rPr lang="en-GB" altLang="zh-CN" sz="1600" b="1" dirty="0" err="1" smtClean="0">
                <a:solidFill>
                  <a:prstClr val="black"/>
                </a:solidFill>
              </a:rPr>
              <a:t>GPIO_InitStructure.GPIO_Pin</a:t>
            </a:r>
            <a:r>
              <a:rPr lang="en-GB" altLang="zh-CN" sz="1600" b="1" dirty="0" smtClean="0">
                <a:solidFill>
                  <a:prstClr val="black"/>
                </a:solidFill>
              </a:rPr>
              <a:t> </a:t>
            </a:r>
            <a:r>
              <a:rPr lang="en-GB" altLang="zh-CN" sz="1600" b="1" dirty="0">
                <a:solidFill>
                  <a:prstClr val="black"/>
                </a:solidFill>
              </a:rPr>
              <a:t>= GPIO_Pin_5;</a:t>
            </a:r>
          </a:p>
          <a:p>
            <a:pPr>
              <a:lnSpc>
                <a:spcPct val="125000"/>
              </a:lnSpc>
            </a:pPr>
            <a:r>
              <a:rPr lang="en-GB" altLang="zh-CN" sz="1600" b="1" dirty="0" smtClean="0">
                <a:solidFill>
                  <a:prstClr val="black"/>
                </a:solidFill>
              </a:rPr>
              <a:t>  </a:t>
            </a:r>
            <a:r>
              <a:rPr lang="en-GB" altLang="zh-CN" sz="1600" b="1" dirty="0" err="1" smtClean="0">
                <a:solidFill>
                  <a:prstClr val="black"/>
                </a:solidFill>
              </a:rPr>
              <a:t>GPIO_InitStructure.GPIO_Mode</a:t>
            </a:r>
            <a:r>
              <a:rPr lang="en-GB" altLang="zh-CN" sz="1600" b="1" dirty="0" smtClean="0">
                <a:solidFill>
                  <a:prstClr val="black"/>
                </a:solidFill>
              </a:rPr>
              <a:t> </a:t>
            </a:r>
            <a:r>
              <a:rPr lang="en-GB" altLang="zh-CN" sz="1600" b="1" dirty="0">
                <a:solidFill>
                  <a:prstClr val="black"/>
                </a:solidFill>
              </a:rPr>
              <a:t>= </a:t>
            </a:r>
            <a:r>
              <a:rPr lang="en-GB" altLang="zh-CN" sz="1600" b="1" dirty="0" err="1" smtClean="0">
                <a:solidFill>
                  <a:prstClr val="black"/>
                </a:solidFill>
              </a:rPr>
              <a:t>GPIO_Mode_Out_PP</a:t>
            </a:r>
            <a:r>
              <a:rPr lang="en-GB" altLang="zh-CN" sz="1600" b="1" dirty="0">
                <a:solidFill>
                  <a:prstClr val="black"/>
                </a:solidFill>
              </a:rPr>
              <a:t>;</a:t>
            </a:r>
          </a:p>
          <a:p>
            <a:pPr>
              <a:lnSpc>
                <a:spcPct val="125000"/>
              </a:lnSpc>
            </a:pPr>
            <a:r>
              <a:rPr lang="en-GB" altLang="zh-CN" sz="1600" b="1" dirty="0" smtClean="0">
                <a:solidFill>
                  <a:prstClr val="black"/>
                </a:solidFill>
              </a:rPr>
              <a:t>  </a:t>
            </a:r>
            <a:r>
              <a:rPr lang="en-GB" altLang="zh-CN" sz="1600" b="1" dirty="0" err="1" smtClean="0">
                <a:solidFill>
                  <a:prstClr val="black"/>
                </a:solidFill>
              </a:rPr>
              <a:t>GPIO_InitStructure.GPIO_Speed</a:t>
            </a:r>
            <a:r>
              <a:rPr lang="en-GB" altLang="zh-CN" sz="1600" b="1" dirty="0" smtClean="0">
                <a:solidFill>
                  <a:prstClr val="black"/>
                </a:solidFill>
              </a:rPr>
              <a:t> </a:t>
            </a:r>
            <a:r>
              <a:rPr lang="en-GB" altLang="zh-CN" sz="1600" b="1" dirty="0">
                <a:solidFill>
                  <a:prstClr val="black"/>
                </a:solidFill>
              </a:rPr>
              <a:t>= GPIO_Speed_50MHz;</a:t>
            </a:r>
          </a:p>
          <a:p>
            <a:pPr>
              <a:lnSpc>
                <a:spcPct val="125000"/>
              </a:lnSpc>
            </a:pPr>
            <a:r>
              <a:rPr lang="en-GB" altLang="zh-CN" sz="1600" b="1" dirty="0" smtClean="0">
                <a:solidFill>
                  <a:prstClr val="black"/>
                </a:solidFill>
              </a:rPr>
              <a:t>  </a:t>
            </a:r>
            <a:r>
              <a:rPr lang="en-GB" altLang="zh-CN" sz="1600" b="1" dirty="0" err="1" smtClean="0">
                <a:solidFill>
                  <a:prstClr val="black"/>
                </a:solidFill>
              </a:rPr>
              <a:t>GPIO_Init</a:t>
            </a:r>
            <a:r>
              <a:rPr lang="en-GB" altLang="zh-CN" sz="1600" b="1" dirty="0" smtClean="0">
                <a:solidFill>
                  <a:prstClr val="black"/>
                </a:solidFill>
              </a:rPr>
              <a:t>(GPIOB</a:t>
            </a:r>
            <a:r>
              <a:rPr lang="en-GB" altLang="zh-CN" sz="1600" b="1" dirty="0">
                <a:solidFill>
                  <a:prstClr val="black"/>
                </a:solidFill>
              </a:rPr>
              <a:t>,&amp;</a:t>
            </a:r>
            <a:r>
              <a:rPr lang="en-GB" altLang="zh-CN" sz="1600" b="1" dirty="0" err="1">
                <a:solidFill>
                  <a:prstClr val="black"/>
                </a:solidFill>
              </a:rPr>
              <a:t>GPIO_InitStructure</a:t>
            </a:r>
            <a:r>
              <a:rPr lang="en-GB" altLang="zh-CN" sz="1600" b="1" dirty="0">
                <a:solidFill>
                  <a:prstClr val="black"/>
                </a:solidFill>
              </a:rPr>
              <a:t>);</a:t>
            </a:r>
          </a:p>
          <a:p>
            <a:pPr>
              <a:lnSpc>
                <a:spcPct val="125000"/>
              </a:lnSpc>
            </a:pPr>
            <a:r>
              <a:rPr lang="en-GB" altLang="zh-CN" sz="1600" b="1" dirty="0">
                <a:solidFill>
                  <a:prstClr val="black"/>
                </a:solidFill>
              </a:rPr>
              <a:t>}</a:t>
            </a:r>
          </a:p>
        </p:txBody>
      </p:sp>
      <p:sp>
        <p:nvSpPr>
          <p:cNvPr id="10" name="右箭头 9"/>
          <p:cNvSpPr/>
          <p:nvPr/>
        </p:nvSpPr>
        <p:spPr>
          <a:xfrm>
            <a:off x="3311860" y="4439139"/>
            <a:ext cx="530784" cy="324036"/>
          </a:xfrm>
          <a:prstGeom prst="rightArrow">
            <a:avLst/>
          </a:prstGeom>
          <a:solidFill>
            <a:schemeClr val="accent6">
              <a:lumMod val="20000"/>
              <a:lumOff val="80000"/>
            </a:schemeClr>
          </a:solidFill>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600" b="1" dirty="0" smtClean="0"/>
          </a:p>
        </p:txBody>
      </p:sp>
      <p:sp>
        <p:nvSpPr>
          <p:cNvPr id="2" name="矩形 1"/>
          <p:cNvSpPr/>
          <p:nvPr/>
        </p:nvSpPr>
        <p:spPr>
          <a:xfrm>
            <a:off x="5976156" y="641540"/>
            <a:ext cx="636713" cy="412934"/>
          </a:xfrm>
          <a:prstGeom prst="rect">
            <a:avLst/>
          </a:prstGeom>
        </p:spPr>
        <p:txBody>
          <a:bodyPr wrap="none">
            <a:spAutoFit/>
          </a:bodyPr>
          <a:lstStyle/>
          <a:p>
            <a:pPr lvl="0">
              <a:lnSpc>
                <a:spcPct val="125000"/>
              </a:lnSpc>
            </a:pPr>
            <a:r>
              <a:rPr lang="en-GB" altLang="zh-CN" b="1" dirty="0" err="1">
                <a:solidFill>
                  <a:srgbClr val="C00000"/>
                </a:solidFill>
              </a:rPr>
              <a:t>led.c</a:t>
            </a:r>
            <a:endParaRPr lang="zh-CN" altLang="en-US" b="1" dirty="0">
              <a:solidFill>
                <a:srgbClr val="C00000"/>
              </a:solidFill>
            </a:endParaRPr>
          </a:p>
        </p:txBody>
      </p:sp>
    </p:spTree>
    <p:extLst>
      <p:ext uri="{BB962C8B-B14F-4D97-AF65-F5344CB8AC3E}">
        <p14:creationId xmlns:p14="http://schemas.microsoft.com/office/powerpoint/2010/main" val="1137843547"/>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602571" y="987574"/>
            <a:ext cx="2952328" cy="396044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12" name="矩形 11"/>
          <p:cNvSpPr/>
          <p:nvPr/>
        </p:nvSpPr>
        <p:spPr>
          <a:xfrm>
            <a:off x="2" y="339503"/>
            <a:ext cx="40654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961469" cy="461665"/>
          </a:xfrm>
          <a:prstGeom prst="rect">
            <a:avLst/>
          </a:prstGeom>
        </p:spPr>
        <p:txBody>
          <a:bodyPr wrap="none">
            <a:spAutoFit/>
          </a:bodyPr>
          <a:lstStyle/>
          <a:p>
            <a:r>
              <a:rPr lang="en-US" altLang="zh-CN" sz="2400" b="1" dirty="0" smtClean="0">
                <a:solidFill>
                  <a:schemeClr val="bg1"/>
                </a:solidFill>
              </a:rPr>
              <a:t>9.4.2 </a:t>
            </a:r>
            <a:r>
              <a:rPr lang="en-US" altLang="zh-CN" sz="2400" b="1" dirty="0" err="1" smtClean="0">
                <a:solidFill>
                  <a:schemeClr val="bg1"/>
                </a:solidFill>
              </a:rPr>
              <a:t>SysTick</a:t>
            </a:r>
            <a:r>
              <a:rPr lang="zh-CN" altLang="en-US" sz="2400" b="1" dirty="0" smtClean="0">
                <a:solidFill>
                  <a:schemeClr val="bg1"/>
                </a:solidFill>
              </a:rPr>
              <a:t>定时器应用实例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6" name="Freeform 7"/>
          <p:cNvSpPr>
            <a:spLocks/>
          </p:cNvSpPr>
          <p:nvPr/>
        </p:nvSpPr>
        <p:spPr bwMode="auto">
          <a:xfrm>
            <a:off x="962611" y="149494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zh-CN" b="1" dirty="0">
                <a:solidFill>
                  <a:schemeClr val="tx1"/>
                </a:solidFill>
              </a:rPr>
              <a:t>新建</a:t>
            </a:r>
            <a:r>
              <a:rPr lang="en-US" altLang="zh-CN" b="1" dirty="0" err="1">
                <a:solidFill>
                  <a:schemeClr val="tx1"/>
                </a:solidFill>
              </a:rPr>
              <a:t>systick.h</a:t>
            </a:r>
            <a:r>
              <a:rPr lang="zh-CN" altLang="zh-CN" b="1" dirty="0">
                <a:solidFill>
                  <a:schemeClr val="tx1"/>
                </a:solidFill>
              </a:rPr>
              <a:t>头文件</a:t>
            </a:r>
            <a:endParaRPr lang="zh-CN" altLang="en-US" b="1" dirty="0">
              <a:solidFill>
                <a:schemeClr val="tx1"/>
              </a:solidFill>
            </a:endParaRPr>
          </a:p>
        </p:txBody>
      </p:sp>
      <p:sp>
        <p:nvSpPr>
          <p:cNvPr id="22" name="Freeform 7"/>
          <p:cNvSpPr>
            <a:spLocks/>
          </p:cNvSpPr>
          <p:nvPr/>
        </p:nvSpPr>
        <p:spPr bwMode="auto">
          <a:xfrm>
            <a:off x="962611" y="220278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zh-CN" b="1" dirty="0">
                <a:solidFill>
                  <a:schemeClr val="tx1"/>
                </a:solidFill>
              </a:rPr>
              <a:t>新建</a:t>
            </a:r>
            <a:r>
              <a:rPr lang="en-US" altLang="zh-CN" b="1" dirty="0" err="1">
                <a:solidFill>
                  <a:schemeClr val="tx1"/>
                </a:solidFill>
              </a:rPr>
              <a:t>systick.c</a:t>
            </a:r>
            <a:r>
              <a:rPr lang="zh-CN" altLang="zh-CN" b="1" dirty="0">
                <a:solidFill>
                  <a:schemeClr val="tx1"/>
                </a:solidFill>
              </a:rPr>
              <a:t>文件</a:t>
            </a:r>
            <a:endParaRPr lang="zh-CN" altLang="en-US" b="1" dirty="0">
              <a:solidFill>
                <a:schemeClr val="tx1"/>
              </a:solidFill>
            </a:endParaRPr>
          </a:p>
        </p:txBody>
      </p:sp>
      <p:sp>
        <p:nvSpPr>
          <p:cNvPr id="23" name="Freeform 7"/>
          <p:cNvSpPr>
            <a:spLocks/>
          </p:cNvSpPr>
          <p:nvPr/>
        </p:nvSpPr>
        <p:spPr bwMode="auto">
          <a:xfrm>
            <a:off x="962611" y="291062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chemeClr val="tx1"/>
                </a:solidFill>
              </a:rPr>
              <a:t>新建</a:t>
            </a:r>
            <a:r>
              <a:rPr lang="en-GB" altLang="zh-CN" b="1" dirty="0" err="1">
                <a:solidFill>
                  <a:schemeClr val="tx1"/>
                </a:solidFill>
              </a:rPr>
              <a:t>mian.c</a:t>
            </a:r>
            <a:r>
              <a:rPr lang="zh-CN" altLang="en-US" b="1" dirty="0">
                <a:solidFill>
                  <a:schemeClr val="tx1"/>
                </a:solidFill>
              </a:rPr>
              <a:t>文件</a:t>
            </a:r>
          </a:p>
        </p:txBody>
      </p:sp>
      <p:sp>
        <p:nvSpPr>
          <p:cNvPr id="24" name="Freeform 7"/>
          <p:cNvSpPr>
            <a:spLocks/>
          </p:cNvSpPr>
          <p:nvPr/>
        </p:nvSpPr>
        <p:spPr bwMode="auto">
          <a:xfrm>
            <a:off x="962611" y="361846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smtClean="0">
                <a:solidFill>
                  <a:schemeClr val="tx1"/>
                </a:solidFill>
              </a:rPr>
              <a:t>编写中断处理函数</a:t>
            </a:r>
            <a:endParaRPr lang="zh-CN" altLang="en-US" b="1" dirty="0">
              <a:solidFill>
                <a:schemeClr val="tx1"/>
              </a:solidFill>
            </a:endParaRPr>
          </a:p>
        </p:txBody>
      </p:sp>
      <p:sp>
        <p:nvSpPr>
          <p:cNvPr id="25" name="Freeform 7"/>
          <p:cNvSpPr>
            <a:spLocks/>
          </p:cNvSpPr>
          <p:nvPr/>
        </p:nvSpPr>
        <p:spPr bwMode="auto">
          <a:xfrm>
            <a:off x="962611" y="4326308"/>
            <a:ext cx="2268252" cy="549698"/>
          </a:xfrm>
          <a:custGeom>
            <a:avLst/>
            <a:gdLst>
              <a:gd name="T0" fmla="*/ 186 w 423"/>
              <a:gd name="T1" fmla="*/ 7 h 485"/>
              <a:gd name="T2" fmla="*/ 237 w 423"/>
              <a:gd name="T3" fmla="*/ 7 h 485"/>
              <a:gd name="T4" fmla="*/ 398 w 423"/>
              <a:gd name="T5" fmla="*/ 88 h 485"/>
              <a:gd name="T6" fmla="*/ 423 w 423"/>
              <a:gd name="T7" fmla="*/ 129 h 485"/>
              <a:gd name="T8" fmla="*/ 423 w 423"/>
              <a:gd name="T9" fmla="*/ 356 h 485"/>
              <a:gd name="T10" fmla="*/ 398 w 423"/>
              <a:gd name="T11" fmla="*/ 397 h 485"/>
              <a:gd name="T12" fmla="*/ 237 w 423"/>
              <a:gd name="T13" fmla="*/ 478 h 485"/>
              <a:gd name="T14" fmla="*/ 186 w 423"/>
              <a:gd name="T15" fmla="*/ 478 h 485"/>
              <a:gd name="T16" fmla="*/ 25 w 423"/>
              <a:gd name="T17" fmla="*/ 397 h 485"/>
              <a:gd name="T18" fmla="*/ 0 w 423"/>
              <a:gd name="T19" fmla="*/ 356 h 485"/>
              <a:gd name="T20" fmla="*/ 0 w 423"/>
              <a:gd name="T21" fmla="*/ 129 h 485"/>
              <a:gd name="T22" fmla="*/ 25 w 423"/>
              <a:gd name="T23" fmla="*/ 88 h 485"/>
              <a:gd name="T24" fmla="*/ 186 w 423"/>
              <a:gd name="T25" fmla="*/ 7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3" h="485">
                <a:moveTo>
                  <a:pt x="186" y="7"/>
                </a:moveTo>
                <a:cubicBezTo>
                  <a:pt x="200" y="0"/>
                  <a:pt x="223" y="0"/>
                  <a:pt x="237" y="7"/>
                </a:cubicBezTo>
                <a:cubicBezTo>
                  <a:pt x="398" y="88"/>
                  <a:pt x="398" y="88"/>
                  <a:pt x="398" y="88"/>
                </a:cubicBezTo>
                <a:cubicBezTo>
                  <a:pt x="412" y="95"/>
                  <a:pt x="423" y="114"/>
                  <a:pt x="423" y="129"/>
                </a:cubicBezTo>
                <a:cubicBezTo>
                  <a:pt x="423" y="356"/>
                  <a:pt x="423" y="356"/>
                  <a:pt x="423" y="356"/>
                </a:cubicBezTo>
                <a:cubicBezTo>
                  <a:pt x="423" y="372"/>
                  <a:pt x="412" y="390"/>
                  <a:pt x="398" y="397"/>
                </a:cubicBezTo>
                <a:cubicBezTo>
                  <a:pt x="237" y="478"/>
                  <a:pt x="237" y="478"/>
                  <a:pt x="237" y="478"/>
                </a:cubicBezTo>
                <a:cubicBezTo>
                  <a:pt x="223" y="485"/>
                  <a:pt x="200" y="485"/>
                  <a:pt x="186" y="478"/>
                </a:cubicBezTo>
                <a:cubicBezTo>
                  <a:pt x="25" y="397"/>
                  <a:pt x="25" y="397"/>
                  <a:pt x="25" y="397"/>
                </a:cubicBezTo>
                <a:cubicBezTo>
                  <a:pt x="11" y="390"/>
                  <a:pt x="0" y="372"/>
                  <a:pt x="0" y="356"/>
                </a:cubicBezTo>
                <a:cubicBezTo>
                  <a:pt x="0" y="129"/>
                  <a:pt x="0" y="129"/>
                  <a:pt x="0" y="129"/>
                </a:cubicBezTo>
                <a:cubicBezTo>
                  <a:pt x="0" y="114"/>
                  <a:pt x="11" y="95"/>
                  <a:pt x="25" y="88"/>
                </a:cubicBezTo>
                <a:lnTo>
                  <a:pt x="186" y="7"/>
                </a:lnTo>
                <a:close/>
              </a:path>
            </a:pathLst>
          </a:custGeom>
          <a:gradFill flip="none" rotWithShape="1">
            <a:gsLst>
              <a:gs pos="0">
                <a:schemeClr val="bg1"/>
              </a:gs>
              <a:gs pos="36000">
                <a:schemeClr val="bg1"/>
              </a:gs>
              <a:gs pos="100000">
                <a:srgbClr val="C7C7C7"/>
              </a:gs>
            </a:gsLst>
            <a:lin ang="13500000" scaled="1"/>
            <a:tileRect/>
          </a:gradFill>
          <a:ln w="22225">
            <a:solidFill>
              <a:schemeClr val="accent5">
                <a:lumMod val="75000"/>
              </a:schemeClr>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chemeClr val="tx1"/>
                </a:solidFill>
              </a:rPr>
              <a:t>编写</a:t>
            </a:r>
            <a:r>
              <a:rPr lang="en-US" altLang="zh-CN" b="1" dirty="0">
                <a:solidFill>
                  <a:schemeClr val="tx1"/>
                </a:solidFill>
              </a:rPr>
              <a:t>LED</a:t>
            </a:r>
            <a:r>
              <a:rPr lang="zh-CN" altLang="en-US" b="1" dirty="0">
                <a:solidFill>
                  <a:schemeClr val="tx1"/>
                </a:solidFill>
              </a:rPr>
              <a:t>相关的代码</a:t>
            </a:r>
          </a:p>
        </p:txBody>
      </p:sp>
      <p:sp>
        <p:nvSpPr>
          <p:cNvPr id="7" name="TextBox 6"/>
          <p:cNvSpPr txBox="1"/>
          <p:nvPr/>
        </p:nvSpPr>
        <p:spPr>
          <a:xfrm>
            <a:off x="1250643" y="1014286"/>
            <a:ext cx="1872208" cy="400110"/>
          </a:xfrm>
          <a:prstGeom prst="rect">
            <a:avLst/>
          </a:prstGeom>
          <a:noFill/>
        </p:spPr>
        <p:txBody>
          <a:bodyPr wrap="square" rtlCol="0">
            <a:spAutoFit/>
          </a:bodyPr>
          <a:lstStyle/>
          <a:p>
            <a:r>
              <a:rPr lang="zh-CN" altLang="en-US" sz="2000" b="1" dirty="0" smtClean="0">
                <a:solidFill>
                  <a:srgbClr val="C00000"/>
                </a:solidFill>
                <a:latin typeface="隶书" pitchFamily="49" charset="-122"/>
                <a:ea typeface="隶书" pitchFamily="49" charset="-122"/>
              </a:rPr>
              <a:t>软件代码实现</a:t>
            </a:r>
            <a:endParaRPr lang="zh-CN" altLang="en-US" sz="2000" b="1" dirty="0">
              <a:solidFill>
                <a:srgbClr val="C00000"/>
              </a:solidFill>
              <a:latin typeface="隶书" pitchFamily="49" charset="-122"/>
              <a:ea typeface="隶书" pitchFamily="49" charset="-122"/>
            </a:endParaRPr>
          </a:p>
        </p:txBody>
      </p:sp>
      <p:sp>
        <p:nvSpPr>
          <p:cNvPr id="28" name="矩形 27"/>
          <p:cNvSpPr/>
          <p:nvPr/>
        </p:nvSpPr>
        <p:spPr>
          <a:xfrm>
            <a:off x="4813972" y="2192370"/>
            <a:ext cx="3034392" cy="2490425"/>
          </a:xfrm>
          <a:prstGeom prst="rect">
            <a:avLst/>
          </a:prstGeom>
          <a:solidFill>
            <a:schemeClr val="accent6">
              <a:lumMod val="20000"/>
              <a:lumOff val="80000"/>
            </a:schemeClr>
          </a:solidFill>
          <a:ln>
            <a:solidFill>
              <a:schemeClr val="bg1"/>
            </a:solid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a:solidFill>
                  <a:prstClr val="black"/>
                </a:solidFill>
              </a:rPr>
              <a:t>#</a:t>
            </a:r>
            <a:r>
              <a:rPr lang="en-US" altLang="zh-CN" b="1" dirty="0" err="1">
                <a:solidFill>
                  <a:prstClr val="black"/>
                </a:solidFill>
              </a:rPr>
              <a:t>ifndef</a:t>
            </a:r>
            <a:r>
              <a:rPr lang="en-US" altLang="zh-CN" b="1" dirty="0">
                <a:solidFill>
                  <a:prstClr val="black"/>
                </a:solidFill>
              </a:rPr>
              <a:t> __LED_H</a:t>
            </a:r>
          </a:p>
          <a:p>
            <a:pPr>
              <a:lnSpc>
                <a:spcPct val="125000"/>
              </a:lnSpc>
            </a:pPr>
            <a:r>
              <a:rPr lang="en-US" altLang="zh-CN" b="1" dirty="0">
                <a:solidFill>
                  <a:prstClr val="black"/>
                </a:solidFill>
              </a:rPr>
              <a:t>#define __LED_H</a:t>
            </a:r>
          </a:p>
          <a:p>
            <a:pPr>
              <a:lnSpc>
                <a:spcPct val="125000"/>
              </a:lnSpc>
            </a:pPr>
            <a:endParaRPr lang="en-US" altLang="zh-CN" b="1" dirty="0">
              <a:solidFill>
                <a:prstClr val="black"/>
              </a:solidFill>
            </a:endParaRPr>
          </a:p>
          <a:p>
            <a:pPr>
              <a:lnSpc>
                <a:spcPct val="125000"/>
              </a:lnSpc>
            </a:pPr>
            <a:r>
              <a:rPr lang="en-US" altLang="zh-CN" b="1" dirty="0">
                <a:solidFill>
                  <a:prstClr val="black"/>
                </a:solidFill>
              </a:rPr>
              <a:t>#include "stm32f10x.h"</a:t>
            </a:r>
          </a:p>
          <a:p>
            <a:pPr>
              <a:lnSpc>
                <a:spcPct val="125000"/>
              </a:lnSpc>
            </a:pPr>
            <a:r>
              <a:rPr lang="en-US" altLang="zh-CN" b="1" dirty="0">
                <a:solidFill>
                  <a:prstClr val="black"/>
                </a:solidFill>
              </a:rPr>
              <a:t>void </a:t>
            </a:r>
            <a:r>
              <a:rPr lang="en-US" altLang="zh-CN" b="1" dirty="0" err="1">
                <a:solidFill>
                  <a:prstClr val="black"/>
                </a:solidFill>
              </a:rPr>
              <a:t>LED_Init</a:t>
            </a:r>
            <a:r>
              <a:rPr lang="en-US" altLang="zh-CN" b="1" dirty="0">
                <a:solidFill>
                  <a:prstClr val="black"/>
                </a:solidFill>
              </a:rPr>
              <a:t>(void);</a:t>
            </a:r>
          </a:p>
          <a:p>
            <a:pPr>
              <a:lnSpc>
                <a:spcPct val="125000"/>
              </a:lnSpc>
            </a:pPr>
            <a:endParaRPr lang="en-US" altLang="zh-CN" b="1" dirty="0">
              <a:solidFill>
                <a:prstClr val="black"/>
              </a:solidFill>
            </a:endParaRPr>
          </a:p>
          <a:p>
            <a:pPr>
              <a:lnSpc>
                <a:spcPct val="125000"/>
              </a:lnSpc>
            </a:pPr>
            <a:r>
              <a:rPr lang="en-US" altLang="zh-CN" b="1" dirty="0">
                <a:solidFill>
                  <a:prstClr val="black"/>
                </a:solidFill>
              </a:rPr>
              <a:t>#</a:t>
            </a:r>
            <a:r>
              <a:rPr lang="en-US" altLang="zh-CN" b="1" dirty="0" err="1">
                <a:solidFill>
                  <a:prstClr val="black"/>
                </a:solidFill>
              </a:rPr>
              <a:t>endif</a:t>
            </a:r>
            <a:endParaRPr lang="en-US" altLang="zh-CN" b="1" dirty="0">
              <a:solidFill>
                <a:prstClr val="black"/>
              </a:solidFill>
            </a:endParaRPr>
          </a:p>
        </p:txBody>
      </p:sp>
      <p:sp>
        <p:nvSpPr>
          <p:cNvPr id="10" name="右箭头 9"/>
          <p:cNvSpPr/>
          <p:nvPr/>
        </p:nvSpPr>
        <p:spPr>
          <a:xfrm>
            <a:off x="3311860" y="4439139"/>
            <a:ext cx="1368152" cy="324036"/>
          </a:xfrm>
          <a:prstGeom prst="rightArrow">
            <a:avLst/>
          </a:prstGeom>
          <a:solidFill>
            <a:schemeClr val="accent6">
              <a:lumMod val="20000"/>
              <a:lumOff val="80000"/>
            </a:schemeClr>
          </a:solidFill>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600" b="1" dirty="0" smtClean="0"/>
          </a:p>
        </p:txBody>
      </p:sp>
      <p:sp>
        <p:nvSpPr>
          <p:cNvPr id="2" name="矩形 1"/>
          <p:cNvSpPr/>
          <p:nvPr/>
        </p:nvSpPr>
        <p:spPr>
          <a:xfrm>
            <a:off x="5807229" y="1628389"/>
            <a:ext cx="827471" cy="553998"/>
          </a:xfrm>
          <a:prstGeom prst="rect">
            <a:avLst/>
          </a:prstGeom>
        </p:spPr>
        <p:txBody>
          <a:bodyPr wrap="none">
            <a:spAutoFit/>
          </a:bodyPr>
          <a:lstStyle/>
          <a:p>
            <a:pPr lvl="0">
              <a:lnSpc>
                <a:spcPct val="125000"/>
              </a:lnSpc>
            </a:pPr>
            <a:r>
              <a:rPr lang="en-GB" altLang="zh-CN" sz="2400" b="1" dirty="0" smtClean="0">
                <a:solidFill>
                  <a:srgbClr val="C00000"/>
                </a:solidFill>
              </a:rPr>
              <a:t>led.</a:t>
            </a:r>
            <a:r>
              <a:rPr lang="en-US" altLang="zh-CN" sz="2400" b="1" dirty="0" smtClean="0">
                <a:solidFill>
                  <a:srgbClr val="C00000"/>
                </a:solidFill>
              </a:rPr>
              <a:t>h</a:t>
            </a:r>
            <a:endParaRPr lang="zh-CN" altLang="en-US" sz="2400" b="1" dirty="0">
              <a:solidFill>
                <a:srgbClr val="C00000"/>
              </a:solidFill>
            </a:endParaRPr>
          </a:p>
        </p:txBody>
      </p:sp>
      <p:sp>
        <p:nvSpPr>
          <p:cNvPr id="3" name="矩形 2"/>
          <p:cNvSpPr/>
          <p:nvPr/>
        </p:nvSpPr>
        <p:spPr>
          <a:xfrm>
            <a:off x="3995936" y="843559"/>
            <a:ext cx="4572000" cy="784830"/>
          </a:xfrm>
          <a:prstGeom prst="rect">
            <a:avLst/>
          </a:prstGeom>
        </p:spPr>
        <p:txBody>
          <a:bodyPr>
            <a:spAutoFit/>
          </a:bodyPr>
          <a:lstStyle/>
          <a:p>
            <a:pPr>
              <a:lnSpc>
                <a:spcPct val="125000"/>
              </a:lnSpc>
            </a:pPr>
            <a:r>
              <a:rPr lang="zh-CN" altLang="en-US" b="1" dirty="0" smtClean="0"/>
              <a:t>     编译</a:t>
            </a:r>
            <a:r>
              <a:rPr lang="zh-CN" altLang="en-US" b="1" dirty="0"/>
              <a:t>下载，可以观察实验现象：</a:t>
            </a:r>
            <a:r>
              <a:rPr lang="en-US" altLang="zh-CN" b="1" dirty="0"/>
              <a:t>LED</a:t>
            </a:r>
            <a:r>
              <a:rPr lang="zh-CN" altLang="en-US" b="1" dirty="0"/>
              <a:t>灯精确延迟</a:t>
            </a:r>
            <a:r>
              <a:rPr lang="en-US" altLang="zh-CN" b="1" dirty="0"/>
              <a:t>1s</a:t>
            </a:r>
            <a:r>
              <a:rPr lang="zh-CN" altLang="en-US" b="1" dirty="0"/>
              <a:t>循环闪烁。</a:t>
            </a:r>
          </a:p>
        </p:txBody>
      </p:sp>
    </p:spTree>
    <p:extLst>
      <p:ext uri="{BB962C8B-B14F-4D97-AF65-F5344CB8AC3E}">
        <p14:creationId xmlns:p14="http://schemas.microsoft.com/office/powerpoint/2010/main" val="2940705572"/>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0654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961469" cy="461665"/>
          </a:xfrm>
          <a:prstGeom prst="rect">
            <a:avLst/>
          </a:prstGeom>
        </p:spPr>
        <p:txBody>
          <a:bodyPr wrap="none">
            <a:spAutoFit/>
          </a:bodyPr>
          <a:lstStyle/>
          <a:p>
            <a:r>
              <a:rPr lang="en-US" altLang="zh-CN" sz="2400" b="1" dirty="0" smtClean="0">
                <a:solidFill>
                  <a:schemeClr val="bg1"/>
                </a:solidFill>
              </a:rPr>
              <a:t>9.4.2 </a:t>
            </a:r>
            <a:r>
              <a:rPr lang="en-US" altLang="zh-CN" sz="2400" b="1" dirty="0" err="1" smtClean="0">
                <a:solidFill>
                  <a:schemeClr val="bg1"/>
                </a:solidFill>
              </a:rPr>
              <a:t>SysTick</a:t>
            </a:r>
            <a:r>
              <a:rPr lang="zh-CN" altLang="en-US" sz="2400" b="1" dirty="0" smtClean="0">
                <a:solidFill>
                  <a:schemeClr val="bg1"/>
                </a:solidFill>
              </a:rPr>
              <a:t>定时器应用实例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TextBox 6"/>
          <p:cNvSpPr txBox="1"/>
          <p:nvPr/>
        </p:nvSpPr>
        <p:spPr>
          <a:xfrm>
            <a:off x="683568" y="1959682"/>
            <a:ext cx="3099379" cy="1015663"/>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GB" altLang="zh-CN" sz="2000" b="1" dirty="0" smtClean="0"/>
              <a:t>    HAL</a:t>
            </a:r>
            <a:r>
              <a:rPr lang="zh-CN" altLang="en-US" sz="2000" b="1" dirty="0"/>
              <a:t>库有一个延时函数</a:t>
            </a:r>
            <a:r>
              <a:rPr lang="en-GB" altLang="zh-CN" sz="2000" b="1" dirty="0" err="1"/>
              <a:t>HAL_Delay</a:t>
            </a:r>
            <a:r>
              <a:rPr lang="en-GB" altLang="zh-CN" sz="2000" b="1" dirty="0"/>
              <a:t>(uint32_t Delay)</a:t>
            </a:r>
            <a:r>
              <a:rPr lang="zh-CN" altLang="en-GB" sz="2000" b="1" dirty="0"/>
              <a:t>，</a:t>
            </a:r>
            <a:r>
              <a:rPr lang="zh-CN" altLang="en-US" sz="2000" b="1" dirty="0"/>
              <a:t>提供毫秒级的延时</a:t>
            </a:r>
          </a:p>
        </p:txBody>
      </p:sp>
      <p:sp>
        <p:nvSpPr>
          <p:cNvPr id="28" name="矩形 27"/>
          <p:cNvSpPr/>
          <p:nvPr/>
        </p:nvSpPr>
        <p:spPr>
          <a:xfrm>
            <a:off x="4211960" y="339503"/>
            <a:ext cx="4500500" cy="4593565"/>
          </a:xfrm>
          <a:prstGeom prst="rect">
            <a:avLst/>
          </a:prstGeom>
          <a:solidFill>
            <a:schemeClr val="bg1"/>
          </a:solid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a:solidFill>
                  <a:prstClr val="black"/>
                </a:solidFill>
              </a:rPr>
              <a:t>void </a:t>
            </a:r>
            <a:r>
              <a:rPr lang="en-US" altLang="zh-CN" b="1" dirty="0" err="1">
                <a:solidFill>
                  <a:prstClr val="black"/>
                </a:solidFill>
              </a:rPr>
              <a:t>HAL_Delay</a:t>
            </a:r>
            <a:r>
              <a:rPr lang="en-US" altLang="zh-CN" b="1" dirty="0">
                <a:solidFill>
                  <a:prstClr val="black"/>
                </a:solidFill>
              </a:rPr>
              <a:t>(uint32_t Delay)</a:t>
            </a:r>
          </a:p>
          <a:p>
            <a:pPr>
              <a:lnSpc>
                <a:spcPct val="125000"/>
              </a:lnSpc>
            </a:pPr>
            <a:r>
              <a:rPr lang="en-US" altLang="zh-CN" b="1" dirty="0">
                <a:solidFill>
                  <a:prstClr val="black"/>
                </a:solidFill>
              </a:rPr>
              <a:t>{</a:t>
            </a:r>
          </a:p>
          <a:p>
            <a:pPr>
              <a:lnSpc>
                <a:spcPct val="125000"/>
              </a:lnSpc>
            </a:pPr>
            <a:r>
              <a:rPr lang="en-US" altLang="zh-CN" b="1" dirty="0">
                <a:solidFill>
                  <a:prstClr val="black"/>
                </a:solidFill>
              </a:rPr>
              <a:t>  uint32_t  </a:t>
            </a:r>
            <a:r>
              <a:rPr lang="en-US" altLang="zh-CN" b="1" dirty="0" err="1">
                <a:solidFill>
                  <a:prstClr val="black"/>
                </a:solidFill>
              </a:rPr>
              <a:t>tickstart</a:t>
            </a:r>
            <a:r>
              <a:rPr lang="en-US" altLang="zh-CN" b="1" dirty="0">
                <a:solidFill>
                  <a:prstClr val="black"/>
                </a:solidFill>
              </a:rPr>
              <a:t> = </a:t>
            </a:r>
            <a:r>
              <a:rPr lang="en-US" altLang="zh-CN" b="1" dirty="0" err="1">
                <a:solidFill>
                  <a:prstClr val="black"/>
                </a:solidFill>
              </a:rPr>
              <a:t>HAL_GetTick</a:t>
            </a:r>
            <a:r>
              <a:rPr lang="en-US" altLang="zh-CN" b="1" dirty="0">
                <a:solidFill>
                  <a:prstClr val="black"/>
                </a:solidFill>
              </a:rPr>
              <a:t>();</a:t>
            </a:r>
          </a:p>
          <a:p>
            <a:pPr>
              <a:lnSpc>
                <a:spcPct val="125000"/>
              </a:lnSpc>
            </a:pPr>
            <a:r>
              <a:rPr lang="en-US" altLang="zh-CN" b="1" dirty="0">
                <a:solidFill>
                  <a:prstClr val="black"/>
                </a:solidFill>
              </a:rPr>
              <a:t>  uint32_t  wait = Delay;</a:t>
            </a:r>
          </a:p>
          <a:p>
            <a:pPr>
              <a:lnSpc>
                <a:spcPct val="125000"/>
              </a:lnSpc>
            </a:pPr>
            <a:r>
              <a:rPr lang="en-US" altLang="zh-CN" b="1" dirty="0">
                <a:solidFill>
                  <a:prstClr val="black"/>
                </a:solidFill>
              </a:rPr>
              <a:t>  /* Add a </a:t>
            </a:r>
            <a:r>
              <a:rPr lang="en-US" altLang="zh-CN" b="1" dirty="0" err="1">
                <a:solidFill>
                  <a:prstClr val="black"/>
                </a:solidFill>
              </a:rPr>
              <a:t>freq</a:t>
            </a:r>
            <a:r>
              <a:rPr lang="en-US" altLang="zh-CN" b="1" dirty="0">
                <a:solidFill>
                  <a:prstClr val="black"/>
                </a:solidFill>
              </a:rPr>
              <a:t> to guarantee minimum wait */</a:t>
            </a:r>
          </a:p>
          <a:p>
            <a:pPr>
              <a:lnSpc>
                <a:spcPct val="125000"/>
              </a:lnSpc>
            </a:pPr>
            <a:r>
              <a:rPr lang="en-US" altLang="zh-CN" b="1" dirty="0">
                <a:solidFill>
                  <a:prstClr val="black"/>
                </a:solidFill>
              </a:rPr>
              <a:t>  if (wait &lt; HAL_MAX_DELAY)</a:t>
            </a:r>
          </a:p>
          <a:p>
            <a:pPr>
              <a:lnSpc>
                <a:spcPct val="125000"/>
              </a:lnSpc>
            </a:pPr>
            <a:r>
              <a:rPr lang="en-US" altLang="zh-CN" b="1" dirty="0">
                <a:solidFill>
                  <a:prstClr val="black"/>
                </a:solidFill>
              </a:rPr>
              <a:t>  {</a:t>
            </a:r>
          </a:p>
          <a:p>
            <a:pPr>
              <a:lnSpc>
                <a:spcPct val="125000"/>
              </a:lnSpc>
            </a:pPr>
            <a:r>
              <a:rPr lang="en-US" altLang="zh-CN" b="1" dirty="0">
                <a:solidFill>
                  <a:prstClr val="black"/>
                </a:solidFill>
              </a:rPr>
              <a:t>    wait += (uint32_t)(</a:t>
            </a:r>
            <a:r>
              <a:rPr lang="en-US" altLang="zh-CN" b="1" dirty="0" err="1">
                <a:solidFill>
                  <a:prstClr val="black"/>
                </a:solidFill>
              </a:rPr>
              <a:t>uwTickFreq</a:t>
            </a:r>
            <a:r>
              <a:rPr lang="en-US" altLang="zh-CN" b="1" dirty="0">
                <a:solidFill>
                  <a:prstClr val="black"/>
                </a:solidFill>
              </a:rPr>
              <a:t>);</a:t>
            </a:r>
          </a:p>
          <a:p>
            <a:pPr>
              <a:lnSpc>
                <a:spcPct val="125000"/>
              </a:lnSpc>
            </a:pPr>
            <a:r>
              <a:rPr lang="en-US" altLang="zh-CN" b="1" dirty="0">
                <a:solidFill>
                  <a:prstClr val="black"/>
                </a:solidFill>
              </a:rPr>
              <a:t>  }</a:t>
            </a:r>
          </a:p>
          <a:p>
            <a:pPr>
              <a:lnSpc>
                <a:spcPct val="125000"/>
              </a:lnSpc>
            </a:pPr>
            <a:r>
              <a:rPr lang="en-US" altLang="zh-CN" b="1" dirty="0">
                <a:solidFill>
                  <a:prstClr val="black"/>
                </a:solidFill>
              </a:rPr>
              <a:t>  while ((</a:t>
            </a:r>
            <a:r>
              <a:rPr lang="en-US" altLang="zh-CN" b="1" dirty="0" err="1">
                <a:solidFill>
                  <a:prstClr val="black"/>
                </a:solidFill>
              </a:rPr>
              <a:t>HAL_GetTick</a:t>
            </a:r>
            <a:r>
              <a:rPr lang="en-US" altLang="zh-CN" b="1" dirty="0">
                <a:solidFill>
                  <a:prstClr val="black"/>
                </a:solidFill>
              </a:rPr>
              <a:t>() - </a:t>
            </a:r>
            <a:r>
              <a:rPr lang="en-US" altLang="zh-CN" b="1" dirty="0" err="1">
                <a:solidFill>
                  <a:prstClr val="black"/>
                </a:solidFill>
              </a:rPr>
              <a:t>tickstart</a:t>
            </a:r>
            <a:r>
              <a:rPr lang="en-US" altLang="zh-CN" b="1" dirty="0">
                <a:solidFill>
                  <a:prstClr val="black"/>
                </a:solidFill>
              </a:rPr>
              <a:t>) &lt; wait)</a:t>
            </a:r>
          </a:p>
          <a:p>
            <a:pPr>
              <a:lnSpc>
                <a:spcPct val="125000"/>
              </a:lnSpc>
            </a:pPr>
            <a:r>
              <a:rPr lang="en-US" altLang="zh-CN" b="1" dirty="0">
                <a:solidFill>
                  <a:prstClr val="black"/>
                </a:solidFill>
              </a:rPr>
              <a:t>  {</a:t>
            </a:r>
          </a:p>
          <a:p>
            <a:pPr>
              <a:lnSpc>
                <a:spcPct val="125000"/>
              </a:lnSpc>
            </a:pPr>
            <a:r>
              <a:rPr lang="en-US" altLang="zh-CN" b="1" dirty="0">
                <a:solidFill>
                  <a:prstClr val="black"/>
                </a:solidFill>
              </a:rPr>
              <a:t>  }</a:t>
            </a:r>
          </a:p>
          <a:p>
            <a:pPr>
              <a:lnSpc>
                <a:spcPct val="125000"/>
              </a:lnSpc>
            </a:pPr>
            <a:r>
              <a:rPr lang="en-US" altLang="zh-CN" b="1" dirty="0">
                <a:solidFill>
                  <a:prstClr val="black"/>
                </a:solidFill>
              </a:rPr>
              <a:t>}</a:t>
            </a:r>
          </a:p>
        </p:txBody>
      </p:sp>
    </p:spTree>
    <p:extLst>
      <p:ext uri="{BB962C8B-B14F-4D97-AF65-F5344CB8AC3E}">
        <p14:creationId xmlns:p14="http://schemas.microsoft.com/office/powerpoint/2010/main" val="676253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 y="339503"/>
            <a:ext cx="406542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961469" cy="461665"/>
          </a:xfrm>
          <a:prstGeom prst="rect">
            <a:avLst/>
          </a:prstGeom>
        </p:spPr>
        <p:txBody>
          <a:bodyPr wrap="none">
            <a:spAutoFit/>
          </a:bodyPr>
          <a:lstStyle/>
          <a:p>
            <a:r>
              <a:rPr lang="en-US" altLang="zh-CN" sz="2400" b="1" dirty="0" smtClean="0">
                <a:solidFill>
                  <a:schemeClr val="bg1"/>
                </a:solidFill>
              </a:rPr>
              <a:t>9.4.2 </a:t>
            </a:r>
            <a:r>
              <a:rPr lang="en-US" altLang="zh-CN" sz="2400" b="1" dirty="0" err="1" smtClean="0">
                <a:solidFill>
                  <a:schemeClr val="bg1"/>
                </a:solidFill>
              </a:rPr>
              <a:t>SysTick</a:t>
            </a:r>
            <a:r>
              <a:rPr lang="zh-CN" altLang="en-US" sz="2400" b="1" dirty="0" smtClean="0">
                <a:solidFill>
                  <a:schemeClr val="bg1"/>
                </a:solidFill>
              </a:rPr>
              <a:t>定时器应用实例</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TextBox 6"/>
          <p:cNvSpPr txBox="1"/>
          <p:nvPr/>
        </p:nvSpPr>
        <p:spPr>
          <a:xfrm>
            <a:off x="611560" y="1026096"/>
            <a:ext cx="3099379" cy="1015663"/>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GB" altLang="zh-CN" sz="2000" b="1" dirty="0"/>
              <a:t>    </a:t>
            </a:r>
            <a:r>
              <a:rPr lang="en-GB" altLang="zh-CN" sz="2000" b="1" dirty="0" err="1"/>
              <a:t>HAL_Delay</a:t>
            </a:r>
            <a:r>
              <a:rPr lang="en-GB" altLang="zh-CN" sz="2000" b="1" dirty="0"/>
              <a:t>( )</a:t>
            </a:r>
            <a:r>
              <a:rPr lang="zh-CN" altLang="en-US" sz="2000" b="1" dirty="0"/>
              <a:t>函数通过调用</a:t>
            </a:r>
            <a:r>
              <a:rPr lang="en-GB" altLang="zh-CN" sz="2000" b="1" dirty="0" err="1"/>
              <a:t>HAL_GetTick</a:t>
            </a:r>
            <a:r>
              <a:rPr lang="en-GB" altLang="zh-CN" sz="2000" b="1" dirty="0"/>
              <a:t>( )</a:t>
            </a:r>
            <a:r>
              <a:rPr lang="zh-CN" altLang="en-US" sz="2000" b="1" dirty="0"/>
              <a:t>函数，返回</a:t>
            </a:r>
            <a:r>
              <a:rPr lang="en-GB" altLang="zh-CN" sz="2000" b="1" dirty="0" err="1"/>
              <a:t>uwTick</a:t>
            </a:r>
            <a:r>
              <a:rPr lang="zh-CN" altLang="en-US" sz="2000" b="1" dirty="0"/>
              <a:t>值</a:t>
            </a:r>
          </a:p>
        </p:txBody>
      </p:sp>
      <p:sp>
        <p:nvSpPr>
          <p:cNvPr id="28" name="矩形 27"/>
          <p:cNvSpPr/>
          <p:nvPr/>
        </p:nvSpPr>
        <p:spPr>
          <a:xfrm>
            <a:off x="4235351" y="1026096"/>
            <a:ext cx="4500500" cy="1131079"/>
          </a:xfrm>
          <a:prstGeom prst="rect">
            <a:avLst/>
          </a:prstGeom>
          <a:solidFill>
            <a:schemeClr val="accent4">
              <a:lumMod val="20000"/>
              <a:lumOff val="80000"/>
            </a:schemeClr>
          </a:solid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a:solidFill>
                  <a:prstClr val="black"/>
                </a:solidFill>
              </a:rPr>
              <a:t>uint32_t  </a:t>
            </a:r>
            <a:r>
              <a:rPr lang="en-US" altLang="zh-CN" b="1" dirty="0" err="1">
                <a:solidFill>
                  <a:prstClr val="black"/>
                </a:solidFill>
              </a:rPr>
              <a:t>HAL_GetTick</a:t>
            </a:r>
            <a:r>
              <a:rPr lang="en-US" altLang="zh-CN" b="1" dirty="0">
                <a:solidFill>
                  <a:prstClr val="black"/>
                </a:solidFill>
              </a:rPr>
              <a:t>(void)</a:t>
            </a:r>
          </a:p>
          <a:p>
            <a:pPr>
              <a:lnSpc>
                <a:spcPct val="125000"/>
              </a:lnSpc>
            </a:pPr>
            <a:r>
              <a:rPr lang="en-US" altLang="zh-CN" b="1" dirty="0" smtClean="0">
                <a:solidFill>
                  <a:prstClr val="black"/>
                </a:solidFill>
              </a:rPr>
              <a:t>{  </a:t>
            </a:r>
            <a:r>
              <a:rPr lang="en-US" altLang="zh-CN" b="1" dirty="0">
                <a:solidFill>
                  <a:prstClr val="black"/>
                </a:solidFill>
              </a:rPr>
              <a:t>return  </a:t>
            </a:r>
            <a:r>
              <a:rPr lang="en-US" altLang="zh-CN" b="1" dirty="0" err="1">
                <a:solidFill>
                  <a:prstClr val="black"/>
                </a:solidFill>
              </a:rPr>
              <a:t>uwTick</a:t>
            </a:r>
            <a:r>
              <a:rPr lang="en-US" altLang="zh-CN" b="1" dirty="0">
                <a:solidFill>
                  <a:prstClr val="black"/>
                </a:solidFill>
              </a:rPr>
              <a:t>;</a:t>
            </a:r>
          </a:p>
          <a:p>
            <a:pPr>
              <a:lnSpc>
                <a:spcPct val="125000"/>
              </a:lnSpc>
            </a:pPr>
            <a:r>
              <a:rPr lang="en-US" altLang="zh-CN" b="1" dirty="0" smtClean="0">
                <a:solidFill>
                  <a:prstClr val="black"/>
                </a:solidFill>
              </a:rPr>
              <a:t>}</a:t>
            </a:r>
            <a:endParaRPr lang="en-US" altLang="zh-CN" b="1" dirty="0">
              <a:solidFill>
                <a:prstClr val="black"/>
              </a:solidFill>
            </a:endParaRPr>
          </a:p>
        </p:txBody>
      </p:sp>
      <p:sp>
        <p:nvSpPr>
          <p:cNvPr id="8" name="TextBox 7"/>
          <p:cNvSpPr txBox="1"/>
          <p:nvPr/>
        </p:nvSpPr>
        <p:spPr>
          <a:xfrm>
            <a:off x="611560" y="2343289"/>
            <a:ext cx="3099379" cy="1015663"/>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zh-CN" altLang="en-US" sz="2000" b="1" dirty="0"/>
              <a:t>通过单击鼠标右键“</a:t>
            </a:r>
            <a:r>
              <a:rPr lang="en-GB" altLang="zh-CN" sz="2000" b="1" dirty="0"/>
              <a:t>Go To Definition of ‘ ’”</a:t>
            </a:r>
            <a:r>
              <a:rPr lang="zh-CN" altLang="en-US" sz="2000" b="1" dirty="0"/>
              <a:t>跳转到</a:t>
            </a:r>
            <a:r>
              <a:rPr lang="en-GB" altLang="zh-CN" sz="2000" b="1" dirty="0" err="1"/>
              <a:t>uwTick</a:t>
            </a:r>
            <a:endParaRPr lang="zh-CN" altLang="en-US" sz="2000" b="1" dirty="0"/>
          </a:p>
        </p:txBody>
      </p:sp>
      <p:sp>
        <p:nvSpPr>
          <p:cNvPr id="9" name="矩形 8"/>
          <p:cNvSpPr/>
          <p:nvPr/>
        </p:nvSpPr>
        <p:spPr>
          <a:xfrm>
            <a:off x="4235351" y="2343289"/>
            <a:ext cx="4500500" cy="1131079"/>
          </a:xfrm>
          <a:prstGeom prst="rect">
            <a:avLst/>
          </a:prstGeom>
          <a:solidFill>
            <a:schemeClr val="accent5">
              <a:lumMod val="40000"/>
              <a:lumOff val="60000"/>
            </a:schemeClr>
          </a:solid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b="1" dirty="0">
                <a:solidFill>
                  <a:prstClr val="black"/>
                </a:solidFill>
              </a:rPr>
              <a:t>__IO uint32_t  </a:t>
            </a:r>
            <a:r>
              <a:rPr lang="en-US" altLang="zh-CN" b="1" dirty="0" err="1">
                <a:solidFill>
                  <a:prstClr val="black"/>
                </a:solidFill>
              </a:rPr>
              <a:t>uwTick</a:t>
            </a:r>
            <a:r>
              <a:rPr lang="en-US" altLang="zh-CN" b="1" dirty="0">
                <a:solidFill>
                  <a:prstClr val="black"/>
                </a:solidFill>
              </a:rPr>
              <a:t>;</a:t>
            </a:r>
          </a:p>
          <a:p>
            <a:pPr>
              <a:lnSpc>
                <a:spcPct val="125000"/>
              </a:lnSpc>
            </a:pPr>
            <a:r>
              <a:rPr lang="en-US" altLang="zh-CN" b="1" dirty="0">
                <a:solidFill>
                  <a:prstClr val="black"/>
                </a:solidFill>
              </a:rPr>
              <a:t>__weak void </a:t>
            </a:r>
            <a:r>
              <a:rPr lang="en-US" altLang="zh-CN" b="1" dirty="0" err="1">
                <a:solidFill>
                  <a:prstClr val="black"/>
                </a:solidFill>
              </a:rPr>
              <a:t>HAL_IncTick</a:t>
            </a:r>
            <a:r>
              <a:rPr lang="en-US" altLang="zh-CN" b="1" dirty="0">
                <a:solidFill>
                  <a:prstClr val="black"/>
                </a:solidFill>
              </a:rPr>
              <a:t>(void)</a:t>
            </a:r>
          </a:p>
          <a:p>
            <a:pPr>
              <a:lnSpc>
                <a:spcPct val="125000"/>
              </a:lnSpc>
            </a:pPr>
            <a:r>
              <a:rPr lang="en-US" altLang="zh-CN" b="1" dirty="0" smtClean="0">
                <a:solidFill>
                  <a:prstClr val="black"/>
                </a:solidFill>
              </a:rPr>
              <a:t>{  </a:t>
            </a:r>
            <a:r>
              <a:rPr lang="en-US" altLang="zh-CN" b="1" dirty="0" err="1">
                <a:solidFill>
                  <a:prstClr val="black"/>
                </a:solidFill>
              </a:rPr>
              <a:t>uwTick</a:t>
            </a:r>
            <a:r>
              <a:rPr lang="en-US" altLang="zh-CN" b="1" dirty="0">
                <a:solidFill>
                  <a:prstClr val="black"/>
                </a:solidFill>
              </a:rPr>
              <a:t> += </a:t>
            </a:r>
            <a:r>
              <a:rPr lang="en-US" altLang="zh-CN" b="1" dirty="0" err="1">
                <a:solidFill>
                  <a:prstClr val="black"/>
                </a:solidFill>
              </a:rPr>
              <a:t>uwTickFreq</a:t>
            </a:r>
            <a:r>
              <a:rPr lang="en-US" altLang="zh-CN" b="1" dirty="0" smtClean="0">
                <a:solidFill>
                  <a:prstClr val="black"/>
                </a:solidFill>
              </a:rPr>
              <a:t>;  }</a:t>
            </a:r>
            <a:endParaRPr lang="en-US" altLang="zh-CN" b="1" dirty="0">
              <a:solidFill>
                <a:prstClr val="black"/>
              </a:solidFill>
            </a:endParaRPr>
          </a:p>
        </p:txBody>
      </p:sp>
      <p:sp>
        <p:nvSpPr>
          <p:cNvPr id="2" name="右箭头 1"/>
          <p:cNvSpPr/>
          <p:nvPr/>
        </p:nvSpPr>
        <p:spPr>
          <a:xfrm>
            <a:off x="3710939" y="1350132"/>
            <a:ext cx="524412" cy="324036"/>
          </a:xfrm>
          <a:prstGeom prst="rightArrow">
            <a:avLst/>
          </a:prstGeom>
          <a:solidFill>
            <a:schemeClr val="accent4">
              <a:lumMod val="20000"/>
              <a:lumOff val="80000"/>
            </a:schemeClr>
          </a:solidFill>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sz="1600" b="1" dirty="0" smtClean="0"/>
          </a:p>
        </p:txBody>
      </p:sp>
      <p:sp>
        <p:nvSpPr>
          <p:cNvPr id="11" name="右箭头 10"/>
          <p:cNvSpPr/>
          <p:nvPr/>
        </p:nvSpPr>
        <p:spPr>
          <a:xfrm>
            <a:off x="3710939" y="2521601"/>
            <a:ext cx="524412" cy="324036"/>
          </a:xfrm>
          <a:prstGeom prst="rightArrow">
            <a:avLst/>
          </a:prstGeom>
          <a:solidFill>
            <a:schemeClr val="accent5">
              <a:lumMod val="40000"/>
              <a:lumOff val="6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14" name="TextBox 13"/>
          <p:cNvSpPr txBox="1"/>
          <p:nvPr/>
        </p:nvSpPr>
        <p:spPr>
          <a:xfrm>
            <a:off x="611560" y="3762400"/>
            <a:ext cx="3099379" cy="1015663"/>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en-GB" altLang="zh-CN" sz="2000" b="1" dirty="0" err="1" smtClean="0"/>
              <a:t>uwTickFreq</a:t>
            </a:r>
            <a:r>
              <a:rPr lang="zh-CN" altLang="en-US" sz="2000" b="1" dirty="0"/>
              <a:t>的</a:t>
            </a:r>
            <a:r>
              <a:rPr lang="zh-CN" altLang="en-US" sz="2000" b="1" dirty="0" smtClean="0"/>
              <a:t>定义：</a:t>
            </a:r>
            <a:r>
              <a:rPr lang="en-GB" altLang="zh-CN" sz="2000" b="1" dirty="0" err="1" smtClean="0"/>
              <a:t>uwTickFreq</a:t>
            </a:r>
            <a:r>
              <a:rPr lang="zh-CN" altLang="en-US" sz="2000" b="1" dirty="0"/>
              <a:t>默认为系统的</a:t>
            </a:r>
            <a:r>
              <a:rPr lang="en-GB" altLang="zh-CN" sz="2000" b="1" dirty="0"/>
              <a:t>TICK</a:t>
            </a:r>
            <a:r>
              <a:rPr lang="zh-CN" altLang="en-GB" sz="2000" b="1" dirty="0"/>
              <a:t>，</a:t>
            </a:r>
            <a:r>
              <a:rPr lang="zh-CN" altLang="en-US" sz="2000" b="1" dirty="0"/>
              <a:t>频率为</a:t>
            </a:r>
            <a:r>
              <a:rPr lang="en-US" altLang="zh-CN" sz="2000" b="1" dirty="0"/>
              <a:t>1</a:t>
            </a:r>
            <a:r>
              <a:rPr lang="en-GB" altLang="zh-CN" sz="2000" b="1" dirty="0"/>
              <a:t>kHz</a:t>
            </a:r>
            <a:endParaRPr lang="zh-CN" altLang="en-US" sz="2000" b="1" dirty="0"/>
          </a:p>
        </p:txBody>
      </p:sp>
      <p:sp>
        <p:nvSpPr>
          <p:cNvPr id="15" name="矩形 14"/>
          <p:cNvSpPr/>
          <p:nvPr/>
        </p:nvSpPr>
        <p:spPr>
          <a:xfrm>
            <a:off x="4235351" y="3762400"/>
            <a:ext cx="4500500" cy="1149610"/>
          </a:xfrm>
          <a:prstGeom prst="rect">
            <a:avLst/>
          </a:prstGeom>
          <a:solidFill>
            <a:schemeClr val="accent3">
              <a:lumMod val="40000"/>
              <a:lumOff val="60000"/>
            </a:schemeClr>
          </a:solidFill>
          <a:ln>
            <a:noFill/>
          </a:ln>
        </p:spPr>
        <p:style>
          <a:lnRef idx="2">
            <a:schemeClr val="accent3"/>
          </a:lnRef>
          <a:fillRef idx="1">
            <a:schemeClr val="lt1"/>
          </a:fillRef>
          <a:effectRef idx="0">
            <a:schemeClr val="accent3"/>
          </a:effectRef>
          <a:fontRef idx="minor">
            <a:schemeClr val="dk1"/>
          </a:fontRef>
        </p:style>
        <p:txBody>
          <a:bodyPr wrap="square">
            <a:spAutoFit/>
          </a:bodyPr>
          <a:lstStyle/>
          <a:p>
            <a:pPr>
              <a:lnSpc>
                <a:spcPct val="125000"/>
              </a:lnSpc>
            </a:pPr>
            <a:r>
              <a:rPr lang="en-US" altLang="zh-CN" sz="1400" b="1" dirty="0">
                <a:solidFill>
                  <a:prstClr val="black"/>
                </a:solidFill>
              </a:rPr>
              <a:t>#define  HAL_MAX_DELAY  0xFFFFFFFFU</a:t>
            </a:r>
          </a:p>
          <a:p>
            <a:pPr>
              <a:lnSpc>
                <a:spcPct val="125000"/>
              </a:lnSpc>
            </a:pPr>
            <a:r>
              <a:rPr lang="en-US" altLang="zh-CN" sz="1400" b="1" dirty="0" err="1">
                <a:solidFill>
                  <a:prstClr val="black"/>
                </a:solidFill>
              </a:rPr>
              <a:t>HAL_TickFreqTypeDef</a:t>
            </a:r>
            <a:r>
              <a:rPr lang="en-US" altLang="zh-CN" sz="1400" b="1" dirty="0">
                <a:solidFill>
                  <a:prstClr val="black"/>
                </a:solidFill>
              </a:rPr>
              <a:t>  </a:t>
            </a:r>
            <a:r>
              <a:rPr lang="en-US" altLang="zh-CN" sz="1400" b="1" dirty="0" err="1">
                <a:solidFill>
                  <a:prstClr val="black"/>
                </a:solidFill>
              </a:rPr>
              <a:t>uwTickFreq</a:t>
            </a:r>
            <a:r>
              <a:rPr lang="en-US" altLang="zh-CN" sz="1400" b="1" dirty="0">
                <a:solidFill>
                  <a:prstClr val="black"/>
                </a:solidFill>
              </a:rPr>
              <a:t> = HAL_TICK_FREQ_DEFAULT;  /* 1KHz */</a:t>
            </a:r>
          </a:p>
          <a:p>
            <a:pPr>
              <a:lnSpc>
                <a:spcPct val="125000"/>
              </a:lnSpc>
            </a:pPr>
            <a:r>
              <a:rPr lang="en-US" altLang="zh-CN" sz="1400" b="1" dirty="0">
                <a:solidFill>
                  <a:prstClr val="black"/>
                </a:solidFill>
              </a:rPr>
              <a:t>HAL_TICK_FREQ_DEFAULT   = HAL_TICK_FREQ_1KHZ</a:t>
            </a:r>
          </a:p>
        </p:txBody>
      </p:sp>
      <p:sp>
        <p:nvSpPr>
          <p:cNvPr id="16" name="右箭头 15"/>
          <p:cNvSpPr/>
          <p:nvPr/>
        </p:nvSpPr>
        <p:spPr>
          <a:xfrm>
            <a:off x="3710939" y="3940712"/>
            <a:ext cx="524412" cy="324036"/>
          </a:xfrm>
          <a:prstGeom prst="rightArrow">
            <a:avLst/>
          </a:prstGeom>
          <a:solidFill>
            <a:schemeClr val="accent3">
              <a:lumMod val="40000"/>
              <a:lumOff val="60000"/>
            </a:schemeClr>
          </a:solidFill>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sz="1600" b="1" dirty="0" smtClean="0"/>
          </a:p>
        </p:txBody>
      </p:sp>
    </p:spTree>
    <p:extLst>
      <p:ext uri="{BB962C8B-B14F-4D97-AF65-F5344CB8AC3E}">
        <p14:creationId xmlns:p14="http://schemas.microsoft.com/office/powerpoint/2010/main" val="266747612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573930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5703806" cy="461665"/>
          </a:xfrm>
          <a:prstGeom prst="rect">
            <a:avLst/>
          </a:prstGeom>
        </p:spPr>
        <p:txBody>
          <a:bodyPr wrap="none">
            <a:spAutoFit/>
          </a:bodyPr>
          <a:lstStyle/>
          <a:p>
            <a:r>
              <a:rPr lang="en-US" altLang="zh-CN" sz="2400" b="1" dirty="0">
                <a:solidFill>
                  <a:schemeClr val="bg1"/>
                </a:solidFill>
                <a:latin typeface="微软雅黑" pitchFamily="34" charset="-122"/>
                <a:ea typeface="微软雅黑" pitchFamily="34" charset="-122"/>
              </a:rPr>
              <a:t>9.5 </a:t>
            </a:r>
            <a:r>
              <a:rPr lang="zh-CN" altLang="en-US" sz="2400" b="1" dirty="0">
                <a:solidFill>
                  <a:schemeClr val="bg1"/>
                </a:solidFill>
                <a:latin typeface="微软雅黑" pitchFamily="34" charset="-122"/>
                <a:ea typeface="微软雅黑" pitchFamily="34" charset="-122"/>
              </a:rPr>
              <a:t>定时器模块的</a:t>
            </a:r>
            <a:r>
              <a:rPr lang="en-US" altLang="zh-CN" sz="2400" b="1" dirty="0">
                <a:solidFill>
                  <a:schemeClr val="bg1"/>
                </a:solidFill>
                <a:latin typeface="微软雅黑" pitchFamily="34" charset="-122"/>
                <a:ea typeface="微软雅黑" pitchFamily="34" charset="-122"/>
              </a:rPr>
              <a:t>HAL</a:t>
            </a:r>
            <a:r>
              <a:rPr lang="zh-CN" altLang="en-US" sz="2400" b="1" dirty="0">
                <a:solidFill>
                  <a:schemeClr val="bg1"/>
                </a:solidFill>
                <a:latin typeface="微软雅黑" pitchFamily="34" charset="-122"/>
                <a:ea typeface="微软雅黑" pitchFamily="34" charset="-122"/>
              </a:rPr>
              <a:t>库接口函数及应用</a:t>
            </a:r>
            <a:endParaRPr lang="zh-CN" altLang="zh-CN" sz="2400" b="1" dirty="0">
              <a:solidFill>
                <a:schemeClr val="bg1"/>
              </a:solidFill>
              <a:latin typeface="微软雅黑" pitchFamily="34" charset="-122"/>
              <a:ea typeface="微软雅黑" pitchFamily="34" charset="-122"/>
            </a:endParaRPr>
          </a:p>
        </p:txBody>
      </p:sp>
      <p:sp>
        <p:nvSpPr>
          <p:cNvPr id="19" name="文本框 9"/>
          <p:cNvSpPr txBox="1"/>
          <p:nvPr/>
        </p:nvSpPr>
        <p:spPr>
          <a:xfrm>
            <a:off x="3635896" y="1355526"/>
            <a:ext cx="2180557" cy="523220"/>
          </a:xfrm>
          <a:prstGeom prst="rect">
            <a:avLst/>
          </a:prstGeom>
          <a:noFill/>
        </p:spPr>
        <p:txBody>
          <a:bodyPr wrap="square" rtlCol="0">
            <a:spAutoFit/>
          </a:bodyPr>
          <a:lstStyle/>
          <a:p>
            <a:pPr algn="ctr"/>
            <a:r>
              <a:rPr lang="zh-CN" altLang="en-US" sz="2800" b="1" dirty="0" smtClean="0">
                <a:solidFill>
                  <a:schemeClr val="accent5">
                    <a:lumMod val="75000"/>
                  </a:schemeClr>
                </a:solidFill>
                <a:latin typeface="微软雅黑" pitchFamily="34" charset="-122"/>
                <a:ea typeface="微软雅黑" pitchFamily="34" charset="-122"/>
                <a:sym typeface="思源黑体旧字形 ExtraLight" panose="020B0200000000000000" pitchFamily="34" charset="-128"/>
              </a:rPr>
              <a:t>目  录</a:t>
            </a:r>
            <a:endParaRPr lang="zh-CN" altLang="en-US" sz="2800" b="1" dirty="0">
              <a:solidFill>
                <a:schemeClr val="accent5">
                  <a:lumMod val="75000"/>
                </a:schemeClr>
              </a:solidFill>
              <a:latin typeface="微软雅黑" pitchFamily="34" charset="-122"/>
              <a:ea typeface="微软雅黑" pitchFamily="34" charset="-122"/>
              <a:sym typeface="思源黑体旧字形 ExtraLight" panose="020B0200000000000000" pitchFamily="34" charset="-128"/>
            </a:endParaRPr>
          </a:p>
        </p:txBody>
      </p:sp>
      <p:cxnSp>
        <p:nvCxnSpPr>
          <p:cNvPr id="20" name="直接连接符 19"/>
          <p:cNvCxnSpPr/>
          <p:nvPr/>
        </p:nvCxnSpPr>
        <p:spPr>
          <a:xfrm>
            <a:off x="1007688" y="1995686"/>
            <a:ext cx="7057802"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1941229" y="2427734"/>
            <a:ext cx="3799438" cy="461665"/>
          </a:xfrm>
          <a:prstGeom prst="rect">
            <a:avLst/>
          </a:prstGeom>
        </p:spPr>
        <p:txBody>
          <a:bodyPr wrap="none">
            <a:spAutoFit/>
          </a:bodyPr>
          <a:lstStyle/>
          <a:p>
            <a:r>
              <a:rPr lang="en-US" altLang="zh-CN" sz="2400" b="1" dirty="0" smtClean="0"/>
              <a:t>9.5.1</a:t>
            </a:r>
            <a:r>
              <a:rPr lang="zh-CN" altLang="en-US" sz="2400" b="1" dirty="0"/>
              <a:t>定时器</a:t>
            </a:r>
            <a:r>
              <a:rPr lang="en-US" altLang="zh-CN" sz="2400" b="1" dirty="0" smtClean="0"/>
              <a:t>HAL</a:t>
            </a:r>
            <a:r>
              <a:rPr lang="zh-CN" altLang="en-US" sz="2400" b="1" dirty="0" smtClean="0"/>
              <a:t>库接口</a:t>
            </a:r>
            <a:r>
              <a:rPr lang="zh-CN" altLang="en-US" sz="2400" b="1" dirty="0"/>
              <a:t>函数</a:t>
            </a:r>
          </a:p>
        </p:txBody>
      </p:sp>
      <p:sp>
        <p:nvSpPr>
          <p:cNvPr id="23" name="矩形 22"/>
          <p:cNvSpPr/>
          <p:nvPr/>
        </p:nvSpPr>
        <p:spPr>
          <a:xfrm>
            <a:off x="4461509" y="3219822"/>
            <a:ext cx="3799438" cy="461665"/>
          </a:xfrm>
          <a:prstGeom prst="rect">
            <a:avLst/>
          </a:prstGeom>
        </p:spPr>
        <p:txBody>
          <a:bodyPr wrap="none">
            <a:spAutoFit/>
          </a:bodyPr>
          <a:lstStyle/>
          <a:p>
            <a:r>
              <a:rPr lang="en-US" altLang="zh-CN" sz="2400" b="1" dirty="0" smtClean="0"/>
              <a:t>9.5.2</a:t>
            </a:r>
            <a:r>
              <a:rPr lang="zh-CN" altLang="en-US" sz="2400" b="1" dirty="0"/>
              <a:t>定时器</a:t>
            </a:r>
            <a:r>
              <a:rPr lang="en-US" altLang="zh-CN" sz="2400" b="1" dirty="0" smtClean="0"/>
              <a:t>HAL</a:t>
            </a:r>
            <a:r>
              <a:rPr lang="zh-CN" altLang="en-US" sz="2400" b="1" dirty="0" smtClean="0"/>
              <a:t>库应用</a:t>
            </a:r>
            <a:r>
              <a:rPr lang="zh-CN" altLang="en-US" sz="2400" b="1" dirty="0"/>
              <a:t>实例</a:t>
            </a:r>
          </a:p>
        </p:txBody>
      </p:sp>
      <p:sp>
        <p:nvSpPr>
          <p:cNvPr id="24" name="十字箭头标注 23"/>
          <p:cNvSpPr/>
          <p:nvPr/>
        </p:nvSpPr>
        <p:spPr>
          <a:xfrm>
            <a:off x="1221149" y="2406538"/>
            <a:ext cx="720080" cy="504056"/>
          </a:xfrm>
          <a:prstGeom prst="quadArrowCallout">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zh-CN" altLang="en-US" sz="1600" b="1" dirty="0" smtClean="0"/>
          </a:p>
        </p:txBody>
      </p:sp>
      <p:sp>
        <p:nvSpPr>
          <p:cNvPr id="27" name="十字箭头标注 26"/>
          <p:cNvSpPr/>
          <p:nvPr/>
        </p:nvSpPr>
        <p:spPr>
          <a:xfrm>
            <a:off x="3741429" y="3219822"/>
            <a:ext cx="720080" cy="504056"/>
          </a:xfrm>
          <a:prstGeom prst="quadArrowCallout">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zh-CN" altLang="en-US" sz="1600" b="1" dirty="0" smtClean="0"/>
          </a:p>
        </p:txBody>
      </p:sp>
    </p:spTree>
    <p:extLst>
      <p:ext uri="{BB962C8B-B14F-4D97-AF65-F5344CB8AC3E}">
        <p14:creationId xmlns:p14="http://schemas.microsoft.com/office/powerpoint/2010/main" val="3421588299"/>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1" y="339503"/>
            <a:ext cx="404124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868367" cy="461665"/>
          </a:xfrm>
          <a:prstGeom prst="rect">
            <a:avLst/>
          </a:prstGeom>
        </p:spPr>
        <p:txBody>
          <a:bodyPr wrap="none">
            <a:spAutoFit/>
          </a:bodyPr>
          <a:lstStyle/>
          <a:p>
            <a:r>
              <a:rPr lang="en-US" altLang="zh-CN" sz="2400" b="1" dirty="0" smtClean="0">
                <a:solidFill>
                  <a:schemeClr val="bg1"/>
                </a:solidFill>
              </a:rPr>
              <a:t>9.5.1 </a:t>
            </a:r>
            <a:r>
              <a:rPr lang="zh-CN" altLang="en-US" sz="2400" b="1" dirty="0" smtClean="0">
                <a:solidFill>
                  <a:schemeClr val="bg1"/>
                </a:solidFill>
              </a:rPr>
              <a:t>定时器</a:t>
            </a:r>
            <a:r>
              <a:rPr lang="en-US" altLang="zh-CN" sz="2400" b="1" dirty="0" smtClean="0">
                <a:solidFill>
                  <a:schemeClr val="bg1"/>
                </a:solidFill>
              </a:rPr>
              <a:t>HAL</a:t>
            </a:r>
            <a:r>
              <a:rPr lang="zh-CN" altLang="en-US" sz="2400" b="1" dirty="0" smtClean="0">
                <a:solidFill>
                  <a:schemeClr val="bg1"/>
                </a:solidFill>
              </a:rPr>
              <a:t>库接口</a:t>
            </a:r>
            <a:r>
              <a:rPr lang="zh-CN" altLang="en-US" sz="2400" b="1" dirty="0">
                <a:solidFill>
                  <a:schemeClr val="bg1"/>
                </a:solidFill>
              </a:rPr>
              <a:t>函数</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4824028" y="212123"/>
            <a:ext cx="3503543" cy="784830"/>
          </a:xfrm>
          <a:prstGeom prst="rect">
            <a:avLst/>
          </a:prstGeom>
        </p:spPr>
        <p:txBody>
          <a:bodyPr wrap="square">
            <a:spAutoFit/>
          </a:bodyPr>
          <a:lstStyle/>
          <a:p>
            <a:pPr lvl="0">
              <a:lnSpc>
                <a:spcPct val="125000"/>
              </a:lnSpc>
            </a:pPr>
            <a:r>
              <a:rPr lang="zh-CN" altLang="en-US" b="1" dirty="0">
                <a:solidFill>
                  <a:prstClr val="black"/>
                </a:solidFill>
              </a:rPr>
              <a:t>定时器模块的</a:t>
            </a:r>
            <a:r>
              <a:rPr lang="en-US" altLang="zh-CN" b="1" dirty="0">
                <a:solidFill>
                  <a:prstClr val="black"/>
                </a:solidFill>
              </a:rPr>
              <a:t>HAL</a:t>
            </a:r>
            <a:r>
              <a:rPr lang="zh-CN" altLang="en-US" b="1" dirty="0">
                <a:solidFill>
                  <a:prstClr val="black"/>
                </a:solidFill>
              </a:rPr>
              <a:t>库常用接口函数可分为七大</a:t>
            </a:r>
            <a:r>
              <a:rPr lang="zh-CN" altLang="en-US" b="1" dirty="0" smtClean="0">
                <a:solidFill>
                  <a:prstClr val="black"/>
                </a:solidFill>
              </a:rPr>
              <a:t>类：</a:t>
            </a:r>
            <a:endParaRPr lang="en-GB" altLang="zh-CN" b="1" dirty="0">
              <a:solidFill>
                <a:prstClr val="black"/>
              </a:solidFill>
            </a:endParaRPr>
          </a:p>
        </p:txBody>
      </p:sp>
      <p:graphicFrame>
        <p:nvGraphicFramePr>
          <p:cNvPr id="8" name="表格 7"/>
          <p:cNvGraphicFramePr>
            <a:graphicFrameLocks noGrp="1"/>
          </p:cNvGraphicFramePr>
          <p:nvPr>
            <p:extLst>
              <p:ext uri="{D42A27DB-BD31-4B8C-83A1-F6EECF244321}">
                <p14:modId xmlns:p14="http://schemas.microsoft.com/office/powerpoint/2010/main" val="4032201043"/>
              </p:ext>
            </p:extLst>
          </p:nvPr>
        </p:nvGraphicFramePr>
        <p:xfrm>
          <a:off x="647564" y="996953"/>
          <a:ext cx="8031046" cy="3904621"/>
        </p:xfrm>
        <a:graphic>
          <a:graphicData uri="http://schemas.openxmlformats.org/drawingml/2006/table">
            <a:tbl>
              <a:tblPr firstRow="1" firstCol="1" bandRow="1">
                <a:tableStyleId>{5C22544A-7EE6-4342-B048-85BDC9FD1C3A}</a:tableStyleId>
              </a:tblPr>
              <a:tblGrid>
                <a:gridCol w="803105"/>
                <a:gridCol w="7227941"/>
              </a:tblGrid>
              <a:tr h="247021">
                <a:tc>
                  <a:txBody>
                    <a:bodyPr/>
                    <a:lstStyle/>
                    <a:p>
                      <a:pPr algn="ctr">
                        <a:spcAft>
                          <a:spcPts val="0"/>
                        </a:spcAft>
                      </a:pPr>
                      <a:r>
                        <a:rPr lang="zh-CN" sz="1200" b="1" kern="0" dirty="0">
                          <a:effectLst/>
                        </a:rPr>
                        <a:t>类型</a:t>
                      </a:r>
                      <a:endParaRPr lang="zh-CN" sz="1600" b="1" kern="100" dirty="0">
                        <a:effectLst/>
                        <a:latin typeface="Calibri"/>
                        <a:ea typeface="宋体"/>
                        <a:cs typeface="Times New Roman"/>
                      </a:endParaRPr>
                    </a:p>
                  </a:txBody>
                  <a:tcPr marL="30304" marR="30304" marT="0" marB="0">
                    <a:solidFill>
                      <a:schemeClr val="accent5">
                        <a:lumMod val="75000"/>
                      </a:schemeClr>
                    </a:solidFill>
                  </a:tcPr>
                </a:tc>
                <a:tc>
                  <a:txBody>
                    <a:bodyPr/>
                    <a:lstStyle/>
                    <a:p>
                      <a:pPr algn="ctr">
                        <a:spcAft>
                          <a:spcPts val="0"/>
                        </a:spcAft>
                      </a:pPr>
                      <a:r>
                        <a:rPr lang="zh-CN" sz="1200" b="1" kern="0" dirty="0">
                          <a:effectLst/>
                        </a:rPr>
                        <a:t>函数及功能描述</a:t>
                      </a:r>
                      <a:endParaRPr lang="zh-CN" sz="1600" b="1" kern="100" dirty="0">
                        <a:effectLst/>
                        <a:latin typeface="Calibri"/>
                        <a:ea typeface="宋体"/>
                        <a:cs typeface="Times New Roman"/>
                      </a:endParaRPr>
                    </a:p>
                  </a:txBody>
                  <a:tcPr marL="30304" marR="30304" marT="0" marB="0">
                    <a:solidFill>
                      <a:schemeClr val="accent5">
                        <a:lumMod val="75000"/>
                      </a:schemeClr>
                    </a:solidFill>
                  </a:tcPr>
                </a:tc>
              </a:tr>
              <a:tr h="121217">
                <a:tc rowSpan="2">
                  <a:txBody>
                    <a:bodyPr/>
                    <a:lstStyle/>
                    <a:p>
                      <a:pPr algn="ctr">
                        <a:spcAft>
                          <a:spcPts val="0"/>
                        </a:spcAft>
                      </a:pPr>
                      <a:r>
                        <a:rPr lang="zh-CN" sz="1200" b="1" kern="0" dirty="0">
                          <a:effectLst/>
                        </a:rPr>
                        <a:t>基本定时器功能函数</a:t>
                      </a:r>
                      <a:endParaRPr lang="zh-CN" sz="1600" b="1" kern="100" dirty="0">
                        <a:effectLst/>
                        <a:latin typeface="Calibri"/>
                        <a:ea typeface="宋体"/>
                        <a:cs typeface="Times New Roman"/>
                      </a:endParaRPr>
                    </a:p>
                  </a:txBody>
                  <a:tcPr marL="30304" marR="30304" marT="0" marB="0" anchor="ctr">
                    <a:solidFill>
                      <a:schemeClr val="accent5">
                        <a:lumMod val="75000"/>
                      </a:schemeClr>
                    </a:solidFill>
                  </a:tcPr>
                </a:tc>
                <a:tc>
                  <a:txBody>
                    <a:bodyPr/>
                    <a:lstStyle/>
                    <a:p>
                      <a:pPr algn="just">
                        <a:spcAft>
                          <a:spcPts val="0"/>
                        </a:spcAft>
                      </a:pPr>
                      <a:r>
                        <a:rPr lang="en-US" sz="1200" b="1" kern="0" dirty="0" err="1">
                          <a:effectLst/>
                        </a:rPr>
                        <a:t>HAL_TIM_Base_Init</a:t>
                      </a:r>
                      <a:r>
                        <a:rPr lang="en-US" sz="1200" b="1" kern="0" dirty="0">
                          <a:effectLst/>
                        </a:rPr>
                        <a:t>(</a:t>
                      </a:r>
                      <a:r>
                        <a:rPr lang="en-US" sz="1200" b="1" kern="0" dirty="0" err="1">
                          <a:effectLst/>
                        </a:rPr>
                        <a:t>TIM_HandleTypeDef</a:t>
                      </a:r>
                      <a:r>
                        <a:rPr lang="en-US" sz="1200" b="1" kern="0" dirty="0">
                          <a:effectLst/>
                        </a:rPr>
                        <a:t> *</a:t>
                      </a:r>
                      <a:r>
                        <a:rPr lang="en-US" sz="1200" b="1" kern="0" dirty="0" err="1">
                          <a:effectLst/>
                        </a:rPr>
                        <a:t>htim</a:t>
                      </a:r>
                      <a:r>
                        <a:rPr lang="en-US" sz="1200" b="1" kern="0" dirty="0">
                          <a:effectLst/>
                        </a:rPr>
                        <a:t>);</a:t>
                      </a:r>
                      <a:endParaRPr lang="zh-CN" sz="1600" b="1" kern="100" dirty="0">
                        <a:effectLst/>
                      </a:endParaRPr>
                    </a:p>
                    <a:p>
                      <a:pPr algn="just">
                        <a:spcAft>
                          <a:spcPts val="0"/>
                        </a:spcAft>
                      </a:pPr>
                      <a:r>
                        <a:rPr lang="zh-CN" sz="1200" b="1" kern="0" dirty="0">
                          <a:effectLst/>
                        </a:rPr>
                        <a:t>功能描述：基本定时器初始化函数</a:t>
                      </a:r>
                      <a:endParaRPr lang="zh-CN" sz="1600" b="1" kern="100" dirty="0">
                        <a:effectLst/>
                        <a:latin typeface="Calibri"/>
                        <a:ea typeface="宋体"/>
                        <a:cs typeface="Times New Roman"/>
                      </a:endParaRPr>
                    </a:p>
                  </a:txBody>
                  <a:tcPr marL="30304" marR="30304" marT="0" marB="0"/>
                </a:tc>
              </a:tr>
              <a:tr h="121217">
                <a:tc vMerge="1">
                  <a:txBody>
                    <a:bodyPr/>
                    <a:lstStyle/>
                    <a:p>
                      <a:endParaRPr lang="zh-CN" altLang="en-US"/>
                    </a:p>
                  </a:txBody>
                  <a:tcPr/>
                </a:tc>
                <a:tc>
                  <a:txBody>
                    <a:bodyPr/>
                    <a:lstStyle/>
                    <a:p>
                      <a:pPr algn="just">
                        <a:spcAft>
                          <a:spcPts val="0"/>
                        </a:spcAft>
                      </a:pPr>
                      <a:r>
                        <a:rPr lang="en-US" sz="1200" b="1" kern="0">
                          <a:effectLst/>
                        </a:rPr>
                        <a:t>void HAL_TIM_Base_MspInit(TIM_HandleTypeDef *htim);</a:t>
                      </a:r>
                      <a:endParaRPr lang="zh-CN" sz="1600" b="1" kern="100">
                        <a:effectLst/>
                      </a:endParaRPr>
                    </a:p>
                    <a:p>
                      <a:pPr algn="just">
                        <a:spcAft>
                          <a:spcPts val="0"/>
                        </a:spcAft>
                      </a:pPr>
                      <a:r>
                        <a:rPr lang="zh-CN" sz="1200" b="1" kern="0">
                          <a:effectLst/>
                        </a:rPr>
                        <a:t>功能描述：基本定时器硬件初始化配置函数，该函数被</a:t>
                      </a:r>
                      <a:r>
                        <a:rPr lang="en-US" sz="1200" b="1" kern="0">
                          <a:effectLst/>
                        </a:rPr>
                        <a:t>HAL</a:t>
                      </a:r>
                      <a:r>
                        <a:rPr lang="zh-CN" sz="1200" b="1" kern="0">
                          <a:effectLst/>
                        </a:rPr>
                        <a:t>库内部调用</a:t>
                      </a:r>
                      <a:endParaRPr lang="zh-CN" sz="1600" b="1" kern="100">
                        <a:effectLst/>
                        <a:latin typeface="Calibri"/>
                        <a:ea typeface="宋体"/>
                        <a:cs typeface="Times New Roman"/>
                      </a:endParaRPr>
                    </a:p>
                  </a:txBody>
                  <a:tcPr marL="30304" marR="30304" marT="0" marB="0"/>
                </a:tc>
              </a:tr>
              <a:tr h="121217">
                <a:tc rowSpan="4">
                  <a:txBody>
                    <a:bodyPr/>
                    <a:lstStyle/>
                    <a:p>
                      <a:pPr algn="ctr">
                        <a:spcAft>
                          <a:spcPts val="0"/>
                        </a:spcAft>
                      </a:pPr>
                      <a:r>
                        <a:rPr lang="zh-CN" sz="1200" b="1" kern="0" dirty="0">
                          <a:effectLst/>
                        </a:rPr>
                        <a:t>定时器输出比较功能函数</a:t>
                      </a:r>
                      <a:endParaRPr lang="zh-CN" sz="1600" b="1" kern="100" dirty="0">
                        <a:effectLst/>
                        <a:latin typeface="Calibri"/>
                        <a:ea typeface="宋体"/>
                        <a:cs typeface="Times New Roman"/>
                      </a:endParaRPr>
                    </a:p>
                  </a:txBody>
                  <a:tcPr marL="30304" marR="30304" marT="0" marB="0" anchor="ctr">
                    <a:solidFill>
                      <a:schemeClr val="accent5">
                        <a:lumMod val="75000"/>
                      </a:schemeClr>
                    </a:solidFill>
                  </a:tcPr>
                </a:tc>
                <a:tc>
                  <a:txBody>
                    <a:bodyPr/>
                    <a:lstStyle/>
                    <a:p>
                      <a:pPr algn="just">
                        <a:spcAft>
                          <a:spcPts val="0"/>
                        </a:spcAft>
                      </a:pPr>
                      <a:r>
                        <a:rPr lang="en-US" sz="1200" b="1" kern="0">
                          <a:effectLst/>
                        </a:rPr>
                        <a:t>HAL_TIM_OC_Init(TIM_HandleTypeDef *htim);</a:t>
                      </a:r>
                      <a:endParaRPr lang="zh-CN" sz="1600" b="1" kern="100">
                        <a:effectLst/>
                      </a:endParaRPr>
                    </a:p>
                    <a:p>
                      <a:pPr algn="just">
                        <a:spcAft>
                          <a:spcPts val="0"/>
                        </a:spcAft>
                      </a:pPr>
                      <a:r>
                        <a:rPr lang="zh-CN" sz="1200" b="1" kern="0">
                          <a:effectLst/>
                        </a:rPr>
                        <a:t>功能描述：定时器输出比较的初始化函数</a:t>
                      </a:r>
                      <a:endParaRPr lang="zh-CN" sz="1600" b="1" kern="100">
                        <a:effectLst/>
                        <a:latin typeface="Calibri"/>
                        <a:ea typeface="宋体"/>
                        <a:cs typeface="Times New Roman"/>
                      </a:endParaRPr>
                    </a:p>
                  </a:txBody>
                  <a:tcPr marL="30304" marR="30304" marT="0" marB="0"/>
                </a:tc>
              </a:tr>
              <a:tr h="121217">
                <a:tc vMerge="1">
                  <a:txBody>
                    <a:bodyPr/>
                    <a:lstStyle/>
                    <a:p>
                      <a:endParaRPr lang="zh-CN" altLang="en-US"/>
                    </a:p>
                  </a:txBody>
                  <a:tcPr/>
                </a:tc>
                <a:tc>
                  <a:txBody>
                    <a:bodyPr/>
                    <a:lstStyle/>
                    <a:p>
                      <a:pPr algn="just">
                        <a:spcAft>
                          <a:spcPts val="0"/>
                        </a:spcAft>
                      </a:pPr>
                      <a:r>
                        <a:rPr lang="en-US" sz="1200" b="1" kern="0">
                          <a:effectLst/>
                        </a:rPr>
                        <a:t>HAL_TIM_OC_Start(TIM_HandleTypeDef *htim, uint32_t Channel);</a:t>
                      </a:r>
                      <a:endParaRPr lang="zh-CN" sz="1600" b="1" kern="100">
                        <a:effectLst/>
                      </a:endParaRPr>
                    </a:p>
                    <a:p>
                      <a:pPr algn="just">
                        <a:spcAft>
                          <a:spcPts val="0"/>
                        </a:spcAft>
                      </a:pPr>
                      <a:r>
                        <a:rPr lang="zh-CN" sz="1200" b="1" kern="0">
                          <a:effectLst/>
                        </a:rPr>
                        <a:t>功能描述：定时器输出比较轮询方式的启动函数</a:t>
                      </a:r>
                      <a:endParaRPr lang="zh-CN" sz="1600" b="1" kern="100">
                        <a:effectLst/>
                        <a:latin typeface="Calibri"/>
                        <a:ea typeface="宋体"/>
                        <a:cs typeface="Times New Roman"/>
                      </a:endParaRPr>
                    </a:p>
                  </a:txBody>
                  <a:tcPr marL="30304" marR="30304" marT="0" marB="0"/>
                </a:tc>
              </a:tr>
              <a:tr h="121217">
                <a:tc vMerge="1">
                  <a:txBody>
                    <a:bodyPr/>
                    <a:lstStyle/>
                    <a:p>
                      <a:endParaRPr lang="zh-CN" altLang="en-US"/>
                    </a:p>
                  </a:txBody>
                  <a:tcPr/>
                </a:tc>
                <a:tc>
                  <a:txBody>
                    <a:bodyPr/>
                    <a:lstStyle/>
                    <a:p>
                      <a:pPr algn="just">
                        <a:spcAft>
                          <a:spcPts val="0"/>
                        </a:spcAft>
                      </a:pPr>
                      <a:r>
                        <a:rPr lang="en-US" sz="1200" b="1" kern="0">
                          <a:effectLst/>
                        </a:rPr>
                        <a:t>HAL_TIM_OC_Start_IT(TIM_HandleTypeDef *htim, uint32_t Channel);</a:t>
                      </a:r>
                      <a:endParaRPr lang="zh-CN" sz="1600" b="1" kern="100">
                        <a:effectLst/>
                      </a:endParaRPr>
                    </a:p>
                    <a:p>
                      <a:pPr algn="just">
                        <a:spcAft>
                          <a:spcPts val="0"/>
                        </a:spcAft>
                      </a:pPr>
                      <a:r>
                        <a:rPr lang="zh-CN" sz="1200" b="1" kern="0">
                          <a:effectLst/>
                        </a:rPr>
                        <a:t>功能描述：定时器输出比较中断方式的启动函数</a:t>
                      </a:r>
                      <a:endParaRPr lang="zh-CN" sz="1600" b="1" kern="100">
                        <a:effectLst/>
                        <a:latin typeface="Calibri"/>
                        <a:ea typeface="宋体"/>
                        <a:cs typeface="Times New Roman"/>
                      </a:endParaRPr>
                    </a:p>
                  </a:txBody>
                  <a:tcPr marL="30304" marR="30304" marT="0" marB="0"/>
                </a:tc>
              </a:tr>
              <a:tr h="181825">
                <a:tc vMerge="1">
                  <a:txBody>
                    <a:bodyPr/>
                    <a:lstStyle/>
                    <a:p>
                      <a:endParaRPr lang="zh-CN" altLang="en-US"/>
                    </a:p>
                  </a:txBody>
                  <a:tcPr/>
                </a:tc>
                <a:tc>
                  <a:txBody>
                    <a:bodyPr/>
                    <a:lstStyle/>
                    <a:p>
                      <a:pPr algn="just">
                        <a:spcAft>
                          <a:spcPts val="0"/>
                        </a:spcAft>
                      </a:pPr>
                      <a:r>
                        <a:rPr lang="en-US" sz="1200" b="1" kern="0">
                          <a:effectLst/>
                        </a:rPr>
                        <a:t>HAL_TIM_OC_Start_DMA(TIM_HandleTypeDef *htim, uint32_t Channel, uint32_t *pData, uint16_t Length);</a:t>
                      </a:r>
                      <a:endParaRPr lang="zh-CN" sz="1600" b="1" kern="100">
                        <a:effectLst/>
                      </a:endParaRPr>
                    </a:p>
                    <a:p>
                      <a:pPr algn="just">
                        <a:spcAft>
                          <a:spcPts val="0"/>
                        </a:spcAft>
                      </a:pPr>
                      <a:r>
                        <a:rPr lang="zh-CN" sz="1200" b="1" kern="0">
                          <a:effectLst/>
                        </a:rPr>
                        <a:t>功能描述：定时器输出比较</a:t>
                      </a:r>
                      <a:r>
                        <a:rPr lang="en-US" sz="1200" b="1" kern="0">
                          <a:effectLst/>
                        </a:rPr>
                        <a:t>DMA</a:t>
                      </a:r>
                      <a:r>
                        <a:rPr lang="zh-CN" sz="1200" b="1" kern="0">
                          <a:effectLst/>
                        </a:rPr>
                        <a:t>方式的启动函数</a:t>
                      </a:r>
                      <a:endParaRPr lang="zh-CN" sz="1600" b="1" kern="100">
                        <a:effectLst/>
                        <a:latin typeface="Calibri"/>
                        <a:ea typeface="宋体"/>
                        <a:cs typeface="Times New Roman"/>
                      </a:endParaRPr>
                    </a:p>
                  </a:txBody>
                  <a:tcPr marL="30304" marR="30304" marT="0" marB="0"/>
                </a:tc>
              </a:tr>
              <a:tr h="121217">
                <a:tc rowSpan="4">
                  <a:txBody>
                    <a:bodyPr/>
                    <a:lstStyle/>
                    <a:p>
                      <a:pPr algn="ctr">
                        <a:spcAft>
                          <a:spcPts val="0"/>
                        </a:spcAft>
                      </a:pPr>
                      <a:r>
                        <a:rPr lang="zh-CN" sz="1200" b="1" kern="0" dirty="0">
                          <a:effectLst/>
                        </a:rPr>
                        <a:t>定时器</a:t>
                      </a:r>
                      <a:r>
                        <a:rPr lang="en-US" sz="1200" b="1" kern="0" dirty="0">
                          <a:effectLst/>
                        </a:rPr>
                        <a:t>PWM</a:t>
                      </a:r>
                      <a:r>
                        <a:rPr lang="zh-CN" sz="1200" b="1" kern="0" dirty="0">
                          <a:effectLst/>
                        </a:rPr>
                        <a:t>函数</a:t>
                      </a:r>
                      <a:endParaRPr lang="zh-CN" sz="1600" b="1" kern="100" dirty="0">
                        <a:effectLst/>
                        <a:latin typeface="Calibri"/>
                        <a:ea typeface="宋体"/>
                        <a:cs typeface="Times New Roman"/>
                      </a:endParaRPr>
                    </a:p>
                  </a:txBody>
                  <a:tcPr marL="30304" marR="30304" marT="0" marB="0" anchor="ctr">
                    <a:solidFill>
                      <a:schemeClr val="accent5">
                        <a:lumMod val="75000"/>
                      </a:schemeClr>
                    </a:solidFill>
                  </a:tcPr>
                </a:tc>
                <a:tc>
                  <a:txBody>
                    <a:bodyPr/>
                    <a:lstStyle/>
                    <a:p>
                      <a:pPr algn="just">
                        <a:spcAft>
                          <a:spcPts val="0"/>
                        </a:spcAft>
                      </a:pPr>
                      <a:r>
                        <a:rPr lang="en-US" sz="1200" b="1" kern="0">
                          <a:effectLst/>
                        </a:rPr>
                        <a:t>HAL_TIM_PWM_Init(TIM_HandleTypeDef *htim);</a:t>
                      </a:r>
                      <a:endParaRPr lang="zh-CN" sz="1600" b="1" kern="100">
                        <a:effectLst/>
                      </a:endParaRPr>
                    </a:p>
                    <a:p>
                      <a:pPr algn="just">
                        <a:spcAft>
                          <a:spcPts val="0"/>
                        </a:spcAft>
                      </a:pPr>
                      <a:r>
                        <a:rPr lang="zh-CN" sz="1200" b="1" kern="0">
                          <a:effectLst/>
                        </a:rPr>
                        <a:t>功能描述：定时器</a:t>
                      </a:r>
                      <a:r>
                        <a:rPr lang="en-US" sz="1200" b="1" kern="0">
                          <a:effectLst/>
                        </a:rPr>
                        <a:t>PWM</a:t>
                      </a:r>
                      <a:r>
                        <a:rPr lang="zh-CN" sz="1200" b="1" kern="0">
                          <a:effectLst/>
                        </a:rPr>
                        <a:t>初始化函数</a:t>
                      </a:r>
                      <a:endParaRPr lang="zh-CN" sz="1600" b="1" kern="100">
                        <a:effectLst/>
                        <a:latin typeface="Calibri"/>
                        <a:ea typeface="宋体"/>
                        <a:cs typeface="Times New Roman"/>
                      </a:endParaRPr>
                    </a:p>
                  </a:txBody>
                  <a:tcPr marL="30304" marR="30304" marT="0" marB="0"/>
                </a:tc>
              </a:tr>
              <a:tr h="121217">
                <a:tc vMerge="1">
                  <a:txBody>
                    <a:bodyPr/>
                    <a:lstStyle/>
                    <a:p>
                      <a:endParaRPr lang="zh-CN" altLang="en-US"/>
                    </a:p>
                  </a:txBody>
                  <a:tcPr/>
                </a:tc>
                <a:tc>
                  <a:txBody>
                    <a:bodyPr/>
                    <a:lstStyle/>
                    <a:p>
                      <a:pPr algn="just">
                        <a:spcAft>
                          <a:spcPts val="0"/>
                        </a:spcAft>
                      </a:pPr>
                      <a:r>
                        <a:rPr lang="en-US" sz="1200" b="1" kern="0">
                          <a:effectLst/>
                        </a:rPr>
                        <a:t>HAL_TIM_PWM_Start(TIM_HandleTypeDef *htim, uint32_t Channel);</a:t>
                      </a:r>
                      <a:endParaRPr lang="zh-CN" sz="1600" b="1" kern="100">
                        <a:effectLst/>
                      </a:endParaRPr>
                    </a:p>
                    <a:p>
                      <a:pPr algn="just">
                        <a:spcAft>
                          <a:spcPts val="0"/>
                        </a:spcAft>
                      </a:pPr>
                      <a:r>
                        <a:rPr lang="zh-CN" sz="1200" b="1" kern="0">
                          <a:effectLst/>
                        </a:rPr>
                        <a:t>功能描述：启动定时器</a:t>
                      </a:r>
                      <a:r>
                        <a:rPr lang="en-US" sz="1200" b="1" kern="0">
                          <a:effectLst/>
                        </a:rPr>
                        <a:t>PWM</a:t>
                      </a:r>
                      <a:r>
                        <a:rPr lang="zh-CN" sz="1200" b="1" kern="0">
                          <a:effectLst/>
                        </a:rPr>
                        <a:t>轮询方式的函数</a:t>
                      </a:r>
                      <a:endParaRPr lang="zh-CN" sz="1600" b="1" kern="100">
                        <a:effectLst/>
                        <a:latin typeface="Calibri"/>
                        <a:ea typeface="宋体"/>
                        <a:cs typeface="Times New Roman"/>
                      </a:endParaRPr>
                    </a:p>
                  </a:txBody>
                  <a:tcPr marL="30304" marR="30304" marT="0" marB="0"/>
                </a:tc>
              </a:tr>
              <a:tr h="121217">
                <a:tc vMerge="1">
                  <a:txBody>
                    <a:bodyPr/>
                    <a:lstStyle/>
                    <a:p>
                      <a:endParaRPr lang="zh-CN" altLang="en-US"/>
                    </a:p>
                  </a:txBody>
                  <a:tcPr/>
                </a:tc>
                <a:tc>
                  <a:txBody>
                    <a:bodyPr/>
                    <a:lstStyle/>
                    <a:p>
                      <a:pPr algn="just">
                        <a:spcAft>
                          <a:spcPts val="0"/>
                        </a:spcAft>
                      </a:pPr>
                      <a:r>
                        <a:rPr lang="en-US" sz="1200" b="1" kern="0">
                          <a:effectLst/>
                        </a:rPr>
                        <a:t>HAL_TIM_PWM_Start_IT(TIM_HandleTypeDef *htim, uint32_t Channel);</a:t>
                      </a:r>
                      <a:endParaRPr lang="zh-CN" sz="1600" b="1" kern="100">
                        <a:effectLst/>
                      </a:endParaRPr>
                    </a:p>
                    <a:p>
                      <a:pPr algn="just">
                        <a:spcAft>
                          <a:spcPts val="0"/>
                        </a:spcAft>
                      </a:pPr>
                      <a:r>
                        <a:rPr lang="zh-CN" sz="1200" b="1" kern="0">
                          <a:effectLst/>
                        </a:rPr>
                        <a:t>功能描述：启动定时器</a:t>
                      </a:r>
                      <a:r>
                        <a:rPr lang="en-US" sz="1200" b="1" kern="0">
                          <a:effectLst/>
                        </a:rPr>
                        <a:t>PWM</a:t>
                      </a:r>
                      <a:r>
                        <a:rPr lang="zh-CN" sz="1200" b="1" kern="0">
                          <a:effectLst/>
                        </a:rPr>
                        <a:t>中断方式的函数</a:t>
                      </a:r>
                      <a:endParaRPr lang="zh-CN" sz="1600" b="1" kern="100">
                        <a:effectLst/>
                        <a:latin typeface="Calibri"/>
                        <a:ea typeface="宋体"/>
                        <a:cs typeface="Times New Roman"/>
                      </a:endParaRPr>
                    </a:p>
                  </a:txBody>
                  <a:tcPr marL="30304" marR="30304" marT="0" marB="0"/>
                </a:tc>
              </a:tr>
              <a:tr h="181825">
                <a:tc vMerge="1">
                  <a:txBody>
                    <a:bodyPr/>
                    <a:lstStyle/>
                    <a:p>
                      <a:endParaRPr lang="zh-CN" altLang="en-US"/>
                    </a:p>
                  </a:txBody>
                  <a:tcPr/>
                </a:tc>
                <a:tc>
                  <a:txBody>
                    <a:bodyPr/>
                    <a:lstStyle/>
                    <a:p>
                      <a:pPr algn="just">
                        <a:spcAft>
                          <a:spcPts val="0"/>
                        </a:spcAft>
                      </a:pPr>
                      <a:r>
                        <a:rPr lang="en-US" sz="1200" b="1" kern="0" dirty="0" err="1">
                          <a:effectLst/>
                        </a:rPr>
                        <a:t>HAL_TIM_PWM_Start_DMA</a:t>
                      </a:r>
                      <a:r>
                        <a:rPr lang="en-US" sz="1200" b="1" kern="0" dirty="0">
                          <a:effectLst/>
                        </a:rPr>
                        <a:t>(</a:t>
                      </a:r>
                      <a:r>
                        <a:rPr lang="en-US" sz="1200" b="1" kern="0" dirty="0" err="1">
                          <a:effectLst/>
                        </a:rPr>
                        <a:t>TIM_HandleTypeDef</a:t>
                      </a:r>
                      <a:r>
                        <a:rPr lang="en-US" sz="1200" b="1" kern="0" dirty="0">
                          <a:effectLst/>
                        </a:rPr>
                        <a:t> *</a:t>
                      </a:r>
                      <a:r>
                        <a:rPr lang="en-US" sz="1200" b="1" kern="0" dirty="0" err="1">
                          <a:effectLst/>
                        </a:rPr>
                        <a:t>htim</a:t>
                      </a:r>
                      <a:r>
                        <a:rPr lang="en-US" sz="1200" b="1" kern="0" dirty="0">
                          <a:effectLst/>
                        </a:rPr>
                        <a:t>, uint32_t Channel, uint32_t *</a:t>
                      </a:r>
                      <a:r>
                        <a:rPr lang="en-US" sz="1200" b="1" kern="0" dirty="0" err="1">
                          <a:effectLst/>
                        </a:rPr>
                        <a:t>pData</a:t>
                      </a:r>
                      <a:r>
                        <a:rPr lang="en-US" sz="1200" b="1" kern="0" dirty="0">
                          <a:effectLst/>
                        </a:rPr>
                        <a:t>, uint16_t Length);</a:t>
                      </a:r>
                      <a:endParaRPr lang="zh-CN" sz="1600" b="1" kern="100" dirty="0">
                        <a:effectLst/>
                      </a:endParaRPr>
                    </a:p>
                    <a:p>
                      <a:pPr algn="just">
                        <a:spcAft>
                          <a:spcPts val="0"/>
                        </a:spcAft>
                      </a:pPr>
                      <a:r>
                        <a:rPr lang="zh-CN" sz="1200" b="1" kern="0" dirty="0">
                          <a:effectLst/>
                        </a:rPr>
                        <a:t>功能描述：启动定时器</a:t>
                      </a:r>
                      <a:r>
                        <a:rPr lang="en-US" sz="1200" b="1" kern="0" dirty="0">
                          <a:effectLst/>
                        </a:rPr>
                        <a:t>PWM</a:t>
                      </a:r>
                      <a:r>
                        <a:rPr lang="zh-CN" sz="1200" b="1" kern="0" dirty="0">
                          <a:effectLst/>
                        </a:rPr>
                        <a:t>的</a:t>
                      </a:r>
                      <a:r>
                        <a:rPr lang="en-US" sz="1200" b="1" kern="0" dirty="0">
                          <a:effectLst/>
                        </a:rPr>
                        <a:t>DMA</a:t>
                      </a:r>
                      <a:r>
                        <a:rPr lang="zh-CN" sz="1200" b="1" kern="0" dirty="0">
                          <a:effectLst/>
                        </a:rPr>
                        <a:t>方式的函数</a:t>
                      </a:r>
                      <a:endParaRPr lang="zh-CN" sz="1600" b="1" kern="100" dirty="0">
                        <a:effectLst/>
                        <a:latin typeface="Calibri"/>
                        <a:ea typeface="宋体"/>
                        <a:cs typeface="Times New Roman"/>
                      </a:endParaRPr>
                    </a:p>
                  </a:txBody>
                  <a:tcPr marL="30304" marR="30304" marT="0" marB="0"/>
                </a:tc>
              </a:tr>
            </a:tbl>
          </a:graphicData>
        </a:graphic>
      </p:graphicFrame>
    </p:spTree>
    <p:extLst>
      <p:ext uri="{BB962C8B-B14F-4D97-AF65-F5344CB8AC3E}">
        <p14:creationId xmlns:p14="http://schemas.microsoft.com/office/powerpoint/2010/main" val="383182249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1" y="339503"/>
            <a:ext cx="404124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868367" cy="461665"/>
          </a:xfrm>
          <a:prstGeom prst="rect">
            <a:avLst/>
          </a:prstGeom>
        </p:spPr>
        <p:txBody>
          <a:bodyPr wrap="none">
            <a:spAutoFit/>
          </a:bodyPr>
          <a:lstStyle/>
          <a:p>
            <a:r>
              <a:rPr lang="en-US" altLang="zh-CN" sz="2400" b="1" dirty="0" smtClean="0">
                <a:solidFill>
                  <a:schemeClr val="bg1"/>
                </a:solidFill>
              </a:rPr>
              <a:t>9.5.1 </a:t>
            </a:r>
            <a:r>
              <a:rPr lang="zh-CN" altLang="en-US" sz="2400" b="1" dirty="0" smtClean="0">
                <a:solidFill>
                  <a:schemeClr val="bg1"/>
                </a:solidFill>
              </a:rPr>
              <a:t>定时器</a:t>
            </a:r>
            <a:r>
              <a:rPr lang="en-US" altLang="zh-CN" sz="2400" b="1" dirty="0" smtClean="0">
                <a:solidFill>
                  <a:schemeClr val="bg1"/>
                </a:solidFill>
              </a:rPr>
              <a:t>HAL</a:t>
            </a:r>
            <a:r>
              <a:rPr lang="zh-CN" altLang="en-US" sz="2400" b="1" dirty="0" smtClean="0">
                <a:solidFill>
                  <a:schemeClr val="bg1"/>
                </a:solidFill>
              </a:rPr>
              <a:t>库接口</a:t>
            </a:r>
            <a:r>
              <a:rPr lang="zh-CN" altLang="en-US" sz="2400" b="1" dirty="0">
                <a:solidFill>
                  <a:schemeClr val="bg1"/>
                </a:solidFill>
              </a:rPr>
              <a:t>函数</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4816131" y="123478"/>
            <a:ext cx="3503543" cy="784830"/>
          </a:xfrm>
          <a:prstGeom prst="rect">
            <a:avLst/>
          </a:prstGeom>
        </p:spPr>
        <p:txBody>
          <a:bodyPr wrap="square">
            <a:spAutoFit/>
          </a:bodyPr>
          <a:lstStyle/>
          <a:p>
            <a:pPr lvl="0">
              <a:lnSpc>
                <a:spcPct val="125000"/>
              </a:lnSpc>
            </a:pPr>
            <a:r>
              <a:rPr lang="zh-CN" altLang="en-US" b="1" dirty="0">
                <a:solidFill>
                  <a:prstClr val="black"/>
                </a:solidFill>
              </a:rPr>
              <a:t>定时器模块的</a:t>
            </a:r>
            <a:r>
              <a:rPr lang="en-US" altLang="zh-CN" b="1" dirty="0">
                <a:solidFill>
                  <a:prstClr val="black"/>
                </a:solidFill>
              </a:rPr>
              <a:t>HAL</a:t>
            </a:r>
            <a:r>
              <a:rPr lang="zh-CN" altLang="en-US" b="1" dirty="0">
                <a:solidFill>
                  <a:prstClr val="black"/>
                </a:solidFill>
              </a:rPr>
              <a:t>库常用接口函数可分为七大</a:t>
            </a:r>
            <a:r>
              <a:rPr lang="zh-CN" altLang="en-US" b="1" dirty="0" smtClean="0">
                <a:solidFill>
                  <a:prstClr val="black"/>
                </a:solidFill>
              </a:rPr>
              <a:t>类：</a:t>
            </a:r>
            <a:endParaRPr lang="en-GB" altLang="zh-CN" b="1" dirty="0">
              <a:solidFill>
                <a:prstClr val="black"/>
              </a:solidFill>
            </a:endParaRPr>
          </a:p>
        </p:txBody>
      </p:sp>
      <p:graphicFrame>
        <p:nvGraphicFramePr>
          <p:cNvPr id="2" name="表格 1"/>
          <p:cNvGraphicFramePr>
            <a:graphicFrameLocks noGrp="1"/>
          </p:cNvGraphicFramePr>
          <p:nvPr>
            <p:extLst>
              <p:ext uri="{D42A27DB-BD31-4B8C-83A1-F6EECF244321}">
                <p14:modId xmlns:p14="http://schemas.microsoft.com/office/powerpoint/2010/main" val="3721256152"/>
              </p:ext>
            </p:extLst>
          </p:nvPr>
        </p:nvGraphicFramePr>
        <p:xfrm>
          <a:off x="575556" y="922867"/>
          <a:ext cx="7992888" cy="3977196"/>
        </p:xfrm>
        <a:graphic>
          <a:graphicData uri="http://schemas.openxmlformats.org/drawingml/2006/table">
            <a:tbl>
              <a:tblPr firstRow="1" firstCol="1" bandRow="1">
                <a:tableStyleId>{5C22544A-7EE6-4342-B048-85BDC9FD1C3A}</a:tableStyleId>
              </a:tblPr>
              <a:tblGrid>
                <a:gridCol w="1008112"/>
                <a:gridCol w="6984776"/>
              </a:tblGrid>
              <a:tr h="350076">
                <a:tc>
                  <a:txBody>
                    <a:bodyPr/>
                    <a:lstStyle/>
                    <a:p>
                      <a:pPr algn="ctr">
                        <a:spcAft>
                          <a:spcPts val="0"/>
                        </a:spcAft>
                      </a:pPr>
                      <a:r>
                        <a:rPr lang="zh-CN" sz="1400" b="1" kern="0" dirty="0">
                          <a:effectLst/>
                        </a:rPr>
                        <a:t>类型</a:t>
                      </a:r>
                      <a:endParaRPr lang="zh-CN" sz="1800" b="1" kern="100" dirty="0">
                        <a:effectLst/>
                        <a:latin typeface="Calibri"/>
                        <a:ea typeface="宋体"/>
                        <a:cs typeface="Times New Roman"/>
                      </a:endParaRPr>
                    </a:p>
                  </a:txBody>
                  <a:tcPr marL="30304" marR="30304" marT="0" marB="0" anchor="ctr">
                    <a:solidFill>
                      <a:schemeClr val="accent5">
                        <a:lumMod val="75000"/>
                      </a:schemeClr>
                    </a:solidFill>
                  </a:tcPr>
                </a:tc>
                <a:tc>
                  <a:txBody>
                    <a:bodyPr/>
                    <a:lstStyle/>
                    <a:p>
                      <a:pPr algn="ctr">
                        <a:spcAft>
                          <a:spcPts val="0"/>
                        </a:spcAft>
                      </a:pPr>
                      <a:r>
                        <a:rPr lang="zh-CN" sz="1400" b="1" kern="0" dirty="0">
                          <a:effectLst/>
                        </a:rPr>
                        <a:t>函数及功能描述</a:t>
                      </a:r>
                      <a:endParaRPr lang="zh-CN" sz="1800" b="1" kern="100" dirty="0">
                        <a:effectLst/>
                        <a:latin typeface="Calibri"/>
                        <a:ea typeface="宋体"/>
                        <a:cs typeface="Times New Roman"/>
                      </a:endParaRPr>
                    </a:p>
                  </a:txBody>
                  <a:tcPr marL="30304" marR="30304" marT="0" marB="0" anchor="ctr">
                    <a:solidFill>
                      <a:schemeClr val="accent5">
                        <a:lumMod val="75000"/>
                      </a:schemeClr>
                    </a:solidFill>
                  </a:tcPr>
                </a:tc>
              </a:tr>
              <a:tr h="418004">
                <a:tc rowSpan="4">
                  <a:txBody>
                    <a:bodyPr/>
                    <a:lstStyle/>
                    <a:p>
                      <a:pPr algn="ctr">
                        <a:spcAft>
                          <a:spcPts val="0"/>
                        </a:spcAft>
                      </a:pPr>
                      <a:r>
                        <a:rPr lang="zh-CN" sz="1400" b="1" kern="0" dirty="0">
                          <a:effectLst/>
                        </a:rPr>
                        <a:t>定时器输入捕获函数</a:t>
                      </a:r>
                      <a:endParaRPr lang="zh-CN" sz="1800" b="1" kern="100" dirty="0">
                        <a:effectLst/>
                        <a:latin typeface="Calibri"/>
                        <a:ea typeface="宋体"/>
                        <a:cs typeface="Times New Roman"/>
                      </a:endParaRPr>
                    </a:p>
                  </a:txBody>
                  <a:tcPr marL="30304" marR="30304" marT="0" marB="0" anchor="ctr">
                    <a:solidFill>
                      <a:schemeClr val="accent5">
                        <a:lumMod val="75000"/>
                      </a:schemeClr>
                    </a:solidFill>
                  </a:tcPr>
                </a:tc>
                <a:tc>
                  <a:txBody>
                    <a:bodyPr/>
                    <a:lstStyle/>
                    <a:p>
                      <a:pPr algn="just">
                        <a:spcAft>
                          <a:spcPts val="0"/>
                        </a:spcAft>
                      </a:pPr>
                      <a:r>
                        <a:rPr lang="en-US" sz="1400" b="1" kern="0" dirty="0" err="1">
                          <a:effectLst/>
                        </a:rPr>
                        <a:t>HAL_TIM_IC_Init</a:t>
                      </a:r>
                      <a:r>
                        <a:rPr lang="en-US" sz="1400" b="1" kern="0" dirty="0">
                          <a:effectLst/>
                        </a:rPr>
                        <a:t>(</a:t>
                      </a:r>
                      <a:r>
                        <a:rPr lang="en-US" sz="1400" b="1" kern="0" dirty="0" err="1">
                          <a:effectLst/>
                        </a:rPr>
                        <a:t>TIM_HandleTypeDef</a:t>
                      </a:r>
                      <a:r>
                        <a:rPr lang="en-US" sz="1400" b="1" kern="0" dirty="0">
                          <a:effectLst/>
                        </a:rPr>
                        <a:t> *</a:t>
                      </a:r>
                      <a:r>
                        <a:rPr lang="en-US" sz="1400" b="1" kern="0" dirty="0" err="1">
                          <a:effectLst/>
                        </a:rPr>
                        <a:t>htim</a:t>
                      </a:r>
                      <a:r>
                        <a:rPr lang="en-US" sz="1400" b="1" kern="0" dirty="0">
                          <a:effectLst/>
                        </a:rPr>
                        <a:t>);</a:t>
                      </a:r>
                      <a:endParaRPr lang="zh-CN" sz="1800" b="1" kern="100" dirty="0">
                        <a:effectLst/>
                      </a:endParaRPr>
                    </a:p>
                    <a:p>
                      <a:pPr algn="just">
                        <a:spcAft>
                          <a:spcPts val="0"/>
                        </a:spcAft>
                      </a:pPr>
                      <a:r>
                        <a:rPr lang="zh-CN" sz="1400" b="1" kern="0" dirty="0">
                          <a:effectLst/>
                        </a:rPr>
                        <a:t>功能描述：定时器输入捕获初始化函数</a:t>
                      </a:r>
                      <a:endParaRPr lang="zh-CN" sz="1800" b="1" kern="100" dirty="0">
                        <a:effectLst/>
                        <a:latin typeface="Calibri"/>
                        <a:ea typeface="宋体"/>
                        <a:cs typeface="Times New Roman"/>
                      </a:endParaRPr>
                    </a:p>
                  </a:txBody>
                  <a:tcPr marL="30304" marR="30304" marT="0" marB="0"/>
                </a:tc>
              </a:tr>
              <a:tr h="418004">
                <a:tc vMerge="1">
                  <a:txBody>
                    <a:bodyPr/>
                    <a:lstStyle/>
                    <a:p>
                      <a:endParaRPr lang="zh-CN" altLang="en-US"/>
                    </a:p>
                  </a:txBody>
                  <a:tcPr/>
                </a:tc>
                <a:tc>
                  <a:txBody>
                    <a:bodyPr/>
                    <a:lstStyle/>
                    <a:p>
                      <a:pPr algn="just">
                        <a:spcAft>
                          <a:spcPts val="0"/>
                        </a:spcAft>
                      </a:pPr>
                      <a:r>
                        <a:rPr lang="en-US" sz="1400" b="1" kern="0" dirty="0" err="1">
                          <a:effectLst/>
                        </a:rPr>
                        <a:t>HAL_TIM_IC_Start</a:t>
                      </a:r>
                      <a:r>
                        <a:rPr lang="en-US" sz="1400" b="1" kern="0" dirty="0">
                          <a:effectLst/>
                        </a:rPr>
                        <a:t>(</a:t>
                      </a:r>
                      <a:r>
                        <a:rPr lang="en-US" sz="1400" b="1" kern="0" dirty="0" err="1">
                          <a:effectLst/>
                        </a:rPr>
                        <a:t>TIM_HandleTypeDef</a:t>
                      </a:r>
                      <a:r>
                        <a:rPr lang="en-US" sz="1400" b="1" kern="0" dirty="0">
                          <a:effectLst/>
                        </a:rPr>
                        <a:t> *</a:t>
                      </a:r>
                      <a:r>
                        <a:rPr lang="en-US" sz="1400" b="1" kern="0" dirty="0" err="1">
                          <a:effectLst/>
                        </a:rPr>
                        <a:t>htim</a:t>
                      </a:r>
                      <a:r>
                        <a:rPr lang="en-US" sz="1400" b="1" kern="0" dirty="0">
                          <a:effectLst/>
                        </a:rPr>
                        <a:t>, uint32_t Channel);</a:t>
                      </a:r>
                      <a:endParaRPr lang="zh-CN" sz="1800" b="1" kern="100" dirty="0">
                        <a:effectLst/>
                      </a:endParaRPr>
                    </a:p>
                    <a:p>
                      <a:pPr algn="just">
                        <a:spcAft>
                          <a:spcPts val="0"/>
                        </a:spcAft>
                      </a:pPr>
                      <a:r>
                        <a:rPr lang="zh-CN" sz="1400" b="1" kern="0" dirty="0">
                          <a:effectLst/>
                        </a:rPr>
                        <a:t>功能描述：启动定时器输入捕获轮询方式的函数</a:t>
                      </a:r>
                      <a:endParaRPr lang="zh-CN" sz="1800" b="1" kern="100" dirty="0">
                        <a:effectLst/>
                        <a:latin typeface="Calibri"/>
                        <a:ea typeface="宋体"/>
                        <a:cs typeface="Times New Roman"/>
                      </a:endParaRPr>
                    </a:p>
                  </a:txBody>
                  <a:tcPr marL="30304" marR="30304" marT="0" marB="0"/>
                </a:tc>
              </a:tr>
              <a:tr h="418004">
                <a:tc vMerge="1">
                  <a:txBody>
                    <a:bodyPr/>
                    <a:lstStyle/>
                    <a:p>
                      <a:endParaRPr lang="zh-CN" altLang="en-US"/>
                    </a:p>
                  </a:txBody>
                  <a:tcPr/>
                </a:tc>
                <a:tc>
                  <a:txBody>
                    <a:bodyPr/>
                    <a:lstStyle/>
                    <a:p>
                      <a:pPr algn="just">
                        <a:spcAft>
                          <a:spcPts val="0"/>
                        </a:spcAft>
                      </a:pPr>
                      <a:r>
                        <a:rPr lang="en-US" sz="1400" b="1" kern="0">
                          <a:effectLst/>
                        </a:rPr>
                        <a:t>HAL_TIM_IC_Start_IT(TIM_HandleTypeDef *htim, uint32_t Channel);</a:t>
                      </a:r>
                      <a:endParaRPr lang="zh-CN" sz="1800" b="1" kern="100">
                        <a:effectLst/>
                      </a:endParaRPr>
                    </a:p>
                    <a:p>
                      <a:pPr algn="just">
                        <a:spcAft>
                          <a:spcPts val="0"/>
                        </a:spcAft>
                      </a:pPr>
                      <a:r>
                        <a:rPr lang="zh-CN" sz="1400" b="1" kern="0">
                          <a:effectLst/>
                        </a:rPr>
                        <a:t>功能描述：启动定时器输入捕获中断方式的函数</a:t>
                      </a:r>
                      <a:endParaRPr lang="zh-CN" sz="1800" b="1" kern="100">
                        <a:effectLst/>
                        <a:latin typeface="Calibri"/>
                        <a:ea typeface="宋体"/>
                        <a:cs typeface="Times New Roman"/>
                      </a:endParaRPr>
                    </a:p>
                  </a:txBody>
                  <a:tcPr marL="30304" marR="30304" marT="0" marB="0"/>
                </a:tc>
              </a:tr>
              <a:tr h="627006">
                <a:tc vMerge="1">
                  <a:txBody>
                    <a:bodyPr/>
                    <a:lstStyle/>
                    <a:p>
                      <a:endParaRPr lang="zh-CN" altLang="en-US"/>
                    </a:p>
                  </a:txBody>
                  <a:tcPr/>
                </a:tc>
                <a:tc>
                  <a:txBody>
                    <a:bodyPr/>
                    <a:lstStyle/>
                    <a:p>
                      <a:pPr algn="just">
                        <a:spcAft>
                          <a:spcPts val="0"/>
                        </a:spcAft>
                      </a:pPr>
                      <a:r>
                        <a:rPr lang="en-US" sz="1400" b="1" kern="0">
                          <a:effectLst/>
                        </a:rPr>
                        <a:t>HAL_TIM_IC_Start_DMA(TIM_HandleTypeDef *htim, uint32_t Channel, uint32_t *pData, uint16_t Length);</a:t>
                      </a:r>
                      <a:endParaRPr lang="zh-CN" sz="1800" b="1" kern="100">
                        <a:effectLst/>
                      </a:endParaRPr>
                    </a:p>
                    <a:p>
                      <a:pPr algn="just">
                        <a:spcAft>
                          <a:spcPts val="0"/>
                        </a:spcAft>
                      </a:pPr>
                      <a:r>
                        <a:rPr lang="zh-CN" sz="1400" b="1" kern="0">
                          <a:effectLst/>
                        </a:rPr>
                        <a:t>功能描述：启动定时器输入捕获的</a:t>
                      </a:r>
                      <a:r>
                        <a:rPr lang="en-US" sz="1400" b="1" kern="0">
                          <a:effectLst/>
                        </a:rPr>
                        <a:t>DMA</a:t>
                      </a:r>
                      <a:r>
                        <a:rPr lang="zh-CN" sz="1400" b="1" kern="0">
                          <a:effectLst/>
                        </a:rPr>
                        <a:t>方式的函数</a:t>
                      </a:r>
                      <a:endParaRPr lang="zh-CN" sz="1800" b="1" kern="100">
                        <a:effectLst/>
                        <a:latin typeface="Calibri"/>
                        <a:ea typeface="宋体"/>
                        <a:cs typeface="Times New Roman"/>
                      </a:endParaRPr>
                    </a:p>
                  </a:txBody>
                  <a:tcPr marL="30304" marR="30304" marT="0" marB="0"/>
                </a:tc>
              </a:tr>
              <a:tr h="418004">
                <a:tc rowSpan="4">
                  <a:txBody>
                    <a:bodyPr/>
                    <a:lstStyle/>
                    <a:p>
                      <a:pPr algn="ctr">
                        <a:spcAft>
                          <a:spcPts val="0"/>
                        </a:spcAft>
                      </a:pPr>
                      <a:r>
                        <a:rPr lang="zh-CN" sz="1400" b="1" kern="0" dirty="0">
                          <a:effectLst/>
                        </a:rPr>
                        <a:t>定时器中断及回调函数</a:t>
                      </a:r>
                      <a:endParaRPr lang="zh-CN" sz="1800" b="1" kern="100" dirty="0">
                        <a:effectLst/>
                        <a:latin typeface="Calibri"/>
                        <a:ea typeface="宋体"/>
                        <a:cs typeface="Times New Roman"/>
                      </a:endParaRPr>
                    </a:p>
                  </a:txBody>
                  <a:tcPr marL="30304" marR="30304" marT="0" marB="0" anchor="ctr">
                    <a:solidFill>
                      <a:schemeClr val="accent5">
                        <a:lumMod val="75000"/>
                      </a:schemeClr>
                    </a:solidFill>
                  </a:tcPr>
                </a:tc>
                <a:tc>
                  <a:txBody>
                    <a:bodyPr/>
                    <a:lstStyle/>
                    <a:p>
                      <a:pPr algn="just">
                        <a:spcAft>
                          <a:spcPts val="0"/>
                        </a:spcAft>
                      </a:pPr>
                      <a:r>
                        <a:rPr lang="en-US" sz="1400" b="1" kern="0">
                          <a:effectLst/>
                        </a:rPr>
                        <a:t>void HAL_TIM_IRQHandler(TIM_HandleTypeDef *htim);</a:t>
                      </a:r>
                      <a:endParaRPr lang="zh-CN" sz="1800" b="1" kern="100">
                        <a:effectLst/>
                      </a:endParaRPr>
                    </a:p>
                    <a:p>
                      <a:pPr algn="just">
                        <a:spcAft>
                          <a:spcPts val="0"/>
                        </a:spcAft>
                      </a:pPr>
                      <a:r>
                        <a:rPr lang="zh-CN" sz="1400" b="1" kern="0">
                          <a:effectLst/>
                        </a:rPr>
                        <a:t>功能描述：定时器中断处理函数</a:t>
                      </a:r>
                      <a:endParaRPr lang="zh-CN" sz="1800" b="1" kern="100">
                        <a:effectLst/>
                        <a:latin typeface="Calibri"/>
                        <a:ea typeface="宋体"/>
                        <a:cs typeface="Times New Roman"/>
                      </a:endParaRPr>
                    </a:p>
                  </a:txBody>
                  <a:tcPr marL="30304" marR="30304" marT="0" marB="0"/>
                </a:tc>
              </a:tr>
              <a:tr h="418004">
                <a:tc vMerge="1">
                  <a:txBody>
                    <a:bodyPr/>
                    <a:lstStyle/>
                    <a:p>
                      <a:endParaRPr lang="zh-CN" altLang="en-US"/>
                    </a:p>
                  </a:txBody>
                  <a:tcPr/>
                </a:tc>
                <a:tc>
                  <a:txBody>
                    <a:bodyPr/>
                    <a:lstStyle/>
                    <a:p>
                      <a:pPr algn="just">
                        <a:spcAft>
                          <a:spcPts val="0"/>
                        </a:spcAft>
                      </a:pPr>
                      <a:r>
                        <a:rPr lang="en-US" sz="1400" b="1" kern="0">
                          <a:effectLst/>
                        </a:rPr>
                        <a:t>void HAL_TIM_PeriodElapsedCallback(TIM_HandleTypeDef *htim);</a:t>
                      </a:r>
                      <a:endParaRPr lang="zh-CN" sz="1800" b="1" kern="100">
                        <a:effectLst/>
                      </a:endParaRPr>
                    </a:p>
                    <a:p>
                      <a:pPr algn="just">
                        <a:spcAft>
                          <a:spcPts val="0"/>
                        </a:spcAft>
                      </a:pPr>
                      <a:r>
                        <a:rPr lang="zh-CN" sz="1400" b="1" kern="0">
                          <a:effectLst/>
                        </a:rPr>
                        <a:t>功能描述：定时器定时</a:t>
                      </a:r>
                      <a:r>
                        <a:rPr lang="en-US" sz="1400" b="1" kern="0">
                          <a:effectLst/>
                        </a:rPr>
                        <a:t>/</a:t>
                      </a:r>
                      <a:r>
                        <a:rPr lang="zh-CN" sz="1400" b="1" kern="0">
                          <a:effectLst/>
                        </a:rPr>
                        <a:t>更新中断回调函数，用户在该函数内编写实际的中断处理程序</a:t>
                      </a:r>
                      <a:endParaRPr lang="zh-CN" sz="1800" b="1" kern="100">
                        <a:effectLst/>
                        <a:latin typeface="Calibri"/>
                        <a:ea typeface="宋体"/>
                        <a:cs typeface="Times New Roman"/>
                      </a:endParaRPr>
                    </a:p>
                  </a:txBody>
                  <a:tcPr marL="30304" marR="30304" marT="0" marB="0"/>
                </a:tc>
              </a:tr>
              <a:tr h="418004">
                <a:tc vMerge="1">
                  <a:txBody>
                    <a:bodyPr/>
                    <a:lstStyle/>
                    <a:p>
                      <a:endParaRPr lang="zh-CN" altLang="en-US"/>
                    </a:p>
                  </a:txBody>
                  <a:tcPr/>
                </a:tc>
                <a:tc>
                  <a:txBody>
                    <a:bodyPr/>
                    <a:lstStyle/>
                    <a:p>
                      <a:pPr algn="just">
                        <a:spcAft>
                          <a:spcPts val="0"/>
                        </a:spcAft>
                      </a:pPr>
                      <a:r>
                        <a:rPr lang="en-US" sz="1400" b="1" kern="0">
                          <a:effectLst/>
                        </a:rPr>
                        <a:t>void HAL_TIM_IC_CaptureCallback(TIM_HandleTypeDef *htim);</a:t>
                      </a:r>
                      <a:endParaRPr lang="zh-CN" sz="1800" b="1" kern="100">
                        <a:effectLst/>
                      </a:endParaRPr>
                    </a:p>
                    <a:p>
                      <a:pPr algn="just">
                        <a:spcAft>
                          <a:spcPts val="0"/>
                        </a:spcAft>
                      </a:pPr>
                      <a:r>
                        <a:rPr lang="zh-CN" sz="1400" b="1" kern="0">
                          <a:effectLst/>
                        </a:rPr>
                        <a:t>功能描述：定时器输入捕获回调函数</a:t>
                      </a:r>
                      <a:endParaRPr lang="zh-CN" sz="1800" b="1" kern="100">
                        <a:effectLst/>
                        <a:latin typeface="Calibri"/>
                        <a:ea typeface="宋体"/>
                        <a:cs typeface="Times New Roman"/>
                      </a:endParaRPr>
                    </a:p>
                  </a:txBody>
                  <a:tcPr marL="30304" marR="30304" marT="0" marB="0"/>
                </a:tc>
              </a:tr>
              <a:tr h="418004">
                <a:tc vMerge="1">
                  <a:txBody>
                    <a:bodyPr/>
                    <a:lstStyle/>
                    <a:p>
                      <a:endParaRPr lang="zh-CN" altLang="en-US"/>
                    </a:p>
                  </a:txBody>
                  <a:tcPr/>
                </a:tc>
                <a:tc>
                  <a:txBody>
                    <a:bodyPr/>
                    <a:lstStyle/>
                    <a:p>
                      <a:pPr algn="just">
                        <a:spcAft>
                          <a:spcPts val="0"/>
                        </a:spcAft>
                      </a:pPr>
                      <a:r>
                        <a:rPr lang="en-US" sz="1400" b="1" kern="0" dirty="0">
                          <a:effectLst/>
                        </a:rPr>
                        <a:t>void </a:t>
                      </a:r>
                      <a:r>
                        <a:rPr lang="en-US" sz="1400" b="1" kern="0" dirty="0" err="1">
                          <a:effectLst/>
                        </a:rPr>
                        <a:t>HAL_TIM_PWM_PulseFinishedCallback</a:t>
                      </a:r>
                      <a:r>
                        <a:rPr lang="en-US" sz="1400" b="1" kern="0" dirty="0">
                          <a:effectLst/>
                        </a:rPr>
                        <a:t>(</a:t>
                      </a:r>
                      <a:r>
                        <a:rPr lang="en-US" sz="1400" b="1" kern="0" dirty="0" err="1">
                          <a:effectLst/>
                        </a:rPr>
                        <a:t>TIM_HandleTypeDef</a:t>
                      </a:r>
                      <a:r>
                        <a:rPr lang="en-US" sz="1400" b="1" kern="0" dirty="0">
                          <a:effectLst/>
                        </a:rPr>
                        <a:t> *</a:t>
                      </a:r>
                      <a:r>
                        <a:rPr lang="en-US" sz="1400" b="1" kern="0" dirty="0" err="1">
                          <a:effectLst/>
                        </a:rPr>
                        <a:t>htim</a:t>
                      </a:r>
                      <a:r>
                        <a:rPr lang="en-US" sz="1400" b="1" kern="0" dirty="0">
                          <a:effectLst/>
                        </a:rPr>
                        <a:t>);</a:t>
                      </a:r>
                      <a:endParaRPr lang="zh-CN" sz="1800" b="1" kern="100" dirty="0">
                        <a:effectLst/>
                      </a:endParaRPr>
                    </a:p>
                    <a:p>
                      <a:pPr algn="just">
                        <a:spcAft>
                          <a:spcPts val="0"/>
                        </a:spcAft>
                      </a:pPr>
                      <a:r>
                        <a:rPr lang="zh-CN" sz="1400" b="1" kern="0" dirty="0">
                          <a:effectLst/>
                        </a:rPr>
                        <a:t>功能描述：定时器</a:t>
                      </a:r>
                      <a:r>
                        <a:rPr lang="en-US" sz="1400" b="1" kern="0" dirty="0">
                          <a:effectLst/>
                        </a:rPr>
                        <a:t>PWM</a:t>
                      </a:r>
                      <a:r>
                        <a:rPr lang="zh-CN" sz="1400" b="1" kern="0" dirty="0">
                          <a:effectLst/>
                        </a:rPr>
                        <a:t>结束回调函数</a:t>
                      </a:r>
                      <a:endParaRPr lang="zh-CN" sz="1800" b="1" kern="100" dirty="0">
                        <a:effectLst/>
                        <a:latin typeface="Calibri"/>
                        <a:ea typeface="宋体"/>
                        <a:cs typeface="Times New Roman"/>
                      </a:endParaRPr>
                    </a:p>
                  </a:txBody>
                  <a:tcPr marL="30304" marR="30304" marT="0" marB="0"/>
                </a:tc>
              </a:tr>
            </a:tbl>
          </a:graphicData>
        </a:graphic>
      </p:graphicFrame>
    </p:spTree>
    <p:extLst>
      <p:ext uri="{BB962C8B-B14F-4D97-AF65-F5344CB8AC3E}">
        <p14:creationId xmlns:p14="http://schemas.microsoft.com/office/powerpoint/2010/main" val="2861320993"/>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1" y="339503"/>
            <a:ext cx="404124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868367" cy="461665"/>
          </a:xfrm>
          <a:prstGeom prst="rect">
            <a:avLst/>
          </a:prstGeom>
        </p:spPr>
        <p:txBody>
          <a:bodyPr wrap="none">
            <a:spAutoFit/>
          </a:bodyPr>
          <a:lstStyle/>
          <a:p>
            <a:r>
              <a:rPr lang="en-US" altLang="zh-CN" sz="2400" b="1" dirty="0" smtClean="0">
                <a:solidFill>
                  <a:schemeClr val="bg1"/>
                </a:solidFill>
              </a:rPr>
              <a:t>9.5.1 </a:t>
            </a:r>
            <a:r>
              <a:rPr lang="zh-CN" altLang="en-US" sz="2400" b="1" dirty="0" smtClean="0">
                <a:solidFill>
                  <a:schemeClr val="bg1"/>
                </a:solidFill>
              </a:rPr>
              <a:t>定时器</a:t>
            </a:r>
            <a:r>
              <a:rPr lang="en-US" altLang="zh-CN" sz="2400" b="1" dirty="0" smtClean="0">
                <a:solidFill>
                  <a:schemeClr val="bg1"/>
                </a:solidFill>
              </a:rPr>
              <a:t>HAL</a:t>
            </a:r>
            <a:r>
              <a:rPr lang="zh-CN" altLang="en-US" sz="2400" b="1" dirty="0" smtClean="0">
                <a:solidFill>
                  <a:schemeClr val="bg1"/>
                </a:solidFill>
              </a:rPr>
              <a:t>库接口</a:t>
            </a:r>
            <a:r>
              <a:rPr lang="zh-CN" altLang="en-US" sz="2400" b="1" dirty="0">
                <a:solidFill>
                  <a:schemeClr val="bg1"/>
                </a:solidFill>
              </a:rPr>
              <a:t>函数</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4824028" y="212123"/>
            <a:ext cx="3503543" cy="784830"/>
          </a:xfrm>
          <a:prstGeom prst="rect">
            <a:avLst/>
          </a:prstGeom>
        </p:spPr>
        <p:txBody>
          <a:bodyPr wrap="square">
            <a:spAutoFit/>
          </a:bodyPr>
          <a:lstStyle/>
          <a:p>
            <a:pPr lvl="0">
              <a:lnSpc>
                <a:spcPct val="125000"/>
              </a:lnSpc>
            </a:pPr>
            <a:r>
              <a:rPr lang="zh-CN" altLang="en-US" b="1" dirty="0">
                <a:solidFill>
                  <a:prstClr val="black"/>
                </a:solidFill>
              </a:rPr>
              <a:t>定时器模块的</a:t>
            </a:r>
            <a:r>
              <a:rPr lang="en-US" altLang="zh-CN" b="1" dirty="0">
                <a:solidFill>
                  <a:prstClr val="black"/>
                </a:solidFill>
              </a:rPr>
              <a:t>HAL</a:t>
            </a:r>
            <a:r>
              <a:rPr lang="zh-CN" altLang="en-US" b="1" dirty="0">
                <a:solidFill>
                  <a:prstClr val="black"/>
                </a:solidFill>
              </a:rPr>
              <a:t>库常用接口函数可分为七大</a:t>
            </a:r>
            <a:r>
              <a:rPr lang="zh-CN" altLang="en-US" b="1" dirty="0" smtClean="0">
                <a:solidFill>
                  <a:prstClr val="black"/>
                </a:solidFill>
              </a:rPr>
              <a:t>类：</a:t>
            </a:r>
            <a:endParaRPr lang="en-GB" altLang="zh-CN" b="1" dirty="0">
              <a:solidFill>
                <a:prstClr val="black"/>
              </a:solidFill>
            </a:endParaRPr>
          </a:p>
        </p:txBody>
      </p:sp>
      <p:graphicFrame>
        <p:nvGraphicFramePr>
          <p:cNvPr id="2" name="表格 1"/>
          <p:cNvGraphicFramePr>
            <a:graphicFrameLocks noGrp="1"/>
          </p:cNvGraphicFramePr>
          <p:nvPr>
            <p:extLst>
              <p:ext uri="{D42A27DB-BD31-4B8C-83A1-F6EECF244321}">
                <p14:modId xmlns:p14="http://schemas.microsoft.com/office/powerpoint/2010/main" val="1248982236"/>
              </p:ext>
            </p:extLst>
          </p:nvPr>
        </p:nvGraphicFramePr>
        <p:xfrm>
          <a:off x="647564" y="1203598"/>
          <a:ext cx="7992888" cy="3560440"/>
        </p:xfrm>
        <a:graphic>
          <a:graphicData uri="http://schemas.openxmlformats.org/drawingml/2006/table">
            <a:tbl>
              <a:tblPr firstRow="1" firstCol="1" bandRow="1">
                <a:tableStyleId>{5C22544A-7EE6-4342-B048-85BDC9FD1C3A}</a:tableStyleId>
              </a:tblPr>
              <a:tblGrid>
                <a:gridCol w="972108"/>
                <a:gridCol w="7020780"/>
              </a:tblGrid>
              <a:tr h="360040">
                <a:tc>
                  <a:txBody>
                    <a:bodyPr/>
                    <a:lstStyle/>
                    <a:p>
                      <a:pPr algn="ctr">
                        <a:spcAft>
                          <a:spcPts val="0"/>
                        </a:spcAft>
                      </a:pPr>
                      <a:r>
                        <a:rPr lang="zh-CN" sz="1400" b="1" kern="0" dirty="0">
                          <a:effectLst/>
                        </a:rPr>
                        <a:t>类型</a:t>
                      </a:r>
                      <a:endParaRPr lang="zh-CN" sz="1800" b="1" kern="100" dirty="0">
                        <a:effectLst/>
                        <a:latin typeface="Calibri"/>
                        <a:ea typeface="宋体"/>
                        <a:cs typeface="Times New Roman"/>
                      </a:endParaRPr>
                    </a:p>
                  </a:txBody>
                  <a:tcPr marL="30304" marR="30304" marT="0" marB="0" anchor="ctr">
                    <a:solidFill>
                      <a:schemeClr val="accent5">
                        <a:lumMod val="75000"/>
                      </a:schemeClr>
                    </a:solidFill>
                  </a:tcPr>
                </a:tc>
                <a:tc>
                  <a:txBody>
                    <a:bodyPr/>
                    <a:lstStyle/>
                    <a:p>
                      <a:pPr algn="ctr">
                        <a:spcAft>
                          <a:spcPts val="0"/>
                        </a:spcAft>
                      </a:pPr>
                      <a:r>
                        <a:rPr lang="zh-CN" sz="1400" b="1" kern="0" dirty="0">
                          <a:effectLst/>
                        </a:rPr>
                        <a:t>函数及功能描述</a:t>
                      </a:r>
                      <a:endParaRPr lang="zh-CN" sz="1800" b="1" kern="100" dirty="0">
                        <a:effectLst/>
                        <a:latin typeface="Calibri"/>
                        <a:ea typeface="宋体"/>
                        <a:cs typeface="Times New Roman"/>
                      </a:endParaRPr>
                    </a:p>
                  </a:txBody>
                  <a:tcPr marL="30304" marR="30304" marT="0" marB="0" anchor="ctr">
                    <a:solidFill>
                      <a:schemeClr val="accent5">
                        <a:lumMod val="75000"/>
                      </a:schemeClr>
                    </a:solidFill>
                  </a:tcPr>
                </a:tc>
              </a:tr>
              <a:tr h="181825">
                <a:tc rowSpan="3">
                  <a:txBody>
                    <a:bodyPr/>
                    <a:lstStyle/>
                    <a:p>
                      <a:pPr algn="ctr">
                        <a:spcAft>
                          <a:spcPts val="0"/>
                        </a:spcAft>
                      </a:pPr>
                      <a:r>
                        <a:rPr lang="zh-CN" sz="1400" b="1" kern="0" dirty="0">
                          <a:effectLst/>
                        </a:rPr>
                        <a:t>定时器功能配置函数</a:t>
                      </a:r>
                      <a:endParaRPr lang="zh-CN" sz="1800" b="1" kern="100" dirty="0">
                        <a:effectLst/>
                        <a:latin typeface="Calibri"/>
                        <a:ea typeface="宋体"/>
                        <a:cs typeface="Times New Roman"/>
                      </a:endParaRPr>
                    </a:p>
                  </a:txBody>
                  <a:tcPr marL="30304" marR="30304" marT="0" marB="0" anchor="ctr">
                    <a:solidFill>
                      <a:schemeClr val="accent5">
                        <a:lumMod val="75000"/>
                      </a:schemeClr>
                    </a:solidFill>
                  </a:tcPr>
                </a:tc>
                <a:tc>
                  <a:txBody>
                    <a:bodyPr/>
                    <a:lstStyle/>
                    <a:p>
                      <a:pPr algn="just">
                        <a:spcAft>
                          <a:spcPts val="0"/>
                        </a:spcAft>
                      </a:pPr>
                      <a:r>
                        <a:rPr lang="en-US" sz="1400" b="1" kern="0" dirty="0" err="1">
                          <a:effectLst/>
                        </a:rPr>
                        <a:t>HAL_TIM_OC_ConfigChannel</a:t>
                      </a:r>
                      <a:r>
                        <a:rPr lang="en-US" sz="1400" b="1" kern="0" dirty="0">
                          <a:effectLst/>
                        </a:rPr>
                        <a:t>(</a:t>
                      </a:r>
                      <a:r>
                        <a:rPr lang="en-US" sz="1400" b="1" kern="0" dirty="0" err="1">
                          <a:effectLst/>
                        </a:rPr>
                        <a:t>TIM_HandleTypeDef</a:t>
                      </a:r>
                      <a:r>
                        <a:rPr lang="en-US" sz="1400" b="1" kern="0" dirty="0">
                          <a:effectLst/>
                        </a:rPr>
                        <a:t> *</a:t>
                      </a:r>
                      <a:r>
                        <a:rPr lang="en-US" sz="1400" b="1" kern="0" dirty="0" err="1">
                          <a:effectLst/>
                        </a:rPr>
                        <a:t>htim</a:t>
                      </a:r>
                      <a:r>
                        <a:rPr lang="en-US" sz="1400" b="1" kern="0" dirty="0">
                          <a:effectLst/>
                        </a:rPr>
                        <a:t>, </a:t>
                      </a:r>
                      <a:r>
                        <a:rPr lang="en-US" sz="1400" b="1" kern="0" dirty="0" err="1">
                          <a:effectLst/>
                        </a:rPr>
                        <a:t>TIM_OC_InitTypeDef</a:t>
                      </a:r>
                      <a:r>
                        <a:rPr lang="en-US" sz="1400" b="1" kern="0" dirty="0">
                          <a:effectLst/>
                        </a:rPr>
                        <a:t>* </a:t>
                      </a:r>
                      <a:r>
                        <a:rPr lang="en-US" sz="1400" b="1" kern="0" dirty="0" err="1">
                          <a:effectLst/>
                        </a:rPr>
                        <a:t>sConfig</a:t>
                      </a:r>
                      <a:r>
                        <a:rPr lang="en-US" sz="1400" b="1" kern="0" dirty="0">
                          <a:effectLst/>
                        </a:rPr>
                        <a:t>, uint32_t Channel);</a:t>
                      </a:r>
                      <a:endParaRPr lang="zh-CN" sz="1800" b="1" kern="100" dirty="0">
                        <a:effectLst/>
                      </a:endParaRPr>
                    </a:p>
                    <a:p>
                      <a:pPr algn="just">
                        <a:spcAft>
                          <a:spcPts val="0"/>
                        </a:spcAft>
                      </a:pPr>
                      <a:r>
                        <a:rPr lang="zh-CN" sz="1400" b="1" kern="0" dirty="0">
                          <a:effectLst/>
                        </a:rPr>
                        <a:t>功能描述：定时器输出比较配置函数</a:t>
                      </a:r>
                      <a:endParaRPr lang="zh-CN" sz="1800" b="1" kern="100" dirty="0">
                        <a:effectLst/>
                        <a:latin typeface="Calibri"/>
                        <a:ea typeface="宋体"/>
                        <a:cs typeface="Times New Roman"/>
                      </a:endParaRPr>
                    </a:p>
                  </a:txBody>
                  <a:tcPr marL="30304" marR="30304" marT="0" marB="0"/>
                </a:tc>
              </a:tr>
              <a:tr h="181825">
                <a:tc vMerge="1">
                  <a:txBody>
                    <a:bodyPr/>
                    <a:lstStyle/>
                    <a:p>
                      <a:endParaRPr lang="zh-CN" altLang="en-US"/>
                    </a:p>
                  </a:txBody>
                  <a:tcPr/>
                </a:tc>
                <a:tc>
                  <a:txBody>
                    <a:bodyPr/>
                    <a:lstStyle/>
                    <a:p>
                      <a:pPr algn="just">
                        <a:spcAft>
                          <a:spcPts val="0"/>
                        </a:spcAft>
                      </a:pPr>
                      <a:r>
                        <a:rPr lang="en-US" sz="1400" b="1" kern="0" dirty="0" err="1">
                          <a:effectLst/>
                        </a:rPr>
                        <a:t>HAL_TIM_PWM_ConfigChannel</a:t>
                      </a:r>
                      <a:r>
                        <a:rPr lang="en-US" sz="1400" b="1" kern="0" dirty="0">
                          <a:effectLst/>
                        </a:rPr>
                        <a:t>(</a:t>
                      </a:r>
                      <a:r>
                        <a:rPr lang="en-US" sz="1400" b="1" kern="0" dirty="0" err="1">
                          <a:effectLst/>
                        </a:rPr>
                        <a:t>TIM_HandleTypeDef</a:t>
                      </a:r>
                      <a:r>
                        <a:rPr lang="en-US" sz="1400" b="1" kern="0" dirty="0">
                          <a:effectLst/>
                        </a:rPr>
                        <a:t> *</a:t>
                      </a:r>
                      <a:r>
                        <a:rPr lang="en-US" sz="1400" b="1" kern="0" dirty="0" err="1">
                          <a:effectLst/>
                        </a:rPr>
                        <a:t>htim</a:t>
                      </a:r>
                      <a:r>
                        <a:rPr lang="en-US" sz="1400" b="1" kern="0" dirty="0">
                          <a:effectLst/>
                        </a:rPr>
                        <a:t>, </a:t>
                      </a:r>
                      <a:r>
                        <a:rPr lang="en-US" sz="1400" b="1" kern="0" dirty="0" err="1">
                          <a:effectLst/>
                        </a:rPr>
                        <a:t>TIM_OC_InitTypeDef</a:t>
                      </a:r>
                      <a:r>
                        <a:rPr lang="en-US" sz="1400" b="1" kern="0" dirty="0">
                          <a:effectLst/>
                        </a:rPr>
                        <a:t>* </a:t>
                      </a:r>
                      <a:r>
                        <a:rPr lang="en-US" sz="1400" b="1" kern="0" dirty="0" err="1">
                          <a:effectLst/>
                        </a:rPr>
                        <a:t>sConfig</a:t>
                      </a:r>
                      <a:r>
                        <a:rPr lang="en-US" sz="1400" b="1" kern="0" dirty="0">
                          <a:effectLst/>
                        </a:rPr>
                        <a:t>, uint32_t Channel);</a:t>
                      </a:r>
                      <a:endParaRPr lang="zh-CN" sz="1800" b="1" kern="100" dirty="0">
                        <a:effectLst/>
                      </a:endParaRPr>
                    </a:p>
                    <a:p>
                      <a:pPr algn="just">
                        <a:spcAft>
                          <a:spcPts val="0"/>
                        </a:spcAft>
                      </a:pPr>
                      <a:r>
                        <a:rPr lang="zh-CN" sz="1400" b="1" kern="0" dirty="0">
                          <a:effectLst/>
                        </a:rPr>
                        <a:t>功能描述：定时器</a:t>
                      </a:r>
                      <a:r>
                        <a:rPr lang="en-US" sz="1400" b="1" kern="0" dirty="0">
                          <a:effectLst/>
                        </a:rPr>
                        <a:t>PWM</a:t>
                      </a:r>
                      <a:r>
                        <a:rPr lang="zh-CN" sz="1400" b="1" kern="0" dirty="0">
                          <a:effectLst/>
                        </a:rPr>
                        <a:t>配置函数</a:t>
                      </a:r>
                      <a:endParaRPr lang="zh-CN" sz="1800" b="1" kern="100" dirty="0">
                        <a:effectLst/>
                        <a:latin typeface="Calibri"/>
                        <a:ea typeface="宋体"/>
                        <a:cs typeface="Times New Roman"/>
                      </a:endParaRPr>
                    </a:p>
                  </a:txBody>
                  <a:tcPr marL="30304" marR="30304" marT="0" marB="0"/>
                </a:tc>
              </a:tr>
              <a:tr h="181825">
                <a:tc vMerge="1">
                  <a:txBody>
                    <a:bodyPr/>
                    <a:lstStyle/>
                    <a:p>
                      <a:endParaRPr lang="zh-CN" altLang="en-US"/>
                    </a:p>
                  </a:txBody>
                  <a:tcPr/>
                </a:tc>
                <a:tc>
                  <a:txBody>
                    <a:bodyPr/>
                    <a:lstStyle/>
                    <a:p>
                      <a:pPr algn="just">
                        <a:spcAft>
                          <a:spcPts val="0"/>
                        </a:spcAft>
                      </a:pPr>
                      <a:r>
                        <a:rPr lang="en-US" sz="1400" b="1" kern="0">
                          <a:effectLst/>
                        </a:rPr>
                        <a:t>HAL_TIM_IC_ConfigChannel(TIM_HandleTypeDef *htim, TIM_IC_InitTypeDef* sConfig, uint32_t Channel);</a:t>
                      </a:r>
                      <a:endParaRPr lang="zh-CN" sz="1800" b="1" kern="100">
                        <a:effectLst/>
                      </a:endParaRPr>
                    </a:p>
                    <a:p>
                      <a:pPr algn="just">
                        <a:spcAft>
                          <a:spcPts val="0"/>
                        </a:spcAft>
                      </a:pPr>
                      <a:r>
                        <a:rPr lang="zh-CN" sz="1400" b="1" kern="0">
                          <a:effectLst/>
                        </a:rPr>
                        <a:t>功能描述：定时器输入捕获配置函数</a:t>
                      </a:r>
                      <a:endParaRPr lang="zh-CN" sz="1800" b="1" kern="100">
                        <a:effectLst/>
                        <a:latin typeface="Calibri"/>
                        <a:ea typeface="宋体"/>
                        <a:cs typeface="Times New Roman"/>
                      </a:endParaRPr>
                    </a:p>
                  </a:txBody>
                  <a:tcPr marL="30304" marR="30304" marT="0" marB="0"/>
                </a:tc>
              </a:tr>
              <a:tr h="121217">
                <a:tc rowSpan="3">
                  <a:txBody>
                    <a:bodyPr/>
                    <a:lstStyle/>
                    <a:p>
                      <a:pPr algn="ctr">
                        <a:spcAft>
                          <a:spcPts val="0"/>
                        </a:spcAft>
                      </a:pPr>
                      <a:r>
                        <a:rPr lang="zh-CN" sz="1400" b="1" kern="0" dirty="0">
                          <a:effectLst/>
                        </a:rPr>
                        <a:t>定时器状态函数</a:t>
                      </a:r>
                      <a:endParaRPr lang="zh-CN" sz="1800" b="1" kern="100" dirty="0">
                        <a:effectLst/>
                        <a:latin typeface="Calibri"/>
                        <a:ea typeface="宋体"/>
                        <a:cs typeface="Times New Roman"/>
                      </a:endParaRPr>
                    </a:p>
                  </a:txBody>
                  <a:tcPr marL="30304" marR="30304" marT="0" marB="0" anchor="ctr">
                    <a:solidFill>
                      <a:schemeClr val="accent5">
                        <a:lumMod val="75000"/>
                      </a:schemeClr>
                    </a:solidFill>
                  </a:tcPr>
                </a:tc>
                <a:tc>
                  <a:txBody>
                    <a:bodyPr/>
                    <a:lstStyle/>
                    <a:p>
                      <a:pPr algn="just">
                        <a:spcAft>
                          <a:spcPts val="0"/>
                        </a:spcAft>
                      </a:pPr>
                      <a:r>
                        <a:rPr lang="en-US" sz="1400" b="1" kern="0">
                          <a:effectLst/>
                        </a:rPr>
                        <a:t>HAL_TIM_OC_GetState(TIM_HandleTypeDef *htim);</a:t>
                      </a:r>
                      <a:endParaRPr lang="zh-CN" sz="1800" b="1" kern="100">
                        <a:effectLst/>
                      </a:endParaRPr>
                    </a:p>
                    <a:p>
                      <a:pPr algn="just">
                        <a:spcAft>
                          <a:spcPts val="0"/>
                        </a:spcAft>
                      </a:pPr>
                      <a:r>
                        <a:rPr lang="zh-CN" sz="1400" b="1" kern="0">
                          <a:effectLst/>
                        </a:rPr>
                        <a:t>功能描述：获取定时器输出比较的状态函数</a:t>
                      </a:r>
                      <a:endParaRPr lang="zh-CN" sz="1800" b="1" kern="100">
                        <a:effectLst/>
                        <a:latin typeface="Calibri"/>
                        <a:ea typeface="宋体"/>
                        <a:cs typeface="Times New Roman"/>
                      </a:endParaRPr>
                    </a:p>
                  </a:txBody>
                  <a:tcPr marL="30304" marR="30304" marT="0" marB="0"/>
                </a:tc>
              </a:tr>
              <a:tr h="121217">
                <a:tc vMerge="1">
                  <a:txBody>
                    <a:bodyPr/>
                    <a:lstStyle/>
                    <a:p>
                      <a:endParaRPr lang="zh-CN" altLang="en-US"/>
                    </a:p>
                  </a:txBody>
                  <a:tcPr/>
                </a:tc>
                <a:tc>
                  <a:txBody>
                    <a:bodyPr/>
                    <a:lstStyle/>
                    <a:p>
                      <a:pPr algn="just">
                        <a:spcAft>
                          <a:spcPts val="0"/>
                        </a:spcAft>
                      </a:pPr>
                      <a:r>
                        <a:rPr lang="en-US" sz="1400" b="1" kern="0">
                          <a:effectLst/>
                        </a:rPr>
                        <a:t>HAL_TIM_PWM_GetState(TIM_HandleTypeDef *htim);</a:t>
                      </a:r>
                      <a:endParaRPr lang="zh-CN" sz="1800" b="1" kern="100">
                        <a:effectLst/>
                      </a:endParaRPr>
                    </a:p>
                    <a:p>
                      <a:pPr algn="just">
                        <a:spcAft>
                          <a:spcPts val="0"/>
                        </a:spcAft>
                      </a:pPr>
                      <a:r>
                        <a:rPr lang="zh-CN" sz="1400" b="1" kern="0">
                          <a:effectLst/>
                        </a:rPr>
                        <a:t>功能描述：获取定时器</a:t>
                      </a:r>
                      <a:r>
                        <a:rPr lang="en-US" sz="1400" b="1" kern="0">
                          <a:effectLst/>
                        </a:rPr>
                        <a:t>PWM</a:t>
                      </a:r>
                      <a:r>
                        <a:rPr lang="zh-CN" sz="1400" b="1" kern="0">
                          <a:effectLst/>
                        </a:rPr>
                        <a:t>的状态函数</a:t>
                      </a:r>
                      <a:endParaRPr lang="zh-CN" sz="1800" b="1" kern="100">
                        <a:effectLst/>
                        <a:latin typeface="Calibri"/>
                        <a:ea typeface="宋体"/>
                        <a:cs typeface="Times New Roman"/>
                      </a:endParaRPr>
                    </a:p>
                  </a:txBody>
                  <a:tcPr marL="30304" marR="30304" marT="0" marB="0"/>
                </a:tc>
              </a:tr>
              <a:tr h="121217">
                <a:tc vMerge="1">
                  <a:txBody>
                    <a:bodyPr/>
                    <a:lstStyle/>
                    <a:p>
                      <a:endParaRPr lang="zh-CN" altLang="en-US"/>
                    </a:p>
                  </a:txBody>
                  <a:tcPr/>
                </a:tc>
                <a:tc>
                  <a:txBody>
                    <a:bodyPr/>
                    <a:lstStyle/>
                    <a:p>
                      <a:pPr algn="just">
                        <a:spcAft>
                          <a:spcPts val="0"/>
                        </a:spcAft>
                      </a:pPr>
                      <a:r>
                        <a:rPr lang="en-US" sz="1400" b="1" kern="0" dirty="0" err="1">
                          <a:effectLst/>
                        </a:rPr>
                        <a:t>HAL_TIM_IC_GetState</a:t>
                      </a:r>
                      <a:r>
                        <a:rPr lang="en-US" sz="1400" b="1" kern="0" dirty="0">
                          <a:effectLst/>
                        </a:rPr>
                        <a:t>(</a:t>
                      </a:r>
                      <a:r>
                        <a:rPr lang="en-US" sz="1400" b="1" kern="0" dirty="0" err="1">
                          <a:effectLst/>
                        </a:rPr>
                        <a:t>TIM_HandleTypeDef</a:t>
                      </a:r>
                      <a:r>
                        <a:rPr lang="en-US" sz="1400" b="1" kern="0" dirty="0">
                          <a:effectLst/>
                        </a:rPr>
                        <a:t> *</a:t>
                      </a:r>
                      <a:r>
                        <a:rPr lang="en-US" sz="1400" b="1" kern="0" dirty="0" err="1">
                          <a:effectLst/>
                        </a:rPr>
                        <a:t>htim</a:t>
                      </a:r>
                      <a:r>
                        <a:rPr lang="en-US" sz="1400" b="1" kern="0" dirty="0">
                          <a:effectLst/>
                        </a:rPr>
                        <a:t>);</a:t>
                      </a:r>
                      <a:endParaRPr lang="zh-CN" sz="1800" b="1" kern="100" dirty="0">
                        <a:effectLst/>
                      </a:endParaRPr>
                    </a:p>
                    <a:p>
                      <a:pPr algn="just">
                        <a:spcAft>
                          <a:spcPts val="0"/>
                        </a:spcAft>
                      </a:pPr>
                      <a:r>
                        <a:rPr lang="zh-CN" sz="1400" b="1" kern="0" dirty="0">
                          <a:effectLst/>
                        </a:rPr>
                        <a:t>功能描述：获取定时器输入捕获的状态函数</a:t>
                      </a:r>
                      <a:endParaRPr lang="zh-CN" sz="1800" b="1" kern="100" dirty="0">
                        <a:effectLst/>
                        <a:latin typeface="Calibri"/>
                        <a:ea typeface="宋体"/>
                        <a:cs typeface="Times New Roman"/>
                      </a:endParaRPr>
                    </a:p>
                  </a:txBody>
                  <a:tcPr marL="30304" marR="30304" marT="0" marB="0"/>
                </a:tc>
              </a:tr>
            </a:tbl>
          </a:graphicData>
        </a:graphic>
      </p:graphicFrame>
    </p:spTree>
    <p:extLst>
      <p:ext uri="{BB962C8B-B14F-4D97-AF65-F5344CB8AC3E}">
        <p14:creationId xmlns:p14="http://schemas.microsoft.com/office/powerpoint/2010/main" val="643975339"/>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1" y="339503"/>
            <a:ext cx="404124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868367" cy="461665"/>
          </a:xfrm>
          <a:prstGeom prst="rect">
            <a:avLst/>
          </a:prstGeom>
        </p:spPr>
        <p:txBody>
          <a:bodyPr wrap="none">
            <a:spAutoFit/>
          </a:bodyPr>
          <a:lstStyle/>
          <a:p>
            <a:r>
              <a:rPr lang="en-US" altLang="zh-CN" sz="2400" b="1" dirty="0" smtClean="0">
                <a:solidFill>
                  <a:schemeClr val="bg1"/>
                </a:solidFill>
              </a:rPr>
              <a:t>9.5.1 </a:t>
            </a:r>
            <a:r>
              <a:rPr lang="zh-CN" altLang="en-US" sz="2400" b="1" dirty="0" smtClean="0">
                <a:solidFill>
                  <a:schemeClr val="bg1"/>
                </a:solidFill>
              </a:rPr>
              <a:t>定时器</a:t>
            </a:r>
            <a:r>
              <a:rPr lang="en-US" altLang="zh-CN" sz="2400" b="1" dirty="0" smtClean="0">
                <a:solidFill>
                  <a:schemeClr val="bg1"/>
                </a:solidFill>
              </a:rPr>
              <a:t>HAL</a:t>
            </a:r>
            <a:r>
              <a:rPr lang="zh-CN" altLang="en-US" sz="2400" b="1" dirty="0" smtClean="0">
                <a:solidFill>
                  <a:schemeClr val="bg1"/>
                </a:solidFill>
              </a:rPr>
              <a:t>库接口</a:t>
            </a:r>
            <a:r>
              <a:rPr lang="zh-CN" altLang="en-US" sz="2400" b="1" dirty="0">
                <a:solidFill>
                  <a:schemeClr val="bg1"/>
                </a:solidFill>
              </a:rPr>
              <a:t>函数</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269316" y="888379"/>
            <a:ext cx="2880320" cy="784830"/>
          </a:xfrm>
          <a:prstGeom prst="rect">
            <a:avLst/>
          </a:prstGeom>
        </p:spPr>
        <p:txBody>
          <a:bodyPr wrap="square">
            <a:spAutoFit/>
          </a:bodyPr>
          <a:lstStyle/>
          <a:p>
            <a:pPr lvl="0">
              <a:lnSpc>
                <a:spcPct val="125000"/>
              </a:lnSpc>
            </a:pPr>
            <a:r>
              <a:rPr lang="en-US" altLang="zh-CN" b="1" dirty="0">
                <a:solidFill>
                  <a:srgbClr val="C00000"/>
                </a:solidFill>
              </a:rPr>
              <a:t>1</a:t>
            </a:r>
            <a:r>
              <a:rPr lang="zh-CN" altLang="en-US" b="1" dirty="0">
                <a:solidFill>
                  <a:srgbClr val="C00000"/>
                </a:solidFill>
              </a:rPr>
              <a:t>．定时器初始化配置函数</a:t>
            </a:r>
            <a:r>
              <a:rPr lang="en-GB" altLang="zh-CN" b="1" dirty="0" err="1">
                <a:solidFill>
                  <a:srgbClr val="C00000"/>
                </a:solidFill>
              </a:rPr>
              <a:t>HAL_TIM_Base_Init</a:t>
            </a:r>
            <a:r>
              <a:rPr lang="en-GB" altLang="zh-CN" b="1" dirty="0">
                <a:solidFill>
                  <a:srgbClr val="C00000"/>
                </a:solidFill>
              </a:rPr>
              <a:t>()</a:t>
            </a:r>
          </a:p>
        </p:txBody>
      </p:sp>
      <p:sp>
        <p:nvSpPr>
          <p:cNvPr id="8" name="矩形 7"/>
          <p:cNvSpPr/>
          <p:nvPr/>
        </p:nvSpPr>
        <p:spPr>
          <a:xfrm>
            <a:off x="323528" y="1673209"/>
            <a:ext cx="4032448" cy="3323987"/>
          </a:xfrm>
          <a:prstGeom prst="rect">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sz="1400" b="1" dirty="0" err="1">
                <a:solidFill>
                  <a:prstClr val="black"/>
                </a:solidFill>
              </a:rPr>
              <a:t>HAL_StatusTypeDef</a:t>
            </a:r>
            <a:r>
              <a:rPr lang="en-US" altLang="zh-CN" sz="1400" b="1" dirty="0">
                <a:solidFill>
                  <a:prstClr val="black"/>
                </a:solidFill>
              </a:rPr>
              <a:t>  </a:t>
            </a:r>
            <a:r>
              <a:rPr lang="en-US" altLang="zh-CN" sz="1400" b="1" dirty="0" err="1">
                <a:solidFill>
                  <a:prstClr val="black"/>
                </a:solidFill>
              </a:rPr>
              <a:t>HAL_TIM_Base_Init</a:t>
            </a:r>
            <a:r>
              <a:rPr lang="en-US" altLang="zh-CN" sz="1400" b="1" dirty="0">
                <a:solidFill>
                  <a:prstClr val="black"/>
                </a:solidFill>
              </a:rPr>
              <a:t>(</a:t>
            </a:r>
            <a:r>
              <a:rPr lang="en-US" altLang="zh-CN" sz="1400" b="1" dirty="0" err="1">
                <a:solidFill>
                  <a:prstClr val="black"/>
                </a:solidFill>
              </a:rPr>
              <a:t>TIM_HandleTypeDef</a:t>
            </a:r>
            <a:r>
              <a:rPr lang="en-US" altLang="zh-CN" sz="1400" b="1" dirty="0">
                <a:solidFill>
                  <a:prstClr val="black"/>
                </a:solidFill>
              </a:rPr>
              <a:t> *</a:t>
            </a:r>
            <a:r>
              <a:rPr lang="en-US" altLang="zh-CN" sz="1400" b="1" dirty="0" err="1">
                <a:solidFill>
                  <a:prstClr val="black"/>
                </a:solidFill>
              </a:rPr>
              <a:t>htim</a:t>
            </a:r>
            <a:r>
              <a:rPr lang="en-US" altLang="zh-CN" sz="1400" b="1" dirty="0">
                <a:solidFill>
                  <a:prstClr val="black"/>
                </a:solidFill>
              </a:rPr>
              <a:t>)</a:t>
            </a:r>
          </a:p>
          <a:p>
            <a:pPr>
              <a:lnSpc>
                <a:spcPct val="125000"/>
              </a:lnSpc>
            </a:pPr>
            <a:r>
              <a:rPr lang="en-US" altLang="zh-CN" sz="1400" b="1" dirty="0">
                <a:solidFill>
                  <a:prstClr val="black"/>
                </a:solidFill>
              </a:rPr>
              <a:t>{</a:t>
            </a:r>
          </a:p>
          <a:p>
            <a:pPr>
              <a:lnSpc>
                <a:spcPct val="125000"/>
              </a:lnSpc>
            </a:pPr>
            <a:r>
              <a:rPr lang="en-US" altLang="zh-CN" sz="1400" b="1" dirty="0">
                <a:solidFill>
                  <a:prstClr val="black"/>
                </a:solidFill>
              </a:rPr>
              <a:t>    /* </a:t>
            </a:r>
            <a:r>
              <a:rPr lang="zh-CN" altLang="en-US" sz="1400" b="1" dirty="0">
                <a:solidFill>
                  <a:prstClr val="black"/>
                </a:solidFill>
              </a:rPr>
              <a:t>检测</a:t>
            </a:r>
            <a:r>
              <a:rPr lang="en-US" altLang="zh-CN" sz="1400" b="1" dirty="0" err="1">
                <a:solidFill>
                  <a:prstClr val="black"/>
                </a:solidFill>
              </a:rPr>
              <a:t>htim</a:t>
            </a:r>
            <a:r>
              <a:rPr lang="zh-CN" altLang="en-US" sz="1400" b="1" dirty="0">
                <a:solidFill>
                  <a:prstClr val="black"/>
                </a:solidFill>
              </a:rPr>
              <a:t>句柄是否有效 *</a:t>
            </a:r>
            <a:r>
              <a:rPr lang="en-US" altLang="zh-CN" sz="1400" b="1" dirty="0">
                <a:solidFill>
                  <a:prstClr val="black"/>
                </a:solidFill>
              </a:rPr>
              <a:t>/</a:t>
            </a:r>
          </a:p>
          <a:p>
            <a:pPr>
              <a:lnSpc>
                <a:spcPct val="125000"/>
              </a:lnSpc>
            </a:pPr>
            <a:r>
              <a:rPr lang="en-US" altLang="zh-CN" sz="1400" b="1" dirty="0">
                <a:solidFill>
                  <a:prstClr val="black"/>
                </a:solidFill>
              </a:rPr>
              <a:t>  if(</a:t>
            </a:r>
            <a:r>
              <a:rPr lang="en-US" altLang="zh-CN" sz="1400" b="1" dirty="0" err="1">
                <a:solidFill>
                  <a:prstClr val="black"/>
                </a:solidFill>
              </a:rPr>
              <a:t>htim</a:t>
            </a:r>
            <a:r>
              <a:rPr lang="en-US" altLang="zh-CN" sz="1400" b="1" dirty="0">
                <a:solidFill>
                  <a:prstClr val="black"/>
                </a:solidFill>
              </a:rPr>
              <a:t> == NULL)</a:t>
            </a:r>
          </a:p>
          <a:p>
            <a:pPr>
              <a:lnSpc>
                <a:spcPct val="125000"/>
              </a:lnSpc>
            </a:pPr>
            <a:r>
              <a:rPr lang="en-US" altLang="zh-CN" sz="1400" b="1" dirty="0">
                <a:solidFill>
                  <a:prstClr val="black"/>
                </a:solidFill>
              </a:rPr>
              <a:t>  {</a:t>
            </a:r>
          </a:p>
          <a:p>
            <a:pPr>
              <a:lnSpc>
                <a:spcPct val="125000"/>
              </a:lnSpc>
            </a:pPr>
            <a:r>
              <a:rPr lang="en-US" altLang="zh-CN" sz="1400" b="1" dirty="0">
                <a:solidFill>
                  <a:prstClr val="black"/>
                </a:solidFill>
              </a:rPr>
              <a:t>    return HAL_ERROR;</a:t>
            </a:r>
          </a:p>
          <a:p>
            <a:pPr>
              <a:lnSpc>
                <a:spcPct val="125000"/>
              </a:lnSpc>
            </a:pPr>
            <a:r>
              <a:rPr lang="en-US" altLang="zh-CN" sz="1400" b="1" dirty="0">
                <a:solidFill>
                  <a:prstClr val="black"/>
                </a:solidFill>
              </a:rPr>
              <a:t>  }</a:t>
            </a:r>
          </a:p>
          <a:p>
            <a:pPr>
              <a:lnSpc>
                <a:spcPct val="125000"/>
              </a:lnSpc>
            </a:pPr>
            <a:r>
              <a:rPr lang="en-US" altLang="zh-CN" sz="1400" b="1" dirty="0">
                <a:solidFill>
                  <a:prstClr val="black"/>
                </a:solidFill>
              </a:rPr>
              <a:t>    /* </a:t>
            </a:r>
            <a:r>
              <a:rPr lang="zh-CN" altLang="en-US" sz="1400" b="1" dirty="0">
                <a:solidFill>
                  <a:prstClr val="black"/>
                </a:solidFill>
              </a:rPr>
              <a:t>采用断言方式检测参数是否有效 *</a:t>
            </a:r>
            <a:r>
              <a:rPr lang="en-US" altLang="zh-CN" sz="1400" b="1" dirty="0">
                <a:solidFill>
                  <a:prstClr val="black"/>
                </a:solidFill>
              </a:rPr>
              <a:t>/</a:t>
            </a:r>
          </a:p>
          <a:p>
            <a:pPr>
              <a:lnSpc>
                <a:spcPct val="125000"/>
              </a:lnSpc>
            </a:pPr>
            <a:r>
              <a:rPr lang="en-US" altLang="zh-CN" sz="1400" b="1" dirty="0">
                <a:solidFill>
                  <a:prstClr val="black"/>
                </a:solidFill>
              </a:rPr>
              <a:t>  </a:t>
            </a:r>
            <a:r>
              <a:rPr lang="en-US" altLang="zh-CN" sz="1400" b="1" dirty="0" err="1">
                <a:solidFill>
                  <a:prstClr val="black"/>
                </a:solidFill>
              </a:rPr>
              <a:t>assert_param</a:t>
            </a:r>
            <a:r>
              <a:rPr lang="en-US" altLang="zh-CN" sz="1400" b="1" dirty="0">
                <a:solidFill>
                  <a:prstClr val="black"/>
                </a:solidFill>
              </a:rPr>
              <a:t>(IS_TIM_INSTANCE(</a:t>
            </a:r>
            <a:r>
              <a:rPr lang="en-US" altLang="zh-CN" sz="1400" b="1" dirty="0" err="1">
                <a:solidFill>
                  <a:prstClr val="black"/>
                </a:solidFill>
              </a:rPr>
              <a:t>htim</a:t>
            </a:r>
            <a:r>
              <a:rPr lang="en-US" altLang="zh-CN" sz="1400" b="1" dirty="0">
                <a:solidFill>
                  <a:prstClr val="black"/>
                </a:solidFill>
              </a:rPr>
              <a:t>-&gt;Instance));</a:t>
            </a:r>
          </a:p>
          <a:p>
            <a:pPr>
              <a:lnSpc>
                <a:spcPct val="125000"/>
              </a:lnSpc>
            </a:pPr>
            <a:r>
              <a:rPr lang="en-US" altLang="zh-CN" sz="1400" b="1" dirty="0">
                <a:solidFill>
                  <a:prstClr val="black"/>
                </a:solidFill>
              </a:rPr>
              <a:t>  </a:t>
            </a:r>
            <a:r>
              <a:rPr lang="en-US" altLang="zh-CN" sz="1400" b="1" dirty="0" err="1">
                <a:solidFill>
                  <a:prstClr val="black"/>
                </a:solidFill>
              </a:rPr>
              <a:t>assert_param</a:t>
            </a:r>
            <a:r>
              <a:rPr lang="en-US" altLang="zh-CN" sz="1400" b="1" dirty="0">
                <a:solidFill>
                  <a:prstClr val="black"/>
                </a:solidFill>
              </a:rPr>
              <a:t>(IS_TIM_COUNTER_MODE(</a:t>
            </a:r>
            <a:r>
              <a:rPr lang="en-US" altLang="zh-CN" sz="1400" b="1" dirty="0" err="1">
                <a:solidFill>
                  <a:prstClr val="black"/>
                </a:solidFill>
              </a:rPr>
              <a:t>htim</a:t>
            </a:r>
            <a:r>
              <a:rPr lang="en-US" altLang="zh-CN" sz="1400" b="1" dirty="0">
                <a:solidFill>
                  <a:prstClr val="black"/>
                </a:solidFill>
              </a:rPr>
              <a:t>-&gt;</a:t>
            </a:r>
            <a:r>
              <a:rPr lang="en-US" altLang="zh-CN" sz="1400" b="1" dirty="0" err="1">
                <a:solidFill>
                  <a:prstClr val="black"/>
                </a:solidFill>
              </a:rPr>
              <a:t>Init.CounterMode</a:t>
            </a:r>
            <a:r>
              <a:rPr lang="en-US" altLang="zh-CN" sz="1400" b="1" dirty="0" smtClean="0">
                <a:solidFill>
                  <a:prstClr val="black"/>
                </a:solidFill>
              </a:rPr>
              <a:t>));  </a:t>
            </a:r>
            <a:endParaRPr lang="en-US" altLang="zh-CN" sz="1400" b="1" dirty="0">
              <a:solidFill>
                <a:prstClr val="black"/>
              </a:solidFill>
            </a:endParaRPr>
          </a:p>
        </p:txBody>
      </p:sp>
      <p:sp>
        <p:nvSpPr>
          <p:cNvPr id="9" name="矩形 8"/>
          <p:cNvSpPr/>
          <p:nvPr/>
        </p:nvSpPr>
        <p:spPr>
          <a:xfrm>
            <a:off x="4572000" y="582813"/>
            <a:ext cx="4195877" cy="4401205"/>
          </a:xfrm>
          <a:prstGeom prst="rect">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sz="1400" b="1" dirty="0" err="1">
                <a:solidFill>
                  <a:prstClr val="black"/>
                </a:solidFill>
              </a:rPr>
              <a:t>HAL_StatusTypeDef</a:t>
            </a:r>
            <a:r>
              <a:rPr lang="en-US" altLang="zh-CN" sz="1400" b="1" dirty="0">
                <a:solidFill>
                  <a:prstClr val="black"/>
                </a:solidFill>
              </a:rPr>
              <a:t>  </a:t>
            </a:r>
            <a:r>
              <a:rPr lang="en-US" altLang="zh-CN" sz="1400" b="1" dirty="0" err="1">
                <a:solidFill>
                  <a:prstClr val="black"/>
                </a:solidFill>
              </a:rPr>
              <a:t>HAL_TIM_Base_Init</a:t>
            </a:r>
            <a:r>
              <a:rPr lang="en-US" altLang="zh-CN" sz="1400" b="1" dirty="0">
                <a:solidFill>
                  <a:prstClr val="black"/>
                </a:solidFill>
              </a:rPr>
              <a:t>(</a:t>
            </a:r>
            <a:r>
              <a:rPr lang="en-US" altLang="zh-CN" sz="1400" b="1" dirty="0" err="1">
                <a:solidFill>
                  <a:srgbClr val="C00000"/>
                </a:solidFill>
              </a:rPr>
              <a:t>TIM_HandleTypeDef</a:t>
            </a:r>
            <a:r>
              <a:rPr lang="en-US" altLang="zh-CN" sz="1400" b="1" dirty="0">
                <a:solidFill>
                  <a:srgbClr val="C00000"/>
                </a:solidFill>
              </a:rPr>
              <a:t> </a:t>
            </a:r>
            <a:r>
              <a:rPr lang="en-US" altLang="zh-CN" sz="1400" b="1" dirty="0">
                <a:solidFill>
                  <a:prstClr val="black"/>
                </a:solidFill>
              </a:rPr>
              <a:t>*</a:t>
            </a:r>
            <a:r>
              <a:rPr lang="en-US" altLang="zh-CN" sz="1400" b="1" dirty="0" err="1">
                <a:solidFill>
                  <a:prstClr val="black"/>
                </a:solidFill>
              </a:rPr>
              <a:t>htim</a:t>
            </a:r>
            <a:r>
              <a:rPr lang="en-US" altLang="zh-CN" sz="1400" b="1" dirty="0">
                <a:solidFill>
                  <a:prstClr val="black"/>
                </a:solidFill>
              </a:rPr>
              <a:t>)</a:t>
            </a:r>
          </a:p>
          <a:p>
            <a:pPr>
              <a:lnSpc>
                <a:spcPct val="125000"/>
              </a:lnSpc>
            </a:pPr>
            <a:r>
              <a:rPr lang="en-US" altLang="zh-CN" sz="1400" b="1" dirty="0">
                <a:solidFill>
                  <a:prstClr val="black"/>
                </a:solidFill>
              </a:rPr>
              <a:t>{</a:t>
            </a:r>
          </a:p>
          <a:p>
            <a:pPr>
              <a:lnSpc>
                <a:spcPct val="125000"/>
              </a:lnSpc>
            </a:pPr>
            <a:r>
              <a:rPr lang="en-US" altLang="zh-CN" sz="1400" b="1" dirty="0">
                <a:solidFill>
                  <a:prstClr val="black"/>
                </a:solidFill>
              </a:rPr>
              <a:t>    /* </a:t>
            </a:r>
            <a:r>
              <a:rPr lang="zh-CN" altLang="en-US" sz="1400" b="1" dirty="0">
                <a:solidFill>
                  <a:prstClr val="black"/>
                </a:solidFill>
              </a:rPr>
              <a:t>检测</a:t>
            </a:r>
            <a:r>
              <a:rPr lang="en-US" altLang="zh-CN" sz="1400" b="1" dirty="0" err="1">
                <a:solidFill>
                  <a:prstClr val="black"/>
                </a:solidFill>
              </a:rPr>
              <a:t>htim</a:t>
            </a:r>
            <a:r>
              <a:rPr lang="zh-CN" altLang="en-US" sz="1400" b="1" dirty="0">
                <a:solidFill>
                  <a:prstClr val="black"/>
                </a:solidFill>
              </a:rPr>
              <a:t>句柄是否有效 *</a:t>
            </a:r>
            <a:r>
              <a:rPr lang="en-US" altLang="zh-CN" sz="1400" b="1" dirty="0">
                <a:solidFill>
                  <a:prstClr val="black"/>
                </a:solidFill>
              </a:rPr>
              <a:t>/</a:t>
            </a:r>
          </a:p>
          <a:p>
            <a:pPr>
              <a:lnSpc>
                <a:spcPct val="125000"/>
              </a:lnSpc>
            </a:pPr>
            <a:r>
              <a:rPr lang="en-US" altLang="zh-CN" sz="1400" b="1" dirty="0">
                <a:solidFill>
                  <a:prstClr val="black"/>
                </a:solidFill>
              </a:rPr>
              <a:t>  if(</a:t>
            </a:r>
            <a:r>
              <a:rPr lang="en-US" altLang="zh-CN" sz="1400" b="1" dirty="0" err="1">
                <a:solidFill>
                  <a:prstClr val="black"/>
                </a:solidFill>
              </a:rPr>
              <a:t>htim</a:t>
            </a:r>
            <a:r>
              <a:rPr lang="en-US" altLang="zh-CN" sz="1400" b="1" dirty="0">
                <a:solidFill>
                  <a:prstClr val="black"/>
                </a:solidFill>
              </a:rPr>
              <a:t> == NULL)</a:t>
            </a:r>
          </a:p>
          <a:p>
            <a:pPr>
              <a:lnSpc>
                <a:spcPct val="125000"/>
              </a:lnSpc>
            </a:pPr>
            <a:r>
              <a:rPr lang="en-US" altLang="zh-CN" sz="1400" b="1" dirty="0">
                <a:solidFill>
                  <a:prstClr val="black"/>
                </a:solidFill>
              </a:rPr>
              <a:t>  {</a:t>
            </a:r>
          </a:p>
          <a:p>
            <a:pPr>
              <a:lnSpc>
                <a:spcPct val="125000"/>
              </a:lnSpc>
            </a:pPr>
            <a:r>
              <a:rPr lang="en-US" altLang="zh-CN" sz="1400" b="1" dirty="0">
                <a:solidFill>
                  <a:prstClr val="black"/>
                </a:solidFill>
              </a:rPr>
              <a:t>    return HAL_ERROR;</a:t>
            </a:r>
          </a:p>
          <a:p>
            <a:pPr>
              <a:lnSpc>
                <a:spcPct val="125000"/>
              </a:lnSpc>
            </a:pPr>
            <a:r>
              <a:rPr lang="en-US" altLang="zh-CN" sz="1400" b="1" dirty="0">
                <a:solidFill>
                  <a:prstClr val="black"/>
                </a:solidFill>
              </a:rPr>
              <a:t>  }</a:t>
            </a:r>
          </a:p>
          <a:p>
            <a:pPr>
              <a:lnSpc>
                <a:spcPct val="125000"/>
              </a:lnSpc>
            </a:pPr>
            <a:r>
              <a:rPr lang="en-US" altLang="zh-CN" sz="1400" b="1" dirty="0">
                <a:solidFill>
                  <a:prstClr val="black"/>
                </a:solidFill>
              </a:rPr>
              <a:t>    /* </a:t>
            </a:r>
            <a:r>
              <a:rPr lang="zh-CN" altLang="en-US" sz="1400" b="1" dirty="0">
                <a:solidFill>
                  <a:prstClr val="black"/>
                </a:solidFill>
              </a:rPr>
              <a:t>采用断言方式检测参数是否有效 *</a:t>
            </a:r>
            <a:r>
              <a:rPr lang="en-US" altLang="zh-CN" sz="1400" b="1" dirty="0">
                <a:solidFill>
                  <a:prstClr val="black"/>
                </a:solidFill>
              </a:rPr>
              <a:t>/</a:t>
            </a:r>
          </a:p>
          <a:p>
            <a:pPr>
              <a:lnSpc>
                <a:spcPct val="125000"/>
              </a:lnSpc>
            </a:pPr>
            <a:r>
              <a:rPr lang="en-US" altLang="zh-CN" sz="1400" b="1" dirty="0">
                <a:solidFill>
                  <a:prstClr val="black"/>
                </a:solidFill>
              </a:rPr>
              <a:t>  </a:t>
            </a:r>
            <a:r>
              <a:rPr lang="en-US" altLang="zh-CN" sz="1400" b="1" dirty="0" err="1">
                <a:solidFill>
                  <a:prstClr val="black"/>
                </a:solidFill>
              </a:rPr>
              <a:t>assert_param</a:t>
            </a:r>
            <a:r>
              <a:rPr lang="en-US" altLang="zh-CN" sz="1400" b="1" dirty="0">
                <a:solidFill>
                  <a:prstClr val="black"/>
                </a:solidFill>
              </a:rPr>
              <a:t>(IS_TIM_INSTANCE(</a:t>
            </a:r>
            <a:r>
              <a:rPr lang="en-US" altLang="zh-CN" sz="1400" b="1" dirty="0" err="1">
                <a:solidFill>
                  <a:prstClr val="black"/>
                </a:solidFill>
              </a:rPr>
              <a:t>htim</a:t>
            </a:r>
            <a:r>
              <a:rPr lang="en-US" altLang="zh-CN" sz="1400" b="1" dirty="0">
                <a:solidFill>
                  <a:prstClr val="black"/>
                </a:solidFill>
              </a:rPr>
              <a:t>-&gt;Instance));</a:t>
            </a:r>
          </a:p>
          <a:p>
            <a:pPr>
              <a:lnSpc>
                <a:spcPct val="125000"/>
              </a:lnSpc>
            </a:pPr>
            <a:r>
              <a:rPr lang="en-US" altLang="zh-CN" sz="1400" b="1" dirty="0">
                <a:solidFill>
                  <a:prstClr val="black"/>
                </a:solidFill>
              </a:rPr>
              <a:t>  </a:t>
            </a:r>
            <a:r>
              <a:rPr lang="en-US" altLang="zh-CN" sz="1400" b="1" dirty="0" err="1">
                <a:solidFill>
                  <a:prstClr val="black"/>
                </a:solidFill>
              </a:rPr>
              <a:t>assert_param</a:t>
            </a:r>
            <a:r>
              <a:rPr lang="en-US" altLang="zh-CN" sz="1400" b="1" dirty="0">
                <a:solidFill>
                  <a:prstClr val="black"/>
                </a:solidFill>
              </a:rPr>
              <a:t>(IS_TIM_COUNTER_MODE(</a:t>
            </a:r>
            <a:r>
              <a:rPr lang="en-US" altLang="zh-CN" sz="1400" b="1" dirty="0" err="1">
                <a:solidFill>
                  <a:prstClr val="black"/>
                </a:solidFill>
              </a:rPr>
              <a:t>htim</a:t>
            </a:r>
            <a:r>
              <a:rPr lang="en-US" altLang="zh-CN" sz="1400" b="1" dirty="0">
                <a:solidFill>
                  <a:prstClr val="black"/>
                </a:solidFill>
              </a:rPr>
              <a:t>-&gt;</a:t>
            </a:r>
            <a:r>
              <a:rPr lang="en-US" altLang="zh-CN" sz="1400" b="1" dirty="0" err="1">
                <a:solidFill>
                  <a:prstClr val="black"/>
                </a:solidFill>
              </a:rPr>
              <a:t>Init.CounterMode</a:t>
            </a:r>
            <a:r>
              <a:rPr lang="en-US" altLang="zh-CN" sz="1400" b="1" dirty="0">
                <a:solidFill>
                  <a:prstClr val="black"/>
                </a:solidFill>
              </a:rPr>
              <a:t>));</a:t>
            </a:r>
          </a:p>
          <a:p>
            <a:pPr>
              <a:lnSpc>
                <a:spcPct val="125000"/>
              </a:lnSpc>
            </a:pPr>
            <a:r>
              <a:rPr lang="en-US" altLang="zh-CN" sz="1400" b="1" dirty="0">
                <a:solidFill>
                  <a:prstClr val="black"/>
                </a:solidFill>
              </a:rPr>
              <a:t>  </a:t>
            </a:r>
            <a:r>
              <a:rPr lang="en-US" altLang="zh-CN" sz="1400" b="1" dirty="0" err="1">
                <a:solidFill>
                  <a:prstClr val="black"/>
                </a:solidFill>
              </a:rPr>
              <a:t>assert_param</a:t>
            </a:r>
            <a:r>
              <a:rPr lang="en-US" altLang="zh-CN" sz="1400" b="1" dirty="0">
                <a:solidFill>
                  <a:prstClr val="black"/>
                </a:solidFill>
              </a:rPr>
              <a:t>(IS_TIM_CLOCKDIVISION_DIV(</a:t>
            </a:r>
            <a:r>
              <a:rPr lang="en-US" altLang="zh-CN" sz="1400" b="1" dirty="0" err="1">
                <a:solidFill>
                  <a:prstClr val="black"/>
                </a:solidFill>
              </a:rPr>
              <a:t>htim</a:t>
            </a:r>
            <a:r>
              <a:rPr lang="en-US" altLang="zh-CN" sz="1400" b="1" dirty="0">
                <a:solidFill>
                  <a:prstClr val="black"/>
                </a:solidFill>
              </a:rPr>
              <a:t>-&gt;</a:t>
            </a:r>
            <a:r>
              <a:rPr lang="en-US" altLang="zh-CN" sz="1400" b="1" dirty="0" err="1">
                <a:solidFill>
                  <a:prstClr val="black"/>
                </a:solidFill>
              </a:rPr>
              <a:t>Init.ClockDivision</a:t>
            </a:r>
            <a:r>
              <a:rPr lang="en-US" altLang="zh-CN" sz="1400" b="1" dirty="0">
                <a:solidFill>
                  <a:prstClr val="black"/>
                </a:solidFill>
              </a:rPr>
              <a:t>));</a:t>
            </a:r>
          </a:p>
          <a:p>
            <a:pPr>
              <a:lnSpc>
                <a:spcPct val="125000"/>
              </a:lnSpc>
            </a:pPr>
            <a:r>
              <a:rPr lang="en-US" altLang="zh-CN" sz="1400" b="1" dirty="0">
                <a:solidFill>
                  <a:prstClr val="black"/>
                </a:solidFill>
              </a:rPr>
              <a:t>  </a:t>
            </a:r>
            <a:r>
              <a:rPr lang="en-US" altLang="zh-CN" sz="1400" b="1" dirty="0" err="1">
                <a:solidFill>
                  <a:prstClr val="black"/>
                </a:solidFill>
              </a:rPr>
              <a:t>assert_param</a:t>
            </a:r>
            <a:r>
              <a:rPr lang="en-US" altLang="zh-CN" sz="1400" b="1" dirty="0">
                <a:solidFill>
                  <a:prstClr val="black"/>
                </a:solidFill>
              </a:rPr>
              <a:t>(IS_TIM_AUTORELOAD_PRELOAD(</a:t>
            </a:r>
            <a:r>
              <a:rPr lang="en-US" altLang="zh-CN" sz="1400" b="1" dirty="0" err="1">
                <a:solidFill>
                  <a:prstClr val="black"/>
                </a:solidFill>
              </a:rPr>
              <a:t>htim</a:t>
            </a:r>
            <a:r>
              <a:rPr lang="en-US" altLang="zh-CN" sz="1400" b="1" dirty="0">
                <a:solidFill>
                  <a:prstClr val="black"/>
                </a:solidFill>
              </a:rPr>
              <a:t>-&gt;</a:t>
            </a:r>
            <a:r>
              <a:rPr lang="en-US" altLang="zh-CN" sz="1400" b="1" dirty="0" err="1">
                <a:solidFill>
                  <a:prstClr val="black"/>
                </a:solidFill>
              </a:rPr>
              <a:t>Init.AutoReloadPreload</a:t>
            </a:r>
            <a:r>
              <a:rPr lang="en-US" altLang="zh-CN" sz="1400" b="1" dirty="0" smtClean="0">
                <a:solidFill>
                  <a:prstClr val="black"/>
                </a:solidFill>
              </a:rPr>
              <a:t>));</a:t>
            </a:r>
            <a:endParaRPr lang="en-US" altLang="zh-CN" sz="1400" b="1" dirty="0">
              <a:solidFill>
                <a:prstClr val="black"/>
              </a:solidFill>
            </a:endParaRPr>
          </a:p>
        </p:txBody>
      </p:sp>
    </p:spTree>
    <p:extLst>
      <p:ext uri="{BB962C8B-B14F-4D97-AF65-F5344CB8AC3E}">
        <p14:creationId xmlns:p14="http://schemas.microsoft.com/office/powerpoint/2010/main" val="420714302"/>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1" y="339503"/>
            <a:ext cx="404124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937296" cy="461665"/>
          </a:xfrm>
          <a:prstGeom prst="rect">
            <a:avLst/>
          </a:prstGeom>
        </p:spPr>
        <p:txBody>
          <a:bodyPr wrap="none">
            <a:spAutoFit/>
          </a:bodyPr>
          <a:lstStyle/>
          <a:p>
            <a:r>
              <a:rPr lang="en-US" altLang="zh-CN" sz="2400" b="1" dirty="0" smtClean="0">
                <a:solidFill>
                  <a:schemeClr val="bg1"/>
                </a:solidFill>
              </a:rPr>
              <a:t>9.5.1 HAL</a:t>
            </a:r>
            <a:r>
              <a:rPr lang="zh-CN" altLang="en-US" sz="2400" b="1" dirty="0">
                <a:solidFill>
                  <a:schemeClr val="bg1"/>
                </a:solidFill>
              </a:rPr>
              <a:t>库定时器接口函数</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269316" y="1059582"/>
            <a:ext cx="2880320" cy="784830"/>
          </a:xfrm>
          <a:prstGeom prst="rect">
            <a:avLst/>
          </a:prstGeom>
        </p:spPr>
        <p:txBody>
          <a:bodyPr wrap="square">
            <a:spAutoFit/>
          </a:bodyPr>
          <a:lstStyle/>
          <a:p>
            <a:pPr lvl="0">
              <a:lnSpc>
                <a:spcPct val="125000"/>
              </a:lnSpc>
            </a:pPr>
            <a:r>
              <a:rPr lang="en-US" altLang="zh-CN" b="1" dirty="0">
                <a:solidFill>
                  <a:srgbClr val="C00000"/>
                </a:solidFill>
              </a:rPr>
              <a:t>1</a:t>
            </a:r>
            <a:r>
              <a:rPr lang="zh-CN" altLang="en-US" b="1" dirty="0">
                <a:solidFill>
                  <a:srgbClr val="C00000"/>
                </a:solidFill>
              </a:rPr>
              <a:t>．定时器初始化配置函数</a:t>
            </a:r>
            <a:r>
              <a:rPr lang="en-GB" altLang="zh-CN" b="1" dirty="0" err="1">
                <a:solidFill>
                  <a:srgbClr val="C00000"/>
                </a:solidFill>
              </a:rPr>
              <a:t>HAL_TIM_Base_Init</a:t>
            </a:r>
            <a:r>
              <a:rPr lang="en-GB" altLang="zh-CN" b="1" dirty="0">
                <a:solidFill>
                  <a:srgbClr val="C00000"/>
                </a:solidFill>
              </a:rPr>
              <a:t>()</a:t>
            </a:r>
          </a:p>
        </p:txBody>
      </p:sp>
      <p:sp>
        <p:nvSpPr>
          <p:cNvPr id="9" name="矩形 8"/>
          <p:cNvSpPr/>
          <p:nvPr/>
        </p:nvSpPr>
        <p:spPr>
          <a:xfrm>
            <a:off x="4427984" y="231490"/>
            <a:ext cx="4500500" cy="4670509"/>
          </a:xfrm>
          <a:prstGeom prst="rect">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sz="1400" b="1" dirty="0" smtClean="0">
                <a:solidFill>
                  <a:prstClr val="black"/>
                </a:solidFill>
              </a:rPr>
              <a:t>if(</a:t>
            </a:r>
            <a:r>
              <a:rPr lang="en-US" altLang="zh-CN" sz="1400" b="1" dirty="0" err="1" smtClean="0">
                <a:solidFill>
                  <a:prstClr val="black"/>
                </a:solidFill>
              </a:rPr>
              <a:t>htim</a:t>
            </a:r>
            <a:r>
              <a:rPr lang="en-US" altLang="zh-CN" sz="1400" b="1" dirty="0" smtClean="0">
                <a:solidFill>
                  <a:prstClr val="black"/>
                </a:solidFill>
              </a:rPr>
              <a:t>-</a:t>
            </a:r>
            <a:r>
              <a:rPr lang="en-US" altLang="zh-CN" sz="1400" b="1" dirty="0">
                <a:solidFill>
                  <a:prstClr val="black"/>
                </a:solidFill>
              </a:rPr>
              <a:t>&gt;State == HAL_TIM_STATE_RESET)</a:t>
            </a:r>
          </a:p>
          <a:p>
            <a:pPr>
              <a:lnSpc>
                <a:spcPct val="125000"/>
              </a:lnSpc>
            </a:pPr>
            <a:r>
              <a:rPr lang="en-US" altLang="zh-CN" sz="1400" b="1" dirty="0">
                <a:solidFill>
                  <a:prstClr val="black"/>
                </a:solidFill>
              </a:rPr>
              <a:t>  {</a:t>
            </a:r>
          </a:p>
          <a:p>
            <a:pPr>
              <a:lnSpc>
                <a:spcPct val="125000"/>
              </a:lnSpc>
            </a:pPr>
            <a:r>
              <a:rPr lang="en-US" altLang="zh-CN" sz="1400" b="1" dirty="0">
                <a:solidFill>
                  <a:prstClr val="black"/>
                </a:solidFill>
              </a:rPr>
              <a:t>      /* </a:t>
            </a:r>
            <a:r>
              <a:rPr lang="zh-CN" altLang="en-US" sz="1400" b="1" dirty="0">
                <a:solidFill>
                  <a:prstClr val="black"/>
                </a:solidFill>
              </a:rPr>
              <a:t>取消上锁*</a:t>
            </a:r>
            <a:r>
              <a:rPr lang="en-US" altLang="zh-CN" sz="1400" b="1" dirty="0">
                <a:solidFill>
                  <a:prstClr val="black"/>
                </a:solidFill>
              </a:rPr>
              <a:t>/</a:t>
            </a:r>
          </a:p>
          <a:p>
            <a:pPr>
              <a:lnSpc>
                <a:spcPct val="125000"/>
              </a:lnSpc>
            </a:pPr>
            <a:r>
              <a:rPr lang="en-US" altLang="zh-CN" sz="1400" b="1" dirty="0">
                <a:solidFill>
                  <a:prstClr val="black"/>
                </a:solidFill>
              </a:rPr>
              <a:t>    </a:t>
            </a:r>
            <a:r>
              <a:rPr lang="en-US" altLang="zh-CN" sz="1400" b="1" dirty="0" err="1">
                <a:solidFill>
                  <a:prstClr val="black"/>
                </a:solidFill>
              </a:rPr>
              <a:t>htim</a:t>
            </a:r>
            <a:r>
              <a:rPr lang="en-US" altLang="zh-CN" sz="1400" b="1" dirty="0">
                <a:solidFill>
                  <a:prstClr val="black"/>
                </a:solidFill>
              </a:rPr>
              <a:t>-&gt;Lock = HAL_UNLOCKED;</a:t>
            </a:r>
          </a:p>
          <a:p>
            <a:pPr>
              <a:lnSpc>
                <a:spcPct val="125000"/>
              </a:lnSpc>
            </a:pPr>
            <a:r>
              <a:rPr lang="en-US" altLang="zh-CN" sz="1400" b="1" dirty="0">
                <a:solidFill>
                  <a:prstClr val="black"/>
                </a:solidFill>
              </a:rPr>
              <a:t>      /*</a:t>
            </a:r>
            <a:r>
              <a:rPr lang="zh-CN" altLang="en-US" sz="1400" b="1" dirty="0">
                <a:solidFill>
                  <a:prstClr val="black"/>
                </a:solidFill>
              </a:rPr>
              <a:t>初始化底层硬件：</a:t>
            </a:r>
            <a:r>
              <a:rPr lang="en-US" altLang="zh-CN" sz="1400" b="1" dirty="0">
                <a:solidFill>
                  <a:prstClr val="black"/>
                </a:solidFill>
              </a:rPr>
              <a:t>GPIO</a:t>
            </a:r>
            <a:r>
              <a:rPr lang="zh-CN" altLang="en-US" sz="1400" b="1" dirty="0">
                <a:solidFill>
                  <a:prstClr val="black"/>
                </a:solidFill>
              </a:rPr>
              <a:t>、</a:t>
            </a:r>
            <a:r>
              <a:rPr lang="en-US" altLang="zh-CN" sz="1400" b="1" dirty="0">
                <a:solidFill>
                  <a:prstClr val="black"/>
                </a:solidFill>
              </a:rPr>
              <a:t>CLOCK</a:t>
            </a:r>
            <a:r>
              <a:rPr lang="zh-CN" altLang="en-US" sz="1400" b="1" dirty="0">
                <a:solidFill>
                  <a:prstClr val="black"/>
                </a:solidFill>
              </a:rPr>
              <a:t>、 </a:t>
            </a:r>
            <a:r>
              <a:rPr lang="en-US" altLang="zh-CN" sz="1400" b="1" dirty="0">
                <a:solidFill>
                  <a:prstClr val="black"/>
                </a:solidFill>
              </a:rPr>
              <a:t>NVIC */</a:t>
            </a:r>
          </a:p>
          <a:p>
            <a:pPr>
              <a:lnSpc>
                <a:spcPct val="125000"/>
              </a:lnSpc>
            </a:pPr>
            <a:r>
              <a:rPr lang="en-US" altLang="zh-CN" sz="1400" b="1" dirty="0">
                <a:solidFill>
                  <a:schemeClr val="accent5">
                    <a:lumMod val="75000"/>
                  </a:schemeClr>
                </a:solidFill>
              </a:rPr>
              <a:t>    </a:t>
            </a:r>
            <a:r>
              <a:rPr lang="en-US" altLang="zh-CN" sz="1400" b="1" dirty="0" err="1">
                <a:solidFill>
                  <a:srgbClr val="C00000"/>
                </a:solidFill>
              </a:rPr>
              <a:t>HAL_TIM_Base_MspInit</a:t>
            </a:r>
            <a:r>
              <a:rPr lang="en-US" altLang="zh-CN" sz="1400" b="1" dirty="0">
                <a:solidFill>
                  <a:srgbClr val="C00000"/>
                </a:solidFill>
              </a:rPr>
              <a:t>(</a:t>
            </a:r>
            <a:r>
              <a:rPr lang="en-US" altLang="zh-CN" sz="1400" b="1" dirty="0" err="1">
                <a:solidFill>
                  <a:srgbClr val="C00000"/>
                </a:solidFill>
              </a:rPr>
              <a:t>htim</a:t>
            </a:r>
            <a:r>
              <a:rPr lang="en-US" altLang="zh-CN" sz="1400" b="1" dirty="0">
                <a:solidFill>
                  <a:srgbClr val="C00000"/>
                </a:solidFill>
              </a:rPr>
              <a:t>);</a:t>
            </a:r>
          </a:p>
          <a:p>
            <a:pPr>
              <a:lnSpc>
                <a:spcPct val="125000"/>
              </a:lnSpc>
            </a:pPr>
            <a:r>
              <a:rPr lang="en-US" altLang="zh-CN" sz="1400" b="1" dirty="0">
                <a:solidFill>
                  <a:prstClr val="black"/>
                </a:solidFill>
              </a:rPr>
              <a:t>  }</a:t>
            </a:r>
          </a:p>
          <a:p>
            <a:pPr>
              <a:lnSpc>
                <a:spcPct val="125000"/>
              </a:lnSpc>
            </a:pPr>
            <a:r>
              <a:rPr lang="en-US" altLang="zh-CN" sz="1400" b="1" dirty="0">
                <a:solidFill>
                  <a:prstClr val="black"/>
                </a:solidFill>
              </a:rPr>
              <a:t>    /*</a:t>
            </a:r>
            <a:r>
              <a:rPr lang="zh-CN" altLang="en-US" sz="1400" b="1" dirty="0">
                <a:solidFill>
                  <a:prstClr val="black"/>
                </a:solidFill>
              </a:rPr>
              <a:t>设置</a:t>
            </a:r>
            <a:r>
              <a:rPr lang="en-US" altLang="zh-CN" sz="1400" b="1" dirty="0">
                <a:solidFill>
                  <a:prstClr val="black"/>
                </a:solidFill>
              </a:rPr>
              <a:t>TIM</a:t>
            </a:r>
            <a:r>
              <a:rPr lang="zh-CN" altLang="en-US" sz="1400" b="1" dirty="0">
                <a:solidFill>
                  <a:prstClr val="black"/>
                </a:solidFill>
              </a:rPr>
              <a:t>状态 *</a:t>
            </a:r>
            <a:r>
              <a:rPr lang="en-US" altLang="zh-CN" sz="1400" b="1" dirty="0">
                <a:solidFill>
                  <a:prstClr val="black"/>
                </a:solidFill>
              </a:rPr>
              <a:t>/</a:t>
            </a:r>
          </a:p>
          <a:p>
            <a:pPr>
              <a:lnSpc>
                <a:spcPct val="125000"/>
              </a:lnSpc>
            </a:pPr>
            <a:r>
              <a:rPr lang="en-US" altLang="zh-CN" sz="1400" b="1" dirty="0">
                <a:solidFill>
                  <a:prstClr val="black"/>
                </a:solidFill>
              </a:rPr>
              <a:t>  </a:t>
            </a:r>
            <a:r>
              <a:rPr lang="en-US" altLang="zh-CN" sz="1400" b="1" dirty="0" err="1">
                <a:solidFill>
                  <a:prstClr val="black"/>
                </a:solidFill>
              </a:rPr>
              <a:t>htim</a:t>
            </a:r>
            <a:r>
              <a:rPr lang="en-US" altLang="zh-CN" sz="1400" b="1" dirty="0">
                <a:solidFill>
                  <a:prstClr val="black"/>
                </a:solidFill>
              </a:rPr>
              <a:t>-&gt;State= HAL_TIM_STATE_BUSY; </a:t>
            </a:r>
            <a:endParaRPr lang="en-US" altLang="zh-CN" sz="1400" b="1" dirty="0" smtClean="0">
              <a:solidFill>
                <a:prstClr val="black"/>
              </a:solidFill>
            </a:endParaRPr>
          </a:p>
          <a:p>
            <a:pPr>
              <a:lnSpc>
                <a:spcPct val="125000"/>
              </a:lnSpc>
            </a:pPr>
            <a:r>
              <a:rPr lang="en-US" altLang="zh-CN" sz="1400" b="1" dirty="0">
                <a:solidFill>
                  <a:prstClr val="black"/>
                </a:solidFill>
              </a:rPr>
              <a:t> </a:t>
            </a:r>
            <a:r>
              <a:rPr lang="en-US" altLang="zh-CN" sz="1400" b="1" dirty="0" smtClean="0">
                <a:solidFill>
                  <a:prstClr val="black"/>
                </a:solidFill>
              </a:rPr>
              <a:t>   //</a:t>
            </a:r>
            <a:r>
              <a:rPr lang="zh-CN" altLang="en-US" sz="1400" b="1" dirty="0">
                <a:solidFill>
                  <a:prstClr val="black"/>
                </a:solidFill>
              </a:rPr>
              <a:t>将状态设置为</a:t>
            </a:r>
            <a:r>
              <a:rPr lang="en-US" altLang="zh-CN" sz="1400" b="1" dirty="0">
                <a:solidFill>
                  <a:prstClr val="black"/>
                </a:solidFill>
              </a:rPr>
              <a:t>BUSY</a:t>
            </a:r>
          </a:p>
          <a:p>
            <a:pPr>
              <a:lnSpc>
                <a:spcPct val="125000"/>
              </a:lnSpc>
            </a:pPr>
            <a:r>
              <a:rPr lang="en-US" altLang="zh-CN" sz="1400" b="1" dirty="0">
                <a:solidFill>
                  <a:prstClr val="black"/>
                </a:solidFill>
              </a:rPr>
              <a:t>    /* </a:t>
            </a:r>
            <a:r>
              <a:rPr lang="zh-CN" altLang="en-US" sz="1400" b="1" dirty="0">
                <a:solidFill>
                  <a:prstClr val="black"/>
                </a:solidFill>
              </a:rPr>
              <a:t>配置</a:t>
            </a:r>
            <a:r>
              <a:rPr lang="en-US" altLang="zh-CN" sz="1400" b="1" dirty="0">
                <a:solidFill>
                  <a:prstClr val="black"/>
                </a:solidFill>
              </a:rPr>
              <a:t>TIM</a:t>
            </a:r>
            <a:r>
              <a:rPr lang="zh-CN" altLang="en-US" sz="1400" b="1" dirty="0">
                <a:solidFill>
                  <a:prstClr val="black"/>
                </a:solidFill>
              </a:rPr>
              <a:t>的基本参数 *</a:t>
            </a:r>
            <a:r>
              <a:rPr lang="en-US" altLang="zh-CN" sz="1400" b="1" dirty="0">
                <a:solidFill>
                  <a:prstClr val="black"/>
                </a:solidFill>
              </a:rPr>
              <a:t>/</a:t>
            </a:r>
          </a:p>
          <a:p>
            <a:pPr>
              <a:lnSpc>
                <a:spcPct val="125000"/>
              </a:lnSpc>
            </a:pPr>
            <a:r>
              <a:rPr lang="en-US" altLang="zh-CN" sz="1400" b="1" dirty="0">
                <a:solidFill>
                  <a:srgbClr val="C00000"/>
                </a:solidFill>
              </a:rPr>
              <a:t>  </a:t>
            </a:r>
            <a:r>
              <a:rPr lang="en-US" altLang="zh-CN" sz="1400" b="1" dirty="0" err="1">
                <a:solidFill>
                  <a:srgbClr val="C00000"/>
                </a:solidFill>
              </a:rPr>
              <a:t>TIM_Base_SetConfig</a:t>
            </a:r>
            <a:r>
              <a:rPr lang="en-US" altLang="zh-CN" sz="1400" b="1" dirty="0">
                <a:solidFill>
                  <a:srgbClr val="C00000"/>
                </a:solidFill>
              </a:rPr>
              <a:t>(</a:t>
            </a:r>
            <a:r>
              <a:rPr lang="en-US" altLang="zh-CN" sz="1400" b="1" dirty="0" err="1">
                <a:solidFill>
                  <a:srgbClr val="C00000"/>
                </a:solidFill>
              </a:rPr>
              <a:t>htim</a:t>
            </a:r>
            <a:r>
              <a:rPr lang="en-US" altLang="zh-CN" sz="1400" b="1" dirty="0">
                <a:solidFill>
                  <a:srgbClr val="C00000"/>
                </a:solidFill>
              </a:rPr>
              <a:t>-&gt;Instance, &amp;</a:t>
            </a:r>
            <a:r>
              <a:rPr lang="en-US" altLang="zh-CN" sz="1400" b="1" dirty="0" err="1">
                <a:solidFill>
                  <a:srgbClr val="C00000"/>
                </a:solidFill>
              </a:rPr>
              <a:t>htim</a:t>
            </a:r>
            <a:r>
              <a:rPr lang="en-US" altLang="zh-CN" sz="1400" b="1" dirty="0">
                <a:solidFill>
                  <a:srgbClr val="C00000"/>
                </a:solidFill>
              </a:rPr>
              <a:t>-&gt;</a:t>
            </a:r>
            <a:r>
              <a:rPr lang="en-US" altLang="zh-CN" sz="1400" b="1" dirty="0" err="1">
                <a:solidFill>
                  <a:srgbClr val="C00000"/>
                </a:solidFill>
              </a:rPr>
              <a:t>Init</a:t>
            </a:r>
            <a:r>
              <a:rPr lang="en-US" altLang="zh-CN" sz="1400" b="1" dirty="0">
                <a:solidFill>
                  <a:srgbClr val="C00000"/>
                </a:solidFill>
              </a:rPr>
              <a:t>);</a:t>
            </a:r>
          </a:p>
          <a:p>
            <a:pPr>
              <a:lnSpc>
                <a:spcPct val="125000"/>
              </a:lnSpc>
            </a:pPr>
            <a:r>
              <a:rPr lang="en-US" altLang="zh-CN" sz="1400" b="1" dirty="0">
                <a:solidFill>
                  <a:prstClr val="black"/>
                </a:solidFill>
              </a:rPr>
              <a:t>    /* </a:t>
            </a:r>
            <a:r>
              <a:rPr lang="zh-CN" altLang="en-US" sz="1400" b="1" dirty="0">
                <a:solidFill>
                  <a:prstClr val="black"/>
                </a:solidFill>
              </a:rPr>
              <a:t>初始化</a:t>
            </a:r>
            <a:r>
              <a:rPr lang="en-US" altLang="zh-CN" sz="1400" b="1" dirty="0">
                <a:solidFill>
                  <a:prstClr val="black"/>
                </a:solidFill>
              </a:rPr>
              <a:t>TIM </a:t>
            </a:r>
            <a:r>
              <a:rPr lang="zh-CN" altLang="en-US" sz="1400" b="1" dirty="0">
                <a:solidFill>
                  <a:prstClr val="black"/>
                </a:solidFill>
              </a:rPr>
              <a:t>状态，</a:t>
            </a:r>
            <a:r>
              <a:rPr lang="en-US" altLang="zh-CN" sz="1400" b="1" dirty="0">
                <a:solidFill>
                  <a:prstClr val="black"/>
                </a:solidFill>
              </a:rPr>
              <a:t>TIM</a:t>
            </a:r>
            <a:r>
              <a:rPr lang="zh-CN" altLang="en-US" sz="1400" b="1" dirty="0">
                <a:solidFill>
                  <a:prstClr val="black"/>
                </a:solidFill>
              </a:rPr>
              <a:t>就绪 *</a:t>
            </a:r>
            <a:r>
              <a:rPr lang="en-US" altLang="zh-CN" sz="1400" b="1" dirty="0">
                <a:solidFill>
                  <a:prstClr val="black"/>
                </a:solidFill>
              </a:rPr>
              <a:t>/</a:t>
            </a:r>
          </a:p>
          <a:p>
            <a:pPr>
              <a:lnSpc>
                <a:spcPct val="125000"/>
              </a:lnSpc>
            </a:pPr>
            <a:r>
              <a:rPr lang="en-US" altLang="zh-CN" sz="1400" b="1" dirty="0">
                <a:solidFill>
                  <a:prstClr val="black"/>
                </a:solidFill>
              </a:rPr>
              <a:t>  </a:t>
            </a:r>
            <a:r>
              <a:rPr lang="en-US" altLang="zh-CN" sz="1400" b="1" dirty="0" err="1">
                <a:solidFill>
                  <a:prstClr val="black"/>
                </a:solidFill>
              </a:rPr>
              <a:t>htim</a:t>
            </a:r>
            <a:r>
              <a:rPr lang="en-US" altLang="zh-CN" sz="1400" b="1" dirty="0">
                <a:solidFill>
                  <a:prstClr val="black"/>
                </a:solidFill>
              </a:rPr>
              <a:t>-&gt;State= HAL_TIM_STATE_READY; </a:t>
            </a:r>
            <a:endParaRPr lang="en-US" altLang="zh-CN" sz="1400" b="1" dirty="0" smtClean="0">
              <a:solidFill>
                <a:prstClr val="black"/>
              </a:solidFill>
            </a:endParaRPr>
          </a:p>
          <a:p>
            <a:pPr>
              <a:lnSpc>
                <a:spcPct val="125000"/>
              </a:lnSpc>
            </a:pPr>
            <a:r>
              <a:rPr lang="en-US" altLang="zh-CN" sz="1400" b="1" dirty="0">
                <a:solidFill>
                  <a:prstClr val="black"/>
                </a:solidFill>
              </a:rPr>
              <a:t> </a:t>
            </a:r>
            <a:r>
              <a:rPr lang="en-US" altLang="zh-CN" sz="1400" b="1" dirty="0" smtClean="0">
                <a:solidFill>
                  <a:prstClr val="black"/>
                </a:solidFill>
              </a:rPr>
              <a:t>   //</a:t>
            </a:r>
            <a:r>
              <a:rPr lang="zh-CN" altLang="en-US" sz="1400" b="1" dirty="0">
                <a:solidFill>
                  <a:prstClr val="black"/>
                </a:solidFill>
              </a:rPr>
              <a:t>将状态设置为</a:t>
            </a:r>
            <a:r>
              <a:rPr lang="en-US" altLang="zh-CN" sz="1400" b="1" dirty="0">
                <a:solidFill>
                  <a:prstClr val="black"/>
                </a:solidFill>
              </a:rPr>
              <a:t>READY</a:t>
            </a:r>
          </a:p>
          <a:p>
            <a:pPr>
              <a:lnSpc>
                <a:spcPct val="125000"/>
              </a:lnSpc>
            </a:pPr>
            <a:r>
              <a:rPr lang="en-US" altLang="zh-CN" sz="1400" b="1" dirty="0">
                <a:solidFill>
                  <a:prstClr val="black"/>
                </a:solidFill>
              </a:rPr>
              <a:t>  return HAL_OK;</a:t>
            </a:r>
          </a:p>
          <a:p>
            <a:pPr>
              <a:lnSpc>
                <a:spcPct val="125000"/>
              </a:lnSpc>
            </a:pPr>
            <a:r>
              <a:rPr lang="en-US" altLang="zh-CN" sz="1400" b="1" dirty="0">
                <a:solidFill>
                  <a:prstClr val="black"/>
                </a:solidFill>
              </a:rPr>
              <a:t>}</a:t>
            </a:r>
          </a:p>
        </p:txBody>
      </p:sp>
      <p:sp>
        <p:nvSpPr>
          <p:cNvPr id="5" name="矩形 4"/>
          <p:cNvSpPr/>
          <p:nvPr/>
        </p:nvSpPr>
        <p:spPr>
          <a:xfrm>
            <a:off x="364440" y="2031690"/>
            <a:ext cx="3559487" cy="2169825"/>
          </a:xfrm>
          <a:prstGeom prst="rect">
            <a:avLst/>
          </a:prstGeom>
        </p:spPr>
        <p:txBody>
          <a:bodyPr wrap="square">
            <a:spAutoFit/>
          </a:bodyPr>
          <a:lstStyle/>
          <a:p>
            <a:pPr>
              <a:lnSpc>
                <a:spcPct val="125000"/>
              </a:lnSpc>
            </a:pPr>
            <a:r>
              <a:rPr lang="zh-CN" altLang="en-US" b="1" dirty="0" smtClean="0">
                <a:solidFill>
                  <a:srgbClr val="C00000"/>
                </a:solidFill>
                <a:ea typeface="楷体" pitchFamily="49" charset="-122"/>
              </a:rPr>
              <a:t>解析：</a:t>
            </a:r>
            <a:r>
              <a:rPr lang="zh-CN" altLang="en-US" b="1" dirty="0" smtClean="0">
                <a:ea typeface="楷体" pitchFamily="49" charset="-122"/>
              </a:rPr>
              <a:t>函数源码</a:t>
            </a:r>
            <a:r>
              <a:rPr lang="zh-CN" altLang="en-US" b="1" dirty="0">
                <a:ea typeface="楷体" pitchFamily="49" charset="-122"/>
              </a:rPr>
              <a:t>中主要涉及到两个重要的函数</a:t>
            </a:r>
            <a:r>
              <a:rPr lang="en-GB" altLang="zh-CN" b="1" dirty="0" err="1">
                <a:ea typeface="楷体" pitchFamily="49" charset="-122"/>
              </a:rPr>
              <a:t>HAL_TIM_Base_MspInit</a:t>
            </a:r>
            <a:r>
              <a:rPr lang="en-GB" altLang="zh-CN" b="1" dirty="0">
                <a:ea typeface="楷体" pitchFamily="49" charset="-122"/>
              </a:rPr>
              <a:t>(</a:t>
            </a:r>
            <a:r>
              <a:rPr lang="en-GB" altLang="zh-CN" b="1" dirty="0" err="1">
                <a:ea typeface="楷体" pitchFamily="49" charset="-122"/>
              </a:rPr>
              <a:t>htim</a:t>
            </a:r>
            <a:r>
              <a:rPr lang="en-GB" altLang="zh-CN" b="1" dirty="0">
                <a:ea typeface="楷体" pitchFamily="49" charset="-122"/>
              </a:rPr>
              <a:t>)</a:t>
            </a:r>
            <a:r>
              <a:rPr lang="zh-CN" altLang="en-US" b="1" dirty="0">
                <a:ea typeface="楷体" pitchFamily="49" charset="-122"/>
              </a:rPr>
              <a:t>和</a:t>
            </a:r>
            <a:r>
              <a:rPr lang="en-GB" altLang="zh-CN" b="1" dirty="0" err="1">
                <a:ea typeface="楷体" pitchFamily="49" charset="-122"/>
              </a:rPr>
              <a:t>TIM_Base_SetConfig</a:t>
            </a:r>
            <a:r>
              <a:rPr lang="en-GB" altLang="zh-CN" b="1" dirty="0">
                <a:ea typeface="楷体" pitchFamily="49" charset="-122"/>
              </a:rPr>
              <a:t>( )</a:t>
            </a:r>
            <a:r>
              <a:rPr lang="zh-CN" altLang="en-GB" b="1" dirty="0">
                <a:ea typeface="楷体" pitchFamily="49" charset="-122"/>
              </a:rPr>
              <a:t>，</a:t>
            </a:r>
            <a:r>
              <a:rPr lang="en-GB" altLang="zh-CN" b="1" dirty="0">
                <a:ea typeface="楷体" pitchFamily="49" charset="-122"/>
              </a:rPr>
              <a:t>HAL</a:t>
            </a:r>
            <a:r>
              <a:rPr lang="zh-CN" altLang="en-US" b="1" dirty="0">
                <a:ea typeface="楷体" pitchFamily="49" charset="-122"/>
              </a:rPr>
              <a:t>库每个外设模块都设计有单独的底层初始化回调函</a:t>
            </a:r>
            <a:r>
              <a:rPr lang="zh-CN" altLang="en-US" b="1" dirty="0" smtClean="0">
                <a:ea typeface="楷体" pitchFamily="49" charset="-122"/>
              </a:rPr>
              <a:t>数</a:t>
            </a:r>
            <a:r>
              <a:rPr lang="zh-CN" altLang="en-US" b="1" dirty="0">
                <a:ea typeface="楷体" pitchFamily="49" charset="-122"/>
              </a:rPr>
              <a:t>。</a:t>
            </a:r>
          </a:p>
        </p:txBody>
      </p:sp>
    </p:spTree>
    <p:extLst>
      <p:ext uri="{BB962C8B-B14F-4D97-AF65-F5344CB8AC3E}">
        <p14:creationId xmlns:p14="http://schemas.microsoft.com/office/powerpoint/2010/main" val="1896904415"/>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1" y="339503"/>
            <a:ext cx="404124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937296" cy="461665"/>
          </a:xfrm>
          <a:prstGeom prst="rect">
            <a:avLst/>
          </a:prstGeom>
        </p:spPr>
        <p:txBody>
          <a:bodyPr wrap="none">
            <a:spAutoFit/>
          </a:bodyPr>
          <a:lstStyle/>
          <a:p>
            <a:r>
              <a:rPr lang="en-US" altLang="zh-CN" sz="2400" b="1" dirty="0" smtClean="0">
                <a:solidFill>
                  <a:schemeClr val="bg1"/>
                </a:solidFill>
              </a:rPr>
              <a:t>9.5.1 HAL</a:t>
            </a:r>
            <a:r>
              <a:rPr lang="zh-CN" altLang="en-US" sz="2400" b="1" dirty="0">
                <a:solidFill>
                  <a:schemeClr val="bg1"/>
                </a:solidFill>
              </a:rPr>
              <a:t>库定时器接口函数</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467544" y="1621005"/>
            <a:ext cx="2304256" cy="1823576"/>
          </a:xfrm>
          <a:prstGeom prst="rect">
            <a:avLst/>
          </a:prstGeom>
        </p:spPr>
        <p:txBody>
          <a:bodyPr wrap="square">
            <a:spAutoFit/>
          </a:bodyPr>
          <a:lstStyle/>
          <a:p>
            <a:pPr lvl="0">
              <a:lnSpc>
                <a:spcPct val="125000"/>
              </a:lnSpc>
            </a:pPr>
            <a:r>
              <a:rPr lang="en-US" altLang="zh-CN" b="1" dirty="0" smtClean="0"/>
              <a:t>     HAL</a:t>
            </a:r>
            <a:r>
              <a:rPr lang="zh-CN" altLang="en-US" b="1" dirty="0"/>
              <a:t>库在</a:t>
            </a:r>
            <a:r>
              <a:rPr lang="en-US" altLang="zh-CN" b="1" dirty="0" err="1"/>
              <a:t>TIM_TypeDef</a:t>
            </a:r>
            <a:r>
              <a:rPr lang="zh-CN" altLang="en-US" b="1" dirty="0"/>
              <a:t>的基础上封装了一个结构体</a:t>
            </a:r>
            <a:r>
              <a:rPr lang="en-US" altLang="zh-CN" b="1" dirty="0" err="1">
                <a:solidFill>
                  <a:srgbClr val="C00000"/>
                </a:solidFill>
              </a:rPr>
              <a:t>TIM_HandleTypeDef</a:t>
            </a:r>
            <a:r>
              <a:rPr lang="zh-CN" altLang="en-US" b="1" dirty="0"/>
              <a:t>（定时器句柄）</a:t>
            </a:r>
            <a:endParaRPr lang="en-GB" altLang="zh-CN" b="1" dirty="0"/>
          </a:p>
        </p:txBody>
      </p:sp>
      <p:sp>
        <p:nvSpPr>
          <p:cNvPr id="9" name="矩形 8"/>
          <p:cNvSpPr/>
          <p:nvPr/>
        </p:nvSpPr>
        <p:spPr>
          <a:xfrm>
            <a:off x="3167844" y="1095586"/>
            <a:ext cx="5472608" cy="3477875"/>
          </a:xfrm>
          <a:prstGeom prst="rect">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sz="1600" b="1" dirty="0" err="1" smtClean="0">
                <a:solidFill>
                  <a:prstClr val="black"/>
                </a:solidFill>
              </a:rPr>
              <a:t>Typedef</a:t>
            </a:r>
            <a:r>
              <a:rPr lang="en-US" altLang="zh-CN" sz="1600" b="1" dirty="0" smtClean="0">
                <a:solidFill>
                  <a:prstClr val="black"/>
                </a:solidFill>
              </a:rPr>
              <a:t> </a:t>
            </a:r>
            <a:r>
              <a:rPr lang="en-US" altLang="zh-CN" sz="1600" b="1" dirty="0" err="1" smtClean="0">
                <a:solidFill>
                  <a:prstClr val="black"/>
                </a:solidFill>
              </a:rPr>
              <a:t>struct</a:t>
            </a:r>
            <a:endParaRPr lang="en-US" altLang="zh-CN" sz="1600" b="1" dirty="0">
              <a:solidFill>
                <a:prstClr val="black"/>
              </a:solidFill>
            </a:endParaRPr>
          </a:p>
          <a:p>
            <a:pPr>
              <a:lnSpc>
                <a:spcPct val="125000"/>
              </a:lnSpc>
            </a:pPr>
            <a:r>
              <a:rPr lang="en-US" altLang="zh-CN" sz="1600" b="1" dirty="0">
                <a:solidFill>
                  <a:prstClr val="black"/>
                </a:solidFill>
              </a:rPr>
              <a:t>{</a:t>
            </a:r>
          </a:p>
          <a:p>
            <a:pPr>
              <a:lnSpc>
                <a:spcPct val="125000"/>
              </a:lnSpc>
            </a:pPr>
            <a:r>
              <a:rPr lang="en-US" altLang="zh-CN" sz="1600" b="1" dirty="0">
                <a:solidFill>
                  <a:prstClr val="black"/>
                </a:solidFill>
              </a:rPr>
              <a:t>  </a:t>
            </a:r>
            <a:r>
              <a:rPr lang="en-US" altLang="zh-CN" sz="1600" b="1" dirty="0" err="1">
                <a:solidFill>
                  <a:prstClr val="black"/>
                </a:solidFill>
              </a:rPr>
              <a:t>TIM_TypeDef</a:t>
            </a:r>
            <a:r>
              <a:rPr lang="en-US" altLang="zh-CN" sz="1600" b="1" dirty="0">
                <a:solidFill>
                  <a:prstClr val="black"/>
                </a:solidFill>
              </a:rPr>
              <a:t>   </a:t>
            </a:r>
            <a:r>
              <a:rPr lang="en-US" altLang="zh-CN" sz="1600" b="1" dirty="0" smtClean="0">
                <a:solidFill>
                  <a:prstClr val="black"/>
                </a:solidFill>
              </a:rPr>
              <a:t>  </a:t>
            </a:r>
            <a:r>
              <a:rPr lang="en-US" altLang="zh-CN" sz="1600" b="1" dirty="0">
                <a:solidFill>
                  <a:prstClr val="black"/>
                </a:solidFill>
              </a:rPr>
              <a:t>*Instance; </a:t>
            </a:r>
            <a:r>
              <a:rPr lang="en-US" altLang="zh-CN" sz="1600" b="1" dirty="0" smtClean="0">
                <a:solidFill>
                  <a:prstClr val="black"/>
                </a:solidFill>
              </a:rPr>
              <a:t> </a:t>
            </a:r>
            <a:r>
              <a:rPr lang="en-US" altLang="zh-CN" sz="1600" b="1" dirty="0">
                <a:solidFill>
                  <a:prstClr val="black"/>
                </a:solidFill>
              </a:rPr>
              <a:t>/*TIM</a:t>
            </a:r>
            <a:r>
              <a:rPr lang="zh-CN" altLang="en-US" sz="1600" b="1" dirty="0">
                <a:solidFill>
                  <a:prstClr val="black"/>
                </a:solidFill>
              </a:rPr>
              <a:t>寄存器的实例化*</a:t>
            </a:r>
            <a:r>
              <a:rPr lang="en-US" altLang="zh-CN" sz="1600" b="1" dirty="0">
                <a:solidFill>
                  <a:prstClr val="black"/>
                </a:solidFill>
              </a:rPr>
              <a:t>/</a:t>
            </a:r>
          </a:p>
          <a:p>
            <a:pPr>
              <a:lnSpc>
                <a:spcPct val="125000"/>
              </a:lnSpc>
            </a:pPr>
            <a:r>
              <a:rPr lang="en-US" altLang="zh-CN" sz="1600" b="1" dirty="0">
                <a:solidFill>
                  <a:prstClr val="black"/>
                </a:solidFill>
              </a:rPr>
              <a:t>  </a:t>
            </a:r>
            <a:r>
              <a:rPr lang="en-US" altLang="zh-CN" sz="1600" b="1" dirty="0" err="1">
                <a:solidFill>
                  <a:prstClr val="black"/>
                </a:solidFill>
              </a:rPr>
              <a:t>TIM_Base_InitTypeDef</a:t>
            </a:r>
            <a:r>
              <a:rPr lang="en-US" altLang="zh-CN" sz="1600" b="1" dirty="0">
                <a:solidFill>
                  <a:prstClr val="black"/>
                </a:solidFill>
              </a:rPr>
              <a:t> </a:t>
            </a:r>
            <a:r>
              <a:rPr lang="en-US" altLang="zh-CN" sz="1600" b="1" dirty="0" smtClean="0">
                <a:solidFill>
                  <a:prstClr val="black"/>
                </a:solidFill>
              </a:rPr>
              <a:t>   </a:t>
            </a:r>
            <a:r>
              <a:rPr lang="en-US" altLang="zh-CN" sz="1600" b="1" dirty="0" err="1">
                <a:solidFill>
                  <a:prstClr val="black"/>
                </a:solidFill>
              </a:rPr>
              <a:t>Init</a:t>
            </a:r>
            <a:r>
              <a:rPr lang="en-US" altLang="zh-CN" sz="1600" b="1" dirty="0" smtClean="0">
                <a:solidFill>
                  <a:prstClr val="black"/>
                </a:solidFill>
              </a:rPr>
              <a:t>; </a:t>
            </a:r>
          </a:p>
          <a:p>
            <a:pPr>
              <a:lnSpc>
                <a:spcPct val="125000"/>
              </a:lnSpc>
            </a:pPr>
            <a:r>
              <a:rPr lang="en-US" altLang="zh-CN" sz="1600" b="1" dirty="0">
                <a:solidFill>
                  <a:prstClr val="black"/>
                </a:solidFill>
              </a:rPr>
              <a:t> </a:t>
            </a:r>
            <a:r>
              <a:rPr lang="en-US" altLang="zh-CN" sz="1600" b="1" dirty="0" smtClean="0">
                <a:solidFill>
                  <a:prstClr val="black"/>
                </a:solidFill>
              </a:rPr>
              <a:t>      </a:t>
            </a:r>
            <a:r>
              <a:rPr lang="en-US" altLang="zh-CN" sz="1600" b="1" dirty="0">
                <a:solidFill>
                  <a:prstClr val="black"/>
                </a:solidFill>
              </a:rPr>
              <a:t>/*</a:t>
            </a:r>
            <a:r>
              <a:rPr lang="zh-CN" altLang="en-US" sz="1600" b="1" dirty="0">
                <a:solidFill>
                  <a:prstClr val="black"/>
                </a:solidFill>
              </a:rPr>
              <a:t>配置定时器的基本参数 *</a:t>
            </a:r>
            <a:r>
              <a:rPr lang="en-US" altLang="zh-CN" sz="1600" b="1" dirty="0">
                <a:solidFill>
                  <a:prstClr val="black"/>
                </a:solidFill>
              </a:rPr>
              <a:t>/</a:t>
            </a:r>
          </a:p>
          <a:p>
            <a:pPr>
              <a:lnSpc>
                <a:spcPct val="125000"/>
              </a:lnSpc>
            </a:pPr>
            <a:r>
              <a:rPr lang="en-US" altLang="zh-CN" sz="1600" b="1" dirty="0">
                <a:solidFill>
                  <a:prstClr val="black"/>
                </a:solidFill>
              </a:rPr>
              <a:t>  </a:t>
            </a:r>
            <a:r>
              <a:rPr lang="en-US" altLang="zh-CN" sz="1600" b="1" dirty="0" err="1">
                <a:solidFill>
                  <a:prstClr val="black"/>
                </a:solidFill>
              </a:rPr>
              <a:t>HAL_TIM_ActiveChannel</a:t>
            </a:r>
            <a:r>
              <a:rPr lang="en-US" altLang="zh-CN" sz="1600" b="1" dirty="0">
                <a:solidFill>
                  <a:prstClr val="black"/>
                </a:solidFill>
              </a:rPr>
              <a:t>     Channel; </a:t>
            </a:r>
            <a:r>
              <a:rPr lang="en-US" altLang="zh-CN" sz="1600" b="1" dirty="0" smtClean="0">
                <a:solidFill>
                  <a:prstClr val="black"/>
                </a:solidFill>
              </a:rPr>
              <a:t>  </a:t>
            </a:r>
            <a:r>
              <a:rPr lang="en-US" altLang="zh-CN" sz="1600" b="1" dirty="0">
                <a:solidFill>
                  <a:prstClr val="black"/>
                </a:solidFill>
              </a:rPr>
              <a:t>/*</a:t>
            </a:r>
            <a:r>
              <a:rPr lang="zh-CN" altLang="en-US" sz="1600" b="1" dirty="0">
                <a:solidFill>
                  <a:prstClr val="black"/>
                </a:solidFill>
              </a:rPr>
              <a:t>配置定时器通道 *</a:t>
            </a:r>
            <a:r>
              <a:rPr lang="en-US" altLang="zh-CN" sz="1600" b="1" dirty="0">
                <a:solidFill>
                  <a:prstClr val="black"/>
                </a:solidFill>
              </a:rPr>
              <a:t>/</a:t>
            </a:r>
          </a:p>
          <a:p>
            <a:pPr>
              <a:lnSpc>
                <a:spcPct val="125000"/>
              </a:lnSpc>
            </a:pPr>
            <a:r>
              <a:rPr lang="en-US" altLang="zh-CN" sz="1600" b="1" dirty="0">
                <a:solidFill>
                  <a:prstClr val="black"/>
                </a:solidFill>
              </a:rPr>
              <a:t>  </a:t>
            </a:r>
            <a:r>
              <a:rPr lang="en-US" altLang="zh-CN" sz="1600" b="1" dirty="0" err="1">
                <a:solidFill>
                  <a:prstClr val="black"/>
                </a:solidFill>
              </a:rPr>
              <a:t>DMA_HandleTypeDef</a:t>
            </a:r>
            <a:r>
              <a:rPr lang="en-US" altLang="zh-CN" sz="1600" b="1" dirty="0">
                <a:solidFill>
                  <a:prstClr val="black"/>
                </a:solidFill>
              </a:rPr>
              <a:t>        *</a:t>
            </a:r>
            <a:r>
              <a:rPr lang="en-US" altLang="zh-CN" sz="1600" b="1" dirty="0" err="1">
                <a:solidFill>
                  <a:prstClr val="black"/>
                </a:solidFill>
              </a:rPr>
              <a:t>hdma</a:t>
            </a:r>
            <a:r>
              <a:rPr lang="en-US" altLang="zh-CN" sz="1600" b="1" dirty="0">
                <a:solidFill>
                  <a:prstClr val="black"/>
                </a:solidFill>
              </a:rPr>
              <a:t>[7]; </a:t>
            </a:r>
            <a:r>
              <a:rPr lang="en-US" altLang="zh-CN" sz="1600" b="1" dirty="0" smtClean="0">
                <a:solidFill>
                  <a:prstClr val="black"/>
                </a:solidFill>
              </a:rPr>
              <a:t>  /*</a:t>
            </a:r>
            <a:r>
              <a:rPr lang="zh-CN" altLang="en-US" sz="1600" b="1" dirty="0">
                <a:solidFill>
                  <a:prstClr val="black"/>
                </a:solidFill>
              </a:rPr>
              <a:t>配置</a:t>
            </a:r>
            <a:r>
              <a:rPr lang="en-US" altLang="zh-CN" sz="1600" b="1" dirty="0">
                <a:solidFill>
                  <a:prstClr val="black"/>
                </a:solidFill>
              </a:rPr>
              <a:t>DMA */</a:t>
            </a:r>
          </a:p>
          <a:p>
            <a:pPr>
              <a:lnSpc>
                <a:spcPct val="125000"/>
              </a:lnSpc>
            </a:pPr>
            <a:r>
              <a:rPr lang="en-US" altLang="zh-CN" sz="1600" b="1" dirty="0">
                <a:solidFill>
                  <a:prstClr val="black"/>
                </a:solidFill>
              </a:rPr>
              <a:t>  </a:t>
            </a:r>
            <a:r>
              <a:rPr lang="en-US" altLang="zh-CN" sz="1600" b="1" dirty="0" err="1">
                <a:solidFill>
                  <a:prstClr val="black"/>
                </a:solidFill>
              </a:rPr>
              <a:t>HAL_LockTypeDef</a:t>
            </a:r>
            <a:r>
              <a:rPr lang="en-US" altLang="zh-CN" sz="1600" b="1" dirty="0">
                <a:solidFill>
                  <a:prstClr val="black"/>
                </a:solidFill>
              </a:rPr>
              <a:t>            Lock;    </a:t>
            </a:r>
            <a:r>
              <a:rPr lang="en-US" altLang="zh-CN" sz="1600" b="1" dirty="0" smtClean="0">
                <a:solidFill>
                  <a:prstClr val="black"/>
                </a:solidFill>
              </a:rPr>
              <a:t>    </a:t>
            </a:r>
            <a:r>
              <a:rPr lang="en-US" altLang="zh-CN" sz="1600" b="1" dirty="0">
                <a:solidFill>
                  <a:prstClr val="black"/>
                </a:solidFill>
              </a:rPr>
              <a:t>/*</a:t>
            </a:r>
            <a:r>
              <a:rPr lang="zh-CN" altLang="en-US" sz="1600" b="1" dirty="0">
                <a:solidFill>
                  <a:prstClr val="black"/>
                </a:solidFill>
              </a:rPr>
              <a:t>上锁*</a:t>
            </a:r>
            <a:r>
              <a:rPr lang="en-US" altLang="zh-CN" sz="1600" b="1" dirty="0">
                <a:solidFill>
                  <a:prstClr val="black"/>
                </a:solidFill>
              </a:rPr>
              <a:t>/</a:t>
            </a:r>
          </a:p>
          <a:p>
            <a:pPr>
              <a:lnSpc>
                <a:spcPct val="125000"/>
              </a:lnSpc>
            </a:pPr>
            <a:r>
              <a:rPr lang="en-US" altLang="zh-CN" sz="1600" b="1" dirty="0">
                <a:solidFill>
                  <a:prstClr val="black"/>
                </a:solidFill>
              </a:rPr>
              <a:t>  __IO </a:t>
            </a:r>
            <a:r>
              <a:rPr lang="en-US" altLang="zh-CN" sz="1600" b="1" dirty="0" err="1">
                <a:solidFill>
                  <a:prstClr val="black"/>
                </a:solidFill>
              </a:rPr>
              <a:t>HAL_TIM_StateTypeDef</a:t>
            </a:r>
            <a:r>
              <a:rPr lang="en-US" altLang="zh-CN" sz="1600" b="1" dirty="0">
                <a:solidFill>
                  <a:prstClr val="black"/>
                </a:solidFill>
              </a:rPr>
              <a:t>   State;  </a:t>
            </a:r>
            <a:endParaRPr lang="en-US" altLang="zh-CN" sz="1600" b="1" dirty="0" smtClean="0">
              <a:solidFill>
                <a:prstClr val="black"/>
              </a:solidFill>
            </a:endParaRPr>
          </a:p>
          <a:p>
            <a:pPr>
              <a:lnSpc>
                <a:spcPct val="125000"/>
              </a:lnSpc>
            </a:pPr>
            <a:r>
              <a:rPr lang="en-US" altLang="zh-CN" sz="1600" b="1" dirty="0">
                <a:solidFill>
                  <a:prstClr val="black"/>
                </a:solidFill>
              </a:rPr>
              <a:t> </a:t>
            </a:r>
            <a:r>
              <a:rPr lang="en-US" altLang="zh-CN" sz="1600" b="1" dirty="0" smtClean="0">
                <a:solidFill>
                  <a:prstClr val="black"/>
                </a:solidFill>
              </a:rPr>
              <a:t>      </a:t>
            </a:r>
            <a:r>
              <a:rPr lang="en-US" altLang="zh-CN" sz="1600" b="1" dirty="0">
                <a:solidFill>
                  <a:prstClr val="black"/>
                </a:solidFill>
              </a:rPr>
              <a:t>/*</a:t>
            </a:r>
            <a:r>
              <a:rPr lang="zh-CN" altLang="en-US" sz="1600" b="1" dirty="0">
                <a:solidFill>
                  <a:prstClr val="black"/>
                </a:solidFill>
              </a:rPr>
              <a:t>定时器操作状态*</a:t>
            </a:r>
            <a:r>
              <a:rPr lang="en-US" altLang="zh-CN" sz="1600" b="1" dirty="0">
                <a:solidFill>
                  <a:prstClr val="black"/>
                </a:solidFill>
              </a:rPr>
              <a:t>/</a:t>
            </a:r>
          </a:p>
          <a:p>
            <a:pPr>
              <a:lnSpc>
                <a:spcPct val="125000"/>
              </a:lnSpc>
            </a:pPr>
            <a:r>
              <a:rPr lang="en-US" altLang="zh-CN" sz="1600" b="1" dirty="0">
                <a:solidFill>
                  <a:prstClr val="black"/>
                </a:solidFill>
              </a:rPr>
              <a:t>} </a:t>
            </a:r>
            <a:r>
              <a:rPr lang="en-US" altLang="zh-CN" sz="1600" b="1" dirty="0" err="1">
                <a:solidFill>
                  <a:prstClr val="black"/>
                </a:solidFill>
              </a:rPr>
              <a:t>TIM_HandleTypeDef</a:t>
            </a:r>
            <a:r>
              <a:rPr lang="en-US" altLang="zh-CN" sz="1600" b="1" dirty="0">
                <a:solidFill>
                  <a:prstClr val="black"/>
                </a:solidFill>
              </a:rPr>
              <a:t>;</a:t>
            </a:r>
          </a:p>
        </p:txBody>
      </p:sp>
    </p:spTree>
    <p:extLst>
      <p:ext uri="{BB962C8B-B14F-4D97-AF65-F5344CB8AC3E}">
        <p14:creationId xmlns:p14="http://schemas.microsoft.com/office/powerpoint/2010/main" val="1937629854"/>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1" y="339503"/>
            <a:ext cx="404124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937296" cy="461665"/>
          </a:xfrm>
          <a:prstGeom prst="rect">
            <a:avLst/>
          </a:prstGeom>
        </p:spPr>
        <p:txBody>
          <a:bodyPr wrap="none">
            <a:spAutoFit/>
          </a:bodyPr>
          <a:lstStyle/>
          <a:p>
            <a:r>
              <a:rPr lang="en-US" altLang="zh-CN" sz="2400" b="1" dirty="0" smtClean="0">
                <a:solidFill>
                  <a:schemeClr val="bg1"/>
                </a:solidFill>
              </a:rPr>
              <a:t>9.5.1 HAL</a:t>
            </a:r>
            <a:r>
              <a:rPr lang="zh-CN" altLang="en-US" sz="2400" b="1" dirty="0">
                <a:solidFill>
                  <a:schemeClr val="bg1"/>
                </a:solidFill>
              </a:rPr>
              <a:t>库定时器接口函数</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611560" y="1131590"/>
            <a:ext cx="8029400" cy="438582"/>
          </a:xfrm>
          <a:prstGeom prst="rect">
            <a:avLst/>
          </a:prstGeom>
        </p:spPr>
        <p:txBody>
          <a:bodyPr wrap="square">
            <a:spAutoFit/>
          </a:bodyPr>
          <a:lstStyle/>
          <a:p>
            <a:pPr lvl="0">
              <a:lnSpc>
                <a:spcPct val="125000"/>
              </a:lnSpc>
            </a:pPr>
            <a:r>
              <a:rPr lang="en-US" altLang="zh-CN" b="1" dirty="0" err="1" smtClean="0"/>
              <a:t>TIM_HandleTypeDef</a:t>
            </a:r>
            <a:r>
              <a:rPr lang="zh-CN" altLang="en-US" b="1" dirty="0"/>
              <a:t>结构体又包含了定时器初始化结构体</a:t>
            </a:r>
            <a:r>
              <a:rPr lang="en-US" altLang="zh-CN" b="1" dirty="0" err="1">
                <a:solidFill>
                  <a:srgbClr val="C00000"/>
                </a:solidFill>
              </a:rPr>
              <a:t>TIM_Base_InitTypeDef</a:t>
            </a:r>
            <a:endParaRPr lang="en-GB" altLang="zh-CN" b="1" dirty="0">
              <a:solidFill>
                <a:srgbClr val="C00000"/>
              </a:solidFill>
            </a:endParaRPr>
          </a:p>
        </p:txBody>
      </p:sp>
      <p:sp>
        <p:nvSpPr>
          <p:cNvPr id="9" name="矩形 8"/>
          <p:cNvSpPr/>
          <p:nvPr/>
        </p:nvSpPr>
        <p:spPr>
          <a:xfrm>
            <a:off x="611560" y="1729400"/>
            <a:ext cx="7920880" cy="2862322"/>
          </a:xfrm>
          <a:prstGeom prst="rect">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sz="1600" b="1" dirty="0" err="1">
                <a:solidFill>
                  <a:prstClr val="black"/>
                </a:solidFill>
              </a:rPr>
              <a:t>typedef</a:t>
            </a:r>
            <a:r>
              <a:rPr lang="en-US" altLang="zh-CN" sz="1600" b="1" dirty="0">
                <a:solidFill>
                  <a:prstClr val="black"/>
                </a:solidFill>
              </a:rPr>
              <a:t> </a:t>
            </a:r>
            <a:r>
              <a:rPr lang="en-US" altLang="zh-CN" sz="1600" b="1" dirty="0" err="1">
                <a:solidFill>
                  <a:prstClr val="black"/>
                </a:solidFill>
              </a:rPr>
              <a:t>struct</a:t>
            </a:r>
            <a:endParaRPr lang="en-US" altLang="zh-CN" sz="1600" b="1" dirty="0">
              <a:solidFill>
                <a:prstClr val="black"/>
              </a:solidFill>
            </a:endParaRPr>
          </a:p>
          <a:p>
            <a:pPr>
              <a:lnSpc>
                <a:spcPct val="125000"/>
              </a:lnSpc>
            </a:pPr>
            <a:r>
              <a:rPr lang="en-US" altLang="zh-CN" sz="1600" b="1" dirty="0">
                <a:solidFill>
                  <a:prstClr val="black"/>
                </a:solidFill>
              </a:rPr>
              <a:t>{</a:t>
            </a:r>
          </a:p>
          <a:p>
            <a:pPr>
              <a:lnSpc>
                <a:spcPct val="125000"/>
              </a:lnSpc>
            </a:pPr>
            <a:r>
              <a:rPr lang="en-US" altLang="zh-CN" sz="1600" b="1" dirty="0">
                <a:solidFill>
                  <a:prstClr val="black"/>
                </a:solidFill>
              </a:rPr>
              <a:t>  uint32_t  </a:t>
            </a:r>
            <a:r>
              <a:rPr lang="en-US" altLang="zh-CN" sz="1600" b="1" dirty="0" err="1">
                <a:solidFill>
                  <a:prstClr val="black"/>
                </a:solidFill>
              </a:rPr>
              <a:t>Prescaler</a:t>
            </a:r>
            <a:r>
              <a:rPr lang="en-US" altLang="zh-CN" sz="1600" b="1" dirty="0">
                <a:solidFill>
                  <a:prstClr val="black"/>
                </a:solidFill>
              </a:rPr>
              <a:t>; </a:t>
            </a:r>
            <a:r>
              <a:rPr lang="en-US" altLang="zh-CN" sz="1600" b="1" dirty="0" smtClean="0">
                <a:solidFill>
                  <a:prstClr val="black"/>
                </a:solidFill>
              </a:rPr>
              <a:t>/*</a:t>
            </a:r>
            <a:r>
              <a:rPr lang="zh-CN" altLang="en-US" sz="1600" b="1" dirty="0">
                <a:solidFill>
                  <a:prstClr val="black"/>
                </a:solidFill>
              </a:rPr>
              <a:t>定时器预分频系数，其值范围在</a:t>
            </a:r>
            <a:r>
              <a:rPr lang="en-US" altLang="zh-CN" sz="1600" b="1" dirty="0">
                <a:solidFill>
                  <a:prstClr val="black"/>
                </a:solidFill>
              </a:rPr>
              <a:t>0x0000 ~ 0xFFFF</a:t>
            </a:r>
            <a:r>
              <a:rPr lang="zh-CN" altLang="en-US" sz="1600" b="1" dirty="0">
                <a:solidFill>
                  <a:prstClr val="black"/>
                </a:solidFill>
              </a:rPr>
              <a:t>之间 *</a:t>
            </a:r>
            <a:r>
              <a:rPr lang="en-US" altLang="zh-CN" sz="1600" b="1" dirty="0">
                <a:solidFill>
                  <a:prstClr val="black"/>
                </a:solidFill>
              </a:rPr>
              <a:t>/</a:t>
            </a:r>
          </a:p>
          <a:p>
            <a:pPr>
              <a:lnSpc>
                <a:spcPct val="125000"/>
              </a:lnSpc>
            </a:pPr>
            <a:r>
              <a:rPr lang="en-US" altLang="zh-CN" sz="1600" b="1" dirty="0">
                <a:solidFill>
                  <a:prstClr val="black"/>
                </a:solidFill>
              </a:rPr>
              <a:t>  uint32_t  </a:t>
            </a:r>
            <a:r>
              <a:rPr lang="en-US" altLang="zh-CN" sz="1600" b="1" dirty="0" err="1">
                <a:solidFill>
                  <a:prstClr val="black"/>
                </a:solidFill>
              </a:rPr>
              <a:t>CounterMode</a:t>
            </a:r>
            <a:r>
              <a:rPr lang="en-US" altLang="zh-CN" sz="1600" b="1" dirty="0">
                <a:solidFill>
                  <a:prstClr val="black"/>
                </a:solidFill>
              </a:rPr>
              <a:t>;    </a:t>
            </a:r>
            <a:r>
              <a:rPr lang="en-US" altLang="zh-CN" sz="1600" b="1" dirty="0" smtClean="0">
                <a:solidFill>
                  <a:prstClr val="black"/>
                </a:solidFill>
              </a:rPr>
              <a:t> </a:t>
            </a:r>
            <a:r>
              <a:rPr lang="en-US" altLang="zh-CN" sz="1600" b="1" dirty="0">
                <a:solidFill>
                  <a:prstClr val="black"/>
                </a:solidFill>
              </a:rPr>
              <a:t>/*</a:t>
            </a:r>
            <a:r>
              <a:rPr lang="zh-CN" altLang="en-US" sz="1600" b="1" dirty="0">
                <a:solidFill>
                  <a:prstClr val="black"/>
                </a:solidFill>
              </a:rPr>
              <a:t>定时器计数模式，向上计数、向下计数和中心对齐模式 *</a:t>
            </a:r>
            <a:r>
              <a:rPr lang="en-US" altLang="zh-CN" sz="1600" b="1" dirty="0">
                <a:solidFill>
                  <a:prstClr val="black"/>
                </a:solidFill>
              </a:rPr>
              <a:t>/</a:t>
            </a:r>
          </a:p>
          <a:p>
            <a:pPr>
              <a:lnSpc>
                <a:spcPct val="125000"/>
              </a:lnSpc>
            </a:pPr>
            <a:r>
              <a:rPr lang="en-US" altLang="zh-CN" sz="1600" b="1" dirty="0">
                <a:solidFill>
                  <a:prstClr val="black"/>
                </a:solidFill>
              </a:rPr>
              <a:t>  uint32_t  Period;            /*</a:t>
            </a:r>
            <a:r>
              <a:rPr lang="zh-CN" altLang="en-US" sz="1600" b="1" dirty="0">
                <a:solidFill>
                  <a:prstClr val="black"/>
                </a:solidFill>
              </a:rPr>
              <a:t>定时器定时周期，其值范围为</a:t>
            </a:r>
            <a:r>
              <a:rPr lang="en-US" altLang="zh-CN" sz="1600" b="1" dirty="0">
                <a:solidFill>
                  <a:prstClr val="black"/>
                </a:solidFill>
              </a:rPr>
              <a:t>0x0000 ~ 0xFFFF */</a:t>
            </a:r>
          </a:p>
          <a:p>
            <a:pPr>
              <a:lnSpc>
                <a:spcPct val="125000"/>
              </a:lnSpc>
            </a:pPr>
            <a:r>
              <a:rPr lang="en-US" altLang="zh-CN" sz="1600" b="1" dirty="0">
                <a:solidFill>
                  <a:prstClr val="black"/>
                </a:solidFill>
              </a:rPr>
              <a:t>  uint32_t  </a:t>
            </a:r>
            <a:r>
              <a:rPr lang="en-US" altLang="zh-CN" sz="1600" b="1" dirty="0" err="1">
                <a:solidFill>
                  <a:prstClr val="black"/>
                </a:solidFill>
              </a:rPr>
              <a:t>ClockDivision</a:t>
            </a:r>
            <a:r>
              <a:rPr lang="en-US" altLang="zh-CN" sz="1600" b="1" dirty="0">
                <a:solidFill>
                  <a:prstClr val="black"/>
                </a:solidFill>
              </a:rPr>
              <a:t>;     /* </a:t>
            </a:r>
            <a:r>
              <a:rPr lang="zh-CN" altLang="en-US" sz="1600" b="1" dirty="0">
                <a:solidFill>
                  <a:prstClr val="black"/>
                </a:solidFill>
              </a:rPr>
              <a:t>定时器时钟分频因子*</a:t>
            </a:r>
            <a:r>
              <a:rPr lang="en-US" altLang="zh-CN" sz="1600" b="1" dirty="0">
                <a:solidFill>
                  <a:prstClr val="black"/>
                </a:solidFill>
              </a:rPr>
              <a:t>/</a:t>
            </a:r>
          </a:p>
          <a:p>
            <a:pPr>
              <a:lnSpc>
                <a:spcPct val="125000"/>
              </a:lnSpc>
            </a:pPr>
            <a:r>
              <a:rPr lang="en-US" altLang="zh-CN" sz="1600" b="1" dirty="0">
                <a:solidFill>
                  <a:prstClr val="black"/>
                </a:solidFill>
              </a:rPr>
              <a:t>  uint32_t  </a:t>
            </a:r>
            <a:r>
              <a:rPr lang="en-US" altLang="zh-CN" sz="1600" b="1" dirty="0" err="1">
                <a:solidFill>
                  <a:prstClr val="black"/>
                </a:solidFill>
              </a:rPr>
              <a:t>RepetitionCounter</a:t>
            </a:r>
            <a:r>
              <a:rPr lang="en-US" altLang="zh-CN" sz="1600" b="1" dirty="0">
                <a:solidFill>
                  <a:prstClr val="black"/>
                </a:solidFill>
              </a:rPr>
              <a:t>;  /*</a:t>
            </a:r>
            <a:r>
              <a:rPr lang="zh-CN" altLang="en-US" sz="1600" b="1" dirty="0">
                <a:solidFill>
                  <a:prstClr val="black"/>
                </a:solidFill>
              </a:rPr>
              <a:t>重复计数器，仅用于高级定时器</a:t>
            </a:r>
            <a:r>
              <a:rPr lang="en-US" altLang="zh-CN" sz="1600" b="1" dirty="0">
                <a:solidFill>
                  <a:prstClr val="black"/>
                </a:solidFill>
              </a:rPr>
              <a:t>TIM1</a:t>
            </a:r>
            <a:r>
              <a:rPr lang="zh-CN" altLang="en-US" sz="1600" b="1" dirty="0">
                <a:solidFill>
                  <a:prstClr val="black"/>
                </a:solidFill>
              </a:rPr>
              <a:t>和</a:t>
            </a:r>
            <a:r>
              <a:rPr lang="en-US" altLang="zh-CN" sz="1600" b="1" dirty="0">
                <a:solidFill>
                  <a:prstClr val="black"/>
                </a:solidFill>
              </a:rPr>
              <a:t>TIM8*/</a:t>
            </a:r>
          </a:p>
          <a:p>
            <a:pPr>
              <a:lnSpc>
                <a:spcPct val="125000"/>
              </a:lnSpc>
            </a:pPr>
            <a:r>
              <a:rPr lang="en-US" altLang="zh-CN" sz="1600" b="1" dirty="0">
                <a:solidFill>
                  <a:prstClr val="black"/>
                </a:solidFill>
              </a:rPr>
              <a:t>  uint32_t  </a:t>
            </a:r>
            <a:r>
              <a:rPr lang="en-US" altLang="zh-CN" sz="1600" b="1" dirty="0" err="1">
                <a:solidFill>
                  <a:prstClr val="black"/>
                </a:solidFill>
              </a:rPr>
              <a:t>AutoReloadPreload</a:t>
            </a:r>
            <a:r>
              <a:rPr lang="en-US" altLang="zh-CN" sz="1600" b="1" dirty="0">
                <a:solidFill>
                  <a:prstClr val="black"/>
                </a:solidFill>
              </a:rPr>
              <a:t>;  /*</a:t>
            </a:r>
            <a:r>
              <a:rPr lang="zh-CN" altLang="en-US" sz="1600" b="1" dirty="0">
                <a:solidFill>
                  <a:prstClr val="black"/>
                </a:solidFill>
              </a:rPr>
              <a:t>定时器自动重装载值*</a:t>
            </a:r>
            <a:r>
              <a:rPr lang="en-US" altLang="zh-CN" sz="1600" b="1" dirty="0">
                <a:solidFill>
                  <a:prstClr val="black"/>
                </a:solidFill>
              </a:rPr>
              <a:t>/</a:t>
            </a:r>
          </a:p>
          <a:p>
            <a:pPr>
              <a:lnSpc>
                <a:spcPct val="125000"/>
              </a:lnSpc>
            </a:pPr>
            <a:r>
              <a:rPr lang="en-US" altLang="zh-CN" sz="1600" b="1" dirty="0">
                <a:solidFill>
                  <a:prstClr val="black"/>
                </a:solidFill>
              </a:rPr>
              <a:t>} </a:t>
            </a:r>
            <a:r>
              <a:rPr lang="en-US" altLang="zh-CN" sz="1600" b="1" dirty="0" err="1">
                <a:solidFill>
                  <a:prstClr val="black"/>
                </a:solidFill>
              </a:rPr>
              <a:t>TIM_Base_InitTypeDef</a:t>
            </a:r>
            <a:r>
              <a:rPr lang="en-US" altLang="zh-CN" sz="1600" b="1" dirty="0">
                <a:solidFill>
                  <a:prstClr val="black"/>
                </a:solidFill>
              </a:rPr>
              <a:t>;</a:t>
            </a:r>
          </a:p>
        </p:txBody>
      </p:sp>
    </p:spTree>
    <p:extLst>
      <p:ext uri="{BB962C8B-B14F-4D97-AF65-F5344CB8AC3E}">
        <p14:creationId xmlns:p14="http://schemas.microsoft.com/office/powerpoint/2010/main" val="4052441191"/>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1" y="339503"/>
            <a:ext cx="404124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937296" cy="461665"/>
          </a:xfrm>
          <a:prstGeom prst="rect">
            <a:avLst/>
          </a:prstGeom>
        </p:spPr>
        <p:txBody>
          <a:bodyPr wrap="none">
            <a:spAutoFit/>
          </a:bodyPr>
          <a:lstStyle/>
          <a:p>
            <a:r>
              <a:rPr lang="en-US" altLang="zh-CN" sz="2400" b="1" dirty="0" smtClean="0">
                <a:solidFill>
                  <a:schemeClr val="bg1"/>
                </a:solidFill>
              </a:rPr>
              <a:t>9.5.1 HAL</a:t>
            </a:r>
            <a:r>
              <a:rPr lang="zh-CN" altLang="en-US" sz="2400" b="1" dirty="0">
                <a:solidFill>
                  <a:schemeClr val="bg1"/>
                </a:solidFill>
              </a:rPr>
              <a:t>库定时器接口函数</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269316" y="888379"/>
            <a:ext cx="3042544" cy="784830"/>
          </a:xfrm>
          <a:prstGeom prst="rect">
            <a:avLst/>
          </a:prstGeom>
        </p:spPr>
        <p:txBody>
          <a:bodyPr wrap="square">
            <a:spAutoFit/>
          </a:bodyPr>
          <a:lstStyle/>
          <a:p>
            <a:pPr lvl="0">
              <a:lnSpc>
                <a:spcPct val="125000"/>
              </a:lnSpc>
            </a:pPr>
            <a:r>
              <a:rPr lang="en-US" altLang="zh-CN" b="1" dirty="0">
                <a:solidFill>
                  <a:srgbClr val="C00000"/>
                </a:solidFill>
              </a:rPr>
              <a:t>2</a:t>
            </a:r>
            <a:r>
              <a:rPr lang="zh-CN" altLang="en-US" b="1" dirty="0">
                <a:solidFill>
                  <a:srgbClr val="C00000"/>
                </a:solidFill>
              </a:rPr>
              <a:t>．启动定时器函数</a:t>
            </a:r>
            <a:r>
              <a:rPr lang="en-US" altLang="zh-CN" b="1" dirty="0" err="1">
                <a:solidFill>
                  <a:srgbClr val="C00000"/>
                </a:solidFill>
              </a:rPr>
              <a:t>HAL_TIM_Base_Start</a:t>
            </a:r>
            <a:r>
              <a:rPr lang="en-US" altLang="zh-CN" b="1" dirty="0">
                <a:solidFill>
                  <a:srgbClr val="C00000"/>
                </a:solidFill>
              </a:rPr>
              <a:t>()</a:t>
            </a:r>
            <a:endParaRPr lang="en-GB" altLang="zh-CN" b="1" dirty="0">
              <a:solidFill>
                <a:srgbClr val="C00000"/>
              </a:solidFill>
            </a:endParaRPr>
          </a:p>
        </p:txBody>
      </p:sp>
      <p:sp>
        <p:nvSpPr>
          <p:cNvPr id="8" name="矩形 7"/>
          <p:cNvSpPr/>
          <p:nvPr/>
        </p:nvSpPr>
        <p:spPr>
          <a:xfrm>
            <a:off x="323527" y="1851670"/>
            <a:ext cx="3717723" cy="2785378"/>
          </a:xfrm>
          <a:prstGeom prst="rect">
            <a:avLst/>
          </a:prstGeom>
          <a:solidFill>
            <a:schemeClr val="accent5">
              <a:lumMod val="20000"/>
              <a:lumOff val="80000"/>
            </a:schemeClr>
          </a:solid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sz="1400" b="1" dirty="0" smtClean="0">
                <a:solidFill>
                  <a:srgbClr val="C00000"/>
                </a:solidFill>
              </a:rPr>
              <a:t>解析</a:t>
            </a:r>
            <a:r>
              <a:rPr lang="zh-CN" altLang="en-US" sz="1400" b="1" dirty="0">
                <a:solidFill>
                  <a:srgbClr val="C00000"/>
                </a:solidFill>
              </a:rPr>
              <a:t>：</a:t>
            </a:r>
            <a:r>
              <a:rPr lang="zh-CN" altLang="en-US" sz="1400" b="1" dirty="0" smtClean="0">
                <a:solidFill>
                  <a:prstClr val="black"/>
                </a:solidFill>
              </a:rPr>
              <a:t>该数</a:t>
            </a:r>
            <a:r>
              <a:rPr lang="zh-CN" altLang="en-US" sz="1400" b="1" dirty="0">
                <a:solidFill>
                  <a:prstClr val="black"/>
                </a:solidFill>
              </a:rPr>
              <a:t>只有一个输入参数，为</a:t>
            </a:r>
            <a:r>
              <a:rPr lang="en-US" altLang="zh-CN" sz="1400" b="1" dirty="0" err="1">
                <a:solidFill>
                  <a:prstClr val="black"/>
                </a:solidFill>
              </a:rPr>
              <a:t>TIM_HandleTypeDef</a:t>
            </a:r>
            <a:r>
              <a:rPr lang="zh-CN" altLang="en-US" sz="1400" b="1" dirty="0">
                <a:solidFill>
                  <a:prstClr val="black"/>
                </a:solidFill>
              </a:rPr>
              <a:t>类型的结构体指针变量，程序中主要是调用</a:t>
            </a:r>
            <a:r>
              <a:rPr lang="en-US" altLang="zh-CN" sz="1400" b="1" dirty="0">
                <a:solidFill>
                  <a:prstClr val="black"/>
                </a:solidFill>
              </a:rPr>
              <a:t>__HAL_TIM_ENABLE(</a:t>
            </a:r>
            <a:r>
              <a:rPr lang="en-US" altLang="zh-CN" sz="1400" b="1" dirty="0" err="1">
                <a:solidFill>
                  <a:prstClr val="black"/>
                </a:solidFill>
              </a:rPr>
              <a:t>htim</a:t>
            </a:r>
            <a:r>
              <a:rPr lang="en-US" altLang="zh-CN" sz="1400" b="1" dirty="0">
                <a:solidFill>
                  <a:prstClr val="black"/>
                </a:solidFill>
              </a:rPr>
              <a:t>)</a:t>
            </a:r>
            <a:r>
              <a:rPr lang="zh-CN" altLang="en-US" sz="1400" b="1" dirty="0">
                <a:solidFill>
                  <a:prstClr val="black"/>
                </a:solidFill>
              </a:rPr>
              <a:t>函数使能相应的定时器，该函数实质是一个宏定义：</a:t>
            </a:r>
          </a:p>
          <a:p>
            <a:pPr>
              <a:lnSpc>
                <a:spcPct val="125000"/>
              </a:lnSpc>
            </a:pPr>
            <a:r>
              <a:rPr lang="en-US" altLang="zh-CN" sz="1400" b="1" dirty="0">
                <a:solidFill>
                  <a:prstClr val="black"/>
                </a:solidFill>
              </a:rPr>
              <a:t>#define  __HAL_TIM_ENABLE(__HANDLE__)   ((__HANDLE__)-&gt;Instance-&gt;CR1|=(TIM_CR1_CEN))</a:t>
            </a:r>
          </a:p>
          <a:p>
            <a:pPr>
              <a:lnSpc>
                <a:spcPct val="125000"/>
              </a:lnSpc>
            </a:pPr>
            <a:r>
              <a:rPr lang="zh-CN" altLang="en-US" sz="1400" b="1" dirty="0">
                <a:solidFill>
                  <a:prstClr val="black"/>
                </a:solidFill>
              </a:rPr>
              <a:t>配置定时器</a:t>
            </a:r>
            <a:r>
              <a:rPr lang="en-US" altLang="zh-CN" sz="1400" b="1" dirty="0">
                <a:solidFill>
                  <a:prstClr val="black"/>
                </a:solidFill>
              </a:rPr>
              <a:t>CR1</a:t>
            </a:r>
            <a:r>
              <a:rPr lang="zh-CN" altLang="en-US" sz="1400" b="1" dirty="0">
                <a:solidFill>
                  <a:prstClr val="black"/>
                </a:solidFill>
              </a:rPr>
              <a:t>的使能位为“</a:t>
            </a:r>
            <a:r>
              <a:rPr lang="en-US" altLang="zh-CN" sz="1400" b="1" dirty="0">
                <a:solidFill>
                  <a:prstClr val="black"/>
                </a:solidFill>
              </a:rPr>
              <a:t>1”</a:t>
            </a:r>
            <a:r>
              <a:rPr lang="zh-CN" altLang="en-US" sz="1400" b="1" dirty="0">
                <a:solidFill>
                  <a:prstClr val="black"/>
                </a:solidFill>
              </a:rPr>
              <a:t>，返回</a:t>
            </a:r>
            <a:r>
              <a:rPr lang="en-US" altLang="zh-CN" sz="1400" b="1" dirty="0">
                <a:solidFill>
                  <a:prstClr val="black"/>
                </a:solidFill>
              </a:rPr>
              <a:t>HAL_OK</a:t>
            </a:r>
            <a:r>
              <a:rPr lang="zh-CN" altLang="en-US" sz="1400" b="1" dirty="0">
                <a:solidFill>
                  <a:prstClr val="black"/>
                </a:solidFill>
              </a:rPr>
              <a:t>，表示初始化成功。</a:t>
            </a:r>
          </a:p>
        </p:txBody>
      </p:sp>
      <p:sp>
        <p:nvSpPr>
          <p:cNvPr id="9" name="矩形 8"/>
          <p:cNvSpPr/>
          <p:nvPr/>
        </p:nvSpPr>
        <p:spPr>
          <a:xfrm>
            <a:off x="4247964" y="387255"/>
            <a:ext cx="4519913" cy="4670509"/>
          </a:xfrm>
          <a:prstGeom prst="rect">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sz="1400" b="1" dirty="0" err="1">
                <a:solidFill>
                  <a:prstClr val="black"/>
                </a:solidFill>
              </a:rPr>
              <a:t>HAL_StatusTypeDef</a:t>
            </a:r>
            <a:r>
              <a:rPr lang="en-US" altLang="zh-CN" sz="1400" b="1" dirty="0">
                <a:solidFill>
                  <a:prstClr val="black"/>
                </a:solidFill>
              </a:rPr>
              <a:t> </a:t>
            </a:r>
            <a:r>
              <a:rPr lang="en-US" altLang="zh-CN" sz="1400" b="1" dirty="0" err="1">
                <a:solidFill>
                  <a:prstClr val="black"/>
                </a:solidFill>
              </a:rPr>
              <a:t>HAL_TIM_Base_Start</a:t>
            </a:r>
            <a:r>
              <a:rPr lang="en-US" altLang="zh-CN" sz="1400" b="1" dirty="0">
                <a:solidFill>
                  <a:prstClr val="black"/>
                </a:solidFill>
              </a:rPr>
              <a:t>(</a:t>
            </a:r>
            <a:r>
              <a:rPr lang="en-US" altLang="zh-CN" sz="1400" b="1" dirty="0" err="1">
                <a:solidFill>
                  <a:prstClr val="black"/>
                </a:solidFill>
              </a:rPr>
              <a:t>TIM_HandleTypeDef</a:t>
            </a:r>
            <a:r>
              <a:rPr lang="en-US" altLang="zh-CN" sz="1400" b="1" dirty="0">
                <a:solidFill>
                  <a:prstClr val="black"/>
                </a:solidFill>
              </a:rPr>
              <a:t> *</a:t>
            </a:r>
            <a:r>
              <a:rPr lang="en-US" altLang="zh-CN" sz="1400" b="1" dirty="0" err="1">
                <a:solidFill>
                  <a:prstClr val="black"/>
                </a:solidFill>
              </a:rPr>
              <a:t>htim</a:t>
            </a:r>
            <a:r>
              <a:rPr lang="en-US" altLang="zh-CN" sz="1400" b="1" dirty="0">
                <a:solidFill>
                  <a:prstClr val="black"/>
                </a:solidFill>
              </a:rPr>
              <a:t>)</a:t>
            </a:r>
          </a:p>
          <a:p>
            <a:pPr>
              <a:lnSpc>
                <a:spcPct val="125000"/>
              </a:lnSpc>
            </a:pPr>
            <a:r>
              <a:rPr lang="en-US" altLang="zh-CN" sz="1400" b="1" dirty="0">
                <a:solidFill>
                  <a:prstClr val="black"/>
                </a:solidFill>
              </a:rPr>
              <a:t>{</a:t>
            </a:r>
          </a:p>
          <a:p>
            <a:pPr>
              <a:lnSpc>
                <a:spcPct val="125000"/>
              </a:lnSpc>
            </a:pPr>
            <a:r>
              <a:rPr lang="en-US" altLang="zh-CN" sz="1400" b="1" dirty="0">
                <a:solidFill>
                  <a:prstClr val="black"/>
                </a:solidFill>
              </a:rPr>
              <a:t>  uint32_t  </a:t>
            </a:r>
            <a:r>
              <a:rPr lang="en-US" altLang="zh-CN" sz="1400" b="1" dirty="0" err="1">
                <a:solidFill>
                  <a:prstClr val="black"/>
                </a:solidFill>
              </a:rPr>
              <a:t>tmpsmcr</a:t>
            </a:r>
            <a:r>
              <a:rPr lang="en-US" altLang="zh-CN" sz="1400" b="1" dirty="0">
                <a:solidFill>
                  <a:prstClr val="black"/>
                </a:solidFill>
              </a:rPr>
              <a:t>;</a:t>
            </a:r>
          </a:p>
          <a:p>
            <a:pPr>
              <a:lnSpc>
                <a:spcPct val="125000"/>
              </a:lnSpc>
            </a:pPr>
            <a:r>
              <a:rPr lang="en-US" altLang="zh-CN" sz="1400" b="1" dirty="0">
                <a:solidFill>
                  <a:prstClr val="black"/>
                </a:solidFill>
              </a:rPr>
              <a:t>    /* </a:t>
            </a:r>
            <a:r>
              <a:rPr lang="zh-CN" altLang="en-US" sz="1400" b="1" dirty="0">
                <a:solidFill>
                  <a:prstClr val="black"/>
                </a:solidFill>
              </a:rPr>
              <a:t>使用断言，检测参数是否正确 *</a:t>
            </a:r>
            <a:r>
              <a:rPr lang="en-US" altLang="zh-CN" sz="1400" b="1" dirty="0">
                <a:solidFill>
                  <a:prstClr val="black"/>
                </a:solidFill>
              </a:rPr>
              <a:t>/</a:t>
            </a:r>
          </a:p>
          <a:p>
            <a:pPr>
              <a:lnSpc>
                <a:spcPct val="125000"/>
              </a:lnSpc>
            </a:pPr>
            <a:r>
              <a:rPr lang="en-US" altLang="zh-CN" sz="1400" b="1" dirty="0">
                <a:solidFill>
                  <a:prstClr val="black"/>
                </a:solidFill>
              </a:rPr>
              <a:t>  </a:t>
            </a:r>
            <a:r>
              <a:rPr lang="en-US" altLang="zh-CN" sz="1400" b="1" dirty="0" err="1">
                <a:solidFill>
                  <a:prstClr val="black"/>
                </a:solidFill>
              </a:rPr>
              <a:t>assert_param</a:t>
            </a:r>
            <a:r>
              <a:rPr lang="en-US" altLang="zh-CN" sz="1400" b="1" dirty="0">
                <a:solidFill>
                  <a:prstClr val="black"/>
                </a:solidFill>
              </a:rPr>
              <a:t>(IS_TIM_INSTANCE(</a:t>
            </a:r>
            <a:r>
              <a:rPr lang="en-US" altLang="zh-CN" sz="1400" b="1" dirty="0" err="1">
                <a:solidFill>
                  <a:prstClr val="black"/>
                </a:solidFill>
              </a:rPr>
              <a:t>htim</a:t>
            </a:r>
            <a:r>
              <a:rPr lang="en-US" altLang="zh-CN" sz="1400" b="1" dirty="0">
                <a:solidFill>
                  <a:prstClr val="black"/>
                </a:solidFill>
              </a:rPr>
              <a:t>-&gt;Instance));</a:t>
            </a:r>
          </a:p>
          <a:p>
            <a:pPr>
              <a:lnSpc>
                <a:spcPct val="125000"/>
              </a:lnSpc>
            </a:pPr>
            <a:r>
              <a:rPr lang="en-US" altLang="zh-CN" sz="1400" b="1" dirty="0">
                <a:solidFill>
                  <a:prstClr val="black"/>
                </a:solidFill>
              </a:rPr>
              <a:t>    /*</a:t>
            </a:r>
            <a:r>
              <a:rPr lang="zh-CN" altLang="en-US" sz="1400" b="1" dirty="0">
                <a:solidFill>
                  <a:prstClr val="black"/>
                </a:solidFill>
              </a:rPr>
              <a:t>设置定时器的状态 *</a:t>
            </a:r>
            <a:r>
              <a:rPr lang="en-US" altLang="zh-CN" sz="1400" b="1" dirty="0">
                <a:solidFill>
                  <a:prstClr val="black"/>
                </a:solidFill>
              </a:rPr>
              <a:t>/</a:t>
            </a:r>
          </a:p>
          <a:p>
            <a:pPr>
              <a:lnSpc>
                <a:spcPct val="125000"/>
              </a:lnSpc>
            </a:pPr>
            <a:r>
              <a:rPr lang="en-US" altLang="zh-CN" sz="1400" b="1" dirty="0">
                <a:solidFill>
                  <a:prstClr val="black"/>
                </a:solidFill>
              </a:rPr>
              <a:t>  </a:t>
            </a:r>
            <a:r>
              <a:rPr lang="en-US" altLang="zh-CN" sz="1400" b="1" dirty="0" err="1">
                <a:solidFill>
                  <a:prstClr val="black"/>
                </a:solidFill>
              </a:rPr>
              <a:t>htim</a:t>
            </a:r>
            <a:r>
              <a:rPr lang="en-US" altLang="zh-CN" sz="1400" b="1" dirty="0">
                <a:solidFill>
                  <a:prstClr val="black"/>
                </a:solidFill>
              </a:rPr>
              <a:t>-&gt;State = HAL_TIM_STATE_BUSY</a:t>
            </a:r>
            <a:r>
              <a:rPr lang="en-US" altLang="zh-CN" sz="1400" b="1" dirty="0" smtClean="0">
                <a:solidFill>
                  <a:prstClr val="black"/>
                </a:solidFill>
              </a:rPr>
              <a:t>;  </a:t>
            </a:r>
            <a:r>
              <a:rPr lang="en-US" altLang="zh-CN" sz="1400" b="1" dirty="0">
                <a:solidFill>
                  <a:prstClr val="black"/>
                </a:solidFill>
              </a:rPr>
              <a:t>/* </a:t>
            </a:r>
            <a:r>
              <a:rPr lang="zh-CN" altLang="en-US" sz="1400" b="1" dirty="0">
                <a:solidFill>
                  <a:prstClr val="black"/>
                </a:solidFill>
              </a:rPr>
              <a:t>使能外设*</a:t>
            </a:r>
            <a:r>
              <a:rPr lang="en-US" altLang="zh-CN" sz="1400" b="1" dirty="0">
                <a:solidFill>
                  <a:prstClr val="black"/>
                </a:solidFill>
              </a:rPr>
              <a:t>/</a:t>
            </a:r>
          </a:p>
          <a:p>
            <a:pPr>
              <a:lnSpc>
                <a:spcPct val="125000"/>
              </a:lnSpc>
            </a:pPr>
            <a:r>
              <a:rPr lang="en-US" altLang="zh-CN" sz="1400" b="1" dirty="0">
                <a:solidFill>
                  <a:prstClr val="black"/>
                </a:solidFill>
              </a:rPr>
              <a:t>  </a:t>
            </a:r>
            <a:r>
              <a:rPr lang="en-US" altLang="zh-CN" sz="1400" b="1" dirty="0" err="1">
                <a:solidFill>
                  <a:prstClr val="black"/>
                </a:solidFill>
              </a:rPr>
              <a:t>tmpsmcr</a:t>
            </a:r>
            <a:r>
              <a:rPr lang="en-US" altLang="zh-CN" sz="1400" b="1" dirty="0">
                <a:solidFill>
                  <a:prstClr val="black"/>
                </a:solidFill>
              </a:rPr>
              <a:t> = </a:t>
            </a:r>
            <a:r>
              <a:rPr lang="en-US" altLang="zh-CN" sz="1400" b="1" dirty="0" err="1">
                <a:solidFill>
                  <a:prstClr val="black"/>
                </a:solidFill>
              </a:rPr>
              <a:t>htim</a:t>
            </a:r>
            <a:r>
              <a:rPr lang="en-US" altLang="zh-CN" sz="1400" b="1" dirty="0">
                <a:solidFill>
                  <a:prstClr val="black"/>
                </a:solidFill>
              </a:rPr>
              <a:t>-&gt;Instance-&gt;SMCR &amp; TIM_SMCR_SMS;</a:t>
            </a:r>
          </a:p>
          <a:p>
            <a:pPr>
              <a:lnSpc>
                <a:spcPct val="125000"/>
              </a:lnSpc>
            </a:pPr>
            <a:r>
              <a:rPr lang="en-US" altLang="zh-CN" sz="1400" b="1" dirty="0">
                <a:solidFill>
                  <a:prstClr val="black"/>
                </a:solidFill>
              </a:rPr>
              <a:t>  if (!IS_TIM_SLAVEMODE_TRIGGER_ENABLED(</a:t>
            </a:r>
            <a:r>
              <a:rPr lang="en-US" altLang="zh-CN" sz="1400" b="1" dirty="0" err="1">
                <a:solidFill>
                  <a:prstClr val="black"/>
                </a:solidFill>
              </a:rPr>
              <a:t>tmpsmcr</a:t>
            </a:r>
            <a:r>
              <a:rPr lang="en-US" altLang="zh-CN" sz="1400" b="1" dirty="0">
                <a:solidFill>
                  <a:prstClr val="black"/>
                </a:solidFill>
              </a:rPr>
              <a:t>))</a:t>
            </a:r>
          </a:p>
          <a:p>
            <a:pPr>
              <a:lnSpc>
                <a:spcPct val="125000"/>
              </a:lnSpc>
            </a:pPr>
            <a:r>
              <a:rPr lang="en-US" altLang="zh-CN" sz="1400" b="1" dirty="0">
                <a:solidFill>
                  <a:prstClr val="black"/>
                </a:solidFill>
              </a:rPr>
              <a:t>  </a:t>
            </a:r>
            <a:r>
              <a:rPr lang="en-US" altLang="zh-CN" sz="1400" b="1" dirty="0" smtClean="0">
                <a:solidFill>
                  <a:prstClr val="black"/>
                </a:solidFill>
              </a:rPr>
              <a:t>{    </a:t>
            </a:r>
            <a:r>
              <a:rPr lang="en-US" altLang="zh-CN" sz="1400" b="1" dirty="0">
                <a:solidFill>
                  <a:prstClr val="black"/>
                </a:solidFill>
              </a:rPr>
              <a:t>__HAL_TIM_ENABLE(</a:t>
            </a:r>
            <a:r>
              <a:rPr lang="en-US" altLang="zh-CN" sz="1400" b="1" dirty="0" err="1">
                <a:solidFill>
                  <a:prstClr val="black"/>
                </a:solidFill>
              </a:rPr>
              <a:t>htim</a:t>
            </a:r>
            <a:r>
              <a:rPr lang="en-US" altLang="zh-CN" sz="1400" b="1" dirty="0">
                <a:solidFill>
                  <a:prstClr val="black"/>
                </a:solidFill>
              </a:rPr>
              <a:t>);</a:t>
            </a:r>
          </a:p>
          <a:p>
            <a:pPr>
              <a:lnSpc>
                <a:spcPct val="125000"/>
              </a:lnSpc>
            </a:pPr>
            <a:r>
              <a:rPr lang="en-US" altLang="zh-CN" sz="1400" b="1" dirty="0">
                <a:solidFill>
                  <a:prstClr val="black"/>
                </a:solidFill>
              </a:rPr>
              <a:t>  }</a:t>
            </a:r>
          </a:p>
          <a:p>
            <a:pPr>
              <a:lnSpc>
                <a:spcPct val="125000"/>
              </a:lnSpc>
            </a:pPr>
            <a:r>
              <a:rPr lang="en-US" altLang="zh-CN" sz="1400" b="1" dirty="0">
                <a:solidFill>
                  <a:prstClr val="black"/>
                </a:solidFill>
              </a:rPr>
              <a:t>    /* </a:t>
            </a:r>
            <a:r>
              <a:rPr lang="zh-CN" altLang="en-US" sz="1400" b="1" dirty="0">
                <a:solidFill>
                  <a:prstClr val="black"/>
                </a:solidFill>
              </a:rPr>
              <a:t>定时器就绪*</a:t>
            </a:r>
            <a:r>
              <a:rPr lang="en-US" altLang="zh-CN" sz="1400" b="1" dirty="0">
                <a:solidFill>
                  <a:prstClr val="black"/>
                </a:solidFill>
              </a:rPr>
              <a:t>/</a:t>
            </a:r>
          </a:p>
          <a:p>
            <a:pPr>
              <a:lnSpc>
                <a:spcPct val="125000"/>
              </a:lnSpc>
            </a:pPr>
            <a:r>
              <a:rPr lang="en-US" altLang="zh-CN" sz="1400" b="1" dirty="0">
                <a:solidFill>
                  <a:prstClr val="black"/>
                </a:solidFill>
              </a:rPr>
              <a:t>  </a:t>
            </a:r>
            <a:r>
              <a:rPr lang="en-US" altLang="zh-CN" sz="1400" b="1" dirty="0" err="1">
                <a:solidFill>
                  <a:prstClr val="black"/>
                </a:solidFill>
              </a:rPr>
              <a:t>htim</a:t>
            </a:r>
            <a:r>
              <a:rPr lang="en-US" altLang="zh-CN" sz="1400" b="1" dirty="0">
                <a:solidFill>
                  <a:prstClr val="black"/>
                </a:solidFill>
              </a:rPr>
              <a:t>-&gt;State = HAL_TIM_STATE_READY;</a:t>
            </a:r>
          </a:p>
          <a:p>
            <a:pPr>
              <a:lnSpc>
                <a:spcPct val="125000"/>
              </a:lnSpc>
            </a:pPr>
            <a:r>
              <a:rPr lang="en-US" altLang="zh-CN" sz="1400" b="1" dirty="0">
                <a:solidFill>
                  <a:prstClr val="black"/>
                </a:solidFill>
              </a:rPr>
              <a:t>    /* </a:t>
            </a:r>
            <a:r>
              <a:rPr lang="zh-CN" altLang="en-US" sz="1400" b="1" dirty="0">
                <a:solidFill>
                  <a:prstClr val="black"/>
                </a:solidFill>
              </a:rPr>
              <a:t>返回</a:t>
            </a:r>
            <a:r>
              <a:rPr lang="en-US" altLang="zh-CN" sz="1400" b="1" dirty="0">
                <a:solidFill>
                  <a:prstClr val="black"/>
                </a:solidFill>
              </a:rPr>
              <a:t>HAL_OK</a:t>
            </a:r>
            <a:r>
              <a:rPr lang="zh-CN" altLang="en-US" sz="1400" b="1" dirty="0">
                <a:solidFill>
                  <a:prstClr val="black"/>
                </a:solidFill>
              </a:rPr>
              <a:t>，初始化成功*</a:t>
            </a:r>
            <a:r>
              <a:rPr lang="en-US" altLang="zh-CN" sz="1400" b="1" dirty="0">
                <a:solidFill>
                  <a:prstClr val="black"/>
                </a:solidFill>
              </a:rPr>
              <a:t>/</a:t>
            </a:r>
          </a:p>
          <a:p>
            <a:pPr>
              <a:lnSpc>
                <a:spcPct val="125000"/>
              </a:lnSpc>
            </a:pPr>
            <a:r>
              <a:rPr lang="en-US" altLang="zh-CN" sz="1400" b="1" dirty="0">
                <a:solidFill>
                  <a:prstClr val="black"/>
                </a:solidFill>
              </a:rPr>
              <a:t>  return HAL_OK;</a:t>
            </a:r>
          </a:p>
          <a:p>
            <a:pPr>
              <a:lnSpc>
                <a:spcPct val="125000"/>
              </a:lnSpc>
            </a:pPr>
            <a:r>
              <a:rPr lang="en-US" altLang="zh-CN" sz="1400" b="1" dirty="0">
                <a:solidFill>
                  <a:prstClr val="black"/>
                </a:solidFill>
              </a:rPr>
              <a:t>}</a:t>
            </a:r>
          </a:p>
        </p:txBody>
      </p:sp>
    </p:spTree>
    <p:extLst>
      <p:ext uri="{BB962C8B-B14F-4D97-AF65-F5344CB8AC3E}">
        <p14:creationId xmlns:p14="http://schemas.microsoft.com/office/powerpoint/2010/main" val="3904477190"/>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1" y="339503"/>
            <a:ext cx="4041249"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矩形 12"/>
          <p:cNvSpPr/>
          <p:nvPr/>
        </p:nvSpPr>
        <p:spPr>
          <a:xfrm>
            <a:off x="103955" y="360766"/>
            <a:ext cx="3937296" cy="461665"/>
          </a:xfrm>
          <a:prstGeom prst="rect">
            <a:avLst/>
          </a:prstGeom>
        </p:spPr>
        <p:txBody>
          <a:bodyPr wrap="none">
            <a:spAutoFit/>
          </a:bodyPr>
          <a:lstStyle/>
          <a:p>
            <a:r>
              <a:rPr lang="en-US" altLang="zh-CN" sz="2400" b="1" dirty="0" smtClean="0">
                <a:solidFill>
                  <a:schemeClr val="bg1"/>
                </a:solidFill>
              </a:rPr>
              <a:t>9.5.1 HAL</a:t>
            </a:r>
            <a:r>
              <a:rPr lang="zh-CN" altLang="en-US" sz="2400" b="1" dirty="0">
                <a:solidFill>
                  <a:schemeClr val="bg1"/>
                </a:solidFill>
              </a:rPr>
              <a:t>库定时器接口函数</a:t>
            </a:r>
            <a:endParaRPr lang="zh-CN" altLang="zh-CN" sz="2400" b="1" dirty="0">
              <a:solidFill>
                <a:schemeClr val="bg1"/>
              </a:solidFill>
            </a:endParaRPr>
          </a:p>
        </p:txBody>
      </p:sp>
      <p:sp>
        <p:nvSpPr>
          <p:cNvPr id="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269316" y="951570"/>
            <a:ext cx="3510596" cy="784830"/>
          </a:xfrm>
          <a:prstGeom prst="rect">
            <a:avLst/>
          </a:prstGeom>
        </p:spPr>
        <p:txBody>
          <a:bodyPr wrap="square">
            <a:spAutoFit/>
          </a:bodyPr>
          <a:lstStyle/>
          <a:p>
            <a:pPr lvl="0">
              <a:lnSpc>
                <a:spcPct val="125000"/>
              </a:lnSpc>
            </a:pPr>
            <a:r>
              <a:rPr lang="en-US" altLang="zh-CN" b="1" dirty="0">
                <a:solidFill>
                  <a:srgbClr val="C00000"/>
                </a:solidFill>
              </a:rPr>
              <a:t>3</a:t>
            </a:r>
            <a:r>
              <a:rPr lang="zh-CN" altLang="en-US" b="1" dirty="0">
                <a:solidFill>
                  <a:srgbClr val="C00000"/>
                </a:solidFill>
              </a:rPr>
              <a:t>．启动定时器中断模式定时函数</a:t>
            </a:r>
            <a:r>
              <a:rPr lang="en-US" altLang="zh-CN" b="1" dirty="0" err="1">
                <a:solidFill>
                  <a:srgbClr val="C00000"/>
                </a:solidFill>
              </a:rPr>
              <a:t>HAL_TIM_Base_Start_IT</a:t>
            </a:r>
            <a:r>
              <a:rPr lang="en-US" altLang="zh-CN" b="1" dirty="0">
                <a:solidFill>
                  <a:srgbClr val="C00000"/>
                </a:solidFill>
              </a:rPr>
              <a:t>()</a:t>
            </a:r>
            <a:endParaRPr lang="en-GB" altLang="zh-CN" b="1" dirty="0">
              <a:solidFill>
                <a:srgbClr val="C00000"/>
              </a:solidFill>
            </a:endParaRPr>
          </a:p>
        </p:txBody>
      </p:sp>
      <p:sp>
        <p:nvSpPr>
          <p:cNvPr id="8" name="矩形 7"/>
          <p:cNvSpPr/>
          <p:nvPr/>
        </p:nvSpPr>
        <p:spPr>
          <a:xfrm>
            <a:off x="296229" y="1851670"/>
            <a:ext cx="3717723" cy="2835520"/>
          </a:xfrm>
          <a:prstGeom prst="rect">
            <a:avLst/>
          </a:prstGeom>
          <a:solidFill>
            <a:schemeClr val="accent3">
              <a:lumMod val="20000"/>
              <a:lumOff val="80000"/>
            </a:schemeClr>
          </a:solid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sz="1600" b="1" dirty="0" smtClean="0">
                <a:solidFill>
                  <a:srgbClr val="C00000"/>
                </a:solidFill>
              </a:rPr>
              <a:t>解析：</a:t>
            </a:r>
            <a:r>
              <a:rPr lang="zh-CN" altLang="en-US" sz="1600" b="1" dirty="0">
                <a:solidFill>
                  <a:prstClr val="black"/>
                </a:solidFill>
              </a:rPr>
              <a:t>该启动函数的核心代码为</a:t>
            </a:r>
            <a:r>
              <a:rPr lang="zh-CN" altLang="en-US" sz="1600" b="1" dirty="0" smtClean="0">
                <a:solidFill>
                  <a:prstClr val="black"/>
                </a:solidFill>
              </a:rPr>
              <a:t>：</a:t>
            </a:r>
            <a:endParaRPr lang="en-US" altLang="zh-CN" sz="1600" b="1" dirty="0" smtClean="0">
              <a:solidFill>
                <a:prstClr val="black"/>
              </a:solidFill>
            </a:endParaRPr>
          </a:p>
          <a:p>
            <a:pPr>
              <a:lnSpc>
                <a:spcPct val="125000"/>
              </a:lnSpc>
            </a:pPr>
            <a:r>
              <a:rPr lang="en-US" altLang="zh-CN" sz="1600" b="1" dirty="0" smtClean="0">
                <a:solidFill>
                  <a:prstClr val="black"/>
                </a:solidFill>
              </a:rPr>
              <a:t>_ </a:t>
            </a:r>
            <a:r>
              <a:rPr lang="en-US" altLang="zh-CN" sz="1600" b="1" dirty="0">
                <a:solidFill>
                  <a:prstClr val="black"/>
                </a:solidFill>
              </a:rPr>
              <a:t>_</a:t>
            </a:r>
            <a:r>
              <a:rPr lang="en-GB" altLang="zh-CN" sz="1600" b="1" dirty="0">
                <a:solidFill>
                  <a:prstClr val="black"/>
                </a:solidFill>
              </a:rPr>
              <a:t>HAL_TIM_ENABLE(</a:t>
            </a:r>
            <a:r>
              <a:rPr lang="en-GB" altLang="zh-CN" sz="1600" b="1" dirty="0" err="1">
                <a:solidFill>
                  <a:prstClr val="black"/>
                </a:solidFill>
              </a:rPr>
              <a:t>htim</a:t>
            </a:r>
            <a:r>
              <a:rPr lang="en-GB" altLang="zh-CN" sz="1600" b="1" dirty="0">
                <a:solidFill>
                  <a:prstClr val="black"/>
                </a:solidFill>
              </a:rPr>
              <a:t>)</a:t>
            </a:r>
            <a:r>
              <a:rPr lang="zh-CN" altLang="en-GB" sz="1600" b="1" dirty="0">
                <a:solidFill>
                  <a:prstClr val="black"/>
                </a:solidFill>
              </a:rPr>
              <a:t>，</a:t>
            </a:r>
            <a:r>
              <a:rPr lang="zh-CN" altLang="en-US" sz="1600" b="1" dirty="0">
                <a:solidFill>
                  <a:prstClr val="black"/>
                </a:solidFill>
              </a:rPr>
              <a:t>跳转到该函数，可以发现该函数其实是一个宏定义：</a:t>
            </a:r>
          </a:p>
          <a:p>
            <a:pPr>
              <a:lnSpc>
                <a:spcPct val="125000"/>
              </a:lnSpc>
            </a:pPr>
            <a:r>
              <a:rPr lang="en-US" altLang="zh-CN" sz="1600" b="1" dirty="0">
                <a:solidFill>
                  <a:prstClr val="black"/>
                </a:solidFill>
              </a:rPr>
              <a:t>#</a:t>
            </a:r>
            <a:r>
              <a:rPr lang="en-GB" altLang="zh-CN" sz="1600" b="1" dirty="0">
                <a:solidFill>
                  <a:prstClr val="black"/>
                </a:solidFill>
              </a:rPr>
              <a:t>define  __HAL_TIM_ENABLE(__HANDLE__)   ((__HANDLE__)-&gt;Instance-&gt;CR1|=(TIM_CR1_CEN))</a:t>
            </a:r>
          </a:p>
          <a:p>
            <a:pPr>
              <a:lnSpc>
                <a:spcPct val="125000"/>
              </a:lnSpc>
            </a:pPr>
            <a:r>
              <a:rPr lang="zh-CN" altLang="en-US" sz="1600" b="1" dirty="0">
                <a:solidFill>
                  <a:prstClr val="black"/>
                </a:solidFill>
              </a:rPr>
              <a:t>该宏定义的作用是将</a:t>
            </a:r>
            <a:r>
              <a:rPr lang="en-GB" altLang="zh-CN" sz="1600" b="1" dirty="0">
                <a:solidFill>
                  <a:prstClr val="black"/>
                </a:solidFill>
              </a:rPr>
              <a:t>CR1</a:t>
            </a:r>
            <a:r>
              <a:rPr lang="zh-CN" altLang="en-US" sz="1600" b="1" dirty="0">
                <a:solidFill>
                  <a:prstClr val="black"/>
                </a:solidFill>
              </a:rPr>
              <a:t>的计数器使能位设置为“</a:t>
            </a:r>
            <a:r>
              <a:rPr lang="en-US" altLang="zh-CN" sz="1600" b="1" dirty="0">
                <a:solidFill>
                  <a:prstClr val="black"/>
                </a:solidFill>
              </a:rPr>
              <a:t>1”</a:t>
            </a:r>
            <a:r>
              <a:rPr lang="zh-CN" altLang="en-US" sz="1600" b="1" dirty="0">
                <a:solidFill>
                  <a:prstClr val="black"/>
                </a:solidFill>
              </a:rPr>
              <a:t>。</a:t>
            </a:r>
          </a:p>
        </p:txBody>
      </p:sp>
      <p:sp>
        <p:nvSpPr>
          <p:cNvPr id="9" name="矩形 8"/>
          <p:cNvSpPr/>
          <p:nvPr/>
        </p:nvSpPr>
        <p:spPr>
          <a:xfrm>
            <a:off x="4247964" y="519522"/>
            <a:ext cx="4519913" cy="4401205"/>
          </a:xfrm>
          <a:prstGeom prst="rect">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sz="1400" b="1" dirty="0" err="1">
                <a:solidFill>
                  <a:prstClr val="black"/>
                </a:solidFill>
              </a:rPr>
              <a:t>HAL_StatusTypeDef</a:t>
            </a:r>
            <a:r>
              <a:rPr lang="en-US" altLang="zh-CN" sz="1400" b="1" dirty="0">
                <a:solidFill>
                  <a:prstClr val="black"/>
                </a:solidFill>
              </a:rPr>
              <a:t>  </a:t>
            </a:r>
            <a:r>
              <a:rPr lang="en-US" altLang="zh-CN" sz="1400" b="1" dirty="0" err="1">
                <a:solidFill>
                  <a:prstClr val="black"/>
                </a:solidFill>
              </a:rPr>
              <a:t>HAL_TIM_Base_Start_IT</a:t>
            </a:r>
            <a:r>
              <a:rPr lang="en-US" altLang="zh-CN" sz="1400" b="1" dirty="0">
                <a:solidFill>
                  <a:prstClr val="black"/>
                </a:solidFill>
              </a:rPr>
              <a:t>(</a:t>
            </a:r>
            <a:r>
              <a:rPr lang="en-US" altLang="zh-CN" sz="1400" b="1" dirty="0" err="1">
                <a:solidFill>
                  <a:prstClr val="black"/>
                </a:solidFill>
              </a:rPr>
              <a:t>TIM_HandleTypeDef</a:t>
            </a:r>
            <a:r>
              <a:rPr lang="en-US" altLang="zh-CN" sz="1400" b="1" dirty="0">
                <a:solidFill>
                  <a:prstClr val="black"/>
                </a:solidFill>
              </a:rPr>
              <a:t> *</a:t>
            </a:r>
            <a:r>
              <a:rPr lang="en-US" altLang="zh-CN" sz="1400" b="1" dirty="0" err="1">
                <a:solidFill>
                  <a:prstClr val="black"/>
                </a:solidFill>
              </a:rPr>
              <a:t>htim</a:t>
            </a:r>
            <a:r>
              <a:rPr lang="en-US" altLang="zh-CN" sz="1400" b="1" dirty="0">
                <a:solidFill>
                  <a:prstClr val="black"/>
                </a:solidFill>
              </a:rPr>
              <a:t>)</a:t>
            </a:r>
          </a:p>
          <a:p>
            <a:pPr>
              <a:lnSpc>
                <a:spcPct val="125000"/>
              </a:lnSpc>
            </a:pPr>
            <a:r>
              <a:rPr lang="en-US" altLang="zh-CN" sz="1400" b="1" dirty="0">
                <a:solidFill>
                  <a:prstClr val="black"/>
                </a:solidFill>
              </a:rPr>
              <a:t>{</a:t>
            </a:r>
          </a:p>
          <a:p>
            <a:pPr>
              <a:lnSpc>
                <a:spcPct val="125000"/>
              </a:lnSpc>
            </a:pPr>
            <a:r>
              <a:rPr lang="en-US" altLang="zh-CN" sz="1400" b="1" dirty="0">
                <a:solidFill>
                  <a:prstClr val="black"/>
                </a:solidFill>
              </a:rPr>
              <a:t>  uint32_t </a:t>
            </a:r>
            <a:r>
              <a:rPr lang="en-US" altLang="zh-CN" sz="1400" b="1" dirty="0" err="1">
                <a:solidFill>
                  <a:prstClr val="black"/>
                </a:solidFill>
              </a:rPr>
              <a:t>tmpsmcr</a:t>
            </a:r>
            <a:r>
              <a:rPr lang="en-US" altLang="zh-CN" sz="1400" b="1" dirty="0">
                <a:solidFill>
                  <a:prstClr val="black"/>
                </a:solidFill>
              </a:rPr>
              <a:t>;</a:t>
            </a:r>
          </a:p>
          <a:p>
            <a:pPr>
              <a:lnSpc>
                <a:spcPct val="125000"/>
              </a:lnSpc>
            </a:pPr>
            <a:r>
              <a:rPr lang="en-US" altLang="zh-CN" sz="1400" b="1" dirty="0">
                <a:solidFill>
                  <a:prstClr val="black"/>
                </a:solidFill>
              </a:rPr>
              <a:t>    /* </a:t>
            </a:r>
            <a:r>
              <a:rPr lang="zh-CN" altLang="en-US" sz="1400" b="1" dirty="0">
                <a:solidFill>
                  <a:prstClr val="black"/>
                </a:solidFill>
              </a:rPr>
              <a:t>使用断言，进行参数状态检测*</a:t>
            </a:r>
            <a:r>
              <a:rPr lang="en-US" altLang="zh-CN" sz="1400" b="1" dirty="0">
                <a:solidFill>
                  <a:prstClr val="black"/>
                </a:solidFill>
              </a:rPr>
              <a:t>/</a:t>
            </a:r>
          </a:p>
          <a:p>
            <a:pPr>
              <a:lnSpc>
                <a:spcPct val="125000"/>
              </a:lnSpc>
            </a:pPr>
            <a:r>
              <a:rPr lang="en-US" altLang="zh-CN" sz="1400" b="1" dirty="0">
                <a:solidFill>
                  <a:prstClr val="black"/>
                </a:solidFill>
              </a:rPr>
              <a:t>  </a:t>
            </a:r>
            <a:r>
              <a:rPr lang="en-US" altLang="zh-CN" sz="1400" b="1" dirty="0" err="1">
                <a:solidFill>
                  <a:prstClr val="black"/>
                </a:solidFill>
              </a:rPr>
              <a:t>assert_param</a:t>
            </a:r>
            <a:r>
              <a:rPr lang="en-US" altLang="zh-CN" sz="1400" b="1" dirty="0">
                <a:solidFill>
                  <a:prstClr val="black"/>
                </a:solidFill>
              </a:rPr>
              <a:t>(IS_TIM_INSTANCE(</a:t>
            </a:r>
            <a:r>
              <a:rPr lang="en-US" altLang="zh-CN" sz="1400" b="1" dirty="0" err="1">
                <a:solidFill>
                  <a:prstClr val="black"/>
                </a:solidFill>
              </a:rPr>
              <a:t>htim</a:t>
            </a:r>
            <a:r>
              <a:rPr lang="en-US" altLang="zh-CN" sz="1400" b="1" dirty="0">
                <a:solidFill>
                  <a:prstClr val="black"/>
                </a:solidFill>
              </a:rPr>
              <a:t>-&gt;Instance));</a:t>
            </a:r>
          </a:p>
          <a:p>
            <a:pPr>
              <a:lnSpc>
                <a:spcPct val="125000"/>
              </a:lnSpc>
            </a:pPr>
            <a:r>
              <a:rPr lang="en-US" altLang="zh-CN" sz="1400" b="1" dirty="0">
                <a:solidFill>
                  <a:prstClr val="black"/>
                </a:solidFill>
              </a:rPr>
              <a:t>    /*</a:t>
            </a:r>
            <a:r>
              <a:rPr lang="zh-CN" altLang="en-US" sz="1400" b="1" dirty="0">
                <a:solidFill>
                  <a:prstClr val="black"/>
                </a:solidFill>
              </a:rPr>
              <a:t>使能定时器更新中断*</a:t>
            </a:r>
            <a:r>
              <a:rPr lang="en-US" altLang="zh-CN" sz="1400" b="1" dirty="0">
                <a:solidFill>
                  <a:prstClr val="black"/>
                </a:solidFill>
              </a:rPr>
              <a:t>/</a:t>
            </a:r>
          </a:p>
          <a:p>
            <a:pPr>
              <a:lnSpc>
                <a:spcPct val="125000"/>
              </a:lnSpc>
            </a:pPr>
            <a:r>
              <a:rPr lang="en-US" altLang="zh-CN" sz="1400" b="1" dirty="0">
                <a:solidFill>
                  <a:prstClr val="black"/>
                </a:solidFill>
              </a:rPr>
              <a:t>  __HAL_TIM_ENABLE_IT(</a:t>
            </a:r>
            <a:r>
              <a:rPr lang="en-US" altLang="zh-CN" sz="1400" b="1" dirty="0" err="1">
                <a:solidFill>
                  <a:prstClr val="black"/>
                </a:solidFill>
              </a:rPr>
              <a:t>htim</a:t>
            </a:r>
            <a:r>
              <a:rPr lang="en-US" altLang="zh-CN" sz="1400" b="1" dirty="0">
                <a:solidFill>
                  <a:prstClr val="black"/>
                </a:solidFill>
              </a:rPr>
              <a:t>, TIM_IT_UPDATE);</a:t>
            </a:r>
          </a:p>
          <a:p>
            <a:pPr>
              <a:lnSpc>
                <a:spcPct val="125000"/>
              </a:lnSpc>
            </a:pPr>
            <a:r>
              <a:rPr lang="en-US" altLang="zh-CN" sz="1400" b="1" dirty="0">
                <a:solidFill>
                  <a:prstClr val="black"/>
                </a:solidFill>
              </a:rPr>
              <a:t>    /* </a:t>
            </a:r>
            <a:r>
              <a:rPr lang="zh-CN" altLang="en-US" sz="1400" b="1" dirty="0">
                <a:solidFill>
                  <a:prstClr val="black"/>
                </a:solidFill>
              </a:rPr>
              <a:t>使能外设*</a:t>
            </a:r>
            <a:r>
              <a:rPr lang="en-US" altLang="zh-CN" sz="1400" b="1" dirty="0">
                <a:solidFill>
                  <a:prstClr val="black"/>
                </a:solidFill>
              </a:rPr>
              <a:t>/</a:t>
            </a:r>
          </a:p>
          <a:p>
            <a:pPr>
              <a:lnSpc>
                <a:spcPct val="125000"/>
              </a:lnSpc>
            </a:pPr>
            <a:r>
              <a:rPr lang="en-US" altLang="zh-CN" sz="1400" b="1" dirty="0">
                <a:solidFill>
                  <a:prstClr val="black"/>
                </a:solidFill>
              </a:rPr>
              <a:t>  </a:t>
            </a:r>
            <a:r>
              <a:rPr lang="en-US" altLang="zh-CN" sz="1400" b="1" dirty="0" err="1">
                <a:solidFill>
                  <a:prstClr val="black"/>
                </a:solidFill>
              </a:rPr>
              <a:t>tmpsmcr</a:t>
            </a:r>
            <a:r>
              <a:rPr lang="en-US" altLang="zh-CN" sz="1400" b="1" dirty="0">
                <a:solidFill>
                  <a:prstClr val="black"/>
                </a:solidFill>
              </a:rPr>
              <a:t> = </a:t>
            </a:r>
            <a:r>
              <a:rPr lang="en-US" altLang="zh-CN" sz="1400" b="1" dirty="0" err="1">
                <a:solidFill>
                  <a:prstClr val="black"/>
                </a:solidFill>
              </a:rPr>
              <a:t>htim</a:t>
            </a:r>
            <a:r>
              <a:rPr lang="en-US" altLang="zh-CN" sz="1400" b="1" dirty="0">
                <a:solidFill>
                  <a:prstClr val="black"/>
                </a:solidFill>
              </a:rPr>
              <a:t>-&gt;Instance-&gt;SMCR &amp; TIM_SMCR_SMS;</a:t>
            </a:r>
          </a:p>
          <a:p>
            <a:pPr>
              <a:lnSpc>
                <a:spcPct val="125000"/>
              </a:lnSpc>
            </a:pPr>
            <a:r>
              <a:rPr lang="en-US" altLang="zh-CN" sz="1400" b="1" dirty="0">
                <a:solidFill>
                  <a:prstClr val="black"/>
                </a:solidFill>
              </a:rPr>
              <a:t>  if (!IS_TIM_SLAVEMODE_TRIGGER_ENABLED(</a:t>
            </a:r>
            <a:r>
              <a:rPr lang="en-US" altLang="zh-CN" sz="1400" b="1" dirty="0" err="1">
                <a:solidFill>
                  <a:prstClr val="black"/>
                </a:solidFill>
              </a:rPr>
              <a:t>tmpsmcr</a:t>
            </a:r>
            <a:r>
              <a:rPr lang="en-US" altLang="zh-CN" sz="1400" b="1" dirty="0">
                <a:solidFill>
                  <a:prstClr val="black"/>
                </a:solidFill>
              </a:rPr>
              <a:t>))</a:t>
            </a:r>
          </a:p>
          <a:p>
            <a:pPr>
              <a:lnSpc>
                <a:spcPct val="125000"/>
              </a:lnSpc>
            </a:pPr>
            <a:r>
              <a:rPr lang="en-US" altLang="zh-CN" sz="1400" b="1" dirty="0">
                <a:solidFill>
                  <a:prstClr val="black"/>
                </a:solidFill>
              </a:rPr>
              <a:t>  </a:t>
            </a:r>
            <a:r>
              <a:rPr lang="en-US" altLang="zh-CN" sz="1400" b="1" dirty="0" smtClean="0">
                <a:solidFill>
                  <a:prstClr val="black"/>
                </a:solidFill>
              </a:rPr>
              <a:t>{    </a:t>
            </a:r>
            <a:r>
              <a:rPr lang="en-US" altLang="zh-CN" sz="1400" b="1" dirty="0">
                <a:solidFill>
                  <a:prstClr val="black"/>
                </a:solidFill>
              </a:rPr>
              <a:t>__HAL_TIM_ENABLE(</a:t>
            </a:r>
            <a:r>
              <a:rPr lang="en-US" altLang="zh-CN" sz="1400" b="1" dirty="0" err="1">
                <a:solidFill>
                  <a:prstClr val="black"/>
                </a:solidFill>
              </a:rPr>
              <a:t>htim</a:t>
            </a:r>
            <a:r>
              <a:rPr lang="en-US" altLang="zh-CN" sz="1400" b="1" dirty="0">
                <a:solidFill>
                  <a:prstClr val="black"/>
                </a:solidFill>
              </a:rPr>
              <a:t>);</a:t>
            </a:r>
          </a:p>
          <a:p>
            <a:pPr>
              <a:lnSpc>
                <a:spcPct val="125000"/>
              </a:lnSpc>
            </a:pPr>
            <a:r>
              <a:rPr lang="en-US" altLang="zh-CN" sz="1400" b="1" dirty="0">
                <a:solidFill>
                  <a:prstClr val="black"/>
                </a:solidFill>
              </a:rPr>
              <a:t>  }</a:t>
            </a:r>
          </a:p>
          <a:p>
            <a:pPr>
              <a:lnSpc>
                <a:spcPct val="125000"/>
              </a:lnSpc>
            </a:pPr>
            <a:r>
              <a:rPr lang="en-US" altLang="zh-CN" sz="1400" b="1" dirty="0">
                <a:solidFill>
                  <a:prstClr val="black"/>
                </a:solidFill>
              </a:rPr>
              <a:t>  /* </a:t>
            </a:r>
            <a:r>
              <a:rPr lang="zh-CN" altLang="en-US" sz="1400" b="1" dirty="0">
                <a:solidFill>
                  <a:prstClr val="black"/>
                </a:solidFill>
              </a:rPr>
              <a:t>返回</a:t>
            </a:r>
            <a:r>
              <a:rPr lang="en-US" altLang="zh-CN" sz="1400" b="1" dirty="0">
                <a:solidFill>
                  <a:prstClr val="black"/>
                </a:solidFill>
              </a:rPr>
              <a:t>HAL_OK*/</a:t>
            </a:r>
          </a:p>
          <a:p>
            <a:pPr>
              <a:lnSpc>
                <a:spcPct val="125000"/>
              </a:lnSpc>
            </a:pPr>
            <a:r>
              <a:rPr lang="en-US" altLang="zh-CN" sz="1400" b="1" dirty="0">
                <a:solidFill>
                  <a:prstClr val="black"/>
                </a:solidFill>
              </a:rPr>
              <a:t>  return HAL_OK;</a:t>
            </a:r>
          </a:p>
          <a:p>
            <a:pPr>
              <a:lnSpc>
                <a:spcPct val="125000"/>
              </a:lnSpc>
            </a:pPr>
            <a:r>
              <a:rPr lang="en-US" altLang="zh-CN" sz="1400" b="1" dirty="0" smtClean="0">
                <a:solidFill>
                  <a:prstClr val="black"/>
                </a:solidFill>
              </a:rPr>
              <a:t>}</a:t>
            </a:r>
            <a:endParaRPr lang="en-US" altLang="zh-CN" sz="1400" b="1" dirty="0">
              <a:solidFill>
                <a:prstClr val="black"/>
              </a:solidFill>
            </a:endParaRPr>
          </a:p>
        </p:txBody>
      </p:sp>
    </p:spTree>
    <p:extLst>
      <p:ext uri="{BB962C8B-B14F-4D97-AF65-F5344CB8AC3E}">
        <p14:creationId xmlns:p14="http://schemas.microsoft.com/office/powerpoint/2010/main" val="2425680888"/>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3993554"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3868367" cy="461665"/>
          </a:xfrm>
          <a:prstGeom prst="rect">
            <a:avLst/>
          </a:prstGeom>
        </p:spPr>
        <p:txBody>
          <a:bodyPr wrap="none">
            <a:spAutoFit/>
          </a:bodyPr>
          <a:lstStyle/>
          <a:p>
            <a:r>
              <a:rPr lang="en-US" altLang="zh-CN" sz="2400" b="1" dirty="0" smtClean="0">
                <a:solidFill>
                  <a:schemeClr val="bg1"/>
                </a:solidFill>
              </a:rPr>
              <a:t>9.5.2 </a:t>
            </a:r>
            <a:r>
              <a:rPr lang="zh-CN" altLang="en-US" sz="2400" b="1" dirty="0" smtClean="0">
                <a:solidFill>
                  <a:schemeClr val="bg1"/>
                </a:solidFill>
              </a:rPr>
              <a:t>定时器</a:t>
            </a:r>
            <a:r>
              <a:rPr lang="en-US" altLang="zh-CN" sz="2400" b="1" dirty="0" smtClean="0">
                <a:solidFill>
                  <a:schemeClr val="bg1"/>
                </a:solidFill>
              </a:rPr>
              <a:t>HAL</a:t>
            </a:r>
            <a:r>
              <a:rPr lang="zh-CN" altLang="en-US" sz="2400" b="1" dirty="0" smtClean="0">
                <a:solidFill>
                  <a:schemeClr val="bg1"/>
                </a:solidFill>
              </a:rPr>
              <a:t>库应用</a:t>
            </a:r>
            <a:r>
              <a:rPr lang="zh-CN" altLang="en-US" sz="2400" b="1" dirty="0">
                <a:solidFill>
                  <a:schemeClr val="bg1"/>
                </a:solidFill>
              </a:rPr>
              <a:t>实例</a:t>
            </a:r>
          </a:p>
        </p:txBody>
      </p:sp>
      <p:sp>
        <p:nvSpPr>
          <p:cNvPr id="7" name="矩形 6"/>
          <p:cNvSpPr/>
          <p:nvPr/>
        </p:nvSpPr>
        <p:spPr>
          <a:xfrm>
            <a:off x="3635895" y="3723878"/>
            <a:ext cx="5040561" cy="923330"/>
          </a:xfrm>
          <a:prstGeom prst="rect">
            <a:avLst/>
          </a:prstGeom>
          <a:solidFill>
            <a:schemeClr val="accent3">
              <a:lumMod val="20000"/>
              <a:lumOff val="80000"/>
            </a:schemeClr>
          </a:solidFill>
        </p:spPr>
        <p:txBody>
          <a:bodyPr wrap="square">
            <a:spAutoFit/>
          </a:bodyPr>
          <a:lstStyle/>
          <a:p>
            <a:r>
              <a:rPr lang="zh-CN" altLang="en-US" b="1" dirty="0" smtClean="0"/>
              <a:t>     利用</a:t>
            </a:r>
            <a:r>
              <a:rPr lang="zh-CN" altLang="en-US" b="1" dirty="0"/>
              <a:t>定时器</a:t>
            </a:r>
            <a:r>
              <a:rPr lang="en-US" altLang="zh-CN" b="1" dirty="0"/>
              <a:t>TIM3</a:t>
            </a:r>
            <a:r>
              <a:rPr lang="zh-CN" altLang="en-US" b="1" dirty="0"/>
              <a:t>产生</a:t>
            </a:r>
            <a:r>
              <a:rPr lang="en-US" altLang="zh-CN" b="1" dirty="0"/>
              <a:t>1s</a:t>
            </a:r>
            <a:r>
              <a:rPr lang="zh-CN" altLang="en-US" b="1" dirty="0"/>
              <a:t>的定时中断，通过</a:t>
            </a:r>
            <a:r>
              <a:rPr lang="en-US" altLang="zh-CN" b="1" dirty="0"/>
              <a:t>LED</a:t>
            </a:r>
            <a:r>
              <a:rPr lang="zh-CN" altLang="en-US" b="1" dirty="0"/>
              <a:t>指示灯进行状态显示，</a:t>
            </a:r>
            <a:r>
              <a:rPr lang="en-US" altLang="zh-CN" b="1" dirty="0"/>
              <a:t>LED</a:t>
            </a:r>
            <a:r>
              <a:rPr lang="zh-CN" altLang="en-US" b="1" dirty="0"/>
              <a:t>连接在</a:t>
            </a:r>
            <a:r>
              <a:rPr lang="en-US" altLang="zh-CN" b="1" dirty="0"/>
              <a:t>STM32F103</a:t>
            </a:r>
            <a:r>
              <a:rPr lang="zh-CN" altLang="en-US" b="1" dirty="0"/>
              <a:t>的</a:t>
            </a:r>
            <a:r>
              <a:rPr lang="en-US" altLang="zh-CN" b="1" dirty="0"/>
              <a:t>PE5</a:t>
            </a:r>
            <a:r>
              <a:rPr lang="zh-CN" altLang="en-US" b="1" dirty="0"/>
              <a:t>引脚上，低电平有效</a:t>
            </a:r>
          </a:p>
        </p:txBody>
      </p:sp>
      <p:sp>
        <p:nvSpPr>
          <p:cNvPr id="8" name="矩形 7"/>
          <p:cNvSpPr/>
          <p:nvPr/>
        </p:nvSpPr>
        <p:spPr>
          <a:xfrm>
            <a:off x="1075156" y="1941605"/>
            <a:ext cx="1984675" cy="163121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sz="2000" b="1" dirty="0" smtClean="0"/>
              <a:t>      利用</a:t>
            </a:r>
            <a:r>
              <a:rPr lang="zh-CN" altLang="en-US" sz="2000" b="1" dirty="0"/>
              <a:t>基于</a:t>
            </a:r>
            <a:r>
              <a:rPr lang="en-US" altLang="zh-CN" sz="2000" b="1" dirty="0"/>
              <a:t>HAL</a:t>
            </a:r>
            <a:r>
              <a:rPr lang="zh-CN" altLang="en-US" sz="2000" b="1" dirty="0"/>
              <a:t>库采用定时器</a:t>
            </a:r>
            <a:r>
              <a:rPr lang="en-US" altLang="zh-CN" sz="2000" b="1" dirty="0"/>
              <a:t>TIM3</a:t>
            </a:r>
            <a:r>
              <a:rPr lang="zh-CN" altLang="en-US" sz="2000" b="1" dirty="0"/>
              <a:t>产生精确延时</a:t>
            </a:r>
            <a:r>
              <a:rPr lang="en-US" altLang="zh-CN" sz="2000" b="1" dirty="0" smtClean="0"/>
              <a:t>1s</a:t>
            </a:r>
            <a:r>
              <a:rPr lang="zh-CN" altLang="en-US" sz="2000" b="1" dirty="0" smtClean="0"/>
              <a:t> </a:t>
            </a:r>
            <a:endParaRPr lang="zh-CN" altLang="en-US" sz="2000" b="1" dirty="0"/>
          </a:p>
        </p:txBody>
      </p:sp>
      <p:sp>
        <p:nvSpPr>
          <p:cNvPr id="9" name="矩形 8"/>
          <p:cNvSpPr/>
          <p:nvPr/>
        </p:nvSpPr>
        <p:spPr>
          <a:xfrm>
            <a:off x="466892" y="1618896"/>
            <a:ext cx="928694" cy="422358"/>
          </a:xfrm>
          <a:prstGeom prst="rect">
            <a:avLst/>
          </a:prstGeom>
          <a:gradFill flip="none" rotWithShape="1">
            <a:gsLst>
              <a:gs pos="0">
                <a:schemeClr val="accent5">
                  <a:shade val="51000"/>
                  <a:satMod val="130000"/>
                </a:schemeClr>
              </a:gs>
              <a:gs pos="80000">
                <a:schemeClr val="accent5">
                  <a:shade val="93000"/>
                  <a:satMod val="130000"/>
                </a:schemeClr>
              </a:gs>
              <a:gs pos="100000">
                <a:schemeClr val="accent5">
                  <a:shade val="94000"/>
                  <a:satMod val="135000"/>
                </a:schemeClr>
              </a:gs>
            </a:gsLst>
            <a:path path="circle">
              <a:fillToRect l="50000" t="50000" r="50000" b="50000"/>
            </a:path>
            <a:tileRect/>
          </a:gradFill>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2000" b="1" dirty="0" smtClean="0"/>
              <a:t>功能</a:t>
            </a:r>
            <a:endParaRPr lang="zh-CN" altLang="en-US" sz="2000" b="1" dirty="0"/>
          </a:p>
        </p:txBody>
      </p:sp>
      <p:sp>
        <p:nvSpPr>
          <p:cNvPr id="10" name="矩形 9"/>
          <p:cNvSpPr/>
          <p:nvPr/>
        </p:nvSpPr>
        <p:spPr>
          <a:xfrm>
            <a:off x="3851921" y="1136150"/>
            <a:ext cx="4824536" cy="2299696"/>
          </a:xfrm>
          <a:prstGeom prst="rect">
            <a:avLst/>
          </a:prstGeom>
          <a:noFill/>
          <a:ln>
            <a:solidFill>
              <a:schemeClr val="accent5">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3419872" y="915566"/>
            <a:ext cx="1368151" cy="479663"/>
          </a:xfrm>
          <a:prstGeom prst="rect">
            <a:avLst/>
          </a:prstGeom>
          <a:solidFill>
            <a:schemeClr val="accent5">
              <a:lumMod val="60000"/>
              <a:lumOff val="40000"/>
            </a:schemeClr>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2000" b="1" dirty="0" smtClean="0">
                <a:solidFill>
                  <a:schemeClr val="tx1"/>
                </a:solidFill>
              </a:rPr>
              <a:t>硬件设计</a:t>
            </a:r>
            <a:endParaRPr lang="zh-CN" altLang="en-US" sz="2000" b="1" dirty="0">
              <a:solidFill>
                <a:schemeClr val="tx1"/>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p:cNvGraphicFramePr>
            <a:graphicFrameLocks noChangeAspect="1"/>
          </p:cNvGraphicFramePr>
          <p:nvPr>
            <p:extLst>
              <p:ext uri="{D42A27DB-BD31-4B8C-83A1-F6EECF244321}">
                <p14:modId xmlns:p14="http://schemas.microsoft.com/office/powerpoint/2010/main" val="3923540671"/>
              </p:ext>
            </p:extLst>
          </p:nvPr>
        </p:nvGraphicFramePr>
        <p:xfrm>
          <a:off x="4463988" y="1491630"/>
          <a:ext cx="3433341" cy="1728192"/>
        </p:xfrm>
        <a:graphic>
          <a:graphicData uri="http://schemas.openxmlformats.org/presentationml/2006/ole">
            <mc:AlternateContent xmlns:mc="http://schemas.openxmlformats.org/markup-compatibility/2006">
              <mc:Choice xmlns:v="urn:schemas-microsoft-com:vml" Requires="v">
                <p:oleObj spid="_x0000_s102433" name="Visio" r:id="rId3" imgW="1974255" imgH="990326" progId="Visio.Drawing.11">
                  <p:embed/>
                </p:oleObj>
              </mc:Choice>
              <mc:Fallback>
                <p:oleObj name="Visio" r:id="rId3" imgW="1974255" imgH="990326"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63988" y="1491630"/>
                        <a:ext cx="3433341" cy="1728192"/>
                      </a:xfrm>
                      <a:prstGeom prst="rect">
                        <a:avLst/>
                      </a:prstGeom>
                      <a:noFill/>
                    </p:spPr>
                  </p:pic>
                </p:oleObj>
              </mc:Fallback>
            </mc:AlternateContent>
          </a:graphicData>
        </a:graphic>
      </p:graphicFrame>
    </p:spTree>
    <p:extLst>
      <p:ext uri="{BB962C8B-B14F-4D97-AF65-F5344CB8AC3E}">
        <p14:creationId xmlns:p14="http://schemas.microsoft.com/office/powerpoint/2010/main" val="806252391"/>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图示 2"/>
          <p:cNvGraphicFramePr/>
          <p:nvPr>
            <p:extLst>
              <p:ext uri="{D42A27DB-BD31-4B8C-83A1-F6EECF244321}">
                <p14:modId xmlns:p14="http://schemas.microsoft.com/office/powerpoint/2010/main" val="1398183313"/>
              </p:ext>
            </p:extLst>
          </p:nvPr>
        </p:nvGraphicFramePr>
        <p:xfrm>
          <a:off x="683568" y="843558"/>
          <a:ext cx="7857746" cy="26642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9" name="右箭头 18"/>
          <p:cNvSpPr/>
          <p:nvPr/>
        </p:nvSpPr>
        <p:spPr>
          <a:xfrm>
            <a:off x="1619672" y="3581749"/>
            <a:ext cx="5076564" cy="360040"/>
          </a:xfrm>
          <a:prstGeom prst="rightArrow">
            <a:avLst/>
          </a:prstGeom>
          <a:solidFill>
            <a:schemeClr val="bg1">
              <a:lumMod val="85000"/>
            </a:schemeClr>
          </a:solidFill>
          <a:ln>
            <a:no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11" name="矩形 10"/>
          <p:cNvSpPr/>
          <p:nvPr/>
        </p:nvSpPr>
        <p:spPr>
          <a:xfrm>
            <a:off x="4932040" y="603727"/>
            <a:ext cx="2088232" cy="479663"/>
          </a:xfrm>
          <a:prstGeom prst="rect">
            <a:avLst/>
          </a:prstGeom>
          <a:ln>
            <a:noFill/>
          </a:ln>
        </p:spPr>
        <p:style>
          <a:lnRef idx="2">
            <a:schemeClr val="accent5"/>
          </a:lnRef>
          <a:fillRef idx="1">
            <a:schemeClr val="lt1"/>
          </a:fillRef>
          <a:effectRef idx="0">
            <a:schemeClr val="accent5"/>
          </a:effectRef>
          <a:fontRef idx="minor">
            <a:schemeClr val="dk1"/>
          </a:fontRef>
        </p:style>
        <p:txBody>
          <a:bodyPr rtlCol="0" anchor="ctr"/>
          <a:lstStyle/>
          <a:p>
            <a:pPr algn="ctr"/>
            <a:r>
              <a:rPr lang="zh-CN" altLang="en-US" sz="2000" b="1" dirty="0" smtClean="0">
                <a:solidFill>
                  <a:schemeClr val="tx1"/>
                </a:solidFill>
              </a:rPr>
              <a:t>软件设计</a:t>
            </a:r>
            <a:r>
              <a:rPr lang="zh-CN" altLang="en-US" sz="2000" b="1" dirty="0">
                <a:solidFill>
                  <a:schemeClr val="tx1"/>
                </a:solidFill>
              </a:rPr>
              <a:t>流程</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圆角矩形 12"/>
          <p:cNvSpPr/>
          <p:nvPr/>
        </p:nvSpPr>
        <p:spPr>
          <a:xfrm>
            <a:off x="2015716" y="3418505"/>
            <a:ext cx="1224136" cy="665413"/>
          </a:xfrm>
          <a:prstGeom prst="roundRect">
            <a:avLst>
              <a:gd name="adj" fmla="val 10000"/>
            </a:avLst>
          </a:prstGeom>
          <a:solidFill>
            <a:schemeClr val="accent5">
              <a:lumMod val="40000"/>
              <a:lumOff val="60000"/>
            </a:schemeClr>
          </a:solidFill>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r>
              <a:rPr lang="en-US" altLang="zh-CN" b="1" dirty="0">
                <a:solidFill>
                  <a:schemeClr val="tx1"/>
                </a:solidFill>
              </a:rPr>
              <a:t>RCC</a:t>
            </a:r>
            <a:r>
              <a:rPr lang="zh-CN" altLang="zh-CN" b="1" dirty="0" smtClean="0">
                <a:solidFill>
                  <a:schemeClr val="tx1"/>
                </a:solidFill>
              </a:rPr>
              <a:t>和</a:t>
            </a:r>
            <a:endParaRPr lang="en-US" altLang="zh-CN" b="1" dirty="0" smtClean="0">
              <a:solidFill>
                <a:schemeClr val="tx1"/>
              </a:solidFill>
            </a:endParaRPr>
          </a:p>
          <a:p>
            <a:pPr algn="ctr"/>
            <a:r>
              <a:rPr lang="zh-CN" altLang="zh-CN" b="1" dirty="0" smtClean="0">
                <a:solidFill>
                  <a:schemeClr val="tx1"/>
                </a:solidFill>
              </a:rPr>
              <a:t>时钟配置</a:t>
            </a:r>
            <a:endParaRPr lang="zh-CN" altLang="en-US" dirty="0">
              <a:solidFill>
                <a:schemeClr val="tx1"/>
              </a:solidFill>
            </a:endParaRPr>
          </a:p>
        </p:txBody>
      </p:sp>
      <p:sp>
        <p:nvSpPr>
          <p:cNvPr id="16" name="圆角矩形 15"/>
          <p:cNvSpPr/>
          <p:nvPr/>
        </p:nvSpPr>
        <p:spPr>
          <a:xfrm>
            <a:off x="3589104" y="3418505"/>
            <a:ext cx="1199547" cy="665413"/>
          </a:xfrm>
          <a:prstGeom prst="roundRect">
            <a:avLst>
              <a:gd name="adj" fmla="val 10000"/>
            </a:avLst>
          </a:prstGeom>
          <a:solidFill>
            <a:schemeClr val="accent5">
              <a:lumMod val="40000"/>
              <a:lumOff val="60000"/>
            </a:schemeClr>
          </a:solidFill>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r>
              <a:rPr lang="zh-CN" altLang="en-US" b="1" dirty="0" smtClean="0">
                <a:solidFill>
                  <a:schemeClr val="tx1"/>
                </a:solidFill>
              </a:rPr>
              <a:t>定时器</a:t>
            </a:r>
            <a:r>
              <a:rPr lang="en-US" altLang="zh-CN" b="1" dirty="0" smtClean="0">
                <a:solidFill>
                  <a:schemeClr val="tx1"/>
                </a:solidFill>
              </a:rPr>
              <a:t>TIM3</a:t>
            </a:r>
            <a:r>
              <a:rPr lang="zh-CN" altLang="en-US" b="1" dirty="0" smtClean="0">
                <a:solidFill>
                  <a:schemeClr val="tx1"/>
                </a:solidFill>
              </a:rPr>
              <a:t>配置</a:t>
            </a:r>
            <a:endParaRPr lang="zh-CN" altLang="en-US" b="1" dirty="0">
              <a:solidFill>
                <a:schemeClr val="tx1"/>
              </a:solidFill>
            </a:endParaRPr>
          </a:p>
        </p:txBody>
      </p:sp>
      <p:sp>
        <p:nvSpPr>
          <p:cNvPr id="17" name="圆角矩形 16"/>
          <p:cNvSpPr/>
          <p:nvPr/>
        </p:nvSpPr>
        <p:spPr>
          <a:xfrm>
            <a:off x="5137903" y="3418505"/>
            <a:ext cx="1224136" cy="665413"/>
          </a:xfrm>
          <a:prstGeom prst="roundRect">
            <a:avLst>
              <a:gd name="adj" fmla="val 10000"/>
            </a:avLst>
          </a:prstGeom>
          <a:solidFill>
            <a:schemeClr val="accent5">
              <a:lumMod val="40000"/>
              <a:lumOff val="60000"/>
            </a:schemeClr>
          </a:solidFill>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r>
              <a:rPr lang="en-US" altLang="zh-CN" b="1" dirty="0">
                <a:solidFill>
                  <a:schemeClr val="tx1"/>
                </a:solidFill>
              </a:rPr>
              <a:t>GPIO</a:t>
            </a:r>
            <a:r>
              <a:rPr lang="zh-CN" altLang="zh-CN" b="1" dirty="0" smtClean="0">
                <a:solidFill>
                  <a:schemeClr val="tx1"/>
                </a:solidFill>
              </a:rPr>
              <a:t>引脚</a:t>
            </a:r>
            <a:r>
              <a:rPr lang="zh-CN" altLang="en-US" b="1" dirty="0" smtClean="0">
                <a:solidFill>
                  <a:schemeClr val="tx1"/>
                </a:solidFill>
              </a:rPr>
              <a:t>设置</a:t>
            </a:r>
            <a:endParaRPr lang="zh-CN" altLang="en-US" b="1" dirty="0">
              <a:solidFill>
                <a:schemeClr val="tx1"/>
              </a:solidFill>
            </a:endParaRPr>
          </a:p>
        </p:txBody>
      </p:sp>
      <p:sp>
        <p:nvSpPr>
          <p:cNvPr id="20" name="左大括号 19"/>
          <p:cNvSpPr/>
          <p:nvPr/>
        </p:nvSpPr>
        <p:spPr>
          <a:xfrm rot="5400000">
            <a:off x="3959932" y="1167593"/>
            <a:ext cx="288032" cy="3816425"/>
          </a:xfrm>
          <a:prstGeom prst="leftBrace">
            <a:avLst>
              <a:gd name="adj1" fmla="val 51646"/>
              <a:gd name="adj2" fmla="val 65984"/>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矩形 13"/>
          <p:cNvSpPr/>
          <p:nvPr/>
        </p:nvSpPr>
        <p:spPr>
          <a:xfrm>
            <a:off x="1" y="339503"/>
            <a:ext cx="3993554"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5" name="矩形 14"/>
          <p:cNvSpPr/>
          <p:nvPr/>
        </p:nvSpPr>
        <p:spPr>
          <a:xfrm>
            <a:off x="125188" y="360767"/>
            <a:ext cx="3868367" cy="461665"/>
          </a:xfrm>
          <a:prstGeom prst="rect">
            <a:avLst/>
          </a:prstGeom>
        </p:spPr>
        <p:txBody>
          <a:bodyPr wrap="none">
            <a:spAutoFit/>
          </a:bodyPr>
          <a:lstStyle/>
          <a:p>
            <a:r>
              <a:rPr lang="en-US" altLang="zh-CN" sz="2400" b="1" dirty="0" smtClean="0">
                <a:solidFill>
                  <a:schemeClr val="bg1"/>
                </a:solidFill>
              </a:rPr>
              <a:t>9.5.2 </a:t>
            </a:r>
            <a:r>
              <a:rPr lang="zh-CN" altLang="en-US" sz="2400" b="1" dirty="0" smtClean="0">
                <a:solidFill>
                  <a:schemeClr val="bg1"/>
                </a:solidFill>
              </a:rPr>
              <a:t>定时器</a:t>
            </a:r>
            <a:r>
              <a:rPr lang="en-US" altLang="zh-CN" sz="2400" b="1" dirty="0" smtClean="0">
                <a:solidFill>
                  <a:schemeClr val="bg1"/>
                </a:solidFill>
              </a:rPr>
              <a:t>HAL</a:t>
            </a:r>
            <a:r>
              <a:rPr lang="zh-CN" altLang="en-US" sz="2400" b="1" dirty="0" smtClean="0">
                <a:solidFill>
                  <a:schemeClr val="bg1"/>
                </a:solidFill>
              </a:rPr>
              <a:t>库应用</a:t>
            </a:r>
            <a:r>
              <a:rPr lang="zh-CN" altLang="en-US" sz="2400" b="1" dirty="0">
                <a:solidFill>
                  <a:schemeClr val="bg1"/>
                </a:solidFill>
              </a:rPr>
              <a:t>实例</a:t>
            </a:r>
          </a:p>
        </p:txBody>
      </p:sp>
    </p:spTree>
    <p:extLst>
      <p:ext uri="{BB962C8B-B14F-4D97-AF65-F5344CB8AC3E}">
        <p14:creationId xmlns:p14="http://schemas.microsoft.com/office/powerpoint/2010/main" val="3330026254"/>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528679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5161606" cy="461665"/>
          </a:xfrm>
          <a:prstGeom prst="rect">
            <a:avLst/>
          </a:prstGeom>
        </p:spPr>
        <p:txBody>
          <a:bodyPr wrap="none">
            <a:spAutoFit/>
          </a:bodyPr>
          <a:lstStyle/>
          <a:p>
            <a:r>
              <a:rPr lang="zh-CN" altLang="en-US" sz="2400" b="1" dirty="0">
                <a:solidFill>
                  <a:schemeClr val="bg1"/>
                </a:solidFill>
              </a:rPr>
              <a:t>软件</a:t>
            </a:r>
            <a:r>
              <a:rPr lang="zh-CN" altLang="en-US" sz="2400" b="1" dirty="0" smtClean="0">
                <a:solidFill>
                  <a:schemeClr val="bg1"/>
                </a:solidFill>
              </a:rPr>
              <a:t>设计</a:t>
            </a:r>
            <a:r>
              <a:rPr lang="en-US" altLang="zh-CN" sz="2400" b="1" dirty="0" smtClean="0">
                <a:solidFill>
                  <a:schemeClr val="bg1"/>
                </a:solidFill>
              </a:rPr>
              <a:t>——</a:t>
            </a:r>
            <a:r>
              <a:rPr lang="zh-CN" altLang="en-US" sz="1600" b="1" dirty="0">
                <a:solidFill>
                  <a:schemeClr val="bg1"/>
                </a:solidFill>
              </a:rPr>
              <a:t>新建</a:t>
            </a:r>
            <a:r>
              <a:rPr lang="en-US" altLang="zh-CN" sz="1600" b="1" dirty="0">
                <a:solidFill>
                  <a:schemeClr val="bg1"/>
                </a:solidFill>
              </a:rPr>
              <a:t>STM32CubeMX</a:t>
            </a:r>
            <a:r>
              <a:rPr lang="zh-CN" altLang="en-US" sz="1600" b="1" dirty="0">
                <a:solidFill>
                  <a:schemeClr val="bg1"/>
                </a:solidFill>
              </a:rPr>
              <a:t>工程，选择</a:t>
            </a:r>
            <a:r>
              <a:rPr lang="en-US" altLang="zh-CN" sz="1600" b="1" dirty="0">
                <a:solidFill>
                  <a:schemeClr val="bg1"/>
                </a:solidFill>
              </a:rPr>
              <a:t>MCU</a:t>
            </a:r>
            <a:endParaRPr lang="zh-CN" altLang="en-US" sz="1600" b="1" dirty="0">
              <a:solidFill>
                <a:schemeClr val="bg1"/>
              </a:solidFill>
            </a:endParaRPr>
          </a:p>
        </p:txBody>
      </p:sp>
      <p:sp>
        <p:nvSpPr>
          <p:cNvPr id="8" name="矩形 7"/>
          <p:cNvSpPr/>
          <p:nvPr/>
        </p:nvSpPr>
        <p:spPr>
          <a:xfrm>
            <a:off x="431540" y="2211710"/>
            <a:ext cx="2934644" cy="1246495"/>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sz="2000" b="1" dirty="0" smtClean="0"/>
              <a:t>新建</a:t>
            </a:r>
            <a:r>
              <a:rPr lang="zh-CN" altLang="en-US" sz="2000" b="1" dirty="0"/>
              <a:t>一</a:t>
            </a:r>
            <a:r>
              <a:rPr lang="zh-CN" altLang="en-US" sz="2000" b="1" dirty="0" smtClean="0"/>
              <a:t>个</a:t>
            </a:r>
            <a:r>
              <a:rPr lang="en-US" altLang="zh-CN" sz="2000" b="1" dirty="0" smtClean="0"/>
              <a:t>STM32CubeMX</a:t>
            </a:r>
            <a:r>
              <a:rPr lang="zh-CN" altLang="en-US" sz="2000" b="1" dirty="0" smtClean="0"/>
              <a:t>工程，选择</a:t>
            </a:r>
            <a:r>
              <a:rPr lang="en-US" altLang="zh-CN" sz="2000" b="1" dirty="0" smtClean="0"/>
              <a:t>MCU</a:t>
            </a:r>
            <a:r>
              <a:rPr lang="zh-CN" altLang="en-US" sz="2000" b="1" dirty="0" smtClean="0"/>
              <a:t>，这里</a:t>
            </a:r>
            <a:r>
              <a:rPr lang="zh-CN" altLang="en-US" sz="2000" b="1" dirty="0"/>
              <a:t>采用</a:t>
            </a:r>
            <a:r>
              <a:rPr lang="en-US" altLang="zh-CN" sz="2000" b="1" dirty="0"/>
              <a:t>STM32F103ZET6</a:t>
            </a:r>
            <a:r>
              <a:rPr lang="zh-CN" altLang="en-US" sz="2000" b="1" dirty="0" smtClean="0"/>
              <a:t>芯片。</a:t>
            </a:r>
            <a:endParaRPr lang="zh-CN" altLang="en-US" sz="2000" b="1" dirty="0"/>
          </a:p>
        </p:txBody>
      </p:sp>
      <p:sp>
        <p:nvSpPr>
          <p:cNvPr id="10" name="矩形 9"/>
          <p:cNvSpPr/>
          <p:nvPr/>
        </p:nvSpPr>
        <p:spPr>
          <a:xfrm>
            <a:off x="3563888" y="1203598"/>
            <a:ext cx="5256584" cy="3456384"/>
          </a:xfrm>
          <a:prstGeom prst="rect">
            <a:avLst/>
          </a:prstGeom>
          <a:noFill/>
          <a:ln>
            <a:solidFill>
              <a:schemeClr val="accent5">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2" name="图片 11"/>
          <p:cNvPicPr/>
          <p:nvPr/>
        </p:nvPicPr>
        <p:blipFill>
          <a:blip r:embed="rId3"/>
          <a:stretch>
            <a:fillRect/>
          </a:stretch>
        </p:blipFill>
        <p:spPr>
          <a:xfrm>
            <a:off x="3662194" y="1275606"/>
            <a:ext cx="5040560" cy="3240360"/>
          </a:xfrm>
          <a:prstGeom prst="rect">
            <a:avLst/>
          </a:prstGeom>
        </p:spPr>
      </p:pic>
    </p:spTree>
    <p:extLst>
      <p:ext uri="{BB962C8B-B14F-4D97-AF65-F5344CB8AC3E}">
        <p14:creationId xmlns:p14="http://schemas.microsoft.com/office/powerpoint/2010/main" val="685782145"/>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465681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4531625" cy="461665"/>
          </a:xfrm>
          <a:prstGeom prst="rect">
            <a:avLst/>
          </a:prstGeom>
        </p:spPr>
        <p:txBody>
          <a:bodyPr wrap="none">
            <a:spAutoFit/>
          </a:bodyPr>
          <a:lstStyle/>
          <a:p>
            <a:r>
              <a:rPr lang="zh-CN" altLang="en-US" sz="2400" b="1" dirty="0">
                <a:solidFill>
                  <a:schemeClr val="bg1"/>
                </a:solidFill>
              </a:rPr>
              <a:t>软件</a:t>
            </a:r>
            <a:r>
              <a:rPr lang="zh-CN" altLang="en-US" sz="2400" b="1" dirty="0" smtClean="0">
                <a:solidFill>
                  <a:schemeClr val="bg1"/>
                </a:solidFill>
              </a:rPr>
              <a:t>设计</a:t>
            </a:r>
            <a:r>
              <a:rPr lang="en-US" altLang="zh-CN" sz="2400" b="1" dirty="0" smtClean="0">
                <a:solidFill>
                  <a:schemeClr val="bg1"/>
                </a:solidFill>
              </a:rPr>
              <a:t>——</a:t>
            </a:r>
            <a:r>
              <a:rPr lang="en-US" altLang="zh-CN" sz="1600" b="1" dirty="0">
                <a:solidFill>
                  <a:schemeClr val="bg1"/>
                </a:solidFill>
              </a:rPr>
              <a:t>STM32CubeMX</a:t>
            </a:r>
            <a:r>
              <a:rPr lang="zh-CN" altLang="en-US" sz="1600" b="1" dirty="0">
                <a:solidFill>
                  <a:schemeClr val="bg1"/>
                </a:solidFill>
              </a:rPr>
              <a:t>功能参数配置</a:t>
            </a:r>
          </a:p>
        </p:txBody>
      </p:sp>
      <p:sp>
        <p:nvSpPr>
          <p:cNvPr id="8" name="矩形 7"/>
          <p:cNvSpPr/>
          <p:nvPr/>
        </p:nvSpPr>
        <p:spPr>
          <a:xfrm>
            <a:off x="248444" y="1560744"/>
            <a:ext cx="2142556" cy="201593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GB" altLang="zh-CN" sz="2000" b="1" dirty="0" smtClean="0"/>
              <a:t>HSE</a:t>
            </a:r>
            <a:r>
              <a:rPr lang="zh-CN" altLang="en-US" sz="2000" b="1" dirty="0" smtClean="0"/>
              <a:t>选择</a:t>
            </a:r>
            <a:r>
              <a:rPr lang="zh-CN" altLang="en-US" sz="2000" b="1" dirty="0"/>
              <a:t>“</a:t>
            </a:r>
            <a:r>
              <a:rPr lang="en-GB" altLang="zh-CN" sz="2000" b="1" dirty="0"/>
              <a:t>Crystal/Ceramic Resonator”</a:t>
            </a:r>
            <a:r>
              <a:rPr lang="zh-CN" altLang="en-GB" sz="2000" b="1" dirty="0"/>
              <a:t>（</a:t>
            </a:r>
            <a:r>
              <a:rPr lang="zh-CN" altLang="en-US" sz="2000" b="1" dirty="0"/>
              <a:t>晶振</a:t>
            </a:r>
            <a:r>
              <a:rPr lang="en-US" altLang="zh-CN" sz="2000" b="1" dirty="0"/>
              <a:t>/</a:t>
            </a:r>
            <a:r>
              <a:rPr lang="zh-CN" altLang="en-US" sz="2000" b="1" dirty="0"/>
              <a:t>陶瓷谐振器</a:t>
            </a:r>
            <a:r>
              <a:rPr lang="zh-CN" altLang="en-US" sz="2000" b="1" dirty="0" smtClean="0"/>
              <a:t>），</a:t>
            </a:r>
            <a:r>
              <a:rPr lang="en-GB" altLang="zh-CN" sz="2000" b="1" dirty="0" smtClean="0"/>
              <a:t>LSE</a:t>
            </a:r>
            <a:r>
              <a:rPr lang="zh-CN" altLang="en-US" sz="2000" b="1" dirty="0" smtClean="0"/>
              <a:t>选择</a:t>
            </a:r>
            <a:r>
              <a:rPr lang="zh-CN" altLang="en-US" sz="2000" b="1" dirty="0"/>
              <a:t>“</a:t>
            </a:r>
            <a:r>
              <a:rPr lang="en-GB" altLang="zh-CN" sz="2000" b="1" dirty="0"/>
              <a:t>Disable”</a:t>
            </a:r>
            <a:endParaRPr lang="zh-CN" altLang="en-US" sz="2000" b="1"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5337843" y="406933"/>
            <a:ext cx="1021370" cy="369332"/>
          </a:xfrm>
          <a:prstGeom prst="rect">
            <a:avLst/>
          </a:prstGeom>
        </p:spPr>
        <p:txBody>
          <a:bodyPr wrap="none">
            <a:spAutoFit/>
          </a:bodyPr>
          <a:lstStyle/>
          <a:p>
            <a:r>
              <a:rPr lang="en-GB" altLang="zh-CN" b="1" dirty="0" smtClean="0">
                <a:solidFill>
                  <a:srgbClr val="C00000"/>
                </a:solidFill>
              </a:rPr>
              <a:t>RCC</a:t>
            </a:r>
            <a:r>
              <a:rPr lang="zh-CN" altLang="en-US" b="1" dirty="0" smtClean="0">
                <a:solidFill>
                  <a:srgbClr val="C00000"/>
                </a:solidFill>
              </a:rPr>
              <a:t>配置</a:t>
            </a:r>
            <a:endParaRPr lang="zh-CN" altLang="en-US" b="1" dirty="0">
              <a:solidFill>
                <a:srgbClr val="C00000"/>
              </a:solidFill>
            </a:endParaRPr>
          </a:p>
        </p:txBody>
      </p:sp>
      <p:pic>
        <p:nvPicPr>
          <p:cNvPr id="778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784" y="977731"/>
            <a:ext cx="6047308" cy="3787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93924719"/>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465681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4531625" cy="461665"/>
          </a:xfrm>
          <a:prstGeom prst="rect">
            <a:avLst/>
          </a:prstGeom>
        </p:spPr>
        <p:txBody>
          <a:bodyPr wrap="none">
            <a:spAutoFit/>
          </a:bodyPr>
          <a:lstStyle/>
          <a:p>
            <a:r>
              <a:rPr lang="zh-CN" altLang="en-US" sz="2400" b="1" dirty="0">
                <a:solidFill>
                  <a:schemeClr val="bg1"/>
                </a:solidFill>
              </a:rPr>
              <a:t>软件</a:t>
            </a:r>
            <a:r>
              <a:rPr lang="zh-CN" altLang="en-US" sz="2400" b="1" dirty="0" smtClean="0">
                <a:solidFill>
                  <a:schemeClr val="bg1"/>
                </a:solidFill>
              </a:rPr>
              <a:t>设计</a:t>
            </a:r>
            <a:r>
              <a:rPr lang="en-US" altLang="zh-CN" sz="2400" b="1" dirty="0" smtClean="0">
                <a:solidFill>
                  <a:schemeClr val="bg1"/>
                </a:solidFill>
              </a:rPr>
              <a:t>——</a:t>
            </a:r>
            <a:r>
              <a:rPr lang="en-US" altLang="zh-CN" sz="1600" b="1" dirty="0">
                <a:solidFill>
                  <a:schemeClr val="bg1"/>
                </a:solidFill>
              </a:rPr>
              <a:t>STM32CubeMX</a:t>
            </a:r>
            <a:r>
              <a:rPr lang="zh-CN" altLang="en-US" sz="1600" b="1" dirty="0">
                <a:solidFill>
                  <a:schemeClr val="bg1"/>
                </a:solidFill>
              </a:rPr>
              <a:t>功能参数配置</a:t>
            </a:r>
          </a:p>
        </p:txBody>
      </p:sp>
      <p:sp>
        <p:nvSpPr>
          <p:cNvPr id="8" name="矩形 7"/>
          <p:cNvSpPr/>
          <p:nvPr/>
        </p:nvSpPr>
        <p:spPr>
          <a:xfrm>
            <a:off x="6408204" y="1563638"/>
            <a:ext cx="2448272" cy="201593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zh-CN" altLang="en-US" sz="2000" b="1" dirty="0" smtClean="0"/>
              <a:t>配置</a:t>
            </a:r>
            <a:r>
              <a:rPr lang="en-US" altLang="zh-CN" sz="2000" b="1" dirty="0" smtClean="0"/>
              <a:t>STM32</a:t>
            </a:r>
            <a:r>
              <a:rPr lang="zh-CN" altLang="en-US" sz="2000" b="1" dirty="0" smtClean="0"/>
              <a:t>的时钟系统，系统时钟配置为</a:t>
            </a:r>
            <a:r>
              <a:rPr lang="en-US" altLang="zh-CN" sz="2000" b="1" dirty="0" smtClean="0"/>
              <a:t>72MHz</a:t>
            </a:r>
            <a:r>
              <a:rPr lang="zh-CN" altLang="en-US" sz="2000" b="1" dirty="0" smtClean="0"/>
              <a:t>，</a:t>
            </a:r>
            <a:r>
              <a:rPr lang="en-US" altLang="zh-CN" sz="2000" b="1" dirty="0" smtClean="0"/>
              <a:t>APB2</a:t>
            </a:r>
            <a:r>
              <a:rPr lang="zh-CN" altLang="en-US" sz="2000" b="1" dirty="0"/>
              <a:t>为</a:t>
            </a:r>
            <a:r>
              <a:rPr lang="en-US" altLang="zh-CN" sz="2000" b="1" dirty="0"/>
              <a:t>72MHz</a:t>
            </a:r>
            <a:r>
              <a:rPr lang="zh-CN" altLang="en-US" sz="2000" b="1" dirty="0"/>
              <a:t>，配置</a:t>
            </a:r>
            <a:r>
              <a:rPr lang="en-US" altLang="zh-CN" sz="2000" b="1" dirty="0"/>
              <a:t>APB1</a:t>
            </a:r>
            <a:r>
              <a:rPr lang="zh-CN" altLang="en-US" sz="2000" b="1" dirty="0"/>
              <a:t>为</a:t>
            </a:r>
            <a:r>
              <a:rPr lang="en-US" altLang="zh-CN" sz="2000" b="1" dirty="0"/>
              <a:t>36MHz</a:t>
            </a:r>
            <a:r>
              <a:rPr lang="zh-CN" altLang="en-US" sz="2000" b="1" dirty="0"/>
              <a:t>。</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7026145" y="356576"/>
            <a:ext cx="1114408" cy="369332"/>
          </a:xfrm>
          <a:prstGeom prst="rect">
            <a:avLst/>
          </a:prstGeom>
        </p:spPr>
        <p:txBody>
          <a:bodyPr wrap="none">
            <a:spAutoFit/>
          </a:bodyPr>
          <a:lstStyle/>
          <a:p>
            <a:r>
              <a:rPr lang="zh-CN" altLang="en-US" b="1" dirty="0">
                <a:solidFill>
                  <a:srgbClr val="C00000"/>
                </a:solidFill>
              </a:rPr>
              <a:t>时钟</a:t>
            </a:r>
            <a:r>
              <a:rPr lang="zh-CN" altLang="en-US" b="1" dirty="0" smtClean="0">
                <a:solidFill>
                  <a:srgbClr val="C00000"/>
                </a:solidFill>
              </a:rPr>
              <a:t>配置</a:t>
            </a:r>
            <a:endParaRPr lang="zh-CN" altLang="en-US" b="1" dirty="0">
              <a:solidFill>
                <a:srgbClr val="C00000"/>
              </a:solidFill>
            </a:endParaRPr>
          </a:p>
        </p:txBody>
      </p:sp>
      <p:pic>
        <p:nvPicPr>
          <p:cNvPr id="9" name="图片 8"/>
          <p:cNvPicPr/>
          <p:nvPr/>
        </p:nvPicPr>
        <p:blipFill>
          <a:blip r:embed="rId3"/>
          <a:stretch>
            <a:fillRect/>
          </a:stretch>
        </p:blipFill>
        <p:spPr>
          <a:xfrm>
            <a:off x="539552" y="1275606"/>
            <a:ext cx="5706507" cy="3166462"/>
          </a:xfrm>
          <a:prstGeom prst="rect">
            <a:avLst/>
          </a:prstGeom>
        </p:spPr>
      </p:pic>
    </p:spTree>
    <p:extLst>
      <p:ext uri="{BB962C8B-B14F-4D97-AF65-F5344CB8AC3E}">
        <p14:creationId xmlns:p14="http://schemas.microsoft.com/office/powerpoint/2010/main" val="3147387698"/>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465681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4531625" cy="461665"/>
          </a:xfrm>
          <a:prstGeom prst="rect">
            <a:avLst/>
          </a:prstGeom>
        </p:spPr>
        <p:txBody>
          <a:bodyPr wrap="none">
            <a:spAutoFit/>
          </a:bodyPr>
          <a:lstStyle/>
          <a:p>
            <a:r>
              <a:rPr lang="zh-CN" altLang="en-US" sz="2400" b="1" dirty="0">
                <a:solidFill>
                  <a:schemeClr val="bg1"/>
                </a:solidFill>
              </a:rPr>
              <a:t>软件</a:t>
            </a:r>
            <a:r>
              <a:rPr lang="zh-CN" altLang="en-US" sz="2400" b="1" dirty="0" smtClean="0">
                <a:solidFill>
                  <a:schemeClr val="bg1"/>
                </a:solidFill>
              </a:rPr>
              <a:t>设计</a:t>
            </a:r>
            <a:r>
              <a:rPr lang="en-US" altLang="zh-CN" sz="2400" b="1" dirty="0" smtClean="0">
                <a:solidFill>
                  <a:schemeClr val="bg1"/>
                </a:solidFill>
              </a:rPr>
              <a:t>——</a:t>
            </a:r>
            <a:r>
              <a:rPr lang="en-US" altLang="zh-CN" sz="1600" b="1" dirty="0">
                <a:solidFill>
                  <a:schemeClr val="bg1"/>
                </a:solidFill>
              </a:rPr>
              <a:t>STM32CubeMX</a:t>
            </a:r>
            <a:r>
              <a:rPr lang="zh-CN" altLang="en-US" sz="1600" b="1" dirty="0">
                <a:solidFill>
                  <a:schemeClr val="bg1"/>
                </a:solidFill>
              </a:rPr>
              <a:t>功能参数配置</a:t>
            </a:r>
          </a:p>
        </p:txBody>
      </p:sp>
      <p:sp>
        <p:nvSpPr>
          <p:cNvPr id="8" name="矩形 7"/>
          <p:cNvSpPr/>
          <p:nvPr/>
        </p:nvSpPr>
        <p:spPr>
          <a:xfrm>
            <a:off x="292734" y="1023578"/>
            <a:ext cx="3407634" cy="390106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342900" indent="-342900">
              <a:lnSpc>
                <a:spcPct val="125000"/>
              </a:lnSpc>
              <a:buClr>
                <a:schemeClr val="accent4">
                  <a:lumMod val="75000"/>
                </a:schemeClr>
              </a:buClr>
              <a:buFont typeface="Wingdings" pitchFamily="2" charset="2"/>
              <a:buChar char="Ø"/>
            </a:pPr>
            <a:r>
              <a:rPr lang="zh-CN" altLang="en-US" b="1" dirty="0" smtClean="0"/>
              <a:t>“</a:t>
            </a:r>
            <a:r>
              <a:rPr lang="en-GB" altLang="zh-CN" b="1" dirty="0" smtClean="0"/>
              <a:t>Clock Source”</a:t>
            </a:r>
            <a:r>
              <a:rPr lang="zh-CN" altLang="en-US" b="1" dirty="0"/>
              <a:t>设置为“</a:t>
            </a:r>
            <a:r>
              <a:rPr lang="en-GB" altLang="zh-CN" b="1" dirty="0"/>
              <a:t>Internal Clock”</a:t>
            </a:r>
            <a:r>
              <a:rPr lang="zh-CN" altLang="en-GB" b="1" dirty="0"/>
              <a:t>（</a:t>
            </a:r>
            <a:r>
              <a:rPr lang="zh-CN" altLang="en-US" b="1" dirty="0"/>
              <a:t>内部时钟</a:t>
            </a:r>
            <a:r>
              <a:rPr lang="zh-CN" altLang="en-US" b="1" dirty="0" smtClean="0"/>
              <a:t>）；</a:t>
            </a:r>
            <a:endParaRPr lang="zh-CN" altLang="en-US" b="1" dirty="0"/>
          </a:p>
          <a:p>
            <a:pPr marL="342900" indent="-342900">
              <a:lnSpc>
                <a:spcPct val="125000"/>
              </a:lnSpc>
              <a:buClr>
                <a:schemeClr val="accent4">
                  <a:lumMod val="75000"/>
                </a:schemeClr>
              </a:buClr>
              <a:buFont typeface="Wingdings" pitchFamily="2" charset="2"/>
              <a:buChar char="Ø"/>
            </a:pPr>
            <a:r>
              <a:rPr lang="zh-CN" altLang="en-US" b="1" dirty="0" smtClean="0"/>
              <a:t>预分</a:t>
            </a:r>
            <a:r>
              <a:rPr lang="zh-CN" altLang="en-US" b="1" dirty="0"/>
              <a:t>频系数“</a:t>
            </a:r>
            <a:r>
              <a:rPr lang="en-GB" altLang="zh-CN" b="1" dirty="0" err="1"/>
              <a:t>Prescaler</a:t>
            </a:r>
            <a:r>
              <a:rPr lang="en-GB" altLang="zh-CN" b="1" dirty="0"/>
              <a:t>”</a:t>
            </a:r>
            <a:r>
              <a:rPr lang="zh-CN" altLang="en-US" b="1" dirty="0"/>
              <a:t>设置为“</a:t>
            </a:r>
            <a:r>
              <a:rPr lang="en-US" altLang="zh-CN" b="1" dirty="0"/>
              <a:t>36000-1</a:t>
            </a:r>
            <a:r>
              <a:rPr lang="en-US" altLang="zh-CN" b="1" dirty="0" smtClean="0"/>
              <a:t>”</a:t>
            </a:r>
            <a:r>
              <a:rPr lang="zh-CN" altLang="en-US" b="1" dirty="0" smtClean="0"/>
              <a:t>；“</a:t>
            </a:r>
            <a:r>
              <a:rPr lang="en-GB" altLang="zh-CN" b="1" dirty="0" smtClean="0"/>
              <a:t>Counter Mode”</a:t>
            </a:r>
            <a:r>
              <a:rPr lang="zh-CN" altLang="en-US" b="1" dirty="0"/>
              <a:t>设置为“</a:t>
            </a:r>
            <a:r>
              <a:rPr lang="en-GB" altLang="zh-CN" b="1" dirty="0"/>
              <a:t>Up</a:t>
            </a:r>
            <a:r>
              <a:rPr lang="en-GB" altLang="zh-CN" b="1" dirty="0" smtClean="0"/>
              <a:t>”</a:t>
            </a:r>
            <a:r>
              <a:rPr lang="zh-CN" altLang="en-US" b="1" dirty="0" smtClean="0"/>
              <a:t>；</a:t>
            </a:r>
            <a:endParaRPr lang="en-US" altLang="zh-CN" b="1" dirty="0" smtClean="0"/>
          </a:p>
          <a:p>
            <a:pPr marL="342900" indent="-342900">
              <a:lnSpc>
                <a:spcPct val="125000"/>
              </a:lnSpc>
              <a:buClr>
                <a:schemeClr val="accent4">
                  <a:lumMod val="75000"/>
                </a:schemeClr>
              </a:buClr>
              <a:buFont typeface="Wingdings" pitchFamily="2" charset="2"/>
              <a:buChar char="Ø"/>
            </a:pPr>
            <a:r>
              <a:rPr lang="zh-CN" altLang="en-US" b="1" dirty="0" smtClean="0"/>
              <a:t>计数</a:t>
            </a:r>
            <a:r>
              <a:rPr lang="zh-CN" altLang="en-US" b="1" dirty="0"/>
              <a:t>值“</a:t>
            </a:r>
            <a:r>
              <a:rPr lang="en-GB" altLang="zh-CN" b="1" dirty="0"/>
              <a:t>Counter Period”</a:t>
            </a:r>
            <a:r>
              <a:rPr lang="zh-CN" altLang="en-US" b="1" dirty="0"/>
              <a:t>设置为“</a:t>
            </a:r>
            <a:r>
              <a:rPr lang="en-US" altLang="zh-CN" b="1" dirty="0"/>
              <a:t>2000-1</a:t>
            </a:r>
            <a:r>
              <a:rPr lang="en-US" altLang="zh-CN" b="1" dirty="0" smtClean="0"/>
              <a:t>”</a:t>
            </a:r>
            <a:r>
              <a:rPr lang="zh-CN" altLang="en-US" b="1" dirty="0" smtClean="0"/>
              <a:t>；</a:t>
            </a:r>
            <a:endParaRPr lang="en-US" altLang="zh-CN" b="1" dirty="0" smtClean="0"/>
          </a:p>
          <a:p>
            <a:pPr marL="342900" indent="-342900">
              <a:lnSpc>
                <a:spcPct val="125000"/>
              </a:lnSpc>
              <a:buClr>
                <a:schemeClr val="accent4">
                  <a:lumMod val="75000"/>
                </a:schemeClr>
              </a:buClr>
              <a:buFont typeface="Wingdings" pitchFamily="2" charset="2"/>
              <a:buChar char="Ø"/>
            </a:pPr>
            <a:r>
              <a:rPr lang="zh-CN" altLang="en-US" b="1" dirty="0" smtClean="0"/>
              <a:t>“</a:t>
            </a:r>
            <a:r>
              <a:rPr lang="en-GB" altLang="zh-CN" b="1" dirty="0"/>
              <a:t>auto-reload preload”</a:t>
            </a:r>
            <a:r>
              <a:rPr lang="zh-CN" altLang="en-US" b="1" dirty="0"/>
              <a:t>设置为“</a:t>
            </a:r>
            <a:r>
              <a:rPr lang="en-GB" altLang="zh-CN" b="1" dirty="0"/>
              <a:t>Enable”</a:t>
            </a:r>
            <a:r>
              <a:rPr lang="zh-CN" altLang="en-GB" b="1" dirty="0" smtClean="0"/>
              <a:t>。</a:t>
            </a:r>
            <a:endParaRPr lang="en-GB" altLang="zh-CN" b="1" dirty="0" smtClean="0"/>
          </a:p>
          <a:p>
            <a:pPr>
              <a:lnSpc>
                <a:spcPct val="125000"/>
              </a:lnSpc>
              <a:buClr>
                <a:schemeClr val="accent4">
                  <a:lumMod val="75000"/>
                </a:schemeClr>
              </a:buClr>
            </a:pPr>
            <a:r>
              <a:rPr lang="zh-CN" altLang="en-US" b="1" dirty="0"/>
              <a:t>则</a:t>
            </a:r>
            <a:r>
              <a:rPr lang="zh-CN" altLang="zh-CN" b="1" dirty="0" smtClean="0"/>
              <a:t>定时器</a:t>
            </a:r>
            <a:r>
              <a:rPr lang="en-US" altLang="zh-CN" b="1" dirty="0"/>
              <a:t>TIM3</a:t>
            </a:r>
            <a:r>
              <a:rPr lang="zh-CN" altLang="zh-CN" b="1" dirty="0"/>
              <a:t>精确定时</a:t>
            </a:r>
            <a:r>
              <a:rPr lang="en-US" altLang="zh-CN" b="1" dirty="0" smtClean="0"/>
              <a:t>1s</a:t>
            </a:r>
            <a:r>
              <a:rPr lang="zh-CN" altLang="en-US" b="1" dirty="0" smtClean="0"/>
              <a:t>。</a:t>
            </a:r>
            <a:endParaRPr lang="zh-CN" altLang="en-GB" b="1"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5328084" y="406933"/>
            <a:ext cx="1840568" cy="369332"/>
          </a:xfrm>
          <a:prstGeom prst="rect">
            <a:avLst/>
          </a:prstGeom>
        </p:spPr>
        <p:txBody>
          <a:bodyPr wrap="none">
            <a:spAutoFit/>
          </a:bodyPr>
          <a:lstStyle/>
          <a:p>
            <a:r>
              <a:rPr lang="zh-CN" altLang="en-US" b="1" dirty="0" smtClean="0">
                <a:solidFill>
                  <a:srgbClr val="C00000"/>
                </a:solidFill>
              </a:rPr>
              <a:t>定时器</a:t>
            </a:r>
            <a:r>
              <a:rPr lang="en-US" altLang="zh-CN" b="1" dirty="0" smtClean="0">
                <a:solidFill>
                  <a:srgbClr val="C00000"/>
                </a:solidFill>
              </a:rPr>
              <a:t>TIM3</a:t>
            </a:r>
            <a:r>
              <a:rPr lang="zh-CN" altLang="en-US" b="1" dirty="0" smtClean="0">
                <a:solidFill>
                  <a:srgbClr val="C00000"/>
                </a:solidFill>
              </a:rPr>
              <a:t>配置</a:t>
            </a:r>
            <a:endParaRPr lang="zh-CN" altLang="en-US" b="1" dirty="0">
              <a:solidFill>
                <a:srgbClr val="C00000"/>
              </a:solidFill>
            </a:endParaRPr>
          </a:p>
        </p:txBody>
      </p:sp>
      <p:pic>
        <p:nvPicPr>
          <p:cNvPr id="10" name="图片 9" descr="E:\教材编写2019-8-29刘\第七章图\2019-09-17_2005041.png"/>
          <p:cNvPicPr/>
          <p:nvPr/>
        </p:nvPicPr>
        <p:blipFill>
          <a:blip r:embed="rId3">
            <a:extLst>
              <a:ext uri="{28A0092B-C50C-407E-A947-70E740481C1C}">
                <a14:useLocalDpi xmlns:a14="http://schemas.microsoft.com/office/drawing/2010/main" val="0"/>
              </a:ext>
            </a:extLst>
          </a:blip>
          <a:srcRect/>
          <a:stretch>
            <a:fillRect/>
          </a:stretch>
        </p:blipFill>
        <p:spPr bwMode="auto">
          <a:xfrm>
            <a:off x="4039976" y="915566"/>
            <a:ext cx="4461304" cy="3934539"/>
          </a:xfrm>
          <a:prstGeom prst="rect">
            <a:avLst/>
          </a:prstGeom>
          <a:noFill/>
          <a:ln>
            <a:noFill/>
          </a:ln>
        </p:spPr>
      </p:pic>
    </p:spTree>
    <p:extLst>
      <p:ext uri="{BB962C8B-B14F-4D97-AF65-F5344CB8AC3E}">
        <p14:creationId xmlns:p14="http://schemas.microsoft.com/office/powerpoint/2010/main" val="3401549454"/>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465681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4531625" cy="461665"/>
          </a:xfrm>
          <a:prstGeom prst="rect">
            <a:avLst/>
          </a:prstGeom>
        </p:spPr>
        <p:txBody>
          <a:bodyPr wrap="none">
            <a:spAutoFit/>
          </a:bodyPr>
          <a:lstStyle/>
          <a:p>
            <a:r>
              <a:rPr lang="zh-CN" altLang="en-US" sz="2400" b="1" dirty="0">
                <a:solidFill>
                  <a:schemeClr val="bg1"/>
                </a:solidFill>
              </a:rPr>
              <a:t>软件</a:t>
            </a:r>
            <a:r>
              <a:rPr lang="zh-CN" altLang="en-US" sz="2400" b="1" dirty="0" smtClean="0">
                <a:solidFill>
                  <a:schemeClr val="bg1"/>
                </a:solidFill>
              </a:rPr>
              <a:t>设计</a:t>
            </a:r>
            <a:r>
              <a:rPr lang="en-US" altLang="zh-CN" sz="2400" b="1" dirty="0" smtClean="0">
                <a:solidFill>
                  <a:schemeClr val="bg1"/>
                </a:solidFill>
              </a:rPr>
              <a:t>——</a:t>
            </a:r>
            <a:r>
              <a:rPr lang="en-US" altLang="zh-CN" sz="1600" b="1" dirty="0">
                <a:solidFill>
                  <a:schemeClr val="bg1"/>
                </a:solidFill>
              </a:rPr>
              <a:t>STM32CubeMX</a:t>
            </a:r>
            <a:r>
              <a:rPr lang="zh-CN" altLang="en-US" sz="1600" b="1" dirty="0">
                <a:solidFill>
                  <a:schemeClr val="bg1"/>
                </a:solidFill>
              </a:rPr>
              <a:t>功能参数配置</a:t>
            </a:r>
          </a:p>
        </p:txBody>
      </p:sp>
      <p:sp>
        <p:nvSpPr>
          <p:cNvPr id="8" name="矩形 7"/>
          <p:cNvSpPr/>
          <p:nvPr/>
        </p:nvSpPr>
        <p:spPr>
          <a:xfrm>
            <a:off x="431540" y="1991580"/>
            <a:ext cx="2952328" cy="182357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342900" indent="-342900">
              <a:lnSpc>
                <a:spcPct val="125000"/>
              </a:lnSpc>
              <a:buClr>
                <a:schemeClr val="accent4">
                  <a:lumMod val="75000"/>
                </a:schemeClr>
              </a:buClr>
              <a:buFont typeface="Wingdings" pitchFamily="2" charset="2"/>
              <a:buChar char="Ø"/>
            </a:pPr>
            <a:r>
              <a:rPr lang="zh-CN" altLang="en-US" b="1" dirty="0"/>
              <a:t>在定时器</a:t>
            </a:r>
            <a:r>
              <a:rPr lang="en-GB" altLang="zh-CN" b="1" dirty="0"/>
              <a:t>TIM3</a:t>
            </a:r>
            <a:r>
              <a:rPr lang="zh-CN" altLang="en-US" b="1" dirty="0"/>
              <a:t>参数配置“</a:t>
            </a:r>
            <a:r>
              <a:rPr lang="en-GB" altLang="zh-CN" b="1" dirty="0"/>
              <a:t>Configuration”</a:t>
            </a:r>
            <a:r>
              <a:rPr lang="zh-CN" altLang="en-US" b="1" dirty="0"/>
              <a:t>选项配置页的“</a:t>
            </a:r>
            <a:r>
              <a:rPr lang="en-GB" altLang="zh-CN" b="1" dirty="0"/>
              <a:t>NVIC Settings”</a:t>
            </a:r>
            <a:r>
              <a:rPr lang="zh-CN" altLang="en-US" b="1" dirty="0"/>
              <a:t>中使能定时器</a:t>
            </a:r>
            <a:r>
              <a:rPr lang="en-GB" altLang="zh-CN" b="1" dirty="0"/>
              <a:t>TIM3</a:t>
            </a:r>
            <a:r>
              <a:rPr lang="zh-CN" altLang="en-US" b="1" dirty="0"/>
              <a:t>的全局中断</a:t>
            </a:r>
            <a:endParaRPr lang="zh-CN" altLang="en-GB" b="1"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5328084" y="406933"/>
            <a:ext cx="1840568" cy="369332"/>
          </a:xfrm>
          <a:prstGeom prst="rect">
            <a:avLst/>
          </a:prstGeom>
        </p:spPr>
        <p:txBody>
          <a:bodyPr wrap="none">
            <a:spAutoFit/>
          </a:bodyPr>
          <a:lstStyle/>
          <a:p>
            <a:r>
              <a:rPr lang="zh-CN" altLang="en-US" b="1" dirty="0" smtClean="0">
                <a:solidFill>
                  <a:srgbClr val="C00000"/>
                </a:solidFill>
              </a:rPr>
              <a:t>定时器</a:t>
            </a:r>
            <a:r>
              <a:rPr lang="en-US" altLang="zh-CN" b="1" dirty="0" smtClean="0">
                <a:solidFill>
                  <a:srgbClr val="C00000"/>
                </a:solidFill>
              </a:rPr>
              <a:t>TIM3</a:t>
            </a:r>
            <a:r>
              <a:rPr lang="zh-CN" altLang="en-US" b="1" dirty="0" smtClean="0">
                <a:solidFill>
                  <a:srgbClr val="C00000"/>
                </a:solidFill>
              </a:rPr>
              <a:t>配置</a:t>
            </a:r>
            <a:endParaRPr lang="zh-CN" altLang="en-US" b="1" dirty="0">
              <a:solidFill>
                <a:srgbClr val="C00000"/>
              </a:solidFill>
            </a:endParaRPr>
          </a:p>
        </p:txBody>
      </p:sp>
      <p:pic>
        <p:nvPicPr>
          <p:cNvPr id="1034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7764" y="999475"/>
            <a:ext cx="5061207" cy="3571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5106068" y="4609755"/>
            <a:ext cx="2284600" cy="369332"/>
          </a:xfrm>
          <a:prstGeom prst="rect">
            <a:avLst/>
          </a:prstGeom>
        </p:spPr>
        <p:txBody>
          <a:bodyPr wrap="none">
            <a:spAutoFit/>
          </a:bodyPr>
          <a:lstStyle/>
          <a:p>
            <a:r>
              <a:rPr lang="zh-CN" altLang="en-US" b="1" dirty="0"/>
              <a:t>使能</a:t>
            </a:r>
            <a:r>
              <a:rPr lang="en-US" altLang="zh-CN" b="1" dirty="0"/>
              <a:t>TIM3</a:t>
            </a:r>
            <a:r>
              <a:rPr lang="zh-CN" altLang="en-US" b="1" dirty="0"/>
              <a:t>的全局中断</a:t>
            </a:r>
          </a:p>
        </p:txBody>
      </p:sp>
    </p:spTree>
    <p:extLst>
      <p:ext uri="{BB962C8B-B14F-4D97-AF65-F5344CB8AC3E}">
        <p14:creationId xmlns:p14="http://schemas.microsoft.com/office/powerpoint/2010/main" val="1497559508"/>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4656812"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4531625" cy="461665"/>
          </a:xfrm>
          <a:prstGeom prst="rect">
            <a:avLst/>
          </a:prstGeom>
        </p:spPr>
        <p:txBody>
          <a:bodyPr wrap="none">
            <a:spAutoFit/>
          </a:bodyPr>
          <a:lstStyle/>
          <a:p>
            <a:r>
              <a:rPr lang="zh-CN" altLang="en-US" sz="2400" b="1" dirty="0">
                <a:solidFill>
                  <a:schemeClr val="bg1"/>
                </a:solidFill>
              </a:rPr>
              <a:t>软件</a:t>
            </a:r>
            <a:r>
              <a:rPr lang="zh-CN" altLang="en-US" sz="2400" b="1" dirty="0" smtClean="0">
                <a:solidFill>
                  <a:schemeClr val="bg1"/>
                </a:solidFill>
              </a:rPr>
              <a:t>设计</a:t>
            </a:r>
            <a:r>
              <a:rPr lang="en-US" altLang="zh-CN" sz="2400" b="1" dirty="0" smtClean="0">
                <a:solidFill>
                  <a:schemeClr val="bg1"/>
                </a:solidFill>
              </a:rPr>
              <a:t>——</a:t>
            </a:r>
            <a:r>
              <a:rPr lang="en-US" altLang="zh-CN" sz="1600" b="1" dirty="0">
                <a:solidFill>
                  <a:schemeClr val="bg1"/>
                </a:solidFill>
              </a:rPr>
              <a:t>STM32CubeMX</a:t>
            </a:r>
            <a:r>
              <a:rPr lang="zh-CN" altLang="en-US" sz="1600" b="1" dirty="0">
                <a:solidFill>
                  <a:schemeClr val="bg1"/>
                </a:solidFill>
              </a:rPr>
              <a:t>功能参数配置</a:t>
            </a:r>
          </a:p>
        </p:txBody>
      </p:sp>
      <p:sp>
        <p:nvSpPr>
          <p:cNvPr id="8" name="矩形 7"/>
          <p:cNvSpPr/>
          <p:nvPr/>
        </p:nvSpPr>
        <p:spPr>
          <a:xfrm>
            <a:off x="431540" y="1991580"/>
            <a:ext cx="2952328" cy="182357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342900" indent="-342900">
              <a:lnSpc>
                <a:spcPct val="125000"/>
              </a:lnSpc>
              <a:buClr>
                <a:schemeClr val="accent4">
                  <a:lumMod val="75000"/>
                </a:schemeClr>
              </a:buClr>
              <a:buFont typeface="Wingdings" pitchFamily="2" charset="2"/>
              <a:buChar char="Ø"/>
            </a:pPr>
            <a:r>
              <a:rPr lang="zh-CN" altLang="en-US" b="1" dirty="0"/>
              <a:t>在定时器</a:t>
            </a:r>
            <a:r>
              <a:rPr lang="en-GB" altLang="zh-CN" b="1" dirty="0"/>
              <a:t>TIM3</a:t>
            </a:r>
            <a:r>
              <a:rPr lang="zh-CN" altLang="en-US" b="1" dirty="0"/>
              <a:t>参数配置“</a:t>
            </a:r>
            <a:r>
              <a:rPr lang="en-GB" altLang="zh-CN" b="1" dirty="0"/>
              <a:t>Configuration”</a:t>
            </a:r>
            <a:r>
              <a:rPr lang="zh-CN" altLang="en-US" b="1" dirty="0"/>
              <a:t>选项配置页的“</a:t>
            </a:r>
            <a:r>
              <a:rPr lang="en-GB" altLang="zh-CN" b="1" dirty="0"/>
              <a:t>NVIC Settings”</a:t>
            </a:r>
            <a:r>
              <a:rPr lang="zh-CN" altLang="en-US" b="1" dirty="0"/>
              <a:t>中使能定时器</a:t>
            </a:r>
            <a:r>
              <a:rPr lang="en-GB" altLang="zh-CN" b="1" dirty="0"/>
              <a:t>TIM3</a:t>
            </a:r>
            <a:r>
              <a:rPr lang="zh-CN" altLang="en-US" b="1" dirty="0"/>
              <a:t>的全局中断</a:t>
            </a:r>
            <a:endParaRPr lang="zh-CN" altLang="en-GB" b="1"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5328084" y="406933"/>
            <a:ext cx="1840568" cy="369332"/>
          </a:xfrm>
          <a:prstGeom prst="rect">
            <a:avLst/>
          </a:prstGeom>
        </p:spPr>
        <p:txBody>
          <a:bodyPr wrap="none">
            <a:spAutoFit/>
          </a:bodyPr>
          <a:lstStyle/>
          <a:p>
            <a:r>
              <a:rPr lang="zh-CN" altLang="en-US" b="1" dirty="0" smtClean="0">
                <a:solidFill>
                  <a:srgbClr val="C00000"/>
                </a:solidFill>
              </a:rPr>
              <a:t>定时器</a:t>
            </a:r>
            <a:r>
              <a:rPr lang="en-US" altLang="zh-CN" b="1" dirty="0" smtClean="0">
                <a:solidFill>
                  <a:srgbClr val="C00000"/>
                </a:solidFill>
              </a:rPr>
              <a:t>TIM3</a:t>
            </a:r>
            <a:r>
              <a:rPr lang="zh-CN" altLang="en-US" b="1" dirty="0" smtClean="0">
                <a:solidFill>
                  <a:srgbClr val="C00000"/>
                </a:solidFill>
              </a:rPr>
              <a:t>配置</a:t>
            </a:r>
            <a:endParaRPr lang="zh-CN" altLang="en-US" b="1" dirty="0">
              <a:solidFill>
                <a:srgbClr val="C00000"/>
              </a:solidFill>
            </a:endParaRPr>
          </a:p>
        </p:txBody>
      </p:sp>
      <p:pic>
        <p:nvPicPr>
          <p:cNvPr id="1034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7764" y="999475"/>
            <a:ext cx="5061207" cy="3571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5106068" y="4609755"/>
            <a:ext cx="2284600" cy="369332"/>
          </a:xfrm>
          <a:prstGeom prst="rect">
            <a:avLst/>
          </a:prstGeom>
        </p:spPr>
        <p:txBody>
          <a:bodyPr wrap="none">
            <a:spAutoFit/>
          </a:bodyPr>
          <a:lstStyle/>
          <a:p>
            <a:r>
              <a:rPr lang="zh-CN" altLang="en-US" b="1" dirty="0"/>
              <a:t>使能</a:t>
            </a:r>
            <a:r>
              <a:rPr lang="en-US" altLang="zh-CN" b="1" dirty="0"/>
              <a:t>TIM3</a:t>
            </a:r>
            <a:r>
              <a:rPr lang="zh-CN" altLang="en-US" b="1" dirty="0"/>
              <a:t>的全局中断</a:t>
            </a:r>
          </a:p>
        </p:txBody>
      </p:sp>
    </p:spTree>
    <p:extLst>
      <p:ext uri="{BB962C8B-B14F-4D97-AF65-F5344CB8AC3E}">
        <p14:creationId xmlns:p14="http://schemas.microsoft.com/office/powerpoint/2010/main" val="4052725418"/>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 y="339503"/>
            <a:ext cx="4689813"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4531625" cy="461665"/>
          </a:xfrm>
          <a:prstGeom prst="rect">
            <a:avLst/>
          </a:prstGeom>
        </p:spPr>
        <p:txBody>
          <a:bodyPr wrap="none">
            <a:spAutoFit/>
          </a:bodyPr>
          <a:lstStyle/>
          <a:p>
            <a:r>
              <a:rPr lang="zh-CN" altLang="en-US" sz="2400" b="1" dirty="0">
                <a:solidFill>
                  <a:schemeClr val="bg1"/>
                </a:solidFill>
              </a:rPr>
              <a:t>软件</a:t>
            </a:r>
            <a:r>
              <a:rPr lang="zh-CN" altLang="en-US" sz="2400" b="1" dirty="0" smtClean="0">
                <a:solidFill>
                  <a:schemeClr val="bg1"/>
                </a:solidFill>
              </a:rPr>
              <a:t>设计</a:t>
            </a:r>
            <a:r>
              <a:rPr lang="en-US" altLang="zh-CN" sz="2400" b="1" dirty="0" smtClean="0">
                <a:solidFill>
                  <a:schemeClr val="bg1"/>
                </a:solidFill>
              </a:rPr>
              <a:t>——</a:t>
            </a:r>
            <a:r>
              <a:rPr lang="en-US" altLang="zh-CN" sz="1600" b="1" dirty="0">
                <a:solidFill>
                  <a:schemeClr val="bg1"/>
                </a:solidFill>
              </a:rPr>
              <a:t>STM32CubeMX</a:t>
            </a:r>
            <a:r>
              <a:rPr lang="zh-CN" altLang="en-US" sz="1600" b="1" dirty="0">
                <a:solidFill>
                  <a:schemeClr val="bg1"/>
                </a:solidFill>
              </a:rPr>
              <a:t>功能参数配置</a:t>
            </a:r>
          </a:p>
        </p:txBody>
      </p:sp>
      <p:sp>
        <p:nvSpPr>
          <p:cNvPr id="8" name="矩形 7"/>
          <p:cNvSpPr/>
          <p:nvPr/>
        </p:nvSpPr>
        <p:spPr>
          <a:xfrm>
            <a:off x="5616116" y="1563638"/>
            <a:ext cx="2988332" cy="278537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342900" indent="-342900">
              <a:lnSpc>
                <a:spcPct val="125000"/>
              </a:lnSpc>
              <a:buClr>
                <a:schemeClr val="accent5">
                  <a:lumMod val="75000"/>
                </a:schemeClr>
              </a:buClr>
              <a:buFont typeface="Wingdings" pitchFamily="2" charset="2"/>
              <a:buChar char="Ø"/>
            </a:pPr>
            <a:r>
              <a:rPr lang="zh-CN" altLang="en-US" sz="2000" b="1" dirty="0"/>
              <a:t>设置</a:t>
            </a:r>
            <a:r>
              <a:rPr lang="en-US" altLang="zh-CN" sz="2000" b="1" dirty="0"/>
              <a:t>PE5</a:t>
            </a:r>
            <a:r>
              <a:rPr lang="zh-CN" altLang="en-US" sz="2000" b="1" dirty="0"/>
              <a:t>引脚为“</a:t>
            </a:r>
            <a:r>
              <a:rPr lang="en-US" altLang="zh-CN" sz="2000" b="1" dirty="0" err="1"/>
              <a:t>GPIO_Output</a:t>
            </a:r>
            <a:r>
              <a:rPr lang="en-US" altLang="zh-CN" sz="2000" b="1" dirty="0"/>
              <a:t>”</a:t>
            </a:r>
            <a:r>
              <a:rPr lang="zh-CN" altLang="en-US" sz="2000" b="1" dirty="0"/>
              <a:t>，用于本例的</a:t>
            </a:r>
            <a:r>
              <a:rPr lang="en-US" altLang="zh-CN" sz="2000" b="1" dirty="0"/>
              <a:t>LED</a:t>
            </a:r>
            <a:r>
              <a:rPr lang="zh-CN" altLang="en-US" sz="2000" b="1" dirty="0"/>
              <a:t>指示灯显示，并在“</a:t>
            </a:r>
            <a:r>
              <a:rPr lang="en-US" altLang="zh-CN" sz="2000" b="1" dirty="0"/>
              <a:t>GPIO Mode and Configuration”</a:t>
            </a:r>
            <a:r>
              <a:rPr lang="zh-CN" altLang="en-US" sz="2000" b="1" dirty="0"/>
              <a:t>中配置相应的参数</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6084168" y="842819"/>
            <a:ext cx="1758815" cy="400110"/>
          </a:xfrm>
          <a:prstGeom prst="rect">
            <a:avLst/>
          </a:prstGeom>
        </p:spPr>
        <p:txBody>
          <a:bodyPr wrap="none">
            <a:spAutoFit/>
          </a:bodyPr>
          <a:lstStyle/>
          <a:p>
            <a:r>
              <a:rPr lang="en-US" altLang="zh-CN" sz="2000" b="1" dirty="0" smtClean="0">
                <a:solidFill>
                  <a:srgbClr val="C00000"/>
                </a:solidFill>
              </a:rPr>
              <a:t>GPIO</a:t>
            </a:r>
            <a:r>
              <a:rPr lang="zh-CN" altLang="en-US" sz="2000" b="1" dirty="0" smtClean="0">
                <a:solidFill>
                  <a:srgbClr val="C00000"/>
                </a:solidFill>
              </a:rPr>
              <a:t>引脚设置</a:t>
            </a:r>
            <a:endParaRPr lang="zh-CN" altLang="en-US" sz="2000" b="1" dirty="0">
              <a:solidFill>
                <a:srgbClr val="C00000"/>
              </a:solidFill>
            </a:endParaRPr>
          </a:p>
        </p:txBody>
      </p:sp>
      <p:pic>
        <p:nvPicPr>
          <p:cNvPr id="1044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951570"/>
            <a:ext cx="4260850" cy="372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23467108"/>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3419870"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3220753" cy="461665"/>
          </a:xfrm>
          <a:prstGeom prst="rect">
            <a:avLst/>
          </a:prstGeom>
        </p:spPr>
        <p:txBody>
          <a:bodyPr wrap="none">
            <a:spAutoFit/>
          </a:bodyPr>
          <a:lstStyle/>
          <a:p>
            <a:r>
              <a:rPr lang="zh-CN" altLang="en-US" sz="2400" b="1" dirty="0">
                <a:solidFill>
                  <a:schemeClr val="bg1"/>
                </a:solidFill>
              </a:rPr>
              <a:t>软件</a:t>
            </a:r>
            <a:r>
              <a:rPr lang="zh-CN" altLang="en-US" sz="2400" b="1" dirty="0" smtClean="0">
                <a:solidFill>
                  <a:schemeClr val="bg1"/>
                </a:solidFill>
              </a:rPr>
              <a:t>设计</a:t>
            </a:r>
            <a:r>
              <a:rPr lang="en-US" altLang="zh-CN" sz="2400" b="1" dirty="0" smtClean="0">
                <a:solidFill>
                  <a:schemeClr val="bg1"/>
                </a:solidFill>
              </a:rPr>
              <a:t>——</a:t>
            </a:r>
            <a:r>
              <a:rPr lang="zh-CN" altLang="en-US" sz="1600" b="1" dirty="0">
                <a:solidFill>
                  <a:schemeClr val="bg1"/>
                </a:solidFill>
              </a:rPr>
              <a:t>生成工程代码</a:t>
            </a:r>
          </a:p>
        </p:txBody>
      </p:sp>
      <p:sp>
        <p:nvSpPr>
          <p:cNvPr id="8" name="矩形 7"/>
          <p:cNvSpPr/>
          <p:nvPr/>
        </p:nvSpPr>
        <p:spPr>
          <a:xfrm>
            <a:off x="5976156" y="1779662"/>
            <a:ext cx="2607892" cy="163121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buClr>
                <a:schemeClr val="accent5">
                  <a:lumMod val="75000"/>
                </a:schemeClr>
              </a:buClr>
            </a:pPr>
            <a:r>
              <a:rPr lang="zh-CN" altLang="en-US" sz="2000" b="1" dirty="0"/>
              <a:t>配置工程名称、工程保存位置、选择“</a:t>
            </a:r>
            <a:r>
              <a:rPr lang="en-US" altLang="zh-CN" sz="2000" b="1" dirty="0"/>
              <a:t>MDK-ARM V5”</a:t>
            </a:r>
            <a:r>
              <a:rPr lang="zh-CN" altLang="en-US" sz="2000" b="1" dirty="0"/>
              <a:t>编译器等，生成工程代码</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p:cNvSpPr/>
          <p:nvPr/>
        </p:nvSpPr>
        <p:spPr>
          <a:xfrm>
            <a:off x="4939101" y="391476"/>
            <a:ext cx="2249334" cy="400110"/>
          </a:xfrm>
          <a:prstGeom prst="rect">
            <a:avLst/>
          </a:prstGeom>
        </p:spPr>
        <p:txBody>
          <a:bodyPr wrap="none">
            <a:spAutoFit/>
          </a:bodyPr>
          <a:lstStyle/>
          <a:p>
            <a:r>
              <a:rPr lang="zh-CN" altLang="en-US" sz="2000" b="1" dirty="0" smtClean="0">
                <a:solidFill>
                  <a:srgbClr val="C00000"/>
                </a:solidFill>
              </a:rPr>
              <a:t>工程相关参数配置</a:t>
            </a:r>
            <a:endParaRPr lang="zh-CN" altLang="en-US" sz="2000" b="1" dirty="0">
              <a:solidFill>
                <a:srgbClr val="C00000"/>
              </a:solidFill>
            </a:endParaRPr>
          </a:p>
        </p:txBody>
      </p:sp>
      <p:pic>
        <p:nvPicPr>
          <p:cNvPr id="15" name="图片 14" descr="F:\教材编写2019-8-刘\书稿截图\第10章定时器截图\2019-09-16_154922.png"/>
          <p:cNvPicPr/>
          <p:nvPr/>
        </p:nvPicPr>
        <p:blipFill>
          <a:blip r:embed="rId3">
            <a:extLst>
              <a:ext uri="{28A0092B-C50C-407E-A947-70E740481C1C}">
                <a14:useLocalDpi xmlns:a14="http://schemas.microsoft.com/office/drawing/2010/main" val="0"/>
              </a:ext>
            </a:extLst>
          </a:blip>
          <a:srcRect/>
          <a:stretch>
            <a:fillRect/>
          </a:stretch>
        </p:blipFill>
        <p:spPr bwMode="auto">
          <a:xfrm>
            <a:off x="125188" y="1035787"/>
            <a:ext cx="5520795" cy="3760277"/>
          </a:xfrm>
          <a:prstGeom prst="rect">
            <a:avLst/>
          </a:prstGeom>
          <a:noFill/>
          <a:ln>
            <a:noFill/>
          </a:ln>
        </p:spPr>
      </p:pic>
    </p:spTree>
    <p:extLst>
      <p:ext uri="{BB962C8B-B14F-4D97-AF65-F5344CB8AC3E}">
        <p14:creationId xmlns:p14="http://schemas.microsoft.com/office/powerpoint/2010/main" val="3838727001"/>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3419870"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3220753" cy="461665"/>
          </a:xfrm>
          <a:prstGeom prst="rect">
            <a:avLst/>
          </a:prstGeom>
        </p:spPr>
        <p:txBody>
          <a:bodyPr wrap="none">
            <a:spAutoFit/>
          </a:bodyPr>
          <a:lstStyle/>
          <a:p>
            <a:r>
              <a:rPr lang="zh-CN" altLang="en-US" sz="2400" b="1" dirty="0">
                <a:solidFill>
                  <a:schemeClr val="bg1"/>
                </a:solidFill>
              </a:rPr>
              <a:t>软件</a:t>
            </a:r>
            <a:r>
              <a:rPr lang="zh-CN" altLang="en-US" sz="2400" b="1" dirty="0" smtClean="0">
                <a:solidFill>
                  <a:schemeClr val="bg1"/>
                </a:solidFill>
              </a:rPr>
              <a:t>设计</a:t>
            </a:r>
            <a:r>
              <a:rPr lang="en-US" altLang="zh-CN" sz="2400" b="1" dirty="0" smtClean="0">
                <a:solidFill>
                  <a:schemeClr val="bg1"/>
                </a:solidFill>
              </a:rPr>
              <a:t>——</a:t>
            </a:r>
            <a:r>
              <a:rPr lang="zh-CN" altLang="en-US" sz="1600" b="1" dirty="0">
                <a:solidFill>
                  <a:schemeClr val="bg1"/>
                </a:solidFill>
              </a:rPr>
              <a:t>生成工程代码</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5" name="图片 14"/>
          <p:cNvPicPr/>
          <p:nvPr/>
        </p:nvPicPr>
        <p:blipFill>
          <a:blip r:embed="rId3"/>
          <a:stretch>
            <a:fillRect/>
          </a:stretch>
        </p:blipFill>
        <p:spPr>
          <a:xfrm>
            <a:off x="323528" y="1213607"/>
            <a:ext cx="4752528" cy="3188447"/>
          </a:xfrm>
          <a:prstGeom prst="rect">
            <a:avLst/>
          </a:prstGeom>
        </p:spPr>
      </p:pic>
      <p:sp>
        <p:nvSpPr>
          <p:cNvPr id="8" name="矩形 7"/>
          <p:cNvSpPr/>
          <p:nvPr/>
        </p:nvSpPr>
        <p:spPr>
          <a:xfrm>
            <a:off x="5220072" y="1415141"/>
            <a:ext cx="3498938" cy="278537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buClr>
                <a:schemeClr val="accent5">
                  <a:lumMod val="75000"/>
                </a:schemeClr>
              </a:buClr>
            </a:pPr>
            <a:r>
              <a:rPr lang="zh-CN" altLang="en-US" sz="2000" b="1" dirty="0" smtClean="0"/>
              <a:t>    在</a:t>
            </a:r>
            <a:r>
              <a:rPr lang="zh-CN" altLang="en-US" sz="2000" b="1" dirty="0"/>
              <a:t>“</a:t>
            </a:r>
            <a:r>
              <a:rPr lang="en-GB" altLang="zh-CN" sz="2000" b="1" dirty="0"/>
              <a:t>Code Generator”</a:t>
            </a:r>
            <a:r>
              <a:rPr lang="zh-CN" altLang="en-US" sz="2000" b="1" dirty="0"/>
              <a:t>选项栏中找到“</a:t>
            </a:r>
            <a:r>
              <a:rPr lang="en-GB" altLang="zh-CN" sz="2000" b="1" dirty="0"/>
              <a:t>Generated files”</a:t>
            </a:r>
            <a:r>
              <a:rPr lang="zh-CN" altLang="en-US" sz="2000" b="1" dirty="0"/>
              <a:t>框，勾选“</a:t>
            </a:r>
            <a:r>
              <a:rPr lang="en-GB" altLang="zh-CN" sz="2000" b="1" dirty="0"/>
              <a:t>Generate peripheral initialization as a pair of ’.c/.h’ files per IP”</a:t>
            </a:r>
            <a:r>
              <a:rPr lang="zh-CN" altLang="en-GB" sz="2000" b="1" dirty="0"/>
              <a:t>，</a:t>
            </a:r>
            <a:r>
              <a:rPr lang="zh-CN" altLang="en-US" sz="2000" b="1" dirty="0"/>
              <a:t>将外设初始化的代码设置生成为独立的</a:t>
            </a:r>
            <a:r>
              <a:rPr lang="en-US" altLang="zh-CN" sz="2000" b="1" dirty="0"/>
              <a:t>.</a:t>
            </a:r>
            <a:r>
              <a:rPr lang="en-GB" altLang="zh-CN" sz="2000" b="1" dirty="0"/>
              <a:t>c</a:t>
            </a:r>
            <a:r>
              <a:rPr lang="zh-CN" altLang="en-US" sz="2000" b="1" dirty="0"/>
              <a:t>源文件和</a:t>
            </a:r>
            <a:r>
              <a:rPr lang="en-US" altLang="zh-CN" sz="2000" b="1" dirty="0"/>
              <a:t>.</a:t>
            </a:r>
            <a:r>
              <a:rPr lang="en-GB" altLang="zh-CN" sz="2000" b="1" dirty="0"/>
              <a:t>h</a:t>
            </a:r>
            <a:r>
              <a:rPr lang="zh-CN" altLang="en-US" sz="2000" b="1" dirty="0" smtClean="0"/>
              <a:t>头文件。</a:t>
            </a:r>
            <a:endParaRPr lang="zh-CN" altLang="en-US" sz="2000" b="1" dirty="0"/>
          </a:p>
        </p:txBody>
      </p:sp>
    </p:spTree>
    <p:extLst>
      <p:ext uri="{BB962C8B-B14F-4D97-AF65-F5344CB8AC3E}">
        <p14:creationId xmlns:p14="http://schemas.microsoft.com/office/powerpoint/2010/main" val="3728528469"/>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3419870"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3220753" cy="461665"/>
          </a:xfrm>
          <a:prstGeom prst="rect">
            <a:avLst/>
          </a:prstGeom>
        </p:spPr>
        <p:txBody>
          <a:bodyPr wrap="none">
            <a:spAutoFit/>
          </a:bodyPr>
          <a:lstStyle/>
          <a:p>
            <a:r>
              <a:rPr lang="zh-CN" altLang="en-US" sz="2400" b="1" dirty="0">
                <a:solidFill>
                  <a:schemeClr val="bg1"/>
                </a:solidFill>
              </a:rPr>
              <a:t>软件</a:t>
            </a:r>
            <a:r>
              <a:rPr lang="zh-CN" altLang="en-US" sz="2400" b="1" dirty="0" smtClean="0">
                <a:solidFill>
                  <a:schemeClr val="bg1"/>
                </a:solidFill>
              </a:rPr>
              <a:t>设计</a:t>
            </a:r>
            <a:r>
              <a:rPr lang="en-US" altLang="zh-CN" sz="2400" b="1" dirty="0" smtClean="0">
                <a:solidFill>
                  <a:schemeClr val="bg1"/>
                </a:solidFill>
              </a:rPr>
              <a:t>——</a:t>
            </a:r>
            <a:r>
              <a:rPr lang="zh-CN" altLang="en-US" sz="1600" b="1" dirty="0">
                <a:solidFill>
                  <a:schemeClr val="bg1"/>
                </a:solidFill>
              </a:rPr>
              <a:t>生成工程代码</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11" name="组合 10"/>
          <p:cNvGrpSpPr/>
          <p:nvPr/>
        </p:nvGrpSpPr>
        <p:grpSpPr>
          <a:xfrm rot="5400000">
            <a:off x="7524327" y="3908585"/>
            <a:ext cx="986940" cy="986938"/>
            <a:chOff x="4804687" y="2294038"/>
            <a:chExt cx="1354015" cy="1354012"/>
          </a:xfrm>
        </p:grpSpPr>
        <p:sp>
          <p:nvSpPr>
            <p:cNvPr id="12" name="ïṧḷïḓê-任意多边形: 形状 4">
              <a:extLst>
                <a:ext uri="{FF2B5EF4-FFF2-40B4-BE49-F238E27FC236}">
                  <a16:creationId xmlns="" xmlns:a16="http://schemas.microsoft.com/office/drawing/2014/main" id="{86A49E6A-6B1A-47FB-9631-DCE52C050E4F}"/>
                </a:ext>
              </a:extLst>
            </p:cNvPr>
            <p:cNvSpPr/>
            <p:nvPr/>
          </p:nvSpPr>
          <p:spPr>
            <a:xfrm>
              <a:off x="4804687" y="2294038"/>
              <a:ext cx="1354015" cy="1354012"/>
            </a:xfrm>
            <a:custGeom>
              <a:avLst/>
              <a:gdLst>
                <a:gd name="connsiteX0" fmla="*/ 1124074 w 1583637"/>
                <a:gd name="connsiteY0" fmla="*/ 252493 h 1583637"/>
                <a:gd name="connsiteX1" fmla="*/ 1247256 w 1583637"/>
                <a:gd name="connsiteY1" fmla="*/ 149126 h 1583637"/>
                <a:gd name="connsiteX2" fmla="*/ 1345663 w 1583637"/>
                <a:gd name="connsiteY2" fmla="*/ 231701 h 1583637"/>
                <a:gd name="connsiteX3" fmla="*/ 1265256 w 1583637"/>
                <a:gd name="connsiteY3" fmla="*/ 370961 h 1583637"/>
                <a:gd name="connsiteX4" fmla="*/ 1393012 w 1583637"/>
                <a:gd name="connsiteY4" fmla="*/ 592241 h 1583637"/>
                <a:gd name="connsiteX5" fmla="*/ 1553818 w 1583637"/>
                <a:gd name="connsiteY5" fmla="*/ 592237 h 1583637"/>
                <a:gd name="connsiteX6" fmla="*/ 1576125 w 1583637"/>
                <a:gd name="connsiteY6" fmla="*/ 718748 h 1583637"/>
                <a:gd name="connsiteX7" fmla="*/ 1425015 w 1583637"/>
                <a:gd name="connsiteY7" fmla="*/ 773743 h 1583637"/>
                <a:gd name="connsiteX8" fmla="*/ 1380646 w 1583637"/>
                <a:gd name="connsiteY8" fmla="*/ 1025372 h 1583637"/>
                <a:gd name="connsiteX9" fmla="*/ 1503833 w 1583637"/>
                <a:gd name="connsiteY9" fmla="*/ 1128733 h 1583637"/>
                <a:gd name="connsiteX10" fmla="*/ 1439602 w 1583637"/>
                <a:gd name="connsiteY10" fmla="*/ 1239984 h 1583637"/>
                <a:gd name="connsiteX11" fmla="*/ 1288495 w 1583637"/>
                <a:gd name="connsiteY11" fmla="*/ 1184982 h 1583637"/>
                <a:gd name="connsiteX12" fmla="*/ 1092761 w 1583637"/>
                <a:gd name="connsiteY12" fmla="*/ 1349222 h 1583637"/>
                <a:gd name="connsiteX13" fmla="*/ 1120689 w 1583637"/>
                <a:gd name="connsiteY13" fmla="*/ 1507584 h 1583637"/>
                <a:gd name="connsiteX14" fmla="*/ 999974 w 1583637"/>
                <a:gd name="connsiteY14" fmla="*/ 1551521 h 1583637"/>
                <a:gd name="connsiteX15" fmla="*/ 919574 w 1583637"/>
                <a:gd name="connsiteY15" fmla="*/ 1412257 h 1583637"/>
                <a:gd name="connsiteX16" fmla="*/ 664062 w 1583637"/>
                <a:gd name="connsiteY16" fmla="*/ 1412257 h 1583637"/>
                <a:gd name="connsiteX17" fmla="*/ 583663 w 1583637"/>
                <a:gd name="connsiteY17" fmla="*/ 1551521 h 1583637"/>
                <a:gd name="connsiteX18" fmla="*/ 462948 w 1583637"/>
                <a:gd name="connsiteY18" fmla="*/ 1507584 h 1583637"/>
                <a:gd name="connsiteX19" fmla="*/ 490876 w 1583637"/>
                <a:gd name="connsiteY19" fmla="*/ 1349222 h 1583637"/>
                <a:gd name="connsiteX20" fmla="*/ 295142 w 1583637"/>
                <a:gd name="connsiteY20" fmla="*/ 1184981 h 1583637"/>
                <a:gd name="connsiteX21" fmla="*/ 144035 w 1583637"/>
                <a:gd name="connsiteY21" fmla="*/ 1239984 h 1583637"/>
                <a:gd name="connsiteX22" fmla="*/ 79804 w 1583637"/>
                <a:gd name="connsiteY22" fmla="*/ 1128733 h 1583637"/>
                <a:gd name="connsiteX23" fmla="*/ 202991 w 1583637"/>
                <a:gd name="connsiteY23" fmla="*/ 1025372 h 1583637"/>
                <a:gd name="connsiteX24" fmla="*/ 158622 w 1583637"/>
                <a:gd name="connsiteY24" fmla="*/ 773743 h 1583637"/>
                <a:gd name="connsiteX25" fmla="*/ 7512 w 1583637"/>
                <a:gd name="connsiteY25" fmla="*/ 718748 h 1583637"/>
                <a:gd name="connsiteX26" fmla="*/ 29819 w 1583637"/>
                <a:gd name="connsiteY26" fmla="*/ 592237 h 1583637"/>
                <a:gd name="connsiteX27" fmla="*/ 190625 w 1583637"/>
                <a:gd name="connsiteY27" fmla="*/ 592241 h 1583637"/>
                <a:gd name="connsiteX28" fmla="*/ 318381 w 1583637"/>
                <a:gd name="connsiteY28" fmla="*/ 370961 h 1583637"/>
                <a:gd name="connsiteX29" fmla="*/ 237974 w 1583637"/>
                <a:gd name="connsiteY29" fmla="*/ 231701 h 1583637"/>
                <a:gd name="connsiteX30" fmla="*/ 336381 w 1583637"/>
                <a:gd name="connsiteY30" fmla="*/ 149126 h 1583637"/>
                <a:gd name="connsiteX31" fmla="*/ 459563 w 1583637"/>
                <a:gd name="connsiteY31" fmla="*/ 252493 h 1583637"/>
                <a:gd name="connsiteX32" fmla="*/ 699666 w 1583637"/>
                <a:gd name="connsiteY32" fmla="*/ 165103 h 1583637"/>
                <a:gd name="connsiteX33" fmla="*/ 727586 w 1583637"/>
                <a:gd name="connsiteY33" fmla="*/ 6739 h 1583637"/>
                <a:gd name="connsiteX34" fmla="*/ 856051 w 1583637"/>
                <a:gd name="connsiteY34" fmla="*/ 6739 h 1583637"/>
                <a:gd name="connsiteX35" fmla="*/ 883970 w 1583637"/>
                <a:gd name="connsiteY35" fmla="*/ 165102 h 1583637"/>
                <a:gd name="connsiteX36" fmla="*/ 1124073 w 1583637"/>
                <a:gd name="connsiteY36" fmla="*/ 252493 h 1583637"/>
                <a:gd name="connsiteX37" fmla="*/ 1124074 w 1583637"/>
                <a:gd name="connsiteY37" fmla="*/ 252493 h 1583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583637" h="1583637">
                  <a:moveTo>
                    <a:pt x="1124074" y="252493"/>
                  </a:moveTo>
                  <a:lnTo>
                    <a:pt x="1247256" y="149126"/>
                  </a:lnTo>
                  <a:lnTo>
                    <a:pt x="1345663" y="231701"/>
                  </a:lnTo>
                  <a:lnTo>
                    <a:pt x="1265256" y="370961"/>
                  </a:lnTo>
                  <a:cubicBezTo>
                    <a:pt x="1322430" y="435278"/>
                    <a:pt x="1365899" y="510569"/>
                    <a:pt x="1393012" y="592241"/>
                  </a:cubicBezTo>
                  <a:lnTo>
                    <a:pt x="1553818" y="592237"/>
                  </a:lnTo>
                  <a:lnTo>
                    <a:pt x="1576125" y="718748"/>
                  </a:lnTo>
                  <a:lnTo>
                    <a:pt x="1425015" y="773743"/>
                  </a:lnTo>
                  <a:cubicBezTo>
                    <a:pt x="1427471" y="859762"/>
                    <a:pt x="1412374" y="945380"/>
                    <a:pt x="1380646" y="1025372"/>
                  </a:cubicBezTo>
                  <a:lnTo>
                    <a:pt x="1503833" y="1128733"/>
                  </a:lnTo>
                  <a:lnTo>
                    <a:pt x="1439602" y="1239984"/>
                  </a:lnTo>
                  <a:lnTo>
                    <a:pt x="1288495" y="1184982"/>
                  </a:lnTo>
                  <a:cubicBezTo>
                    <a:pt x="1235084" y="1252456"/>
                    <a:pt x="1168484" y="1308339"/>
                    <a:pt x="1092761" y="1349222"/>
                  </a:cubicBezTo>
                  <a:lnTo>
                    <a:pt x="1120689" y="1507584"/>
                  </a:lnTo>
                  <a:lnTo>
                    <a:pt x="999974" y="1551521"/>
                  </a:lnTo>
                  <a:lnTo>
                    <a:pt x="919574" y="1412257"/>
                  </a:lnTo>
                  <a:cubicBezTo>
                    <a:pt x="835287" y="1429613"/>
                    <a:pt x="748348" y="1429613"/>
                    <a:pt x="664062" y="1412257"/>
                  </a:cubicBezTo>
                  <a:lnTo>
                    <a:pt x="583663" y="1551521"/>
                  </a:lnTo>
                  <a:lnTo>
                    <a:pt x="462948" y="1507584"/>
                  </a:lnTo>
                  <a:lnTo>
                    <a:pt x="490876" y="1349222"/>
                  </a:lnTo>
                  <a:cubicBezTo>
                    <a:pt x="415153" y="1308339"/>
                    <a:pt x="348553" y="1252455"/>
                    <a:pt x="295142" y="1184981"/>
                  </a:cubicBezTo>
                  <a:lnTo>
                    <a:pt x="144035" y="1239984"/>
                  </a:lnTo>
                  <a:lnTo>
                    <a:pt x="79804" y="1128733"/>
                  </a:lnTo>
                  <a:lnTo>
                    <a:pt x="202991" y="1025372"/>
                  </a:lnTo>
                  <a:cubicBezTo>
                    <a:pt x="171263" y="945380"/>
                    <a:pt x="156166" y="859762"/>
                    <a:pt x="158622" y="773743"/>
                  </a:cubicBezTo>
                  <a:lnTo>
                    <a:pt x="7512" y="718748"/>
                  </a:lnTo>
                  <a:lnTo>
                    <a:pt x="29819" y="592237"/>
                  </a:lnTo>
                  <a:lnTo>
                    <a:pt x="190625" y="592241"/>
                  </a:lnTo>
                  <a:cubicBezTo>
                    <a:pt x="217738" y="510569"/>
                    <a:pt x="261208" y="435277"/>
                    <a:pt x="318381" y="370961"/>
                  </a:cubicBezTo>
                  <a:lnTo>
                    <a:pt x="237974" y="231701"/>
                  </a:lnTo>
                  <a:lnTo>
                    <a:pt x="336381" y="149126"/>
                  </a:lnTo>
                  <a:lnTo>
                    <a:pt x="459563" y="252493"/>
                  </a:lnTo>
                  <a:cubicBezTo>
                    <a:pt x="532831" y="207356"/>
                    <a:pt x="614527" y="177621"/>
                    <a:pt x="699666" y="165103"/>
                  </a:cubicBezTo>
                  <a:lnTo>
                    <a:pt x="727586" y="6739"/>
                  </a:lnTo>
                  <a:lnTo>
                    <a:pt x="856051" y="6739"/>
                  </a:lnTo>
                  <a:lnTo>
                    <a:pt x="883970" y="165102"/>
                  </a:lnTo>
                  <a:cubicBezTo>
                    <a:pt x="969110" y="177621"/>
                    <a:pt x="1050806" y="207356"/>
                    <a:pt x="1124073" y="252493"/>
                  </a:cubicBezTo>
                  <a:lnTo>
                    <a:pt x="1124074" y="252493"/>
                  </a:lnTo>
                  <a:close/>
                </a:path>
              </a:pathLst>
            </a:custGeom>
            <a:solidFill>
              <a:schemeClr val="tx1">
                <a:lumMod val="40000"/>
                <a:lumOff val="60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0" tIns="0" rIns="0" bIns="0" anchor="ctr">
              <a:scene3d>
                <a:camera prst="orthographicFront"/>
                <a:lightRig rig="threePt" dir="t"/>
              </a:scene3d>
              <a:sp3d contourW="12700"/>
            </a:bodyPr>
            <a:lstStyle/>
            <a:p>
              <a:pPr algn="ctr"/>
              <a:endParaRPr/>
            </a:p>
          </p:txBody>
        </p:sp>
        <p:sp>
          <p:nvSpPr>
            <p:cNvPr id="13" name="ïṧḷïḓê-Oval 5">
              <a:extLst>
                <a:ext uri="{FF2B5EF4-FFF2-40B4-BE49-F238E27FC236}">
                  <a16:creationId xmlns="" xmlns:a16="http://schemas.microsoft.com/office/drawing/2014/main" id="{6908010F-8E5D-45DA-8274-EB48CB6B3B2E}"/>
                </a:ext>
              </a:extLst>
            </p:cNvPr>
            <p:cNvSpPr/>
            <p:nvPr/>
          </p:nvSpPr>
          <p:spPr>
            <a:xfrm>
              <a:off x="5061660" y="2551010"/>
              <a:ext cx="840068" cy="840068"/>
            </a:xfrm>
            <a:prstGeom prst="ellipse">
              <a:avLst/>
            </a:prstGeom>
            <a:solidFill>
              <a:schemeClr val="bg1"/>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chorCtr="1">
              <a:normAutofit/>
              <a:scene3d>
                <a:camera prst="orthographicFront"/>
                <a:lightRig rig="threePt" dir="t"/>
              </a:scene3d>
              <a:sp3d contourW="12700"/>
            </a:bodyPr>
            <a:lstStyle/>
            <a:p>
              <a:pPr algn="ctr"/>
              <a:endParaRPr lang="zh-CN" altLang="en-US" sz="1400" dirty="0">
                <a:solidFill>
                  <a:schemeClr val="tx1"/>
                </a:solidFill>
              </a:endParaRPr>
            </a:p>
          </p:txBody>
        </p:sp>
      </p:grpSp>
      <p:sp>
        <p:nvSpPr>
          <p:cNvPr id="14" name="KSO_Shape"/>
          <p:cNvSpPr>
            <a:spLocks/>
          </p:cNvSpPr>
          <p:nvPr/>
        </p:nvSpPr>
        <p:spPr bwMode="auto">
          <a:xfrm>
            <a:off x="7868224" y="4275198"/>
            <a:ext cx="299146" cy="253712"/>
          </a:xfrm>
          <a:custGeom>
            <a:avLst/>
            <a:gdLst>
              <a:gd name="T0" fmla="*/ 151004 w 5185"/>
              <a:gd name="T1" fmla="*/ 1065477 h 3880"/>
              <a:gd name="T2" fmla="*/ 1873403 w 5185"/>
              <a:gd name="T3" fmla="*/ 1297678 h 3880"/>
              <a:gd name="T4" fmla="*/ 751713 w 5185"/>
              <a:gd name="T5" fmla="*/ 1241832 h 3880"/>
              <a:gd name="T6" fmla="*/ 1108464 w 5185"/>
              <a:gd name="T7" fmla="*/ 1148144 h 3880"/>
              <a:gd name="T8" fmla="*/ 751713 w 5185"/>
              <a:gd name="T9" fmla="*/ 1241832 h 3880"/>
              <a:gd name="T10" fmla="*/ 1726808 w 5185"/>
              <a:gd name="T11" fmla="*/ 1012203 h 3880"/>
              <a:gd name="T12" fmla="*/ 1726073 w 5185"/>
              <a:gd name="T13" fmla="*/ 1007794 h 3880"/>
              <a:gd name="T14" fmla="*/ 1726808 w 5185"/>
              <a:gd name="T15" fmla="*/ 44089 h 3880"/>
              <a:gd name="T16" fmla="*/ 1726441 w 5185"/>
              <a:gd name="T17" fmla="*/ 39680 h 3880"/>
              <a:gd name="T18" fmla="*/ 1724604 w 5185"/>
              <a:gd name="T19" fmla="*/ 30862 h 3880"/>
              <a:gd name="T20" fmla="*/ 1721297 w 5185"/>
              <a:gd name="T21" fmla="*/ 23147 h 3880"/>
              <a:gd name="T22" fmla="*/ 1716888 w 5185"/>
              <a:gd name="T23" fmla="*/ 15798 h 3880"/>
              <a:gd name="T24" fmla="*/ 1711010 w 5185"/>
              <a:gd name="T25" fmla="*/ 9920 h 3880"/>
              <a:gd name="T26" fmla="*/ 1703662 w 5185"/>
              <a:gd name="T27" fmla="*/ 5144 h 3880"/>
              <a:gd name="T28" fmla="*/ 1695946 w 5185"/>
              <a:gd name="T29" fmla="*/ 1837 h 3880"/>
              <a:gd name="T30" fmla="*/ 1687128 w 5185"/>
              <a:gd name="T31" fmla="*/ 367 h 3880"/>
              <a:gd name="T32" fmla="*/ 222281 w 5185"/>
              <a:gd name="T33" fmla="*/ 0 h 3880"/>
              <a:gd name="T34" fmla="*/ 217872 w 5185"/>
              <a:gd name="T35" fmla="*/ 367 h 3880"/>
              <a:gd name="T36" fmla="*/ 209054 w 5185"/>
              <a:gd name="T37" fmla="*/ 1837 h 3880"/>
              <a:gd name="T38" fmla="*/ 201338 w 5185"/>
              <a:gd name="T39" fmla="*/ 5144 h 3880"/>
              <a:gd name="T40" fmla="*/ 194358 w 5185"/>
              <a:gd name="T41" fmla="*/ 9920 h 3880"/>
              <a:gd name="T42" fmla="*/ 188112 w 5185"/>
              <a:gd name="T43" fmla="*/ 15798 h 3880"/>
              <a:gd name="T44" fmla="*/ 183336 w 5185"/>
              <a:gd name="T45" fmla="*/ 23147 h 3880"/>
              <a:gd name="T46" fmla="*/ 180029 w 5185"/>
              <a:gd name="T47" fmla="*/ 30862 h 3880"/>
              <a:gd name="T48" fmla="*/ 178559 w 5185"/>
              <a:gd name="T49" fmla="*/ 39680 h 3880"/>
              <a:gd name="T50" fmla="*/ 178192 w 5185"/>
              <a:gd name="T51" fmla="*/ 1003386 h 3880"/>
              <a:gd name="T52" fmla="*/ 178559 w 5185"/>
              <a:gd name="T53" fmla="*/ 1007794 h 3880"/>
              <a:gd name="T54" fmla="*/ 178192 w 5185"/>
              <a:gd name="T55" fmla="*/ 1012203 h 3880"/>
              <a:gd name="T56" fmla="*/ 1727176 w 5185"/>
              <a:gd name="T57" fmla="*/ 1012571 h 3880"/>
              <a:gd name="T58" fmla="*/ 1616954 w 5185"/>
              <a:gd name="T59" fmla="*/ 937620 h 3880"/>
              <a:gd name="T60" fmla="*/ 288046 w 5185"/>
              <a:gd name="T61" fmla="*/ 109854 h 3880"/>
              <a:gd name="T62" fmla="*/ 1616954 w 5185"/>
              <a:gd name="T63" fmla="*/ 937620 h 3880"/>
              <a:gd name="T64" fmla="*/ 4409 w 5185"/>
              <a:gd name="T65" fmla="*/ 1350584 h 3880"/>
              <a:gd name="T66" fmla="*/ 0 w 5185"/>
              <a:gd name="T67" fmla="*/ 1359402 h 3880"/>
              <a:gd name="T68" fmla="*/ 735 w 5185"/>
              <a:gd name="T69" fmla="*/ 1369322 h 3880"/>
              <a:gd name="T70" fmla="*/ 3307 w 5185"/>
              <a:gd name="T71" fmla="*/ 1379977 h 3880"/>
              <a:gd name="T72" fmla="*/ 7348 w 5185"/>
              <a:gd name="T73" fmla="*/ 1390999 h 3880"/>
              <a:gd name="T74" fmla="*/ 13227 w 5185"/>
              <a:gd name="T75" fmla="*/ 1401654 h 3880"/>
              <a:gd name="T76" fmla="*/ 19473 w 5185"/>
              <a:gd name="T77" fmla="*/ 1411206 h 3880"/>
              <a:gd name="T78" fmla="*/ 26821 w 5185"/>
              <a:gd name="T79" fmla="*/ 1418554 h 3880"/>
              <a:gd name="T80" fmla="*/ 35271 w 5185"/>
              <a:gd name="T81" fmla="*/ 1423698 h 3880"/>
              <a:gd name="T82" fmla="*/ 41884 w 5185"/>
              <a:gd name="T83" fmla="*/ 1425168 h 3880"/>
              <a:gd name="T84" fmla="*/ 1860911 w 5185"/>
              <a:gd name="T85" fmla="*/ 1425535 h 3880"/>
              <a:gd name="T86" fmla="*/ 1863116 w 5185"/>
              <a:gd name="T87" fmla="*/ 1425168 h 3880"/>
              <a:gd name="T88" fmla="*/ 1869729 w 5185"/>
              <a:gd name="T89" fmla="*/ 1423698 h 3880"/>
              <a:gd name="T90" fmla="*/ 1878179 w 5185"/>
              <a:gd name="T91" fmla="*/ 1418554 h 3880"/>
              <a:gd name="T92" fmla="*/ 1885527 w 5185"/>
              <a:gd name="T93" fmla="*/ 1411206 h 3880"/>
              <a:gd name="T94" fmla="*/ 1892141 w 5185"/>
              <a:gd name="T95" fmla="*/ 1401654 h 3880"/>
              <a:gd name="T96" fmla="*/ 1897652 w 5185"/>
              <a:gd name="T97" fmla="*/ 1390999 h 3880"/>
              <a:gd name="T98" fmla="*/ 1901693 w 5185"/>
              <a:gd name="T99" fmla="*/ 1379977 h 3880"/>
              <a:gd name="T100" fmla="*/ 1903898 w 5185"/>
              <a:gd name="T101" fmla="*/ 1369322 h 3880"/>
              <a:gd name="T102" fmla="*/ 1905000 w 5185"/>
              <a:gd name="T103" fmla="*/ 1359402 h 388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5185" h="3880">
                <a:moveTo>
                  <a:pt x="4775" y="2900"/>
                </a:moveTo>
                <a:lnTo>
                  <a:pt x="411" y="2900"/>
                </a:lnTo>
                <a:lnTo>
                  <a:pt x="87" y="3532"/>
                </a:lnTo>
                <a:lnTo>
                  <a:pt x="5099" y="3532"/>
                </a:lnTo>
                <a:lnTo>
                  <a:pt x="4775" y="2900"/>
                </a:lnTo>
                <a:close/>
                <a:moveTo>
                  <a:pt x="2046" y="3380"/>
                </a:moveTo>
                <a:lnTo>
                  <a:pt x="2181" y="3125"/>
                </a:lnTo>
                <a:lnTo>
                  <a:pt x="3017" y="3125"/>
                </a:lnTo>
                <a:lnTo>
                  <a:pt x="3139" y="3380"/>
                </a:lnTo>
                <a:lnTo>
                  <a:pt x="2046" y="3380"/>
                </a:lnTo>
                <a:close/>
                <a:moveTo>
                  <a:pt x="4700" y="2755"/>
                </a:moveTo>
                <a:lnTo>
                  <a:pt x="4700" y="2755"/>
                </a:lnTo>
                <a:lnTo>
                  <a:pt x="4698" y="2743"/>
                </a:lnTo>
                <a:lnTo>
                  <a:pt x="4700" y="2731"/>
                </a:lnTo>
                <a:lnTo>
                  <a:pt x="4700" y="120"/>
                </a:lnTo>
                <a:lnTo>
                  <a:pt x="4699" y="108"/>
                </a:lnTo>
                <a:lnTo>
                  <a:pt x="4697" y="95"/>
                </a:lnTo>
                <a:lnTo>
                  <a:pt x="4694" y="84"/>
                </a:lnTo>
                <a:lnTo>
                  <a:pt x="4690" y="73"/>
                </a:lnTo>
                <a:lnTo>
                  <a:pt x="4685" y="63"/>
                </a:lnTo>
                <a:lnTo>
                  <a:pt x="4680" y="53"/>
                </a:lnTo>
                <a:lnTo>
                  <a:pt x="4673" y="43"/>
                </a:lnTo>
                <a:lnTo>
                  <a:pt x="4665" y="34"/>
                </a:lnTo>
                <a:lnTo>
                  <a:pt x="4657" y="27"/>
                </a:lnTo>
                <a:lnTo>
                  <a:pt x="4647" y="20"/>
                </a:lnTo>
                <a:lnTo>
                  <a:pt x="4637" y="14"/>
                </a:lnTo>
                <a:lnTo>
                  <a:pt x="4627" y="9"/>
                </a:lnTo>
                <a:lnTo>
                  <a:pt x="4616" y="5"/>
                </a:lnTo>
                <a:lnTo>
                  <a:pt x="4605" y="2"/>
                </a:lnTo>
                <a:lnTo>
                  <a:pt x="4592" y="1"/>
                </a:lnTo>
                <a:lnTo>
                  <a:pt x="4580" y="0"/>
                </a:lnTo>
                <a:lnTo>
                  <a:pt x="605" y="0"/>
                </a:lnTo>
                <a:lnTo>
                  <a:pt x="593" y="1"/>
                </a:lnTo>
                <a:lnTo>
                  <a:pt x="581" y="2"/>
                </a:lnTo>
                <a:lnTo>
                  <a:pt x="569" y="5"/>
                </a:lnTo>
                <a:lnTo>
                  <a:pt x="558" y="9"/>
                </a:lnTo>
                <a:lnTo>
                  <a:pt x="548" y="14"/>
                </a:lnTo>
                <a:lnTo>
                  <a:pt x="538" y="20"/>
                </a:lnTo>
                <a:lnTo>
                  <a:pt x="529" y="27"/>
                </a:lnTo>
                <a:lnTo>
                  <a:pt x="521" y="34"/>
                </a:lnTo>
                <a:lnTo>
                  <a:pt x="512" y="43"/>
                </a:lnTo>
                <a:lnTo>
                  <a:pt x="505" y="53"/>
                </a:lnTo>
                <a:lnTo>
                  <a:pt x="499" y="63"/>
                </a:lnTo>
                <a:lnTo>
                  <a:pt x="494" y="73"/>
                </a:lnTo>
                <a:lnTo>
                  <a:pt x="490" y="84"/>
                </a:lnTo>
                <a:lnTo>
                  <a:pt x="488" y="95"/>
                </a:lnTo>
                <a:lnTo>
                  <a:pt x="486" y="108"/>
                </a:lnTo>
                <a:lnTo>
                  <a:pt x="485" y="120"/>
                </a:lnTo>
                <a:lnTo>
                  <a:pt x="485" y="2731"/>
                </a:lnTo>
                <a:lnTo>
                  <a:pt x="486" y="2743"/>
                </a:lnTo>
                <a:lnTo>
                  <a:pt x="485" y="2755"/>
                </a:lnTo>
                <a:lnTo>
                  <a:pt x="484" y="2756"/>
                </a:lnTo>
                <a:lnTo>
                  <a:pt x="4701" y="2756"/>
                </a:lnTo>
                <a:lnTo>
                  <a:pt x="4700" y="2755"/>
                </a:lnTo>
                <a:close/>
                <a:moveTo>
                  <a:pt x="4401" y="2552"/>
                </a:moveTo>
                <a:lnTo>
                  <a:pt x="784" y="2552"/>
                </a:lnTo>
                <a:lnTo>
                  <a:pt x="784" y="299"/>
                </a:lnTo>
                <a:lnTo>
                  <a:pt x="4401" y="299"/>
                </a:lnTo>
                <a:lnTo>
                  <a:pt x="4401" y="2552"/>
                </a:lnTo>
                <a:close/>
                <a:moveTo>
                  <a:pt x="5172" y="3676"/>
                </a:moveTo>
                <a:lnTo>
                  <a:pt x="12" y="3676"/>
                </a:lnTo>
                <a:lnTo>
                  <a:pt x="0" y="3700"/>
                </a:lnTo>
                <a:lnTo>
                  <a:pt x="1" y="3713"/>
                </a:lnTo>
                <a:lnTo>
                  <a:pt x="2" y="3727"/>
                </a:lnTo>
                <a:lnTo>
                  <a:pt x="5" y="3741"/>
                </a:lnTo>
                <a:lnTo>
                  <a:pt x="9" y="3756"/>
                </a:lnTo>
                <a:lnTo>
                  <a:pt x="14" y="3771"/>
                </a:lnTo>
                <a:lnTo>
                  <a:pt x="20" y="3786"/>
                </a:lnTo>
                <a:lnTo>
                  <a:pt x="28" y="3801"/>
                </a:lnTo>
                <a:lnTo>
                  <a:pt x="36" y="3815"/>
                </a:lnTo>
                <a:lnTo>
                  <a:pt x="44" y="3828"/>
                </a:lnTo>
                <a:lnTo>
                  <a:pt x="53" y="3841"/>
                </a:lnTo>
                <a:lnTo>
                  <a:pt x="63" y="3852"/>
                </a:lnTo>
                <a:lnTo>
                  <a:pt x="73" y="3861"/>
                </a:lnTo>
                <a:lnTo>
                  <a:pt x="85" y="3869"/>
                </a:lnTo>
                <a:lnTo>
                  <a:pt x="96" y="3875"/>
                </a:lnTo>
                <a:lnTo>
                  <a:pt x="108" y="3878"/>
                </a:lnTo>
                <a:lnTo>
                  <a:pt x="114" y="3879"/>
                </a:lnTo>
                <a:lnTo>
                  <a:pt x="120" y="3880"/>
                </a:lnTo>
                <a:lnTo>
                  <a:pt x="5065" y="3880"/>
                </a:lnTo>
                <a:lnTo>
                  <a:pt x="5071" y="3879"/>
                </a:lnTo>
                <a:lnTo>
                  <a:pt x="5077" y="3878"/>
                </a:lnTo>
                <a:lnTo>
                  <a:pt x="5089" y="3875"/>
                </a:lnTo>
                <a:lnTo>
                  <a:pt x="5101" y="3869"/>
                </a:lnTo>
                <a:lnTo>
                  <a:pt x="5112" y="3861"/>
                </a:lnTo>
                <a:lnTo>
                  <a:pt x="5122" y="3852"/>
                </a:lnTo>
                <a:lnTo>
                  <a:pt x="5132" y="3841"/>
                </a:lnTo>
                <a:lnTo>
                  <a:pt x="5141" y="3828"/>
                </a:lnTo>
                <a:lnTo>
                  <a:pt x="5150" y="3815"/>
                </a:lnTo>
                <a:lnTo>
                  <a:pt x="5158" y="3801"/>
                </a:lnTo>
                <a:lnTo>
                  <a:pt x="5165" y="3786"/>
                </a:lnTo>
                <a:lnTo>
                  <a:pt x="5171" y="3771"/>
                </a:lnTo>
                <a:lnTo>
                  <a:pt x="5176" y="3756"/>
                </a:lnTo>
                <a:lnTo>
                  <a:pt x="5180" y="3741"/>
                </a:lnTo>
                <a:lnTo>
                  <a:pt x="5182" y="3727"/>
                </a:lnTo>
                <a:lnTo>
                  <a:pt x="5184" y="3713"/>
                </a:lnTo>
                <a:lnTo>
                  <a:pt x="5185" y="3700"/>
                </a:lnTo>
                <a:lnTo>
                  <a:pt x="5172" y="3676"/>
                </a:lnTo>
                <a:close/>
              </a:path>
            </a:pathLst>
          </a:custGeom>
          <a:solidFill>
            <a:schemeClr val="bg1">
              <a:lumMod val="50000"/>
            </a:schemeClr>
          </a:solidFill>
          <a:ln>
            <a:noFill/>
          </a:ln>
          <a:extLst/>
        </p:spPr>
        <p:txBody>
          <a:bodyPr bIns="360000" anchor="ctr">
            <a:scene3d>
              <a:camera prst="orthographicFront"/>
              <a:lightRig rig="threePt" dir="t"/>
            </a:scene3d>
            <a:sp3d>
              <a:contourClr>
                <a:srgbClr val="FFFFFF"/>
              </a:contourClr>
            </a:sp3d>
          </a:bodyPr>
          <a:lstStyle/>
          <a:p>
            <a:pPr algn="ctr">
              <a:defRPr/>
            </a:pPr>
            <a:endParaRPr lang="zh-CN" altLang="en-US" dirty="0">
              <a:solidFill>
                <a:srgbClr val="FFFFFF"/>
              </a:solidFill>
              <a:ea typeface="+mn-ea"/>
              <a:cs typeface="+mn-ea"/>
            </a:endParaRPr>
          </a:p>
        </p:txBody>
      </p:sp>
      <p:sp>
        <p:nvSpPr>
          <p:cNvPr id="8" name="矩形 7"/>
          <p:cNvSpPr/>
          <p:nvPr/>
        </p:nvSpPr>
        <p:spPr>
          <a:xfrm>
            <a:off x="1135366" y="1203598"/>
            <a:ext cx="6984776" cy="861774"/>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buClr>
                <a:schemeClr val="accent5">
                  <a:lumMod val="75000"/>
                </a:schemeClr>
              </a:buClr>
            </a:pPr>
            <a:r>
              <a:rPr lang="zh-CN" altLang="en-US" sz="2000" b="1" dirty="0" smtClean="0"/>
              <a:t>     通过</a:t>
            </a:r>
            <a:r>
              <a:rPr lang="en-GB" altLang="zh-CN" sz="2000" b="1" dirty="0"/>
              <a:t>STM32CubeMX</a:t>
            </a:r>
            <a:r>
              <a:rPr lang="zh-CN" altLang="en-US" sz="2000" b="1" dirty="0"/>
              <a:t>的菜单栏中的“</a:t>
            </a:r>
            <a:r>
              <a:rPr lang="en-GB" altLang="zh-CN" sz="2000" b="1" dirty="0"/>
              <a:t>Generate Code”</a:t>
            </a:r>
            <a:r>
              <a:rPr lang="zh-CN" altLang="en-US" sz="2000" b="1" dirty="0"/>
              <a:t>生成工程代码，生成代码后，会提示是否打开该工程窗口</a:t>
            </a:r>
          </a:p>
        </p:txBody>
      </p:sp>
      <p:pic>
        <p:nvPicPr>
          <p:cNvPr id="7680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2376329"/>
            <a:ext cx="5708667" cy="1659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97361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290">
                                          <p:stCondLst>
                                            <p:cond delay="0"/>
                                          </p:stCondLst>
                                        </p:cTn>
                                        <p:tgtEl>
                                          <p:spTgt spid="14"/>
                                        </p:tgtEl>
                                      </p:cBhvr>
                                    </p:animEffect>
                                    <p:anim calcmode="lin" valueType="num">
                                      <p:cBhvr>
                                        <p:cTn id="8" dur="911"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9" dur="332"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10" dur="332" tmFilter="0, 0; 0.125,0.2665; 0.25,0.4; 0.375,0.465; 0.5,0.5;  0.625,0.535; 0.75,0.6; 0.875,0.7335; 1,1">
                                          <p:stCondLst>
                                            <p:cond delay="332"/>
                                          </p:stCondLst>
                                        </p:cTn>
                                        <p:tgtEl>
                                          <p:spTgt spid="14"/>
                                        </p:tgtEl>
                                        <p:attrNameLst>
                                          <p:attrName>ppt_y</p:attrName>
                                        </p:attrNameLst>
                                      </p:cBhvr>
                                      <p:tavLst>
                                        <p:tav tm="0" fmla="#ppt_y-sin(pi*$)/9">
                                          <p:val>
                                            <p:fltVal val="0"/>
                                          </p:val>
                                        </p:tav>
                                        <p:tav tm="100000">
                                          <p:val>
                                            <p:fltVal val="1"/>
                                          </p:val>
                                        </p:tav>
                                      </p:tavLst>
                                    </p:anim>
                                    <p:anim calcmode="lin" valueType="num">
                                      <p:cBhvr>
                                        <p:cTn id="11" dur="166" tmFilter="0, 0; 0.125,0.2665; 0.25,0.4; 0.375,0.465; 0.5,0.5;  0.625,0.535; 0.75,0.6; 0.875,0.7335; 1,1">
                                          <p:stCondLst>
                                            <p:cond delay="662"/>
                                          </p:stCondLst>
                                        </p:cTn>
                                        <p:tgtEl>
                                          <p:spTgt spid="14"/>
                                        </p:tgtEl>
                                        <p:attrNameLst>
                                          <p:attrName>ppt_y</p:attrName>
                                        </p:attrNameLst>
                                      </p:cBhvr>
                                      <p:tavLst>
                                        <p:tav tm="0" fmla="#ppt_y-sin(pi*$)/27">
                                          <p:val>
                                            <p:fltVal val="0"/>
                                          </p:val>
                                        </p:tav>
                                        <p:tav tm="100000">
                                          <p:val>
                                            <p:fltVal val="1"/>
                                          </p:val>
                                        </p:tav>
                                      </p:tavLst>
                                    </p:anim>
                                    <p:anim calcmode="lin" valueType="num">
                                      <p:cBhvr>
                                        <p:cTn id="12" dur="82" tmFilter="0, 0; 0.125,0.2665; 0.25,0.4; 0.375,0.465; 0.5,0.5;  0.625,0.535; 0.75,0.6; 0.875,0.7335; 1,1">
                                          <p:stCondLst>
                                            <p:cond delay="828"/>
                                          </p:stCondLst>
                                        </p:cTn>
                                        <p:tgtEl>
                                          <p:spTgt spid="14"/>
                                        </p:tgtEl>
                                        <p:attrNameLst>
                                          <p:attrName>ppt_y</p:attrName>
                                        </p:attrNameLst>
                                      </p:cBhvr>
                                      <p:tavLst>
                                        <p:tav tm="0" fmla="#ppt_y-sin(pi*$)/81">
                                          <p:val>
                                            <p:fltVal val="0"/>
                                          </p:val>
                                        </p:tav>
                                        <p:tav tm="100000">
                                          <p:val>
                                            <p:fltVal val="1"/>
                                          </p:val>
                                        </p:tav>
                                      </p:tavLst>
                                    </p:anim>
                                    <p:animScale>
                                      <p:cBhvr>
                                        <p:cTn id="13" dur="13">
                                          <p:stCondLst>
                                            <p:cond delay="325"/>
                                          </p:stCondLst>
                                        </p:cTn>
                                        <p:tgtEl>
                                          <p:spTgt spid="14"/>
                                        </p:tgtEl>
                                      </p:cBhvr>
                                      <p:to x="100000" y="60000"/>
                                    </p:animScale>
                                    <p:animScale>
                                      <p:cBhvr>
                                        <p:cTn id="14" dur="83" decel="50000">
                                          <p:stCondLst>
                                            <p:cond delay="338"/>
                                          </p:stCondLst>
                                        </p:cTn>
                                        <p:tgtEl>
                                          <p:spTgt spid="14"/>
                                        </p:tgtEl>
                                      </p:cBhvr>
                                      <p:to x="100000" y="100000"/>
                                    </p:animScale>
                                    <p:animScale>
                                      <p:cBhvr>
                                        <p:cTn id="15" dur="13">
                                          <p:stCondLst>
                                            <p:cond delay="656"/>
                                          </p:stCondLst>
                                        </p:cTn>
                                        <p:tgtEl>
                                          <p:spTgt spid="14"/>
                                        </p:tgtEl>
                                      </p:cBhvr>
                                      <p:to x="100000" y="80000"/>
                                    </p:animScale>
                                    <p:animScale>
                                      <p:cBhvr>
                                        <p:cTn id="16" dur="83" decel="50000">
                                          <p:stCondLst>
                                            <p:cond delay="669"/>
                                          </p:stCondLst>
                                        </p:cTn>
                                        <p:tgtEl>
                                          <p:spTgt spid="14"/>
                                        </p:tgtEl>
                                      </p:cBhvr>
                                      <p:to x="100000" y="100000"/>
                                    </p:animScale>
                                    <p:animScale>
                                      <p:cBhvr>
                                        <p:cTn id="17" dur="13">
                                          <p:stCondLst>
                                            <p:cond delay="821"/>
                                          </p:stCondLst>
                                        </p:cTn>
                                        <p:tgtEl>
                                          <p:spTgt spid="14"/>
                                        </p:tgtEl>
                                      </p:cBhvr>
                                      <p:to x="100000" y="90000"/>
                                    </p:animScale>
                                    <p:animScale>
                                      <p:cBhvr>
                                        <p:cTn id="18" dur="83" decel="50000">
                                          <p:stCondLst>
                                            <p:cond delay="834"/>
                                          </p:stCondLst>
                                        </p:cTn>
                                        <p:tgtEl>
                                          <p:spTgt spid="14"/>
                                        </p:tgtEl>
                                      </p:cBhvr>
                                      <p:to x="100000" y="100000"/>
                                    </p:animScale>
                                    <p:animScale>
                                      <p:cBhvr>
                                        <p:cTn id="19" dur="13">
                                          <p:stCondLst>
                                            <p:cond delay="904"/>
                                          </p:stCondLst>
                                        </p:cTn>
                                        <p:tgtEl>
                                          <p:spTgt spid="14"/>
                                        </p:tgtEl>
                                      </p:cBhvr>
                                      <p:to x="100000" y="95000"/>
                                    </p:animScale>
                                    <p:animScale>
                                      <p:cBhvr>
                                        <p:cTn id="20" dur="83" decel="50000">
                                          <p:stCondLst>
                                            <p:cond delay="917"/>
                                          </p:stCondLst>
                                        </p:cTn>
                                        <p:tgtEl>
                                          <p:spTgt spid="1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3419870"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6" name="矩形 5"/>
          <p:cNvSpPr/>
          <p:nvPr/>
        </p:nvSpPr>
        <p:spPr>
          <a:xfrm>
            <a:off x="125188" y="360767"/>
            <a:ext cx="3220753" cy="461665"/>
          </a:xfrm>
          <a:prstGeom prst="rect">
            <a:avLst/>
          </a:prstGeom>
        </p:spPr>
        <p:txBody>
          <a:bodyPr wrap="none">
            <a:spAutoFit/>
          </a:bodyPr>
          <a:lstStyle/>
          <a:p>
            <a:r>
              <a:rPr lang="zh-CN" altLang="en-US" sz="2400" b="1" dirty="0">
                <a:solidFill>
                  <a:schemeClr val="bg1"/>
                </a:solidFill>
              </a:rPr>
              <a:t>软件</a:t>
            </a:r>
            <a:r>
              <a:rPr lang="zh-CN" altLang="en-US" sz="2400" b="1" dirty="0" smtClean="0">
                <a:solidFill>
                  <a:schemeClr val="bg1"/>
                </a:solidFill>
              </a:rPr>
              <a:t>设计</a:t>
            </a:r>
            <a:r>
              <a:rPr lang="en-US" altLang="zh-CN" sz="2400" b="1" dirty="0" smtClean="0">
                <a:solidFill>
                  <a:schemeClr val="bg1"/>
                </a:solidFill>
              </a:rPr>
              <a:t>——</a:t>
            </a:r>
            <a:r>
              <a:rPr lang="zh-CN" altLang="en-US" sz="1600" b="1" dirty="0">
                <a:solidFill>
                  <a:schemeClr val="bg1"/>
                </a:solidFill>
              </a:rPr>
              <a:t>编写应用程序</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矩形 7"/>
          <p:cNvSpPr/>
          <p:nvPr/>
        </p:nvSpPr>
        <p:spPr>
          <a:xfrm>
            <a:off x="458892" y="972619"/>
            <a:ext cx="3816424" cy="1131079"/>
          </a:xfrm>
          <a:prstGeom prst="rect">
            <a:avLst/>
          </a:prstGeom>
          <a:solidFill>
            <a:schemeClr val="accent5">
              <a:lumMod val="20000"/>
              <a:lumOff val="80000"/>
            </a:schemeClr>
          </a:solid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spcBef>
                <a:spcPts val="600"/>
              </a:spcBef>
              <a:buClr>
                <a:schemeClr val="accent5">
                  <a:lumMod val="75000"/>
                </a:schemeClr>
              </a:buClr>
            </a:pPr>
            <a:r>
              <a:rPr lang="zh-CN" altLang="en-US" b="1" dirty="0"/>
              <a:t>在</a:t>
            </a:r>
            <a:r>
              <a:rPr lang="en-GB" altLang="zh-CN" b="1" dirty="0" err="1"/>
              <a:t>main.c</a:t>
            </a:r>
            <a:r>
              <a:rPr lang="zh-CN" altLang="en-US" b="1" dirty="0"/>
              <a:t>文件中的</a:t>
            </a:r>
            <a:r>
              <a:rPr lang="en-US" altLang="zh-CN" b="1" dirty="0"/>
              <a:t>/*</a:t>
            </a:r>
            <a:r>
              <a:rPr lang="en-GB" altLang="zh-CN" b="1" dirty="0"/>
              <a:t>USER CODE BEGIN2 */</a:t>
            </a:r>
            <a:r>
              <a:rPr lang="zh-CN" altLang="en-US" b="1" dirty="0"/>
              <a:t>和</a:t>
            </a:r>
            <a:r>
              <a:rPr lang="en-US" altLang="zh-CN" b="1" dirty="0"/>
              <a:t>/*</a:t>
            </a:r>
            <a:r>
              <a:rPr lang="en-GB" altLang="zh-CN" b="1" dirty="0"/>
              <a:t>USER CODE END2 */</a:t>
            </a:r>
            <a:r>
              <a:rPr lang="zh-CN" altLang="en-US" b="1" dirty="0"/>
              <a:t>之间添加开启定时器</a:t>
            </a:r>
            <a:r>
              <a:rPr lang="en-GB" altLang="zh-CN" b="1" dirty="0"/>
              <a:t>TIM3</a:t>
            </a:r>
            <a:r>
              <a:rPr lang="zh-CN" altLang="en-US" b="1" dirty="0"/>
              <a:t>中断的</a:t>
            </a:r>
            <a:r>
              <a:rPr lang="zh-CN" altLang="en-US" b="1" dirty="0" smtClean="0"/>
              <a:t>程序</a:t>
            </a:r>
            <a:endParaRPr lang="zh-CN" altLang="en-US" b="1" dirty="0"/>
          </a:p>
        </p:txBody>
      </p:sp>
      <p:sp>
        <p:nvSpPr>
          <p:cNvPr id="7" name="矩形 6"/>
          <p:cNvSpPr/>
          <p:nvPr/>
        </p:nvSpPr>
        <p:spPr>
          <a:xfrm>
            <a:off x="4788024" y="193997"/>
            <a:ext cx="4053590" cy="2105705"/>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spcBef>
                <a:spcPts val="600"/>
              </a:spcBef>
              <a:buClr>
                <a:schemeClr val="accent5">
                  <a:lumMod val="75000"/>
                </a:schemeClr>
              </a:buClr>
            </a:pPr>
            <a:r>
              <a:rPr lang="en-GB" altLang="zh-CN" b="1" dirty="0"/>
              <a:t>MX_TIM3_Init();</a:t>
            </a:r>
          </a:p>
          <a:p>
            <a:pPr>
              <a:lnSpc>
                <a:spcPct val="125000"/>
              </a:lnSpc>
              <a:spcBef>
                <a:spcPts val="600"/>
              </a:spcBef>
              <a:buClr>
                <a:schemeClr val="accent5">
                  <a:lumMod val="75000"/>
                </a:schemeClr>
              </a:buClr>
            </a:pPr>
            <a:r>
              <a:rPr lang="en-GB" altLang="zh-CN" b="1" dirty="0"/>
              <a:t>/* USER CODE BEGIN 2 */</a:t>
            </a:r>
          </a:p>
          <a:p>
            <a:pPr>
              <a:lnSpc>
                <a:spcPct val="125000"/>
              </a:lnSpc>
              <a:spcBef>
                <a:spcPts val="600"/>
              </a:spcBef>
              <a:buClr>
                <a:schemeClr val="accent5">
                  <a:lumMod val="75000"/>
                </a:schemeClr>
              </a:buClr>
            </a:pPr>
            <a:r>
              <a:rPr lang="en-GB" altLang="zh-CN" b="1" dirty="0" err="1"/>
              <a:t>HAL_TIM_Base_Start_IT</a:t>
            </a:r>
            <a:r>
              <a:rPr lang="en-GB" altLang="zh-CN" b="1" dirty="0"/>
              <a:t>(&amp;htim3); </a:t>
            </a:r>
            <a:endParaRPr lang="en-GB" altLang="zh-CN" b="1" dirty="0" smtClean="0"/>
          </a:p>
          <a:p>
            <a:pPr>
              <a:lnSpc>
                <a:spcPct val="125000"/>
              </a:lnSpc>
              <a:spcBef>
                <a:spcPts val="600"/>
              </a:spcBef>
              <a:buClr>
                <a:schemeClr val="accent5">
                  <a:lumMod val="75000"/>
                </a:schemeClr>
              </a:buClr>
            </a:pPr>
            <a:r>
              <a:rPr lang="en-GB" altLang="zh-CN" b="1" dirty="0" smtClean="0"/>
              <a:t>//</a:t>
            </a:r>
            <a:r>
              <a:rPr lang="zh-CN" altLang="en-US" b="1" dirty="0"/>
              <a:t>启动定时器</a:t>
            </a:r>
            <a:r>
              <a:rPr lang="en-GB" altLang="zh-CN" b="1" dirty="0"/>
              <a:t>TIM3</a:t>
            </a:r>
            <a:r>
              <a:rPr lang="zh-CN" altLang="en-US" b="1" dirty="0"/>
              <a:t>定时中断</a:t>
            </a:r>
          </a:p>
          <a:p>
            <a:pPr>
              <a:lnSpc>
                <a:spcPct val="125000"/>
              </a:lnSpc>
              <a:spcBef>
                <a:spcPts val="600"/>
              </a:spcBef>
              <a:buClr>
                <a:schemeClr val="accent5">
                  <a:lumMod val="75000"/>
                </a:schemeClr>
              </a:buClr>
            </a:pPr>
            <a:r>
              <a:rPr lang="en-US" altLang="zh-CN" b="1" dirty="0"/>
              <a:t>/* </a:t>
            </a:r>
            <a:r>
              <a:rPr lang="en-GB" altLang="zh-CN" b="1" dirty="0"/>
              <a:t>USER CODE END 2 */</a:t>
            </a:r>
          </a:p>
        </p:txBody>
      </p:sp>
      <p:sp>
        <p:nvSpPr>
          <p:cNvPr id="9" name="矩形 8"/>
          <p:cNvSpPr/>
          <p:nvPr/>
        </p:nvSpPr>
        <p:spPr>
          <a:xfrm>
            <a:off x="259123" y="2362691"/>
            <a:ext cx="5825046" cy="2585323"/>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altLang="zh-CN" b="1" dirty="0"/>
              <a:t>/* USER CODE BEGIN 4 */</a:t>
            </a:r>
            <a:endParaRPr lang="zh-CN" altLang="zh-CN" b="1" dirty="0"/>
          </a:p>
          <a:p>
            <a:r>
              <a:rPr lang="en-US" altLang="zh-CN" b="1" dirty="0"/>
              <a:t>void </a:t>
            </a:r>
            <a:r>
              <a:rPr lang="en-US" altLang="zh-CN" b="1" dirty="0" err="1"/>
              <a:t>HAL_TIM_PeriodElapsedCallback</a:t>
            </a:r>
            <a:r>
              <a:rPr lang="en-US" altLang="zh-CN" b="1" dirty="0"/>
              <a:t>(</a:t>
            </a:r>
            <a:r>
              <a:rPr lang="en-US" altLang="zh-CN" b="1" dirty="0" err="1"/>
              <a:t>TIM_HandleTypeDef</a:t>
            </a:r>
            <a:r>
              <a:rPr lang="en-US" altLang="zh-CN" b="1" dirty="0"/>
              <a:t> *</a:t>
            </a:r>
            <a:r>
              <a:rPr lang="en-US" altLang="zh-CN" b="1" dirty="0" err="1"/>
              <a:t>htim</a:t>
            </a:r>
            <a:r>
              <a:rPr lang="en-US" altLang="zh-CN" b="1" dirty="0"/>
              <a:t>)</a:t>
            </a:r>
            <a:endParaRPr lang="zh-CN" altLang="zh-CN" b="1" dirty="0"/>
          </a:p>
          <a:p>
            <a:r>
              <a:rPr lang="en-US" altLang="zh-CN" b="1" dirty="0"/>
              <a:t>{</a:t>
            </a:r>
            <a:endParaRPr lang="zh-CN" altLang="zh-CN" b="1" dirty="0"/>
          </a:p>
          <a:p>
            <a:r>
              <a:rPr lang="en-US" altLang="zh-CN" b="1" dirty="0"/>
              <a:t> </a:t>
            </a:r>
            <a:r>
              <a:rPr lang="en-US" altLang="zh-CN" b="1" dirty="0" smtClean="0"/>
              <a:t>   if(</a:t>
            </a:r>
            <a:r>
              <a:rPr lang="en-US" altLang="zh-CN" b="1" dirty="0" err="1" smtClean="0"/>
              <a:t>htim</a:t>
            </a:r>
            <a:r>
              <a:rPr lang="en-US" altLang="zh-CN" b="1" dirty="0" smtClean="0"/>
              <a:t>-</a:t>
            </a:r>
            <a:r>
              <a:rPr lang="en-US" altLang="zh-CN" b="1" dirty="0"/>
              <a:t>&gt;Instance == htim3.Instance)</a:t>
            </a:r>
            <a:endParaRPr lang="zh-CN" altLang="zh-CN" b="1" dirty="0"/>
          </a:p>
          <a:p>
            <a:r>
              <a:rPr lang="en-US" altLang="zh-CN" b="1" dirty="0"/>
              <a:t> </a:t>
            </a:r>
            <a:r>
              <a:rPr lang="en-US" altLang="zh-CN" b="1" dirty="0" smtClean="0"/>
              <a:t>   {    </a:t>
            </a:r>
            <a:r>
              <a:rPr lang="en-US" altLang="zh-CN" b="1" dirty="0" err="1" smtClean="0"/>
              <a:t>HAL_GPIO_TogglePin</a:t>
            </a:r>
            <a:r>
              <a:rPr lang="en-US" altLang="zh-CN" b="1" dirty="0" smtClean="0"/>
              <a:t>(GPIOE,GPIO_PIN_5</a:t>
            </a:r>
            <a:r>
              <a:rPr lang="en-US" altLang="zh-CN" b="1" dirty="0"/>
              <a:t>);</a:t>
            </a:r>
            <a:endParaRPr lang="zh-CN" altLang="zh-CN" b="1" dirty="0"/>
          </a:p>
          <a:p>
            <a:r>
              <a:rPr lang="en-US" altLang="zh-CN" b="1" dirty="0"/>
              <a:t> </a:t>
            </a:r>
            <a:r>
              <a:rPr lang="en-US" altLang="zh-CN" b="1" dirty="0" smtClean="0"/>
              <a:t>   }</a:t>
            </a:r>
            <a:endParaRPr lang="zh-CN" altLang="zh-CN" b="1" dirty="0"/>
          </a:p>
          <a:p>
            <a:r>
              <a:rPr lang="en-US" altLang="zh-CN" b="1" dirty="0"/>
              <a:t>}</a:t>
            </a:r>
            <a:endParaRPr lang="zh-CN" altLang="zh-CN" b="1" dirty="0"/>
          </a:p>
          <a:p>
            <a:r>
              <a:rPr lang="en-US" altLang="zh-CN" b="1" dirty="0"/>
              <a:t>/* USER CODE END 4 */</a:t>
            </a:r>
            <a:endParaRPr lang="zh-CN" altLang="zh-CN" b="1" dirty="0"/>
          </a:p>
        </p:txBody>
      </p:sp>
      <p:sp>
        <p:nvSpPr>
          <p:cNvPr id="3" name="右箭头 2"/>
          <p:cNvSpPr/>
          <p:nvPr/>
        </p:nvSpPr>
        <p:spPr>
          <a:xfrm>
            <a:off x="4211960" y="1347614"/>
            <a:ext cx="504056" cy="360040"/>
          </a:xfrm>
          <a:prstGeom prst="rightArrow">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600" b="1" dirty="0" smtClean="0"/>
          </a:p>
        </p:txBody>
      </p:sp>
      <p:sp>
        <p:nvSpPr>
          <p:cNvPr id="4" name="矩形 3"/>
          <p:cNvSpPr/>
          <p:nvPr/>
        </p:nvSpPr>
        <p:spPr>
          <a:xfrm>
            <a:off x="6429346" y="2758632"/>
            <a:ext cx="2412268" cy="1793440"/>
          </a:xfrm>
          <a:prstGeom prst="rect">
            <a:avLst/>
          </a:prstGeom>
          <a:solidFill>
            <a:schemeClr val="accent4">
              <a:lumMod val="20000"/>
              <a:lumOff val="80000"/>
            </a:schemeClr>
          </a:solidFill>
        </p:spPr>
        <p:txBody>
          <a:bodyPr wrap="square">
            <a:spAutoFit/>
          </a:bodyPr>
          <a:lstStyle/>
          <a:p>
            <a:pPr>
              <a:lnSpc>
                <a:spcPct val="125000"/>
              </a:lnSpc>
              <a:spcBef>
                <a:spcPts val="600"/>
              </a:spcBef>
              <a:buClr>
                <a:schemeClr val="accent5">
                  <a:lumMod val="75000"/>
                </a:schemeClr>
              </a:buClr>
            </a:pPr>
            <a:r>
              <a:rPr lang="zh-CN" altLang="zh-CN" b="1" dirty="0">
                <a:solidFill>
                  <a:schemeClr val="dk1"/>
                </a:solidFill>
              </a:rPr>
              <a:t>在</a:t>
            </a:r>
            <a:r>
              <a:rPr lang="en-US" altLang="zh-CN" b="1" dirty="0" err="1">
                <a:solidFill>
                  <a:schemeClr val="dk1"/>
                </a:solidFill>
              </a:rPr>
              <a:t>mian.c</a:t>
            </a:r>
            <a:r>
              <a:rPr lang="zh-CN" altLang="zh-CN" b="1" dirty="0">
                <a:solidFill>
                  <a:schemeClr val="dk1"/>
                </a:solidFill>
              </a:rPr>
              <a:t>文件的</a:t>
            </a:r>
            <a:r>
              <a:rPr lang="en-US" altLang="zh-CN" b="1" dirty="0">
                <a:solidFill>
                  <a:schemeClr val="dk1"/>
                </a:solidFill>
              </a:rPr>
              <a:t>/*USER CODE BEGIN4 */</a:t>
            </a:r>
            <a:r>
              <a:rPr lang="zh-CN" altLang="zh-CN" b="1" dirty="0">
                <a:solidFill>
                  <a:schemeClr val="dk1"/>
                </a:solidFill>
              </a:rPr>
              <a:t>和</a:t>
            </a:r>
            <a:r>
              <a:rPr lang="en-US" altLang="zh-CN" b="1" dirty="0">
                <a:solidFill>
                  <a:schemeClr val="dk1"/>
                </a:solidFill>
              </a:rPr>
              <a:t>/*USER CODE END4 */</a:t>
            </a:r>
            <a:r>
              <a:rPr lang="zh-CN" altLang="zh-CN" b="1" dirty="0">
                <a:solidFill>
                  <a:schemeClr val="dk1"/>
                </a:solidFill>
              </a:rPr>
              <a:t>之间添加</a:t>
            </a:r>
            <a:r>
              <a:rPr lang="en-US" altLang="zh-CN" b="1" dirty="0">
                <a:solidFill>
                  <a:schemeClr val="dk1"/>
                </a:solidFill>
              </a:rPr>
              <a:t>TIM3</a:t>
            </a:r>
            <a:r>
              <a:rPr lang="zh-CN" altLang="zh-CN" b="1" dirty="0">
                <a:solidFill>
                  <a:schemeClr val="dk1"/>
                </a:solidFill>
              </a:rPr>
              <a:t>的中断回调函数</a:t>
            </a:r>
            <a:endParaRPr lang="zh-CN" altLang="en-US" b="1" dirty="0">
              <a:solidFill>
                <a:schemeClr val="dk1"/>
              </a:solidFill>
            </a:endParaRPr>
          </a:p>
        </p:txBody>
      </p:sp>
      <p:sp>
        <p:nvSpPr>
          <p:cNvPr id="11" name="右箭头 10"/>
          <p:cNvSpPr/>
          <p:nvPr/>
        </p:nvSpPr>
        <p:spPr>
          <a:xfrm rot="10800000">
            <a:off x="6084169" y="3475332"/>
            <a:ext cx="432047" cy="360040"/>
          </a:xfrm>
          <a:prstGeom prst="rightArrow">
            <a:avLst/>
          </a:prstGeom>
          <a:solidFill>
            <a:schemeClr val="accent4">
              <a:lumMod val="20000"/>
              <a:lumOff val="80000"/>
            </a:schemeClr>
          </a:solidFill>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sz="1600" b="1" dirty="0" smtClean="0">
              <a:solidFill>
                <a:schemeClr val="accent4">
                  <a:lumMod val="20000"/>
                  <a:lumOff val="80000"/>
                </a:schemeClr>
              </a:solidFill>
            </a:endParaRPr>
          </a:p>
        </p:txBody>
      </p:sp>
    </p:spTree>
    <p:extLst>
      <p:ext uri="{BB962C8B-B14F-4D97-AF65-F5344CB8AC3E}">
        <p14:creationId xmlns:p14="http://schemas.microsoft.com/office/powerpoint/2010/main" val="822174040"/>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右箭头 14"/>
          <p:cNvSpPr/>
          <p:nvPr/>
        </p:nvSpPr>
        <p:spPr>
          <a:xfrm>
            <a:off x="5659427" y="3044162"/>
            <a:ext cx="1360845" cy="253769"/>
          </a:xfrm>
          <a:prstGeom prst="rightArrow">
            <a:avLst/>
          </a:prstGeom>
          <a:solidFill>
            <a:schemeClr val="bg1">
              <a:lumMod val="75000"/>
            </a:schemeClr>
          </a:solidFill>
          <a:ln>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sz="1600" b="1" dirty="0" smtClean="0"/>
          </a:p>
        </p:txBody>
      </p:sp>
      <p:sp>
        <p:nvSpPr>
          <p:cNvPr id="5" name="矩形 4"/>
          <p:cNvSpPr/>
          <p:nvPr/>
        </p:nvSpPr>
        <p:spPr>
          <a:xfrm>
            <a:off x="2" y="339503"/>
            <a:ext cx="456269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4527201" cy="461665"/>
          </a:xfrm>
          <a:prstGeom prst="rect">
            <a:avLst/>
          </a:prstGeom>
        </p:spPr>
        <p:txBody>
          <a:bodyPr wrap="none">
            <a:spAutoFit/>
          </a:bodyPr>
          <a:lstStyle/>
          <a:p>
            <a:r>
              <a:rPr lang="en-US" altLang="zh-CN" sz="2400" b="1" dirty="0" smtClean="0">
                <a:solidFill>
                  <a:schemeClr val="bg1"/>
                </a:solidFill>
                <a:latin typeface="微软雅黑" pitchFamily="34" charset="-122"/>
                <a:ea typeface="微软雅黑" pitchFamily="34" charset="-122"/>
              </a:rPr>
              <a:t>9.6  </a:t>
            </a:r>
            <a:r>
              <a:rPr lang="zh-CN" altLang="en-US" sz="2400" b="1" dirty="0" smtClean="0">
                <a:solidFill>
                  <a:schemeClr val="bg1"/>
                </a:solidFill>
                <a:latin typeface="微软雅黑" pitchFamily="34" charset="-122"/>
                <a:ea typeface="微软雅黑" pitchFamily="34" charset="-122"/>
              </a:rPr>
              <a:t>编程</a:t>
            </a:r>
            <a:r>
              <a:rPr lang="zh-CN" altLang="en-US" sz="2400" b="1" dirty="0">
                <a:solidFill>
                  <a:schemeClr val="bg1"/>
                </a:solidFill>
                <a:latin typeface="微软雅黑" pitchFamily="34" charset="-122"/>
                <a:ea typeface="微软雅黑" pitchFamily="34" charset="-122"/>
              </a:rPr>
              <a:t>思想之状态机设计思想</a:t>
            </a:r>
            <a:endParaRPr lang="zh-CN" altLang="zh-CN" sz="2400" b="1" dirty="0">
              <a:solidFill>
                <a:schemeClr val="bg1"/>
              </a:solidFill>
              <a:latin typeface="微软雅黑" pitchFamily="34" charset="-122"/>
              <a:ea typeface="微软雅黑" pitchFamily="34" charset="-122"/>
            </a:endParaRPr>
          </a:p>
        </p:txBody>
      </p:sp>
      <p:graphicFrame>
        <p:nvGraphicFramePr>
          <p:cNvPr id="7" name="图示 6"/>
          <p:cNvGraphicFramePr/>
          <p:nvPr>
            <p:extLst>
              <p:ext uri="{D42A27DB-BD31-4B8C-83A1-F6EECF244321}">
                <p14:modId xmlns:p14="http://schemas.microsoft.com/office/powerpoint/2010/main" val="488271216"/>
              </p:ext>
            </p:extLst>
          </p:nvPr>
        </p:nvGraphicFramePr>
        <p:xfrm>
          <a:off x="1029976" y="915566"/>
          <a:ext cx="2887478" cy="35103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矩形 2"/>
          <p:cNvSpPr/>
          <p:nvPr/>
        </p:nvSpPr>
        <p:spPr>
          <a:xfrm>
            <a:off x="971600" y="1527634"/>
            <a:ext cx="364925" cy="2031325"/>
          </a:xfrm>
          <a:prstGeom prst="rect">
            <a:avLst/>
          </a:prstGeom>
          <a:solidFill>
            <a:schemeClr val="accent2">
              <a:lumMod val="20000"/>
              <a:lumOff val="80000"/>
            </a:schemeClr>
          </a:solidFill>
        </p:spPr>
        <p:style>
          <a:lnRef idx="2">
            <a:schemeClr val="accent5"/>
          </a:lnRef>
          <a:fillRef idx="1">
            <a:schemeClr val="lt1"/>
          </a:fillRef>
          <a:effectRef idx="0">
            <a:schemeClr val="accent5"/>
          </a:effectRef>
          <a:fontRef idx="minor">
            <a:schemeClr val="dk1"/>
          </a:fontRef>
        </p:style>
        <p:txBody>
          <a:bodyPr wrap="square">
            <a:spAutoFit/>
          </a:bodyPr>
          <a:lstStyle/>
          <a:p>
            <a:r>
              <a:rPr lang="zh-CN" altLang="zh-CN" b="1" dirty="0">
                <a:solidFill>
                  <a:prstClr val="black"/>
                </a:solidFill>
              </a:rPr>
              <a:t>状态机设计思想</a:t>
            </a:r>
            <a:endParaRPr lang="zh-CN" altLang="en-US" b="1" dirty="0"/>
          </a:p>
        </p:txBody>
      </p:sp>
      <p:sp>
        <p:nvSpPr>
          <p:cNvPr id="8" name="矩形 7"/>
          <p:cNvSpPr/>
          <p:nvPr/>
        </p:nvSpPr>
        <p:spPr>
          <a:xfrm>
            <a:off x="3843180" y="977163"/>
            <a:ext cx="4572000" cy="1100942"/>
          </a:xfrm>
          <a:prstGeom prst="rect">
            <a:avLst/>
          </a:prstGeom>
        </p:spPr>
        <p:txBody>
          <a:bodyPr>
            <a:spAutoFit/>
          </a:bodyPr>
          <a:lstStyle/>
          <a:p>
            <a:pPr lvl="0">
              <a:lnSpc>
                <a:spcPct val="125000"/>
              </a:lnSpc>
            </a:pPr>
            <a:r>
              <a:rPr lang="en-US" altLang="zh-CN" b="1" dirty="0" smtClean="0"/>
              <a:t>      </a:t>
            </a:r>
            <a:r>
              <a:rPr lang="zh-CN" altLang="zh-CN" b="1" dirty="0" smtClean="0"/>
              <a:t>嵌入式</a:t>
            </a:r>
            <a:r>
              <a:rPr lang="zh-CN" altLang="zh-CN" b="1" dirty="0"/>
              <a:t>开发中，系统往往由有限个状态组成，因此状态机又称为有限状态机（</a:t>
            </a:r>
            <a:r>
              <a:rPr lang="en-US" altLang="zh-CN" b="1" dirty="0"/>
              <a:t>Finite State Machine</a:t>
            </a:r>
            <a:r>
              <a:rPr lang="zh-CN" altLang="zh-CN" b="1" dirty="0"/>
              <a:t>，</a:t>
            </a:r>
            <a:r>
              <a:rPr lang="en-US" altLang="zh-CN" b="1" dirty="0"/>
              <a:t>FSM</a:t>
            </a:r>
            <a:r>
              <a:rPr lang="zh-CN" altLang="zh-CN" b="1" dirty="0"/>
              <a:t>）</a:t>
            </a:r>
            <a:r>
              <a:rPr lang="zh-CN" altLang="zh-CN" b="1" dirty="0" smtClean="0"/>
              <a:t>。</a:t>
            </a:r>
            <a:endParaRPr lang="en-US" altLang="zh-CN" b="1" dirty="0" smtClean="0"/>
          </a:p>
        </p:txBody>
      </p:sp>
      <p:sp>
        <p:nvSpPr>
          <p:cNvPr id="11" name="矩形 10"/>
          <p:cNvSpPr/>
          <p:nvPr/>
        </p:nvSpPr>
        <p:spPr>
          <a:xfrm>
            <a:off x="4219267" y="2871243"/>
            <a:ext cx="1440160" cy="646331"/>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zh-CN" altLang="zh-CN" b="1" dirty="0">
                <a:solidFill>
                  <a:prstClr val="black"/>
                </a:solidFill>
              </a:rPr>
              <a:t>当前所处的状态（现态）</a:t>
            </a:r>
            <a:endParaRPr lang="zh-CN" altLang="en-US" dirty="0"/>
          </a:p>
        </p:txBody>
      </p:sp>
      <p:sp>
        <p:nvSpPr>
          <p:cNvPr id="12" name="矩形 11"/>
          <p:cNvSpPr/>
          <p:nvPr/>
        </p:nvSpPr>
        <p:spPr>
          <a:xfrm>
            <a:off x="7020272" y="2871243"/>
            <a:ext cx="1260140" cy="64633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zh-CN" altLang="zh-CN" b="1" dirty="0">
                <a:solidFill>
                  <a:prstClr val="black"/>
                </a:solidFill>
              </a:rPr>
              <a:t>新的状态（次态</a:t>
            </a:r>
            <a:r>
              <a:rPr lang="zh-CN" altLang="zh-CN" b="1" dirty="0" smtClean="0">
                <a:solidFill>
                  <a:prstClr val="black"/>
                </a:solidFill>
              </a:rPr>
              <a:t>）</a:t>
            </a:r>
            <a:endParaRPr lang="zh-CN" altLang="en-US" dirty="0"/>
          </a:p>
        </p:txBody>
      </p:sp>
      <p:sp>
        <p:nvSpPr>
          <p:cNvPr id="13" name="矩形 12"/>
          <p:cNvSpPr/>
          <p:nvPr/>
        </p:nvSpPr>
        <p:spPr>
          <a:xfrm>
            <a:off x="5815271" y="2361827"/>
            <a:ext cx="1161122" cy="646331"/>
          </a:xfrm>
          <a:prstGeom prst="rect">
            <a:avLst/>
          </a:prstGeom>
        </p:spPr>
        <p:txBody>
          <a:bodyPr wrap="square">
            <a:spAutoFit/>
          </a:bodyPr>
          <a:lstStyle/>
          <a:p>
            <a:pPr lvl="0"/>
            <a:r>
              <a:rPr lang="zh-CN" altLang="zh-CN" b="1" dirty="0">
                <a:solidFill>
                  <a:prstClr val="black"/>
                </a:solidFill>
              </a:rPr>
              <a:t>触发</a:t>
            </a:r>
            <a:r>
              <a:rPr lang="zh-CN" altLang="zh-CN" b="1" dirty="0" smtClean="0">
                <a:solidFill>
                  <a:prstClr val="black"/>
                </a:solidFill>
              </a:rPr>
              <a:t>信号</a:t>
            </a:r>
            <a:endParaRPr lang="en-US" altLang="zh-CN" b="1" dirty="0" smtClean="0">
              <a:solidFill>
                <a:prstClr val="black"/>
              </a:solidFill>
            </a:endParaRPr>
          </a:p>
          <a:p>
            <a:pPr lvl="0"/>
            <a:r>
              <a:rPr lang="zh-CN" altLang="zh-CN" b="1" dirty="0" smtClean="0">
                <a:solidFill>
                  <a:prstClr val="black"/>
                </a:solidFill>
              </a:rPr>
              <a:t>（</a:t>
            </a:r>
            <a:r>
              <a:rPr lang="zh-CN" altLang="zh-CN" b="1" dirty="0">
                <a:solidFill>
                  <a:prstClr val="black"/>
                </a:solidFill>
              </a:rPr>
              <a:t>条件）</a:t>
            </a:r>
            <a:endParaRPr lang="en-US" altLang="zh-CN" b="1" dirty="0">
              <a:solidFill>
                <a:prstClr val="black"/>
              </a:solidFill>
            </a:endParaRPr>
          </a:p>
        </p:txBody>
      </p:sp>
      <p:sp>
        <p:nvSpPr>
          <p:cNvPr id="14" name="矩形 13"/>
          <p:cNvSpPr/>
          <p:nvPr/>
        </p:nvSpPr>
        <p:spPr>
          <a:xfrm>
            <a:off x="7009784" y="3723878"/>
            <a:ext cx="1147854" cy="646331"/>
          </a:xfrm>
          <a:prstGeom prst="rect">
            <a:avLst/>
          </a:prstGeom>
        </p:spPr>
        <p:txBody>
          <a:bodyPr wrap="square">
            <a:spAutoFit/>
          </a:bodyPr>
          <a:lstStyle/>
          <a:p>
            <a:r>
              <a:rPr lang="zh-CN" altLang="zh-CN" b="1" dirty="0" smtClean="0">
                <a:solidFill>
                  <a:prstClr val="black"/>
                </a:solidFill>
              </a:rPr>
              <a:t>执行功能</a:t>
            </a:r>
            <a:r>
              <a:rPr lang="zh-CN" altLang="zh-CN" b="1" dirty="0">
                <a:solidFill>
                  <a:prstClr val="black"/>
                </a:solidFill>
              </a:rPr>
              <a:t>（动作）</a:t>
            </a:r>
            <a:endParaRPr lang="zh-CN" altLang="en-US" dirty="0"/>
          </a:p>
        </p:txBody>
      </p:sp>
      <p:sp>
        <p:nvSpPr>
          <p:cNvPr id="16" name="左弧形箭头 15"/>
          <p:cNvSpPr/>
          <p:nvPr/>
        </p:nvSpPr>
        <p:spPr>
          <a:xfrm>
            <a:off x="6129180" y="3399842"/>
            <a:ext cx="747076" cy="756084"/>
          </a:xfrm>
          <a:prstGeom prst="curvedRightArrow">
            <a:avLst>
              <a:gd name="adj1" fmla="val 9641"/>
              <a:gd name="adj2" fmla="val 50000"/>
              <a:gd name="adj3" fmla="val 25000"/>
            </a:avLst>
          </a:prstGeom>
          <a:solidFill>
            <a:schemeClr val="bg1">
              <a:lumMod val="75000"/>
            </a:schemeClr>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1600" b="1" dirty="0" smtClean="0">
              <a:solidFill>
                <a:schemeClr val="tx1"/>
              </a:solidFill>
            </a:endParaRPr>
          </a:p>
        </p:txBody>
      </p:sp>
    </p:spTree>
    <p:extLst>
      <p:ext uri="{BB962C8B-B14F-4D97-AF65-F5344CB8AC3E}">
        <p14:creationId xmlns:p14="http://schemas.microsoft.com/office/powerpoint/2010/main" val="2720387007"/>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456269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4527201" cy="461665"/>
          </a:xfrm>
          <a:prstGeom prst="rect">
            <a:avLst/>
          </a:prstGeom>
        </p:spPr>
        <p:txBody>
          <a:bodyPr wrap="none">
            <a:spAutoFit/>
          </a:bodyPr>
          <a:lstStyle/>
          <a:p>
            <a:r>
              <a:rPr lang="en-US" altLang="zh-CN" sz="2400" b="1" dirty="0" smtClean="0">
                <a:solidFill>
                  <a:schemeClr val="bg1"/>
                </a:solidFill>
                <a:latin typeface="微软雅黑" pitchFamily="34" charset="-122"/>
                <a:ea typeface="微软雅黑" pitchFamily="34" charset="-122"/>
              </a:rPr>
              <a:t>9.6  </a:t>
            </a:r>
            <a:r>
              <a:rPr lang="zh-CN" altLang="en-US" sz="2400" b="1" dirty="0" smtClean="0">
                <a:solidFill>
                  <a:schemeClr val="bg1"/>
                </a:solidFill>
                <a:latin typeface="微软雅黑" pitchFamily="34" charset="-122"/>
                <a:ea typeface="微软雅黑" pitchFamily="34" charset="-122"/>
              </a:rPr>
              <a:t>编程</a:t>
            </a:r>
            <a:r>
              <a:rPr lang="zh-CN" altLang="en-US" sz="2400" b="1" dirty="0">
                <a:solidFill>
                  <a:schemeClr val="bg1"/>
                </a:solidFill>
                <a:latin typeface="微软雅黑" pitchFamily="34" charset="-122"/>
                <a:ea typeface="微软雅黑" pitchFamily="34" charset="-122"/>
              </a:rPr>
              <a:t>思想之状态机设计思想</a:t>
            </a:r>
            <a:endParaRPr lang="zh-CN" altLang="zh-CN" sz="2400" b="1" dirty="0">
              <a:solidFill>
                <a:schemeClr val="bg1"/>
              </a:solidFill>
              <a:latin typeface="微软雅黑" pitchFamily="34" charset="-122"/>
              <a:ea typeface="微软雅黑" pitchFamily="34" charset="-122"/>
            </a:endParaRPr>
          </a:p>
        </p:txBody>
      </p:sp>
      <p:graphicFrame>
        <p:nvGraphicFramePr>
          <p:cNvPr id="17" name="图示 16"/>
          <p:cNvGraphicFramePr/>
          <p:nvPr>
            <p:extLst>
              <p:ext uri="{D42A27DB-BD31-4B8C-83A1-F6EECF244321}">
                <p14:modId xmlns:p14="http://schemas.microsoft.com/office/powerpoint/2010/main" val="1967445156"/>
              </p:ext>
            </p:extLst>
          </p:nvPr>
        </p:nvGraphicFramePr>
        <p:xfrm>
          <a:off x="1439652" y="1239602"/>
          <a:ext cx="6516724" cy="31683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79036688"/>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456269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4527201" cy="461665"/>
          </a:xfrm>
          <a:prstGeom prst="rect">
            <a:avLst/>
          </a:prstGeom>
        </p:spPr>
        <p:txBody>
          <a:bodyPr wrap="none">
            <a:spAutoFit/>
          </a:bodyPr>
          <a:lstStyle/>
          <a:p>
            <a:r>
              <a:rPr lang="en-US" altLang="zh-CN" sz="2400" b="1" dirty="0" smtClean="0">
                <a:solidFill>
                  <a:schemeClr val="bg1"/>
                </a:solidFill>
                <a:latin typeface="微软雅黑" pitchFamily="34" charset="-122"/>
                <a:ea typeface="微软雅黑" pitchFamily="34" charset="-122"/>
              </a:rPr>
              <a:t>9.6  </a:t>
            </a:r>
            <a:r>
              <a:rPr lang="zh-CN" altLang="en-US" sz="2400" b="1" dirty="0" smtClean="0">
                <a:solidFill>
                  <a:schemeClr val="bg1"/>
                </a:solidFill>
                <a:latin typeface="微软雅黑" pitchFamily="34" charset="-122"/>
                <a:ea typeface="微软雅黑" pitchFamily="34" charset="-122"/>
              </a:rPr>
              <a:t>编程</a:t>
            </a:r>
            <a:r>
              <a:rPr lang="zh-CN" altLang="en-US" sz="2400" b="1" dirty="0">
                <a:solidFill>
                  <a:schemeClr val="bg1"/>
                </a:solidFill>
                <a:latin typeface="微软雅黑" pitchFamily="34" charset="-122"/>
                <a:ea typeface="微软雅黑" pitchFamily="34" charset="-122"/>
              </a:rPr>
              <a:t>思想之状态机设计思想</a:t>
            </a:r>
            <a:endParaRPr lang="zh-CN" altLang="zh-CN" sz="2400" b="1" dirty="0">
              <a:solidFill>
                <a:schemeClr val="bg1"/>
              </a:solidFill>
              <a:latin typeface="微软雅黑" pitchFamily="34" charset="-122"/>
              <a:ea typeface="微软雅黑" pitchFamily="34" charset="-122"/>
            </a:endParaRPr>
          </a:p>
        </p:txBody>
      </p:sp>
      <p:sp>
        <p:nvSpPr>
          <p:cNvPr id="2" name="矩形 1"/>
          <p:cNvSpPr/>
          <p:nvPr/>
        </p:nvSpPr>
        <p:spPr>
          <a:xfrm>
            <a:off x="694476" y="1671650"/>
            <a:ext cx="3209239" cy="1823576"/>
          </a:xfrm>
          <a:prstGeom prst="rect">
            <a:avLst/>
          </a:prstGeom>
        </p:spPr>
        <p:txBody>
          <a:bodyPr wrap="square">
            <a:spAutoFit/>
          </a:bodyPr>
          <a:lstStyle/>
          <a:p>
            <a:pPr>
              <a:lnSpc>
                <a:spcPct val="125000"/>
              </a:lnSpc>
            </a:pPr>
            <a:r>
              <a:rPr lang="zh-CN" altLang="en-US" b="1" dirty="0" smtClean="0"/>
              <a:t>     基于</a:t>
            </a:r>
            <a:r>
              <a:rPr lang="zh-CN" altLang="en-US" b="1" dirty="0"/>
              <a:t>状态机设计思想实现按键处理程序，利用定时器每隔</a:t>
            </a:r>
            <a:r>
              <a:rPr lang="en-US" altLang="zh-CN" b="1" dirty="0"/>
              <a:t>20ms</a:t>
            </a:r>
            <a:r>
              <a:rPr lang="zh-CN" altLang="en-US" b="1" dirty="0"/>
              <a:t>产生一次中断，在定时中断服务程序中调用按键状态</a:t>
            </a:r>
            <a:r>
              <a:rPr lang="zh-CN" altLang="en-US" b="1" dirty="0" smtClean="0"/>
              <a:t>转换程序。</a:t>
            </a:r>
            <a:endParaRPr lang="zh-CN" altLang="en-US" b="1" dirty="0"/>
          </a:p>
        </p:txBody>
      </p:sp>
      <p:graphicFrame>
        <p:nvGraphicFramePr>
          <p:cNvPr id="6" name="图示 5"/>
          <p:cNvGraphicFramePr/>
          <p:nvPr>
            <p:extLst>
              <p:ext uri="{D42A27DB-BD31-4B8C-83A1-F6EECF244321}">
                <p14:modId xmlns:p14="http://schemas.microsoft.com/office/powerpoint/2010/main" val="1342606783"/>
              </p:ext>
            </p:extLst>
          </p:nvPr>
        </p:nvGraphicFramePr>
        <p:xfrm>
          <a:off x="4139952" y="1013777"/>
          <a:ext cx="4104456" cy="31393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63357053"/>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456269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4527201" cy="461665"/>
          </a:xfrm>
          <a:prstGeom prst="rect">
            <a:avLst/>
          </a:prstGeom>
        </p:spPr>
        <p:txBody>
          <a:bodyPr wrap="none">
            <a:spAutoFit/>
          </a:bodyPr>
          <a:lstStyle/>
          <a:p>
            <a:r>
              <a:rPr lang="en-US" altLang="zh-CN" sz="2400" b="1" dirty="0" smtClean="0">
                <a:solidFill>
                  <a:schemeClr val="bg1"/>
                </a:solidFill>
                <a:latin typeface="微软雅黑" pitchFamily="34" charset="-122"/>
                <a:ea typeface="微软雅黑" pitchFamily="34" charset="-122"/>
              </a:rPr>
              <a:t>9.6  </a:t>
            </a:r>
            <a:r>
              <a:rPr lang="zh-CN" altLang="en-US" sz="2400" b="1" dirty="0" smtClean="0">
                <a:solidFill>
                  <a:schemeClr val="bg1"/>
                </a:solidFill>
                <a:latin typeface="微软雅黑" pitchFamily="34" charset="-122"/>
                <a:ea typeface="微软雅黑" pitchFamily="34" charset="-122"/>
              </a:rPr>
              <a:t>编程</a:t>
            </a:r>
            <a:r>
              <a:rPr lang="zh-CN" altLang="en-US" sz="2400" b="1" dirty="0">
                <a:solidFill>
                  <a:schemeClr val="bg1"/>
                </a:solidFill>
                <a:latin typeface="微软雅黑" pitchFamily="34" charset="-122"/>
                <a:ea typeface="微软雅黑" pitchFamily="34" charset="-122"/>
              </a:rPr>
              <a:t>思想之状态机设计思想</a:t>
            </a:r>
            <a:endParaRPr lang="zh-CN" altLang="zh-CN" sz="2400" b="1" dirty="0">
              <a:solidFill>
                <a:schemeClr val="bg1"/>
              </a:solidFill>
              <a:latin typeface="微软雅黑" pitchFamily="34" charset="-122"/>
              <a:ea typeface="微软雅黑" pitchFamily="34"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1730151412"/>
              </p:ext>
            </p:extLst>
          </p:nvPr>
        </p:nvGraphicFramePr>
        <p:xfrm>
          <a:off x="1079612" y="1095586"/>
          <a:ext cx="7164797" cy="3516923"/>
        </p:xfrm>
        <a:graphic>
          <a:graphicData uri="http://schemas.openxmlformats.org/drawingml/2006/table">
            <a:tbl>
              <a:tblPr>
                <a:tableStyleId>{5C22544A-7EE6-4342-B048-85BDC9FD1C3A}</a:tableStyleId>
              </a:tblPr>
              <a:tblGrid>
                <a:gridCol w="1296144"/>
                <a:gridCol w="3005010"/>
                <a:gridCol w="1612743"/>
                <a:gridCol w="1250900"/>
              </a:tblGrid>
              <a:tr h="360040">
                <a:tc>
                  <a:txBody>
                    <a:bodyPr/>
                    <a:lstStyle/>
                    <a:p>
                      <a:pPr algn="ctr">
                        <a:lnSpc>
                          <a:spcPts val="1400"/>
                        </a:lnSpc>
                        <a:spcAft>
                          <a:spcPts val="0"/>
                        </a:spcAft>
                      </a:pPr>
                      <a:r>
                        <a:rPr lang="zh-CN" sz="1600" b="1" kern="100" dirty="0">
                          <a:effectLst/>
                        </a:rPr>
                        <a:t>现态</a:t>
                      </a:r>
                      <a:endParaRPr lang="zh-CN" sz="1600" b="1" kern="750" dirty="0">
                        <a:effectLst/>
                        <a:latin typeface="Arial"/>
                        <a:ea typeface="黑体"/>
                        <a:cs typeface="Times New Roman"/>
                      </a:endParaRPr>
                    </a:p>
                  </a:txBody>
                  <a:tcPr marL="68580" marR="68580" marT="0" marB="0" anchor="ctr">
                    <a:solidFill>
                      <a:schemeClr val="accent5">
                        <a:lumMod val="40000"/>
                        <a:lumOff val="60000"/>
                      </a:schemeClr>
                    </a:solidFill>
                  </a:tcPr>
                </a:tc>
                <a:tc>
                  <a:txBody>
                    <a:bodyPr/>
                    <a:lstStyle/>
                    <a:p>
                      <a:pPr algn="ctr">
                        <a:lnSpc>
                          <a:spcPts val="1400"/>
                        </a:lnSpc>
                        <a:spcAft>
                          <a:spcPts val="0"/>
                        </a:spcAft>
                      </a:pPr>
                      <a:r>
                        <a:rPr lang="zh-CN" sz="1600" b="1" kern="100" dirty="0">
                          <a:effectLst/>
                        </a:rPr>
                        <a:t>输入</a:t>
                      </a:r>
                      <a:endParaRPr lang="zh-CN" sz="1600" b="1" kern="750" dirty="0">
                        <a:effectLst/>
                        <a:latin typeface="Arial"/>
                        <a:ea typeface="黑体"/>
                        <a:cs typeface="Times New Roman"/>
                      </a:endParaRPr>
                    </a:p>
                  </a:txBody>
                  <a:tcPr marL="68580" marR="68580" marT="0" marB="0" anchor="ctr">
                    <a:solidFill>
                      <a:schemeClr val="accent5">
                        <a:lumMod val="40000"/>
                        <a:lumOff val="60000"/>
                      </a:schemeClr>
                    </a:solidFill>
                  </a:tcPr>
                </a:tc>
                <a:tc>
                  <a:txBody>
                    <a:bodyPr/>
                    <a:lstStyle/>
                    <a:p>
                      <a:pPr algn="ctr">
                        <a:lnSpc>
                          <a:spcPts val="1400"/>
                        </a:lnSpc>
                        <a:spcAft>
                          <a:spcPts val="0"/>
                        </a:spcAft>
                      </a:pPr>
                      <a:r>
                        <a:rPr lang="zh-CN" sz="1600" b="1" kern="100" dirty="0">
                          <a:effectLst/>
                        </a:rPr>
                        <a:t>次态</a:t>
                      </a:r>
                      <a:endParaRPr lang="zh-CN" sz="1600" b="1" kern="750" dirty="0">
                        <a:effectLst/>
                        <a:latin typeface="Arial"/>
                        <a:ea typeface="黑体"/>
                        <a:cs typeface="Times New Roman"/>
                      </a:endParaRPr>
                    </a:p>
                  </a:txBody>
                  <a:tcPr marL="68580" marR="68580" marT="0" marB="0" anchor="ctr">
                    <a:solidFill>
                      <a:schemeClr val="accent5">
                        <a:lumMod val="40000"/>
                        <a:lumOff val="60000"/>
                      </a:schemeClr>
                    </a:solidFill>
                  </a:tcPr>
                </a:tc>
                <a:tc>
                  <a:txBody>
                    <a:bodyPr/>
                    <a:lstStyle/>
                    <a:p>
                      <a:pPr algn="ctr">
                        <a:lnSpc>
                          <a:spcPts val="1400"/>
                        </a:lnSpc>
                        <a:spcAft>
                          <a:spcPts val="0"/>
                        </a:spcAft>
                      </a:pPr>
                      <a:r>
                        <a:rPr lang="zh-CN" sz="1600" b="1" kern="100" dirty="0">
                          <a:effectLst/>
                        </a:rPr>
                        <a:t>输出</a:t>
                      </a:r>
                      <a:endParaRPr lang="zh-CN" sz="1600" b="1" kern="750" dirty="0">
                        <a:effectLst/>
                        <a:latin typeface="Arial"/>
                        <a:ea typeface="黑体"/>
                        <a:cs typeface="Times New Roman"/>
                      </a:endParaRPr>
                    </a:p>
                  </a:txBody>
                  <a:tcPr marL="68580" marR="68580" marT="0" marB="0" anchor="ctr">
                    <a:solidFill>
                      <a:schemeClr val="accent5">
                        <a:lumMod val="40000"/>
                        <a:lumOff val="60000"/>
                      </a:schemeClr>
                    </a:solidFill>
                  </a:tcPr>
                </a:tc>
              </a:tr>
              <a:tr h="625477">
                <a:tc rowSpan="2">
                  <a:txBody>
                    <a:bodyPr/>
                    <a:lstStyle/>
                    <a:p>
                      <a:pPr algn="just">
                        <a:lnSpc>
                          <a:spcPts val="1400"/>
                        </a:lnSpc>
                        <a:spcAft>
                          <a:spcPts val="0"/>
                        </a:spcAft>
                      </a:pPr>
                      <a:r>
                        <a:rPr lang="en-US" sz="1600" b="1" kern="100">
                          <a:effectLst/>
                        </a:rPr>
                        <a:t>KEY_NULL</a:t>
                      </a:r>
                      <a:endParaRPr lang="zh-CN" sz="1600" b="1" kern="750">
                        <a:effectLst/>
                        <a:latin typeface="Calibri"/>
                        <a:ea typeface="宋体"/>
                        <a:cs typeface="Times New Roman"/>
                      </a:endParaRPr>
                    </a:p>
                  </a:txBody>
                  <a:tcPr marL="68580" marR="68580" marT="0" marB="0" anchor="ctr"/>
                </a:tc>
                <a:tc>
                  <a:txBody>
                    <a:bodyPr/>
                    <a:lstStyle/>
                    <a:p>
                      <a:pPr algn="just">
                        <a:lnSpc>
                          <a:spcPts val="1400"/>
                        </a:lnSpc>
                        <a:spcAft>
                          <a:spcPts val="0"/>
                        </a:spcAft>
                      </a:pPr>
                      <a:r>
                        <a:rPr lang="zh-CN" sz="1600" b="1" kern="100" dirty="0">
                          <a:effectLst/>
                        </a:rPr>
                        <a:t>按键按下（按键端口电平为</a:t>
                      </a:r>
                      <a:r>
                        <a:rPr lang="en-US" sz="1600" b="1" kern="100" dirty="0">
                          <a:effectLst/>
                        </a:rPr>
                        <a:t>0</a:t>
                      </a:r>
                      <a:r>
                        <a:rPr lang="zh-CN" sz="1600" b="1" kern="100" dirty="0">
                          <a:effectLst/>
                        </a:rPr>
                        <a:t>）</a:t>
                      </a:r>
                      <a:endParaRPr lang="zh-CN" sz="1600" b="1" kern="750" dirty="0">
                        <a:effectLst/>
                        <a:latin typeface="Calibri"/>
                        <a:ea typeface="宋体"/>
                        <a:cs typeface="Times New Roman"/>
                      </a:endParaRPr>
                    </a:p>
                  </a:txBody>
                  <a:tcPr marL="68580" marR="68580" marT="0" marB="0" anchor="ctr"/>
                </a:tc>
                <a:tc>
                  <a:txBody>
                    <a:bodyPr/>
                    <a:lstStyle/>
                    <a:p>
                      <a:pPr algn="just">
                        <a:lnSpc>
                          <a:spcPts val="1400"/>
                        </a:lnSpc>
                        <a:spcAft>
                          <a:spcPts val="0"/>
                        </a:spcAft>
                      </a:pPr>
                      <a:r>
                        <a:rPr lang="en-US" sz="1600" b="1" kern="100">
                          <a:effectLst/>
                        </a:rPr>
                        <a:t>KEY_DOWN</a:t>
                      </a:r>
                      <a:endParaRPr lang="zh-CN" sz="1600" b="1" kern="750">
                        <a:effectLst/>
                        <a:latin typeface="Calibri"/>
                        <a:ea typeface="宋体"/>
                        <a:cs typeface="Times New Roman"/>
                      </a:endParaRPr>
                    </a:p>
                  </a:txBody>
                  <a:tcPr marL="68580" marR="68580" marT="0" marB="0" anchor="ctr"/>
                </a:tc>
                <a:tc>
                  <a:txBody>
                    <a:bodyPr/>
                    <a:lstStyle/>
                    <a:p>
                      <a:pPr algn="just">
                        <a:lnSpc>
                          <a:spcPts val="1400"/>
                        </a:lnSpc>
                        <a:spcAft>
                          <a:spcPts val="0"/>
                        </a:spcAft>
                      </a:pPr>
                      <a:r>
                        <a:rPr lang="en-US" sz="1600" b="1" kern="100">
                          <a:effectLst/>
                        </a:rPr>
                        <a:t> </a:t>
                      </a:r>
                      <a:endParaRPr lang="zh-CN" sz="1600" b="1" kern="750">
                        <a:effectLst/>
                        <a:latin typeface="Calibri"/>
                        <a:ea typeface="宋体"/>
                        <a:cs typeface="Times New Roman"/>
                      </a:endParaRPr>
                    </a:p>
                  </a:txBody>
                  <a:tcPr marL="68580" marR="68580" marT="0" marB="0" anchor="ctr"/>
                </a:tc>
              </a:tr>
              <a:tr h="625477">
                <a:tc vMerge="1">
                  <a:txBody>
                    <a:bodyPr/>
                    <a:lstStyle/>
                    <a:p>
                      <a:endParaRPr lang="zh-CN" altLang="en-US"/>
                    </a:p>
                  </a:txBody>
                  <a:tcPr/>
                </a:tc>
                <a:tc>
                  <a:txBody>
                    <a:bodyPr/>
                    <a:lstStyle/>
                    <a:p>
                      <a:pPr algn="just">
                        <a:lnSpc>
                          <a:spcPts val="1400"/>
                        </a:lnSpc>
                        <a:spcAft>
                          <a:spcPts val="0"/>
                        </a:spcAft>
                      </a:pPr>
                      <a:r>
                        <a:rPr lang="zh-CN" sz="1600" b="1" kern="100" dirty="0">
                          <a:effectLst/>
                        </a:rPr>
                        <a:t>按键按下（按键端口电平为</a:t>
                      </a:r>
                      <a:r>
                        <a:rPr lang="en-US" sz="1600" b="1" kern="100" dirty="0">
                          <a:effectLst/>
                        </a:rPr>
                        <a:t>1</a:t>
                      </a:r>
                      <a:r>
                        <a:rPr lang="zh-CN" sz="1600" b="1" kern="100" dirty="0">
                          <a:effectLst/>
                        </a:rPr>
                        <a:t>）</a:t>
                      </a:r>
                      <a:endParaRPr lang="zh-CN" sz="1600" b="1" kern="750" dirty="0">
                        <a:effectLst/>
                        <a:latin typeface="Calibri"/>
                        <a:ea typeface="宋体"/>
                        <a:cs typeface="Times New Roman"/>
                      </a:endParaRPr>
                    </a:p>
                  </a:txBody>
                  <a:tcPr marL="68580" marR="68580" marT="0" marB="0" anchor="ctr"/>
                </a:tc>
                <a:tc>
                  <a:txBody>
                    <a:bodyPr/>
                    <a:lstStyle/>
                    <a:p>
                      <a:pPr algn="just">
                        <a:lnSpc>
                          <a:spcPts val="1400"/>
                        </a:lnSpc>
                        <a:spcAft>
                          <a:spcPts val="0"/>
                        </a:spcAft>
                      </a:pPr>
                      <a:r>
                        <a:rPr lang="en-US" sz="1600" b="1" kern="100">
                          <a:effectLst/>
                        </a:rPr>
                        <a:t>KEY_NULL</a:t>
                      </a:r>
                      <a:endParaRPr lang="zh-CN" sz="1600" b="1" kern="750">
                        <a:effectLst/>
                        <a:latin typeface="Calibri"/>
                        <a:ea typeface="宋体"/>
                        <a:cs typeface="Times New Roman"/>
                      </a:endParaRPr>
                    </a:p>
                  </a:txBody>
                  <a:tcPr marL="68580" marR="68580" marT="0" marB="0" anchor="ctr"/>
                </a:tc>
                <a:tc>
                  <a:txBody>
                    <a:bodyPr/>
                    <a:lstStyle/>
                    <a:p>
                      <a:pPr algn="just">
                        <a:lnSpc>
                          <a:spcPts val="1400"/>
                        </a:lnSpc>
                        <a:spcAft>
                          <a:spcPts val="0"/>
                        </a:spcAft>
                      </a:pPr>
                      <a:r>
                        <a:rPr lang="en-US" sz="1600" b="1" kern="100">
                          <a:effectLst/>
                        </a:rPr>
                        <a:t> </a:t>
                      </a:r>
                      <a:endParaRPr lang="zh-CN" sz="1600" b="1" kern="750">
                        <a:effectLst/>
                        <a:latin typeface="Calibri"/>
                        <a:ea typeface="宋体"/>
                        <a:cs typeface="Times New Roman"/>
                      </a:endParaRPr>
                    </a:p>
                  </a:txBody>
                  <a:tcPr marL="68580" marR="68580" marT="0" marB="0" anchor="ctr"/>
                </a:tc>
              </a:tr>
              <a:tr h="324076">
                <a:tc rowSpan="2">
                  <a:txBody>
                    <a:bodyPr/>
                    <a:lstStyle/>
                    <a:p>
                      <a:pPr algn="just">
                        <a:lnSpc>
                          <a:spcPts val="1400"/>
                        </a:lnSpc>
                        <a:spcAft>
                          <a:spcPts val="0"/>
                        </a:spcAft>
                      </a:pPr>
                      <a:r>
                        <a:rPr lang="en-US" sz="1600" b="1" kern="100">
                          <a:effectLst/>
                        </a:rPr>
                        <a:t>KEY_DOWN</a:t>
                      </a:r>
                      <a:endParaRPr lang="zh-CN" sz="1600" b="1" kern="750">
                        <a:effectLst/>
                        <a:latin typeface="Calibri"/>
                        <a:ea typeface="宋体"/>
                        <a:cs typeface="Times New Roman"/>
                      </a:endParaRPr>
                    </a:p>
                  </a:txBody>
                  <a:tcPr marL="68580" marR="68580" marT="0" marB="0" anchor="ctr"/>
                </a:tc>
                <a:tc>
                  <a:txBody>
                    <a:bodyPr/>
                    <a:lstStyle/>
                    <a:p>
                      <a:pPr algn="just">
                        <a:lnSpc>
                          <a:spcPts val="1400"/>
                        </a:lnSpc>
                        <a:spcAft>
                          <a:spcPts val="0"/>
                        </a:spcAft>
                      </a:pPr>
                      <a:r>
                        <a:rPr lang="zh-CN" sz="1600" b="1" kern="100" dirty="0">
                          <a:effectLst/>
                        </a:rPr>
                        <a:t>按键输入信号为</a:t>
                      </a:r>
                      <a:r>
                        <a:rPr lang="en-US" sz="1600" b="1" kern="100" dirty="0">
                          <a:effectLst/>
                        </a:rPr>
                        <a:t>1</a:t>
                      </a:r>
                      <a:endParaRPr lang="zh-CN" sz="1600" b="1" kern="750" dirty="0">
                        <a:effectLst/>
                        <a:latin typeface="Calibri"/>
                        <a:ea typeface="宋体"/>
                        <a:cs typeface="Times New Roman"/>
                      </a:endParaRPr>
                    </a:p>
                  </a:txBody>
                  <a:tcPr marL="68580" marR="68580" marT="0" marB="0" anchor="ctr"/>
                </a:tc>
                <a:tc>
                  <a:txBody>
                    <a:bodyPr/>
                    <a:lstStyle/>
                    <a:p>
                      <a:pPr algn="just">
                        <a:lnSpc>
                          <a:spcPts val="1400"/>
                        </a:lnSpc>
                        <a:spcAft>
                          <a:spcPts val="0"/>
                        </a:spcAft>
                      </a:pPr>
                      <a:r>
                        <a:rPr lang="en-US" sz="1600" b="1" kern="100">
                          <a:effectLst/>
                        </a:rPr>
                        <a:t>KEY_NULL</a:t>
                      </a:r>
                      <a:endParaRPr lang="zh-CN" sz="1600" b="1" kern="750">
                        <a:effectLst/>
                        <a:latin typeface="Calibri"/>
                        <a:ea typeface="宋体"/>
                        <a:cs typeface="Times New Roman"/>
                      </a:endParaRPr>
                    </a:p>
                  </a:txBody>
                  <a:tcPr marL="68580" marR="68580" marT="0" marB="0" anchor="ctr"/>
                </a:tc>
                <a:tc>
                  <a:txBody>
                    <a:bodyPr/>
                    <a:lstStyle/>
                    <a:p>
                      <a:pPr algn="just">
                        <a:lnSpc>
                          <a:spcPts val="1400"/>
                        </a:lnSpc>
                        <a:spcAft>
                          <a:spcPts val="0"/>
                        </a:spcAft>
                      </a:pPr>
                      <a:r>
                        <a:rPr lang="en-US" sz="1600" b="1" kern="100">
                          <a:effectLst/>
                        </a:rPr>
                        <a:t> </a:t>
                      </a:r>
                      <a:endParaRPr lang="zh-CN" sz="1600" b="1" kern="750">
                        <a:effectLst/>
                        <a:latin typeface="Calibri"/>
                        <a:ea typeface="宋体"/>
                        <a:cs typeface="Times New Roman"/>
                      </a:endParaRPr>
                    </a:p>
                  </a:txBody>
                  <a:tcPr marL="68580" marR="68580" marT="0" marB="0" anchor="ctr"/>
                </a:tc>
              </a:tr>
              <a:tr h="933701">
                <a:tc vMerge="1">
                  <a:txBody>
                    <a:bodyPr/>
                    <a:lstStyle/>
                    <a:p>
                      <a:endParaRPr lang="zh-CN" altLang="en-US"/>
                    </a:p>
                  </a:txBody>
                  <a:tcPr/>
                </a:tc>
                <a:tc>
                  <a:txBody>
                    <a:bodyPr/>
                    <a:lstStyle/>
                    <a:p>
                      <a:pPr algn="just">
                        <a:lnSpc>
                          <a:spcPts val="1400"/>
                        </a:lnSpc>
                        <a:spcAft>
                          <a:spcPts val="0"/>
                        </a:spcAft>
                      </a:pPr>
                      <a:r>
                        <a:rPr lang="zh-CN" sz="1600" b="1" kern="100" dirty="0">
                          <a:effectLst/>
                        </a:rPr>
                        <a:t>按键输入信号为</a:t>
                      </a:r>
                      <a:r>
                        <a:rPr lang="en-US" sz="1600" b="1" kern="100" dirty="0">
                          <a:effectLst/>
                        </a:rPr>
                        <a:t>0</a:t>
                      </a:r>
                      <a:endParaRPr lang="zh-CN" sz="1600" b="1" kern="750" dirty="0">
                        <a:effectLst/>
                        <a:latin typeface="Calibri"/>
                        <a:ea typeface="宋体"/>
                        <a:cs typeface="Times New Roman"/>
                      </a:endParaRPr>
                    </a:p>
                  </a:txBody>
                  <a:tcPr marL="68580" marR="68580" marT="0" marB="0" anchor="ctr"/>
                </a:tc>
                <a:tc>
                  <a:txBody>
                    <a:bodyPr/>
                    <a:lstStyle/>
                    <a:p>
                      <a:pPr algn="just">
                        <a:lnSpc>
                          <a:spcPts val="1400"/>
                        </a:lnSpc>
                        <a:spcAft>
                          <a:spcPts val="0"/>
                        </a:spcAft>
                      </a:pPr>
                      <a:r>
                        <a:rPr lang="en-US" sz="1600" b="1" kern="100" dirty="0">
                          <a:effectLst/>
                        </a:rPr>
                        <a:t>KEY_RELEASE</a:t>
                      </a:r>
                      <a:endParaRPr lang="zh-CN" sz="1600" b="1" kern="750" dirty="0">
                        <a:effectLst/>
                        <a:latin typeface="Calibri"/>
                        <a:ea typeface="宋体"/>
                        <a:cs typeface="Times New Roman"/>
                      </a:endParaRPr>
                    </a:p>
                  </a:txBody>
                  <a:tcPr marL="68580" marR="68580" marT="0" marB="0" anchor="ctr"/>
                </a:tc>
                <a:tc>
                  <a:txBody>
                    <a:bodyPr/>
                    <a:lstStyle/>
                    <a:p>
                      <a:pPr algn="just">
                        <a:lnSpc>
                          <a:spcPct val="125000"/>
                        </a:lnSpc>
                        <a:spcAft>
                          <a:spcPts val="0"/>
                        </a:spcAft>
                      </a:pPr>
                      <a:r>
                        <a:rPr lang="zh-CN" sz="1600" b="1" kern="100" dirty="0">
                          <a:effectLst/>
                        </a:rPr>
                        <a:t>产生相应的按键标志</a:t>
                      </a:r>
                      <a:endParaRPr lang="zh-CN" sz="1600" b="1" kern="750" dirty="0">
                        <a:effectLst/>
                        <a:latin typeface="Calibri"/>
                        <a:ea typeface="宋体"/>
                        <a:cs typeface="Times New Roman"/>
                      </a:endParaRPr>
                    </a:p>
                  </a:txBody>
                  <a:tcPr marL="68580" marR="68580" marT="0" marB="0" anchor="ctr"/>
                </a:tc>
              </a:tr>
              <a:tr h="324076">
                <a:tc rowSpan="2">
                  <a:txBody>
                    <a:bodyPr/>
                    <a:lstStyle/>
                    <a:p>
                      <a:pPr algn="just">
                        <a:lnSpc>
                          <a:spcPts val="1400"/>
                        </a:lnSpc>
                        <a:spcAft>
                          <a:spcPts val="0"/>
                        </a:spcAft>
                      </a:pPr>
                      <a:r>
                        <a:rPr lang="en-US" sz="1600" b="1" kern="100">
                          <a:effectLst/>
                        </a:rPr>
                        <a:t>KEY_RELEASE</a:t>
                      </a:r>
                      <a:endParaRPr lang="zh-CN" sz="1600" b="1" kern="750">
                        <a:effectLst/>
                        <a:latin typeface="Calibri"/>
                        <a:ea typeface="宋体"/>
                        <a:cs typeface="Times New Roman"/>
                      </a:endParaRPr>
                    </a:p>
                  </a:txBody>
                  <a:tcPr marL="68580" marR="68580" marT="0" marB="0" anchor="ctr"/>
                </a:tc>
                <a:tc>
                  <a:txBody>
                    <a:bodyPr/>
                    <a:lstStyle/>
                    <a:p>
                      <a:pPr algn="just">
                        <a:lnSpc>
                          <a:spcPts val="1400"/>
                        </a:lnSpc>
                        <a:spcAft>
                          <a:spcPts val="0"/>
                        </a:spcAft>
                      </a:pPr>
                      <a:r>
                        <a:rPr lang="zh-CN" sz="1600" b="1" kern="100">
                          <a:effectLst/>
                        </a:rPr>
                        <a:t>按键输入信号为</a:t>
                      </a:r>
                      <a:r>
                        <a:rPr lang="en-US" sz="1600" b="1" kern="100">
                          <a:effectLst/>
                        </a:rPr>
                        <a:t>1</a:t>
                      </a:r>
                      <a:endParaRPr lang="zh-CN" sz="1600" b="1" kern="750">
                        <a:effectLst/>
                        <a:latin typeface="Calibri"/>
                        <a:ea typeface="宋体"/>
                        <a:cs typeface="Times New Roman"/>
                      </a:endParaRPr>
                    </a:p>
                  </a:txBody>
                  <a:tcPr marL="68580" marR="68580" marT="0" marB="0" anchor="ctr"/>
                </a:tc>
                <a:tc>
                  <a:txBody>
                    <a:bodyPr/>
                    <a:lstStyle/>
                    <a:p>
                      <a:pPr algn="just">
                        <a:lnSpc>
                          <a:spcPts val="1400"/>
                        </a:lnSpc>
                        <a:spcAft>
                          <a:spcPts val="0"/>
                        </a:spcAft>
                      </a:pPr>
                      <a:r>
                        <a:rPr lang="en-US" sz="1600" b="1" kern="100" dirty="0">
                          <a:effectLst/>
                        </a:rPr>
                        <a:t>KEY_NULL</a:t>
                      </a:r>
                      <a:endParaRPr lang="zh-CN" sz="1600" b="1" kern="750" dirty="0">
                        <a:effectLst/>
                        <a:latin typeface="Calibri"/>
                        <a:ea typeface="宋体"/>
                        <a:cs typeface="Times New Roman"/>
                      </a:endParaRPr>
                    </a:p>
                  </a:txBody>
                  <a:tcPr marL="68580" marR="68580" marT="0" marB="0" anchor="ctr"/>
                </a:tc>
                <a:tc>
                  <a:txBody>
                    <a:bodyPr/>
                    <a:lstStyle/>
                    <a:p>
                      <a:pPr algn="just">
                        <a:lnSpc>
                          <a:spcPts val="1400"/>
                        </a:lnSpc>
                        <a:spcAft>
                          <a:spcPts val="0"/>
                        </a:spcAft>
                      </a:pPr>
                      <a:r>
                        <a:rPr lang="en-US" sz="1600" b="1" kern="100" dirty="0">
                          <a:effectLst/>
                        </a:rPr>
                        <a:t> </a:t>
                      </a:r>
                      <a:endParaRPr lang="zh-CN" sz="1600" b="1" kern="750" dirty="0">
                        <a:effectLst/>
                        <a:latin typeface="Calibri"/>
                        <a:ea typeface="宋体"/>
                        <a:cs typeface="Times New Roman"/>
                      </a:endParaRPr>
                    </a:p>
                  </a:txBody>
                  <a:tcPr marL="68580" marR="68580" marT="0" marB="0" anchor="ctr"/>
                </a:tc>
              </a:tr>
              <a:tr h="324076">
                <a:tc vMerge="1">
                  <a:txBody>
                    <a:bodyPr/>
                    <a:lstStyle/>
                    <a:p>
                      <a:endParaRPr lang="zh-CN" altLang="en-US"/>
                    </a:p>
                  </a:txBody>
                  <a:tcPr/>
                </a:tc>
                <a:tc>
                  <a:txBody>
                    <a:bodyPr/>
                    <a:lstStyle/>
                    <a:p>
                      <a:pPr algn="just">
                        <a:lnSpc>
                          <a:spcPts val="1400"/>
                        </a:lnSpc>
                        <a:spcAft>
                          <a:spcPts val="0"/>
                        </a:spcAft>
                      </a:pPr>
                      <a:r>
                        <a:rPr lang="zh-CN" sz="1600" b="1" kern="100" dirty="0">
                          <a:effectLst/>
                        </a:rPr>
                        <a:t>按键输入信号为</a:t>
                      </a:r>
                      <a:r>
                        <a:rPr lang="en-US" sz="1600" b="1" kern="100" dirty="0">
                          <a:effectLst/>
                        </a:rPr>
                        <a:t>0</a:t>
                      </a:r>
                      <a:endParaRPr lang="zh-CN" sz="1600" b="1" kern="750" dirty="0">
                        <a:effectLst/>
                        <a:latin typeface="Calibri"/>
                        <a:ea typeface="宋体"/>
                        <a:cs typeface="Times New Roman"/>
                      </a:endParaRPr>
                    </a:p>
                  </a:txBody>
                  <a:tcPr marL="68580" marR="68580" marT="0" marB="0" anchor="ctr"/>
                </a:tc>
                <a:tc>
                  <a:txBody>
                    <a:bodyPr/>
                    <a:lstStyle/>
                    <a:p>
                      <a:pPr algn="just">
                        <a:lnSpc>
                          <a:spcPts val="1400"/>
                        </a:lnSpc>
                        <a:spcAft>
                          <a:spcPts val="0"/>
                        </a:spcAft>
                      </a:pPr>
                      <a:r>
                        <a:rPr lang="en-US" sz="1600" b="1" kern="100" dirty="0">
                          <a:effectLst/>
                        </a:rPr>
                        <a:t>KEY_RELEASE</a:t>
                      </a:r>
                      <a:endParaRPr lang="zh-CN" sz="1600" b="1" kern="750" dirty="0">
                        <a:effectLst/>
                        <a:latin typeface="Calibri"/>
                        <a:ea typeface="宋体"/>
                        <a:cs typeface="Times New Roman"/>
                      </a:endParaRPr>
                    </a:p>
                  </a:txBody>
                  <a:tcPr marL="68580" marR="68580" marT="0" marB="0" anchor="ctr"/>
                </a:tc>
                <a:tc>
                  <a:txBody>
                    <a:bodyPr/>
                    <a:lstStyle/>
                    <a:p>
                      <a:pPr algn="just">
                        <a:lnSpc>
                          <a:spcPts val="1400"/>
                        </a:lnSpc>
                        <a:spcAft>
                          <a:spcPts val="0"/>
                        </a:spcAft>
                      </a:pPr>
                      <a:r>
                        <a:rPr lang="en-US" sz="1600" b="1" kern="100" dirty="0">
                          <a:effectLst/>
                        </a:rPr>
                        <a:t> </a:t>
                      </a:r>
                      <a:endParaRPr lang="zh-CN" sz="1600" b="1" kern="750" dirty="0">
                        <a:effectLst/>
                        <a:latin typeface="Calibri"/>
                        <a:ea typeface="宋体"/>
                        <a:cs typeface="Times New Roman"/>
                      </a:endParaRPr>
                    </a:p>
                  </a:txBody>
                  <a:tcPr marL="68580" marR="68580" marT="0" marB="0" anchor="ctr"/>
                </a:tc>
              </a:tr>
            </a:tbl>
          </a:graphicData>
        </a:graphic>
      </p:graphicFrame>
      <p:sp>
        <p:nvSpPr>
          <p:cNvPr id="7" name="矩形 6"/>
          <p:cNvSpPr/>
          <p:nvPr/>
        </p:nvSpPr>
        <p:spPr>
          <a:xfrm>
            <a:off x="5400092" y="399844"/>
            <a:ext cx="1569660" cy="369332"/>
          </a:xfrm>
          <a:prstGeom prst="rect">
            <a:avLst/>
          </a:prstGeom>
        </p:spPr>
        <p:txBody>
          <a:bodyPr wrap="none">
            <a:spAutoFit/>
          </a:bodyPr>
          <a:lstStyle/>
          <a:p>
            <a:r>
              <a:rPr lang="zh-CN" altLang="zh-CN" b="1" dirty="0">
                <a:solidFill>
                  <a:schemeClr val="accent6">
                    <a:lumMod val="75000"/>
                  </a:schemeClr>
                </a:solidFill>
              </a:rPr>
              <a:t>按键状态转换</a:t>
            </a:r>
            <a:endParaRPr lang="zh-CN" altLang="en-US" b="1" dirty="0">
              <a:solidFill>
                <a:schemeClr val="accent6">
                  <a:lumMod val="75000"/>
                </a:schemeClr>
              </a:solidFill>
            </a:endParaRPr>
          </a:p>
        </p:txBody>
      </p:sp>
    </p:spTree>
    <p:extLst>
      <p:ext uri="{BB962C8B-B14F-4D97-AF65-F5344CB8AC3E}">
        <p14:creationId xmlns:p14="http://schemas.microsoft.com/office/powerpoint/2010/main" val="2297958999"/>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456269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4527201" cy="461665"/>
          </a:xfrm>
          <a:prstGeom prst="rect">
            <a:avLst/>
          </a:prstGeom>
        </p:spPr>
        <p:txBody>
          <a:bodyPr wrap="none">
            <a:spAutoFit/>
          </a:bodyPr>
          <a:lstStyle/>
          <a:p>
            <a:r>
              <a:rPr lang="en-US" altLang="zh-CN" sz="2400" b="1" dirty="0" smtClean="0">
                <a:solidFill>
                  <a:schemeClr val="bg1"/>
                </a:solidFill>
                <a:latin typeface="微软雅黑" pitchFamily="34" charset="-122"/>
                <a:ea typeface="微软雅黑" pitchFamily="34" charset="-122"/>
              </a:rPr>
              <a:t>9.6  </a:t>
            </a:r>
            <a:r>
              <a:rPr lang="zh-CN" altLang="en-US" sz="2400" b="1" dirty="0" smtClean="0">
                <a:solidFill>
                  <a:schemeClr val="bg1"/>
                </a:solidFill>
                <a:latin typeface="微软雅黑" pitchFamily="34" charset="-122"/>
                <a:ea typeface="微软雅黑" pitchFamily="34" charset="-122"/>
              </a:rPr>
              <a:t>编程</a:t>
            </a:r>
            <a:r>
              <a:rPr lang="zh-CN" altLang="en-US" sz="2400" b="1" dirty="0">
                <a:solidFill>
                  <a:schemeClr val="bg1"/>
                </a:solidFill>
                <a:latin typeface="微软雅黑" pitchFamily="34" charset="-122"/>
                <a:ea typeface="微软雅黑" pitchFamily="34" charset="-122"/>
              </a:rPr>
              <a:t>思想之状态机设计思想</a:t>
            </a:r>
            <a:endParaRPr lang="zh-CN" altLang="zh-CN" sz="2400" b="1" dirty="0">
              <a:solidFill>
                <a:schemeClr val="bg1"/>
              </a:solidFill>
              <a:latin typeface="微软雅黑" pitchFamily="34" charset="-122"/>
              <a:ea typeface="微软雅黑" pitchFamily="34" charset="-122"/>
            </a:endParaRPr>
          </a:p>
        </p:txBody>
      </p:sp>
      <p:sp>
        <p:nvSpPr>
          <p:cNvPr id="2" name="矩形 1"/>
          <p:cNvSpPr/>
          <p:nvPr/>
        </p:nvSpPr>
        <p:spPr>
          <a:xfrm>
            <a:off x="4562698" y="1157394"/>
            <a:ext cx="3327978" cy="2839495"/>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nSpc>
                <a:spcPct val="125000"/>
              </a:lnSpc>
            </a:pPr>
            <a:r>
              <a:rPr lang="en-US" altLang="zh-CN" sz="1600" dirty="0" smtClean="0"/>
              <a:t>   /* </a:t>
            </a:r>
            <a:r>
              <a:rPr lang="en-US" altLang="zh-CN" sz="1600" dirty="0"/>
              <a:t>Private </a:t>
            </a:r>
            <a:r>
              <a:rPr lang="en-US" altLang="zh-CN" sz="1600" dirty="0" err="1"/>
              <a:t>typedef</a:t>
            </a:r>
            <a:r>
              <a:rPr lang="en-US" altLang="zh-CN" sz="1600" dirty="0"/>
              <a:t> */</a:t>
            </a:r>
            <a:endParaRPr lang="zh-CN" altLang="zh-CN" sz="1600" dirty="0"/>
          </a:p>
          <a:p>
            <a:pPr>
              <a:lnSpc>
                <a:spcPct val="125000"/>
              </a:lnSpc>
            </a:pPr>
            <a:r>
              <a:rPr lang="en-US" altLang="zh-CN" sz="1600" dirty="0"/>
              <a:t>   /* USER CODE BEGIN PTD */</a:t>
            </a:r>
            <a:endParaRPr lang="zh-CN" altLang="zh-CN" sz="1600" dirty="0"/>
          </a:p>
          <a:p>
            <a:pPr>
              <a:lnSpc>
                <a:spcPct val="125000"/>
              </a:lnSpc>
            </a:pPr>
            <a:r>
              <a:rPr lang="en-US" altLang="zh-CN" sz="1600" dirty="0" err="1"/>
              <a:t>typedef</a:t>
            </a:r>
            <a:r>
              <a:rPr lang="en-US" altLang="zh-CN" sz="1600" dirty="0"/>
              <a:t> </a:t>
            </a:r>
            <a:r>
              <a:rPr lang="en-US" altLang="zh-CN" sz="1600" dirty="0" err="1"/>
              <a:t>enum</a:t>
            </a:r>
            <a:r>
              <a:rPr lang="en-US" altLang="zh-CN" sz="1600" dirty="0"/>
              <a:t> </a:t>
            </a:r>
            <a:endParaRPr lang="zh-CN" altLang="zh-CN" sz="1600" dirty="0"/>
          </a:p>
          <a:p>
            <a:pPr>
              <a:lnSpc>
                <a:spcPct val="125000"/>
              </a:lnSpc>
            </a:pPr>
            <a:r>
              <a:rPr lang="en-US" altLang="zh-CN" sz="1600" dirty="0"/>
              <a:t>{</a:t>
            </a:r>
            <a:endParaRPr lang="zh-CN" altLang="zh-CN" sz="1600" dirty="0"/>
          </a:p>
          <a:p>
            <a:pPr>
              <a:lnSpc>
                <a:spcPct val="125000"/>
              </a:lnSpc>
            </a:pPr>
            <a:r>
              <a:rPr lang="en-US" altLang="zh-CN" sz="1600" dirty="0"/>
              <a:t>    KEY_NULL = 0, //</a:t>
            </a:r>
            <a:r>
              <a:rPr lang="zh-CN" altLang="zh-CN" sz="1600" dirty="0"/>
              <a:t>按键未按下</a:t>
            </a:r>
          </a:p>
          <a:p>
            <a:pPr>
              <a:lnSpc>
                <a:spcPct val="125000"/>
              </a:lnSpc>
            </a:pPr>
            <a:r>
              <a:rPr lang="en-US" altLang="zh-CN" sz="1600" dirty="0"/>
              <a:t>    KEY_DOWN,      //</a:t>
            </a:r>
            <a:r>
              <a:rPr lang="zh-CN" altLang="zh-CN" sz="1600" dirty="0"/>
              <a:t>有按键按下</a:t>
            </a:r>
          </a:p>
          <a:p>
            <a:pPr>
              <a:lnSpc>
                <a:spcPct val="125000"/>
              </a:lnSpc>
            </a:pPr>
            <a:r>
              <a:rPr lang="en-US" altLang="zh-CN" sz="1600" dirty="0"/>
              <a:t>    KEY_RELEASE    //</a:t>
            </a:r>
            <a:r>
              <a:rPr lang="zh-CN" altLang="zh-CN" sz="1600" dirty="0"/>
              <a:t>按键释放状态</a:t>
            </a:r>
          </a:p>
          <a:p>
            <a:pPr>
              <a:lnSpc>
                <a:spcPct val="125000"/>
              </a:lnSpc>
            </a:pPr>
            <a:r>
              <a:rPr lang="en-US" altLang="zh-CN" sz="1600" dirty="0"/>
              <a:t>} KEY_STATES; </a:t>
            </a:r>
            <a:endParaRPr lang="zh-CN" altLang="zh-CN" sz="1600" dirty="0"/>
          </a:p>
          <a:p>
            <a:pPr>
              <a:lnSpc>
                <a:spcPct val="125000"/>
              </a:lnSpc>
            </a:pPr>
            <a:r>
              <a:rPr lang="en-US" altLang="zh-CN" sz="1600" dirty="0"/>
              <a:t>  </a:t>
            </a:r>
            <a:r>
              <a:rPr lang="en-US" altLang="zh-CN" sz="1600" dirty="0" smtClean="0"/>
              <a:t>  /* </a:t>
            </a:r>
            <a:r>
              <a:rPr lang="en-US" altLang="zh-CN" sz="1600" dirty="0"/>
              <a:t>USER CODE END PTD */</a:t>
            </a:r>
            <a:endParaRPr lang="zh-CN" altLang="zh-CN" sz="1600" dirty="0"/>
          </a:p>
        </p:txBody>
      </p:sp>
      <p:sp>
        <p:nvSpPr>
          <p:cNvPr id="6" name="矩形 5"/>
          <p:cNvSpPr/>
          <p:nvPr/>
        </p:nvSpPr>
        <p:spPr>
          <a:xfrm>
            <a:off x="922326" y="1293300"/>
            <a:ext cx="3289634" cy="2516073"/>
          </a:xfrm>
          <a:prstGeom prst="rect">
            <a:avLst/>
          </a:prstGeom>
        </p:spPr>
        <p:txBody>
          <a:bodyPr wrap="square">
            <a:spAutoFit/>
          </a:bodyPr>
          <a:lstStyle/>
          <a:p>
            <a:pPr>
              <a:lnSpc>
                <a:spcPct val="125000"/>
              </a:lnSpc>
            </a:pPr>
            <a:r>
              <a:rPr lang="en-US" altLang="zh-CN" dirty="0" smtClean="0">
                <a:solidFill>
                  <a:prstClr val="black"/>
                </a:solidFill>
              </a:rPr>
              <a:t>     </a:t>
            </a:r>
            <a:r>
              <a:rPr lang="zh-CN" altLang="zh-CN" b="1" dirty="0"/>
              <a:t>定义</a:t>
            </a:r>
            <a:r>
              <a:rPr lang="zh-CN" altLang="zh-CN" b="1" dirty="0"/>
              <a:t>一个枚举类型列出按键的所有状态，添加在由</a:t>
            </a:r>
            <a:r>
              <a:rPr lang="en-US" altLang="zh-CN" b="1" dirty="0"/>
              <a:t>STM32CubeMX</a:t>
            </a:r>
            <a:r>
              <a:rPr lang="zh-CN" altLang="zh-CN" b="1" dirty="0"/>
              <a:t>生成的</a:t>
            </a:r>
            <a:r>
              <a:rPr lang="en-US" altLang="zh-CN" b="1" dirty="0" err="1"/>
              <a:t>Keil</a:t>
            </a:r>
            <a:r>
              <a:rPr lang="zh-CN" altLang="zh-CN" b="1" dirty="0"/>
              <a:t>工程的主程序中。首先，定义按键状态的数据类型，采用枚举类型，用</a:t>
            </a:r>
            <a:r>
              <a:rPr lang="en-US" altLang="zh-CN" b="1" dirty="0"/>
              <a:t>3</a:t>
            </a:r>
            <a:r>
              <a:rPr lang="zh-CN" altLang="zh-CN" b="1" dirty="0"/>
              <a:t>个常量表示按键的三种</a:t>
            </a:r>
            <a:r>
              <a:rPr lang="zh-CN" altLang="zh-CN" b="1" dirty="0" smtClean="0"/>
              <a:t>状态</a:t>
            </a:r>
            <a:r>
              <a:rPr lang="zh-CN" altLang="en-US" b="1" dirty="0" smtClean="0"/>
              <a:t>。</a:t>
            </a:r>
            <a:endParaRPr lang="zh-CN" altLang="en-US" b="1" dirty="0"/>
          </a:p>
        </p:txBody>
      </p:sp>
    </p:spTree>
    <p:extLst>
      <p:ext uri="{BB962C8B-B14F-4D97-AF65-F5344CB8AC3E}">
        <p14:creationId xmlns:p14="http://schemas.microsoft.com/office/powerpoint/2010/main" val="338388845"/>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456269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4527201" cy="461665"/>
          </a:xfrm>
          <a:prstGeom prst="rect">
            <a:avLst/>
          </a:prstGeom>
        </p:spPr>
        <p:txBody>
          <a:bodyPr wrap="none">
            <a:spAutoFit/>
          </a:bodyPr>
          <a:lstStyle/>
          <a:p>
            <a:r>
              <a:rPr lang="en-US" altLang="zh-CN" sz="2400" b="1" dirty="0" smtClean="0">
                <a:solidFill>
                  <a:schemeClr val="bg1"/>
                </a:solidFill>
                <a:latin typeface="微软雅黑" pitchFamily="34" charset="-122"/>
                <a:ea typeface="微软雅黑" pitchFamily="34" charset="-122"/>
              </a:rPr>
              <a:t>9.6  </a:t>
            </a:r>
            <a:r>
              <a:rPr lang="zh-CN" altLang="en-US" sz="2400" b="1" dirty="0" smtClean="0">
                <a:solidFill>
                  <a:schemeClr val="bg1"/>
                </a:solidFill>
                <a:latin typeface="微软雅黑" pitchFamily="34" charset="-122"/>
                <a:ea typeface="微软雅黑" pitchFamily="34" charset="-122"/>
              </a:rPr>
              <a:t>编程</a:t>
            </a:r>
            <a:r>
              <a:rPr lang="zh-CN" altLang="en-US" sz="2400" b="1" dirty="0">
                <a:solidFill>
                  <a:schemeClr val="bg1"/>
                </a:solidFill>
                <a:latin typeface="微软雅黑" pitchFamily="34" charset="-122"/>
                <a:ea typeface="微软雅黑" pitchFamily="34" charset="-122"/>
              </a:rPr>
              <a:t>思想之状态机设计思想</a:t>
            </a:r>
            <a:endParaRPr lang="zh-CN" altLang="zh-CN" sz="2400" b="1" dirty="0">
              <a:solidFill>
                <a:schemeClr val="bg1"/>
              </a:solidFill>
              <a:latin typeface="微软雅黑" pitchFamily="34" charset="-122"/>
              <a:ea typeface="微软雅黑" pitchFamily="34" charset="-122"/>
            </a:endParaRPr>
          </a:p>
        </p:txBody>
      </p:sp>
      <p:sp>
        <p:nvSpPr>
          <p:cNvPr id="2" name="矩形 1"/>
          <p:cNvSpPr/>
          <p:nvPr/>
        </p:nvSpPr>
        <p:spPr>
          <a:xfrm>
            <a:off x="4103948" y="1068660"/>
            <a:ext cx="4104456" cy="1600438"/>
          </a:xfrm>
          <a:prstGeom prst="rect">
            <a:avLst/>
          </a:prstGeom>
          <a:solidFill>
            <a:schemeClr val="accent5">
              <a:lumMod val="40000"/>
              <a:lumOff val="60000"/>
            </a:schemeClr>
          </a:solidFill>
        </p:spPr>
        <p:style>
          <a:lnRef idx="2">
            <a:schemeClr val="accent5"/>
          </a:lnRef>
          <a:fillRef idx="1">
            <a:schemeClr val="lt1"/>
          </a:fillRef>
          <a:effectRef idx="0">
            <a:schemeClr val="accent5"/>
          </a:effectRef>
          <a:fontRef idx="minor">
            <a:schemeClr val="dk1"/>
          </a:fontRef>
        </p:style>
        <p:txBody>
          <a:bodyPr wrap="square">
            <a:spAutoFit/>
          </a:bodyPr>
          <a:lstStyle/>
          <a:p>
            <a:r>
              <a:rPr lang="en-US" altLang="zh-CN" sz="1600" dirty="0" smtClean="0"/>
              <a:t>   </a:t>
            </a:r>
            <a:r>
              <a:rPr lang="en-US" altLang="zh-CN" sz="1600" dirty="0"/>
              <a:t> </a:t>
            </a:r>
            <a:r>
              <a:rPr lang="en-US" altLang="zh-CN" sz="1600" dirty="0" smtClean="0"/>
              <a:t> /* </a:t>
            </a:r>
            <a:r>
              <a:rPr lang="en-US" altLang="zh-CN" sz="1600" dirty="0"/>
              <a:t>USER CODE BEGIN PV */</a:t>
            </a:r>
            <a:endParaRPr lang="zh-CN" altLang="zh-CN" sz="1600" dirty="0"/>
          </a:p>
          <a:p>
            <a:r>
              <a:rPr lang="en-US" altLang="zh-CN" sz="1600" dirty="0"/>
              <a:t>KEY_STATES  </a:t>
            </a:r>
            <a:r>
              <a:rPr lang="en-US" altLang="zh-CN" sz="1600" dirty="0" err="1"/>
              <a:t>keyState</a:t>
            </a:r>
            <a:r>
              <a:rPr lang="en-US" altLang="zh-CN" sz="1600" dirty="0"/>
              <a:t>=KEY_NULL;  </a:t>
            </a:r>
            <a:endParaRPr lang="en-US" altLang="zh-CN" sz="1600" dirty="0" smtClean="0"/>
          </a:p>
          <a:p>
            <a:r>
              <a:rPr lang="en-US" altLang="zh-CN" sz="1600" dirty="0"/>
              <a:t> </a:t>
            </a:r>
            <a:r>
              <a:rPr lang="en-US" altLang="zh-CN" sz="1600" dirty="0" smtClean="0"/>
              <a:t>    //</a:t>
            </a:r>
            <a:r>
              <a:rPr lang="zh-CN" altLang="zh-CN" sz="1600" dirty="0"/>
              <a:t>按键状态，初值为按键空状态</a:t>
            </a:r>
          </a:p>
          <a:p>
            <a:r>
              <a:rPr lang="en-US" altLang="zh-CN" sz="1600" dirty="0"/>
              <a:t>uint8_t  </a:t>
            </a:r>
            <a:r>
              <a:rPr lang="en-US" altLang="zh-CN" sz="1600" dirty="0" err="1"/>
              <a:t>keyFlag</a:t>
            </a:r>
            <a:r>
              <a:rPr lang="en-US" altLang="zh-CN" sz="1600" dirty="0"/>
              <a:t>=0;               </a:t>
            </a:r>
            <a:endParaRPr lang="en-US" altLang="zh-CN" sz="1600" dirty="0" smtClean="0"/>
          </a:p>
          <a:p>
            <a:r>
              <a:rPr lang="en-US" altLang="zh-CN" sz="1600" dirty="0"/>
              <a:t> </a:t>
            </a:r>
            <a:r>
              <a:rPr lang="en-US" altLang="zh-CN" sz="1600" dirty="0" smtClean="0"/>
              <a:t>   //</a:t>
            </a:r>
            <a:r>
              <a:rPr lang="zh-CN" altLang="zh-CN" sz="1600" dirty="0"/>
              <a:t>按键值有效标志，</a:t>
            </a:r>
            <a:r>
              <a:rPr lang="en-US" altLang="zh-CN" sz="1600" dirty="0"/>
              <a:t>1</a:t>
            </a:r>
            <a:r>
              <a:rPr lang="zh-CN" altLang="zh-CN" sz="1600" dirty="0"/>
              <a:t>为有效；</a:t>
            </a:r>
            <a:r>
              <a:rPr lang="en-US" altLang="zh-CN" sz="1600" dirty="0"/>
              <a:t>0</a:t>
            </a:r>
            <a:r>
              <a:rPr lang="zh-CN" altLang="zh-CN" sz="1600" dirty="0"/>
              <a:t>为无效</a:t>
            </a:r>
          </a:p>
          <a:p>
            <a:r>
              <a:rPr lang="en-US" altLang="zh-CN" sz="1600" dirty="0"/>
              <a:t>   /* USER CODE END PV */</a:t>
            </a:r>
            <a:endParaRPr lang="zh-CN" altLang="zh-CN" sz="1600" dirty="0"/>
          </a:p>
        </p:txBody>
      </p:sp>
      <p:sp>
        <p:nvSpPr>
          <p:cNvPr id="6" name="矩形 5"/>
          <p:cNvSpPr/>
          <p:nvPr/>
        </p:nvSpPr>
        <p:spPr>
          <a:xfrm>
            <a:off x="654279" y="1059582"/>
            <a:ext cx="3289634" cy="1447191"/>
          </a:xfrm>
          <a:prstGeom prst="rect">
            <a:avLst/>
          </a:prstGeom>
        </p:spPr>
        <p:txBody>
          <a:bodyPr wrap="square">
            <a:spAutoFit/>
          </a:bodyPr>
          <a:lstStyle/>
          <a:p>
            <a:pPr>
              <a:lnSpc>
                <a:spcPct val="125000"/>
              </a:lnSpc>
            </a:pPr>
            <a:r>
              <a:rPr lang="zh-CN" altLang="en-US" b="1" dirty="0" smtClean="0">
                <a:solidFill>
                  <a:prstClr val="black"/>
                </a:solidFill>
              </a:rPr>
              <a:t>     用</a:t>
            </a:r>
            <a:r>
              <a:rPr lang="zh-CN" altLang="en-US" b="1" dirty="0">
                <a:solidFill>
                  <a:prstClr val="black"/>
                </a:solidFill>
              </a:rPr>
              <a:t>按键枚举类型</a:t>
            </a:r>
            <a:r>
              <a:rPr lang="en-US" altLang="zh-CN" b="1" dirty="0">
                <a:solidFill>
                  <a:prstClr val="black"/>
                </a:solidFill>
              </a:rPr>
              <a:t>KEY_STATES</a:t>
            </a:r>
            <a:r>
              <a:rPr lang="zh-CN" altLang="en-US" b="1" dirty="0">
                <a:solidFill>
                  <a:prstClr val="black"/>
                </a:solidFill>
              </a:rPr>
              <a:t>定义一个变量</a:t>
            </a:r>
            <a:r>
              <a:rPr lang="en-US" altLang="zh-CN" b="1" dirty="0" err="1">
                <a:solidFill>
                  <a:prstClr val="black"/>
                </a:solidFill>
              </a:rPr>
              <a:t>keyState</a:t>
            </a:r>
            <a:r>
              <a:rPr lang="zh-CN" altLang="en-US" b="1" dirty="0">
                <a:solidFill>
                  <a:prstClr val="black"/>
                </a:solidFill>
              </a:rPr>
              <a:t>用于表示按键的状态，定义一个标志</a:t>
            </a:r>
            <a:r>
              <a:rPr lang="en-US" altLang="zh-CN" b="1" dirty="0" err="1">
                <a:solidFill>
                  <a:prstClr val="black"/>
                </a:solidFill>
              </a:rPr>
              <a:t>keyFlag</a:t>
            </a:r>
            <a:r>
              <a:rPr lang="zh-CN" altLang="en-US" b="1" dirty="0">
                <a:solidFill>
                  <a:prstClr val="black"/>
                </a:solidFill>
              </a:rPr>
              <a:t>用于表示按键是否有效。</a:t>
            </a:r>
            <a:endParaRPr lang="zh-CN" altLang="en-US" b="1" dirty="0"/>
          </a:p>
        </p:txBody>
      </p:sp>
      <p:sp>
        <p:nvSpPr>
          <p:cNvPr id="3" name="矩形 2"/>
          <p:cNvSpPr/>
          <p:nvPr/>
        </p:nvSpPr>
        <p:spPr>
          <a:xfrm>
            <a:off x="733178" y="3092754"/>
            <a:ext cx="3096344" cy="1100942"/>
          </a:xfrm>
          <a:prstGeom prst="rect">
            <a:avLst/>
          </a:prstGeom>
        </p:spPr>
        <p:txBody>
          <a:bodyPr wrap="square">
            <a:spAutoFit/>
          </a:bodyPr>
          <a:lstStyle/>
          <a:p>
            <a:pPr>
              <a:lnSpc>
                <a:spcPct val="125000"/>
              </a:lnSpc>
            </a:pPr>
            <a:r>
              <a:rPr lang="en-US" altLang="zh-CN" b="1" dirty="0" smtClean="0">
                <a:solidFill>
                  <a:prstClr val="black"/>
                </a:solidFill>
              </a:rPr>
              <a:t>    </a:t>
            </a:r>
            <a:r>
              <a:rPr lang="zh-CN" altLang="zh-CN" b="1" dirty="0" smtClean="0">
                <a:solidFill>
                  <a:prstClr val="black"/>
                </a:solidFill>
              </a:rPr>
              <a:t>使</a:t>
            </a:r>
            <a:r>
              <a:rPr lang="zh-CN" altLang="zh-CN" b="1" dirty="0">
                <a:solidFill>
                  <a:prstClr val="black"/>
                </a:solidFill>
              </a:rPr>
              <a:t>能定时器中断，根据所使用的定时器，进行设置并开启定时器。</a:t>
            </a:r>
            <a:endParaRPr lang="zh-CN" altLang="en-US" b="1" dirty="0">
              <a:solidFill>
                <a:prstClr val="black"/>
              </a:solidFill>
            </a:endParaRPr>
          </a:p>
        </p:txBody>
      </p:sp>
      <p:sp>
        <p:nvSpPr>
          <p:cNvPr id="7" name="矩形 6"/>
          <p:cNvSpPr/>
          <p:nvPr/>
        </p:nvSpPr>
        <p:spPr>
          <a:xfrm>
            <a:off x="4103948" y="3111810"/>
            <a:ext cx="4104456" cy="1107996"/>
          </a:xfrm>
          <a:prstGeom prst="rect">
            <a:avLst/>
          </a:prstGeom>
          <a:solidFill>
            <a:schemeClr val="accent5">
              <a:lumMod val="40000"/>
              <a:lumOff val="60000"/>
            </a:schemeClr>
          </a:solidFill>
        </p:spPr>
        <p:style>
          <a:lnRef idx="2">
            <a:schemeClr val="accent5"/>
          </a:lnRef>
          <a:fillRef idx="1">
            <a:schemeClr val="lt1"/>
          </a:fillRef>
          <a:effectRef idx="0">
            <a:schemeClr val="accent5"/>
          </a:effectRef>
          <a:fontRef idx="minor">
            <a:schemeClr val="dk1"/>
          </a:fontRef>
        </p:style>
        <p:txBody>
          <a:bodyPr wrap="square">
            <a:spAutoFit/>
          </a:bodyPr>
          <a:lstStyle/>
          <a:p>
            <a:r>
              <a:rPr lang="en-US" altLang="zh-CN" sz="1600" dirty="0"/>
              <a:t> /* USER CODE BEGIN 2 */</a:t>
            </a:r>
            <a:endParaRPr lang="zh-CN" altLang="zh-CN" sz="1600" dirty="0"/>
          </a:p>
          <a:p>
            <a:r>
              <a:rPr lang="en-US" altLang="zh-CN" sz="1600" dirty="0" err="1"/>
              <a:t>HAL_TIM_Base_Start_IT</a:t>
            </a:r>
            <a:r>
              <a:rPr lang="en-US" altLang="zh-CN" sz="1600" dirty="0"/>
              <a:t>(&amp;htim1); //</a:t>
            </a:r>
            <a:r>
              <a:rPr lang="zh-CN" altLang="zh-CN" sz="1600" dirty="0"/>
              <a:t>使能定时器</a:t>
            </a:r>
            <a:r>
              <a:rPr lang="en-US" altLang="zh-CN" sz="1600" dirty="0"/>
              <a:t>1</a:t>
            </a:r>
            <a:r>
              <a:rPr lang="zh-CN" altLang="zh-CN" sz="1600" dirty="0"/>
              <a:t>更新中断，启动定时器</a:t>
            </a:r>
            <a:r>
              <a:rPr lang="en-US" altLang="zh-CN" sz="1600" dirty="0"/>
              <a:t>1</a:t>
            </a:r>
            <a:endParaRPr lang="zh-CN" altLang="zh-CN" sz="1600" dirty="0"/>
          </a:p>
          <a:p>
            <a:r>
              <a:rPr lang="en-US" altLang="zh-CN" sz="1600" dirty="0"/>
              <a:t>   /* USER CODE END 2 */</a:t>
            </a:r>
            <a:endParaRPr lang="zh-CN" altLang="zh-CN" sz="1600" dirty="0"/>
          </a:p>
        </p:txBody>
      </p:sp>
    </p:spTree>
    <p:extLst>
      <p:ext uri="{BB962C8B-B14F-4D97-AF65-F5344CB8AC3E}">
        <p14:creationId xmlns:p14="http://schemas.microsoft.com/office/powerpoint/2010/main" val="3820843602"/>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456269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4527201" cy="461665"/>
          </a:xfrm>
          <a:prstGeom prst="rect">
            <a:avLst/>
          </a:prstGeom>
        </p:spPr>
        <p:txBody>
          <a:bodyPr wrap="none">
            <a:spAutoFit/>
          </a:bodyPr>
          <a:lstStyle/>
          <a:p>
            <a:r>
              <a:rPr lang="en-US" altLang="zh-CN" sz="2400" b="1" dirty="0" smtClean="0">
                <a:solidFill>
                  <a:schemeClr val="bg1"/>
                </a:solidFill>
                <a:latin typeface="微软雅黑" pitchFamily="34" charset="-122"/>
                <a:ea typeface="微软雅黑" pitchFamily="34" charset="-122"/>
              </a:rPr>
              <a:t>9.6  </a:t>
            </a:r>
            <a:r>
              <a:rPr lang="zh-CN" altLang="en-US" sz="2400" b="1" dirty="0" smtClean="0">
                <a:solidFill>
                  <a:schemeClr val="bg1"/>
                </a:solidFill>
                <a:latin typeface="微软雅黑" pitchFamily="34" charset="-122"/>
                <a:ea typeface="微软雅黑" pitchFamily="34" charset="-122"/>
              </a:rPr>
              <a:t>编程</a:t>
            </a:r>
            <a:r>
              <a:rPr lang="zh-CN" altLang="en-US" sz="2400" b="1" dirty="0">
                <a:solidFill>
                  <a:schemeClr val="bg1"/>
                </a:solidFill>
                <a:latin typeface="微软雅黑" pitchFamily="34" charset="-122"/>
                <a:ea typeface="微软雅黑" pitchFamily="34" charset="-122"/>
              </a:rPr>
              <a:t>思想之状态机设计思想</a:t>
            </a:r>
            <a:endParaRPr lang="zh-CN" altLang="zh-CN" sz="2400" b="1" dirty="0">
              <a:solidFill>
                <a:schemeClr val="bg1"/>
              </a:solidFill>
              <a:latin typeface="微软雅黑" pitchFamily="34" charset="-122"/>
              <a:ea typeface="微软雅黑" pitchFamily="34" charset="-122"/>
            </a:endParaRPr>
          </a:p>
        </p:txBody>
      </p:sp>
      <p:sp>
        <p:nvSpPr>
          <p:cNvPr id="2" name="矩形 1"/>
          <p:cNvSpPr/>
          <p:nvPr/>
        </p:nvSpPr>
        <p:spPr>
          <a:xfrm>
            <a:off x="323527" y="1008709"/>
            <a:ext cx="4239169" cy="3808735"/>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altLang="zh-CN" sz="1050" b="1" dirty="0"/>
              <a:t> /* USER CODE BEGIN 4 */</a:t>
            </a:r>
          </a:p>
          <a:p>
            <a:r>
              <a:rPr lang="en-US" altLang="zh-CN" sz="1050" b="1" dirty="0"/>
              <a:t>void </a:t>
            </a:r>
            <a:r>
              <a:rPr lang="en-US" altLang="zh-CN" sz="1050" b="1" dirty="0" err="1"/>
              <a:t>Key_FSM</a:t>
            </a:r>
            <a:r>
              <a:rPr lang="en-US" altLang="zh-CN" sz="1050" b="1" dirty="0"/>
              <a:t>(void)        //</a:t>
            </a:r>
            <a:r>
              <a:rPr lang="zh-CN" altLang="en-US" sz="1050" b="1" dirty="0"/>
              <a:t>按键状态检测函数</a:t>
            </a:r>
          </a:p>
          <a:p>
            <a:r>
              <a:rPr lang="en-US" altLang="zh-CN" sz="1050" b="1" dirty="0"/>
              <a:t>{</a:t>
            </a:r>
          </a:p>
          <a:p>
            <a:r>
              <a:rPr lang="en-US" altLang="zh-CN" sz="1050" b="1" dirty="0"/>
              <a:t>    switch(</a:t>
            </a:r>
            <a:r>
              <a:rPr lang="en-US" altLang="zh-CN" sz="1050" b="1" dirty="0" err="1"/>
              <a:t>keyState</a:t>
            </a:r>
            <a:r>
              <a:rPr lang="en-US" altLang="zh-CN" sz="1050" b="1" dirty="0"/>
              <a:t>)      //</a:t>
            </a:r>
            <a:r>
              <a:rPr lang="zh-CN" altLang="en-US" sz="1050" b="1" dirty="0"/>
              <a:t>按键状态检测</a:t>
            </a:r>
          </a:p>
          <a:p>
            <a:r>
              <a:rPr lang="zh-CN" altLang="en-US" sz="1050" b="1" dirty="0"/>
              <a:t>    </a:t>
            </a:r>
            <a:r>
              <a:rPr lang="en-US" altLang="zh-CN" sz="1050" b="1" dirty="0" smtClean="0"/>
              <a:t>{    </a:t>
            </a:r>
            <a:r>
              <a:rPr lang="en-US" altLang="zh-CN" sz="1050" b="1" dirty="0"/>
              <a:t>case KEY_NULL:    //</a:t>
            </a:r>
            <a:r>
              <a:rPr lang="zh-CN" altLang="en-US" sz="1050" b="1" dirty="0"/>
              <a:t>如果是初始状态，即按键未被按下</a:t>
            </a:r>
          </a:p>
          <a:p>
            <a:r>
              <a:rPr lang="zh-CN" altLang="en-US" sz="1050" b="1" dirty="0"/>
              <a:t>        </a:t>
            </a:r>
            <a:r>
              <a:rPr lang="en-US" altLang="zh-CN" sz="1050" b="1" dirty="0"/>
              <a:t>{</a:t>
            </a:r>
          </a:p>
          <a:p>
            <a:r>
              <a:rPr lang="en-US" altLang="zh-CN" sz="1050" b="1" dirty="0"/>
              <a:t>        //</a:t>
            </a:r>
            <a:r>
              <a:rPr lang="zh-CN" altLang="en-US" sz="1050" b="1" dirty="0"/>
              <a:t>如果读到低电平，说明按键按下，则进入按键按下状态，否则保持当前状态不变</a:t>
            </a:r>
          </a:p>
          <a:p>
            <a:r>
              <a:rPr lang="zh-CN" altLang="en-US" sz="1050" b="1" dirty="0"/>
              <a:t>        </a:t>
            </a:r>
            <a:r>
              <a:rPr lang="en-US" altLang="zh-CN" sz="1050" b="1" dirty="0"/>
              <a:t>if(</a:t>
            </a:r>
            <a:r>
              <a:rPr lang="en-US" altLang="zh-CN" sz="1050" b="1" dirty="0" err="1"/>
              <a:t>HAL_GPIO_ReadPin</a:t>
            </a:r>
            <a:r>
              <a:rPr lang="en-US" altLang="zh-CN" sz="1050" b="1" dirty="0"/>
              <a:t>(</a:t>
            </a:r>
            <a:r>
              <a:rPr lang="en-US" altLang="zh-CN" sz="1050" b="1" dirty="0" err="1"/>
              <a:t>KEY_GPIO_Port,KEY_Pin</a:t>
            </a:r>
            <a:r>
              <a:rPr lang="en-US" altLang="zh-CN" sz="1050" b="1" dirty="0"/>
              <a:t>) == GPIO_PIN_RESET)</a:t>
            </a:r>
          </a:p>
          <a:p>
            <a:r>
              <a:rPr lang="en-US" altLang="zh-CN" sz="1050" b="1" dirty="0"/>
              <a:t>        </a:t>
            </a:r>
            <a:r>
              <a:rPr lang="en-US" altLang="zh-CN" sz="1050" b="1" dirty="0" smtClean="0"/>
              <a:t>{            </a:t>
            </a:r>
            <a:r>
              <a:rPr lang="en-US" altLang="zh-CN" sz="1050" b="1" dirty="0" err="1"/>
              <a:t>keyState</a:t>
            </a:r>
            <a:r>
              <a:rPr lang="en-US" altLang="zh-CN" sz="1050" b="1" dirty="0"/>
              <a:t>=KEY_DOWN;</a:t>
            </a:r>
          </a:p>
          <a:p>
            <a:r>
              <a:rPr lang="en-US" altLang="zh-CN" sz="1050" b="1" dirty="0"/>
              <a:t>        }</a:t>
            </a:r>
          </a:p>
          <a:p>
            <a:r>
              <a:rPr lang="en-US" altLang="zh-CN" sz="1050" b="1" dirty="0"/>
              <a:t>        break;</a:t>
            </a:r>
          </a:p>
          <a:p>
            <a:r>
              <a:rPr lang="en-US" altLang="zh-CN" sz="1050" b="1" dirty="0"/>
              <a:t>        }</a:t>
            </a:r>
          </a:p>
          <a:p>
            <a:r>
              <a:rPr lang="en-US" altLang="zh-CN" sz="1050" b="1" dirty="0"/>
              <a:t>        case KEY_DOWN:   //</a:t>
            </a:r>
            <a:r>
              <a:rPr lang="zh-CN" altLang="en-US" sz="1050" b="1" dirty="0"/>
              <a:t>按键按下状态</a:t>
            </a:r>
          </a:p>
          <a:p>
            <a:r>
              <a:rPr lang="zh-CN" altLang="en-US" sz="1050" b="1" dirty="0"/>
              <a:t>        </a:t>
            </a:r>
            <a:r>
              <a:rPr lang="en-US" altLang="zh-CN" sz="1050" b="1" dirty="0"/>
              <a:t>{</a:t>
            </a:r>
          </a:p>
          <a:p>
            <a:r>
              <a:rPr lang="en-US" altLang="zh-CN" sz="1050" b="1" dirty="0"/>
              <a:t>        //</a:t>
            </a:r>
            <a:r>
              <a:rPr lang="zh-CN" altLang="en-US" sz="1050" b="1" dirty="0"/>
              <a:t>如果读到低电平，说明按键按下，切换到按键释放状态，并设置标志位 </a:t>
            </a:r>
          </a:p>
          <a:p>
            <a:r>
              <a:rPr lang="zh-CN" altLang="en-US" sz="1050" b="1" dirty="0"/>
              <a:t>        </a:t>
            </a:r>
            <a:r>
              <a:rPr lang="en-US" altLang="zh-CN" sz="1050" b="1" dirty="0"/>
              <a:t>if(</a:t>
            </a:r>
            <a:r>
              <a:rPr lang="en-US" altLang="zh-CN" sz="1050" b="1" dirty="0" err="1"/>
              <a:t>HAL_GPIO_ReadPin</a:t>
            </a:r>
            <a:r>
              <a:rPr lang="en-US" altLang="zh-CN" sz="1050" b="1" dirty="0"/>
              <a:t>(</a:t>
            </a:r>
            <a:r>
              <a:rPr lang="en-US" altLang="zh-CN" sz="1050" b="1" dirty="0" err="1"/>
              <a:t>KEY_GPIO_Port,KEY_Pin</a:t>
            </a:r>
            <a:r>
              <a:rPr lang="en-US" altLang="zh-CN" sz="1050" b="1" dirty="0"/>
              <a:t>) == GPIO_PIN_RESET)</a:t>
            </a:r>
          </a:p>
          <a:p>
            <a:r>
              <a:rPr lang="en-US" altLang="zh-CN" sz="1050" b="1" dirty="0"/>
              <a:t>            </a:t>
            </a:r>
            <a:r>
              <a:rPr lang="en-US" altLang="zh-CN" sz="1050" b="1" dirty="0" smtClean="0"/>
              <a:t>{  </a:t>
            </a:r>
          </a:p>
          <a:p>
            <a:r>
              <a:rPr lang="en-US" altLang="zh-CN" sz="1050" b="1" dirty="0"/>
              <a:t> </a:t>
            </a:r>
            <a:r>
              <a:rPr lang="en-US" altLang="zh-CN" sz="1050" b="1" dirty="0" smtClean="0"/>
              <a:t>               </a:t>
            </a:r>
            <a:r>
              <a:rPr lang="en-US" altLang="zh-CN" sz="1050" b="1" dirty="0" err="1"/>
              <a:t>keyState</a:t>
            </a:r>
            <a:r>
              <a:rPr lang="en-US" altLang="zh-CN" sz="1050" b="1" dirty="0"/>
              <a:t>=KEY_ RELEASE;</a:t>
            </a:r>
          </a:p>
          <a:p>
            <a:r>
              <a:rPr lang="en-US" altLang="zh-CN" sz="1050" b="1" dirty="0"/>
              <a:t>                </a:t>
            </a:r>
            <a:r>
              <a:rPr lang="en-US" altLang="zh-CN" sz="1050" b="1" dirty="0" err="1"/>
              <a:t>keyFlag</a:t>
            </a:r>
            <a:r>
              <a:rPr lang="en-US" altLang="zh-CN" sz="1050" b="1" dirty="0"/>
              <a:t>=1;//</a:t>
            </a:r>
            <a:r>
              <a:rPr lang="zh-CN" altLang="en-US" sz="1050" b="1" dirty="0"/>
              <a:t>设置有效按键标志，表示按键按下后立即执行按键任务</a:t>
            </a:r>
          </a:p>
          <a:p>
            <a:r>
              <a:rPr lang="zh-CN" altLang="en-US" sz="1050" b="1" dirty="0"/>
              <a:t>            </a:t>
            </a:r>
            <a:r>
              <a:rPr lang="en-US" altLang="zh-CN" sz="1050" b="1" dirty="0" smtClean="0"/>
              <a:t>}</a:t>
            </a:r>
            <a:endParaRPr lang="en-US" altLang="zh-CN" sz="1050" b="1" dirty="0"/>
          </a:p>
        </p:txBody>
      </p:sp>
      <p:sp>
        <p:nvSpPr>
          <p:cNvPr id="6" name="矩形 5"/>
          <p:cNvSpPr/>
          <p:nvPr/>
        </p:nvSpPr>
        <p:spPr>
          <a:xfrm>
            <a:off x="4788024" y="380287"/>
            <a:ext cx="3289634" cy="408445"/>
          </a:xfrm>
          <a:prstGeom prst="rect">
            <a:avLst/>
          </a:prstGeom>
        </p:spPr>
        <p:txBody>
          <a:bodyPr wrap="square">
            <a:spAutoFit/>
          </a:bodyPr>
          <a:lstStyle/>
          <a:p>
            <a:pPr>
              <a:lnSpc>
                <a:spcPct val="125000"/>
              </a:lnSpc>
            </a:pPr>
            <a:r>
              <a:rPr lang="zh-CN" altLang="en-US" b="1" dirty="0">
                <a:solidFill>
                  <a:prstClr val="black"/>
                </a:solidFill>
              </a:rPr>
              <a:t>定义</a:t>
            </a:r>
            <a:r>
              <a:rPr lang="en-GB" altLang="zh-CN" b="1" dirty="0">
                <a:solidFill>
                  <a:prstClr val="black"/>
                </a:solidFill>
              </a:rPr>
              <a:t>void </a:t>
            </a:r>
            <a:r>
              <a:rPr lang="en-GB" altLang="zh-CN" b="1" dirty="0" err="1">
                <a:solidFill>
                  <a:prstClr val="black"/>
                </a:solidFill>
              </a:rPr>
              <a:t>Key_FSM</a:t>
            </a:r>
            <a:r>
              <a:rPr lang="en-GB" altLang="zh-CN" b="1" dirty="0">
                <a:solidFill>
                  <a:prstClr val="black"/>
                </a:solidFill>
              </a:rPr>
              <a:t>(void)</a:t>
            </a:r>
            <a:r>
              <a:rPr lang="zh-CN" altLang="en-US" b="1" dirty="0">
                <a:solidFill>
                  <a:prstClr val="black"/>
                </a:solidFill>
              </a:rPr>
              <a:t>函数</a:t>
            </a:r>
            <a:endParaRPr lang="zh-CN" altLang="en-US" b="1" dirty="0"/>
          </a:p>
        </p:txBody>
      </p:sp>
      <p:sp>
        <p:nvSpPr>
          <p:cNvPr id="8" name="矩形 7"/>
          <p:cNvSpPr/>
          <p:nvPr/>
        </p:nvSpPr>
        <p:spPr>
          <a:xfrm>
            <a:off x="4716016" y="1008709"/>
            <a:ext cx="4104456" cy="3808735"/>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altLang="zh-CN" sz="1050" b="1" dirty="0" smtClean="0"/>
              <a:t>else   </a:t>
            </a:r>
            <a:r>
              <a:rPr lang="en-US" altLang="zh-CN" sz="1050" b="1" dirty="0"/>
              <a:t>//</a:t>
            </a:r>
            <a:r>
              <a:rPr lang="zh-CN" altLang="en-US" sz="1050" b="1" dirty="0"/>
              <a:t>如果读到高电平，则认为是干扰信号，切换到按键空状态</a:t>
            </a:r>
          </a:p>
          <a:p>
            <a:r>
              <a:rPr lang="zh-CN" altLang="en-US" sz="1050" b="1" dirty="0"/>
              <a:t>            </a:t>
            </a:r>
            <a:r>
              <a:rPr lang="en-US" altLang="zh-CN" sz="1050" b="1" dirty="0" smtClean="0"/>
              <a:t>{                </a:t>
            </a:r>
            <a:r>
              <a:rPr lang="en-US" altLang="zh-CN" sz="1050" b="1" dirty="0" err="1"/>
              <a:t>keyState</a:t>
            </a:r>
            <a:r>
              <a:rPr lang="en-US" altLang="zh-CN" sz="1050" b="1" dirty="0"/>
              <a:t>=KEY_NULL;</a:t>
            </a:r>
          </a:p>
          <a:p>
            <a:r>
              <a:rPr lang="en-US" altLang="zh-CN" sz="1050" b="1" dirty="0"/>
              <a:t>            }</a:t>
            </a:r>
          </a:p>
          <a:p>
            <a:r>
              <a:rPr lang="en-US" altLang="zh-CN" sz="1050" b="1" dirty="0"/>
              <a:t>            break;</a:t>
            </a:r>
          </a:p>
          <a:p>
            <a:r>
              <a:rPr lang="en-US" altLang="zh-CN" sz="1050" b="1" dirty="0"/>
              <a:t>        }</a:t>
            </a:r>
          </a:p>
          <a:p>
            <a:r>
              <a:rPr lang="en-US" altLang="zh-CN" sz="1050" b="1" dirty="0"/>
              <a:t>        case KEY_RELEASE:  //</a:t>
            </a:r>
            <a:r>
              <a:rPr lang="zh-CN" altLang="en-US" sz="1050" b="1" dirty="0"/>
              <a:t>按键释放状态</a:t>
            </a:r>
          </a:p>
          <a:p>
            <a:r>
              <a:rPr lang="zh-CN" altLang="en-US" sz="1050" b="1" dirty="0"/>
              <a:t>        </a:t>
            </a:r>
            <a:r>
              <a:rPr lang="en-US" altLang="zh-CN" sz="1050" b="1" dirty="0" smtClean="0"/>
              <a:t>{     </a:t>
            </a:r>
            <a:r>
              <a:rPr lang="en-US" altLang="zh-CN" sz="1050" b="1" dirty="0"/>
              <a:t>//</a:t>
            </a:r>
            <a:r>
              <a:rPr lang="zh-CN" altLang="en-US" sz="1050" b="1" dirty="0"/>
              <a:t>若读到高电平，则切换到按键空状态，否则保持当前状态</a:t>
            </a:r>
          </a:p>
          <a:p>
            <a:r>
              <a:rPr lang="zh-CN" altLang="en-US" sz="1050" b="1" dirty="0"/>
              <a:t>        </a:t>
            </a:r>
            <a:r>
              <a:rPr lang="en-US" altLang="zh-CN" sz="1050" b="1" dirty="0"/>
              <a:t>if(</a:t>
            </a:r>
            <a:r>
              <a:rPr lang="en-US" altLang="zh-CN" sz="1050" b="1" dirty="0" err="1"/>
              <a:t>HAL_GPIO_ReadPin</a:t>
            </a:r>
            <a:r>
              <a:rPr lang="en-US" altLang="zh-CN" sz="1050" b="1" dirty="0"/>
              <a:t>(</a:t>
            </a:r>
            <a:r>
              <a:rPr lang="en-US" altLang="zh-CN" sz="1050" b="1" dirty="0" err="1"/>
              <a:t>KEY_GPIO_Port,KEY_Pin</a:t>
            </a:r>
            <a:r>
              <a:rPr lang="en-US" altLang="zh-CN" sz="1050" b="1" dirty="0"/>
              <a:t>)==GPIO_PIN_SET)</a:t>
            </a:r>
          </a:p>
          <a:p>
            <a:r>
              <a:rPr lang="en-US" altLang="zh-CN" sz="1050" b="1" dirty="0"/>
              <a:t>            </a:t>
            </a:r>
            <a:r>
              <a:rPr lang="en-US" altLang="zh-CN" sz="1050" b="1" dirty="0" smtClean="0"/>
              <a:t>{                </a:t>
            </a:r>
            <a:r>
              <a:rPr lang="en-US" altLang="zh-CN" sz="1050" b="1" dirty="0" err="1"/>
              <a:t>keyState</a:t>
            </a:r>
            <a:r>
              <a:rPr lang="en-US" altLang="zh-CN" sz="1050" b="1" dirty="0"/>
              <a:t>=KEY_NULL;</a:t>
            </a:r>
          </a:p>
          <a:p>
            <a:r>
              <a:rPr lang="en-US" altLang="zh-CN" sz="1050" b="1" dirty="0"/>
              <a:t>            }</a:t>
            </a:r>
          </a:p>
          <a:p>
            <a:r>
              <a:rPr lang="en-US" altLang="zh-CN" sz="1050" b="1" dirty="0"/>
              <a:t>            break;</a:t>
            </a:r>
          </a:p>
          <a:p>
            <a:r>
              <a:rPr lang="en-US" altLang="zh-CN" sz="1050" b="1" dirty="0"/>
              <a:t>        }</a:t>
            </a:r>
          </a:p>
          <a:p>
            <a:r>
              <a:rPr lang="en-US" altLang="zh-CN" sz="1050" b="1" dirty="0"/>
              <a:t>        default: break;</a:t>
            </a:r>
          </a:p>
          <a:p>
            <a:r>
              <a:rPr lang="en-US" altLang="zh-CN" sz="1050" b="1" dirty="0"/>
              <a:t>    }</a:t>
            </a:r>
          </a:p>
          <a:p>
            <a:r>
              <a:rPr lang="en-US" altLang="zh-CN" sz="1050" b="1" dirty="0"/>
              <a:t>}</a:t>
            </a:r>
          </a:p>
          <a:p>
            <a:r>
              <a:rPr lang="en-US" altLang="zh-CN" sz="1050" b="1" dirty="0"/>
              <a:t>        //</a:t>
            </a:r>
            <a:r>
              <a:rPr lang="zh-CN" altLang="en-US" sz="1050" b="1" dirty="0"/>
              <a:t>定时器中断回调函数</a:t>
            </a:r>
          </a:p>
          <a:p>
            <a:r>
              <a:rPr lang="en-US" altLang="zh-CN" sz="1050" b="1" dirty="0"/>
              <a:t>void </a:t>
            </a:r>
            <a:r>
              <a:rPr lang="en-US" altLang="zh-CN" sz="1050" b="1" dirty="0" err="1"/>
              <a:t>HAL_TIM_PeriodElapsedCallback</a:t>
            </a:r>
            <a:r>
              <a:rPr lang="en-US" altLang="zh-CN" sz="1050" b="1" dirty="0"/>
              <a:t>(</a:t>
            </a:r>
            <a:r>
              <a:rPr lang="en-US" altLang="zh-CN" sz="1050" b="1" dirty="0" err="1"/>
              <a:t>TIM_HandleTypeDef</a:t>
            </a:r>
            <a:r>
              <a:rPr lang="en-US" altLang="zh-CN" sz="1050" b="1" dirty="0"/>
              <a:t> *</a:t>
            </a:r>
            <a:r>
              <a:rPr lang="en-US" altLang="zh-CN" sz="1050" b="1" dirty="0" err="1"/>
              <a:t>htim</a:t>
            </a:r>
            <a:r>
              <a:rPr lang="en-US" altLang="zh-CN" sz="1050" b="1" dirty="0"/>
              <a:t>)</a:t>
            </a:r>
          </a:p>
          <a:p>
            <a:r>
              <a:rPr lang="en-US" altLang="zh-CN" sz="1050" b="1" dirty="0" smtClean="0"/>
              <a:t>{    </a:t>
            </a:r>
            <a:r>
              <a:rPr lang="en-US" altLang="zh-CN" sz="1050" b="1" dirty="0"/>
              <a:t>if(</a:t>
            </a:r>
            <a:r>
              <a:rPr lang="en-US" altLang="zh-CN" sz="1050" b="1" dirty="0" err="1"/>
              <a:t>htim</a:t>
            </a:r>
            <a:r>
              <a:rPr lang="en-US" altLang="zh-CN" sz="1050" b="1" dirty="0"/>
              <a:t>-&gt;Instance==TIM1)	 //</a:t>
            </a:r>
            <a:r>
              <a:rPr lang="zh-CN" altLang="en-US" sz="1050" b="1" dirty="0"/>
              <a:t>判断中断来源</a:t>
            </a:r>
          </a:p>
          <a:p>
            <a:r>
              <a:rPr lang="zh-CN" altLang="en-US" sz="1050" b="1" dirty="0"/>
              <a:t>    </a:t>
            </a:r>
            <a:r>
              <a:rPr lang="en-US" altLang="zh-CN" sz="1050" b="1" dirty="0"/>
              <a:t>{</a:t>
            </a:r>
          </a:p>
          <a:p>
            <a:r>
              <a:rPr lang="en-US" altLang="zh-CN" sz="1050" b="1" dirty="0"/>
              <a:t>        void </a:t>
            </a:r>
            <a:r>
              <a:rPr lang="en-US" altLang="zh-CN" sz="1050" b="1" dirty="0" err="1"/>
              <a:t>Key_FSM</a:t>
            </a:r>
            <a:r>
              <a:rPr lang="en-US" altLang="zh-CN" sz="1050" b="1" dirty="0"/>
              <a:t>(void) ;</a:t>
            </a:r>
          </a:p>
          <a:p>
            <a:r>
              <a:rPr lang="en-US" altLang="zh-CN" sz="1050" b="1" dirty="0"/>
              <a:t>    }</a:t>
            </a:r>
          </a:p>
          <a:p>
            <a:r>
              <a:rPr lang="en-US" altLang="zh-CN" sz="1050" b="1" dirty="0"/>
              <a:t>}</a:t>
            </a:r>
          </a:p>
          <a:p>
            <a:r>
              <a:rPr lang="en-US" altLang="zh-CN" sz="1050" b="1" dirty="0"/>
              <a:t>/* USER CODE END 4 */</a:t>
            </a:r>
            <a:endParaRPr lang="zh-CN" altLang="zh-CN" sz="1050" b="1" dirty="0"/>
          </a:p>
        </p:txBody>
      </p:sp>
    </p:spTree>
    <p:extLst>
      <p:ext uri="{BB962C8B-B14F-4D97-AF65-F5344CB8AC3E}">
        <p14:creationId xmlns:p14="http://schemas.microsoft.com/office/powerpoint/2010/main" val="2501096640"/>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339503"/>
            <a:ext cx="4562696"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4" name="矩形 3"/>
          <p:cNvSpPr/>
          <p:nvPr/>
        </p:nvSpPr>
        <p:spPr>
          <a:xfrm>
            <a:off x="35496" y="353678"/>
            <a:ext cx="4527201" cy="461665"/>
          </a:xfrm>
          <a:prstGeom prst="rect">
            <a:avLst/>
          </a:prstGeom>
        </p:spPr>
        <p:txBody>
          <a:bodyPr wrap="none">
            <a:spAutoFit/>
          </a:bodyPr>
          <a:lstStyle/>
          <a:p>
            <a:r>
              <a:rPr lang="en-US" altLang="zh-CN" sz="2400" b="1" dirty="0" smtClean="0">
                <a:solidFill>
                  <a:schemeClr val="bg1"/>
                </a:solidFill>
                <a:latin typeface="微软雅黑" pitchFamily="34" charset="-122"/>
                <a:ea typeface="微软雅黑" pitchFamily="34" charset="-122"/>
              </a:rPr>
              <a:t>9.6  </a:t>
            </a:r>
            <a:r>
              <a:rPr lang="zh-CN" altLang="en-US" sz="2400" b="1" dirty="0" smtClean="0">
                <a:solidFill>
                  <a:schemeClr val="bg1"/>
                </a:solidFill>
                <a:latin typeface="微软雅黑" pitchFamily="34" charset="-122"/>
                <a:ea typeface="微软雅黑" pitchFamily="34" charset="-122"/>
              </a:rPr>
              <a:t>编程</a:t>
            </a:r>
            <a:r>
              <a:rPr lang="zh-CN" altLang="en-US" sz="2400" b="1" dirty="0">
                <a:solidFill>
                  <a:schemeClr val="bg1"/>
                </a:solidFill>
                <a:latin typeface="微软雅黑" pitchFamily="34" charset="-122"/>
                <a:ea typeface="微软雅黑" pitchFamily="34" charset="-122"/>
              </a:rPr>
              <a:t>思想之状态机设计思想</a:t>
            </a:r>
            <a:endParaRPr lang="zh-CN" altLang="zh-CN" sz="2400" b="1" dirty="0">
              <a:solidFill>
                <a:schemeClr val="bg1"/>
              </a:solidFill>
              <a:latin typeface="微软雅黑" pitchFamily="34" charset="-122"/>
              <a:ea typeface="微软雅黑" pitchFamily="34" charset="-122"/>
            </a:endParaRPr>
          </a:p>
        </p:txBody>
      </p:sp>
      <p:sp>
        <p:nvSpPr>
          <p:cNvPr id="2" name="矩形 1"/>
          <p:cNvSpPr/>
          <p:nvPr/>
        </p:nvSpPr>
        <p:spPr>
          <a:xfrm>
            <a:off x="4283968" y="1203598"/>
            <a:ext cx="4572508" cy="3108543"/>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altLang="zh-CN" sz="1400" b="1" dirty="0"/>
              <a:t> </a:t>
            </a:r>
            <a:r>
              <a:rPr lang="en-US" altLang="zh-CN" sz="1400" b="1" dirty="0" smtClean="0"/>
              <a:t>      /* </a:t>
            </a:r>
            <a:r>
              <a:rPr lang="en-US" altLang="zh-CN" sz="1400" b="1" dirty="0"/>
              <a:t>USER CODE BEGIN WHILE */</a:t>
            </a:r>
            <a:endParaRPr lang="zh-CN" altLang="zh-CN" sz="1400" b="1" dirty="0"/>
          </a:p>
          <a:p>
            <a:r>
              <a:rPr lang="en-US" altLang="zh-CN" sz="1400" b="1" dirty="0"/>
              <a:t>   while (1)</a:t>
            </a:r>
            <a:endParaRPr lang="zh-CN" altLang="zh-CN" sz="1400" b="1" dirty="0"/>
          </a:p>
          <a:p>
            <a:r>
              <a:rPr lang="en-US" altLang="zh-CN" sz="1400" b="1" dirty="0"/>
              <a:t>   {</a:t>
            </a:r>
            <a:endParaRPr lang="zh-CN" altLang="zh-CN" sz="1400" b="1" dirty="0"/>
          </a:p>
          <a:p>
            <a:r>
              <a:rPr lang="en-US" altLang="zh-CN" sz="1400" b="1" dirty="0"/>
              <a:t>         /* USER CODE END WHILE */</a:t>
            </a:r>
            <a:endParaRPr lang="zh-CN" altLang="zh-CN" sz="1400" b="1" dirty="0"/>
          </a:p>
          <a:p>
            <a:r>
              <a:rPr lang="en-US" altLang="zh-CN" sz="1400" b="1" dirty="0"/>
              <a:t>         /* USER CODE BEGIN 3 */</a:t>
            </a:r>
            <a:endParaRPr lang="zh-CN" altLang="zh-CN" sz="1400" b="1" dirty="0"/>
          </a:p>
          <a:p>
            <a:r>
              <a:rPr lang="en-US" altLang="zh-CN" sz="1400" b="1" dirty="0"/>
              <a:t>    if(</a:t>
            </a:r>
            <a:r>
              <a:rPr lang="en-US" altLang="zh-CN" sz="1400" b="1" dirty="0" err="1"/>
              <a:t>keyFlag</a:t>
            </a:r>
            <a:r>
              <a:rPr lang="en-US" altLang="zh-CN" sz="1400" b="1" dirty="0"/>
              <a:t> == 1)  //</a:t>
            </a:r>
            <a:r>
              <a:rPr lang="zh-CN" altLang="zh-CN" sz="1400" b="1" dirty="0"/>
              <a:t>检测按键有效标志</a:t>
            </a:r>
          </a:p>
          <a:p>
            <a:r>
              <a:rPr lang="en-US" altLang="zh-CN" sz="1400" b="1" dirty="0"/>
              <a:t>    {</a:t>
            </a:r>
            <a:endParaRPr lang="zh-CN" altLang="zh-CN" sz="1400" b="1" dirty="0"/>
          </a:p>
          <a:p>
            <a:r>
              <a:rPr lang="en-US" altLang="zh-CN" sz="1400" b="1" dirty="0"/>
              <a:t>        </a:t>
            </a:r>
            <a:r>
              <a:rPr lang="en-US" altLang="zh-CN" sz="1400" b="1" dirty="0" err="1"/>
              <a:t>keyFlag</a:t>
            </a:r>
            <a:r>
              <a:rPr lang="en-US" altLang="zh-CN" sz="1400" b="1" dirty="0"/>
              <a:t>=0;   //</a:t>
            </a:r>
            <a:r>
              <a:rPr lang="zh-CN" altLang="zh-CN" sz="1400" b="1" dirty="0"/>
              <a:t>清除标志位</a:t>
            </a:r>
          </a:p>
          <a:p>
            <a:r>
              <a:rPr lang="en-US" altLang="zh-CN" sz="1400" b="1" dirty="0" smtClean="0"/>
              <a:t>         </a:t>
            </a:r>
            <a:r>
              <a:rPr lang="en-US" altLang="zh-CN" sz="1400" b="1" dirty="0" err="1" smtClean="0"/>
              <a:t>HAL_GPIO_TogglePin</a:t>
            </a:r>
            <a:r>
              <a:rPr lang="en-US" altLang="zh-CN" sz="1400" b="1" dirty="0" smtClean="0"/>
              <a:t>(LED1_GPIO_Port,LED1_Pin</a:t>
            </a:r>
            <a:r>
              <a:rPr lang="en-US" altLang="zh-CN" sz="1400" b="1" dirty="0"/>
              <a:t>);</a:t>
            </a:r>
            <a:endParaRPr lang="zh-CN" altLang="zh-CN" sz="1400" b="1" dirty="0"/>
          </a:p>
          <a:p>
            <a:r>
              <a:rPr lang="en-US" altLang="zh-CN" sz="1400" b="1" dirty="0"/>
              <a:t>          //</a:t>
            </a:r>
            <a:r>
              <a:rPr lang="zh-CN" altLang="zh-CN" sz="1400" b="1" dirty="0"/>
              <a:t>执行按键任务，指示灯状态翻转</a:t>
            </a:r>
          </a:p>
          <a:p>
            <a:r>
              <a:rPr lang="en-US" altLang="zh-CN" sz="1400" b="1" dirty="0"/>
              <a:t>    }  </a:t>
            </a:r>
            <a:endParaRPr lang="zh-CN" altLang="zh-CN" sz="1400" b="1" dirty="0"/>
          </a:p>
          <a:p>
            <a:r>
              <a:rPr lang="en-US" altLang="zh-CN" sz="1400" b="1" dirty="0"/>
              <a:t>   }</a:t>
            </a:r>
            <a:endParaRPr lang="zh-CN" altLang="zh-CN" sz="1400" b="1" dirty="0"/>
          </a:p>
          <a:p>
            <a:r>
              <a:rPr lang="en-US" altLang="zh-CN" sz="1400" b="1" dirty="0"/>
              <a:t>        /* USER CODE END 3 */</a:t>
            </a:r>
            <a:endParaRPr lang="zh-CN" altLang="zh-CN" sz="1400" b="1" dirty="0"/>
          </a:p>
          <a:p>
            <a:r>
              <a:rPr lang="en-US" altLang="zh-CN" sz="1400" b="1" dirty="0"/>
              <a:t>}</a:t>
            </a:r>
            <a:endParaRPr lang="en-US" altLang="zh-CN" sz="1400" b="1" dirty="0"/>
          </a:p>
        </p:txBody>
      </p:sp>
      <p:sp>
        <p:nvSpPr>
          <p:cNvPr id="6" name="矩形 5"/>
          <p:cNvSpPr/>
          <p:nvPr/>
        </p:nvSpPr>
        <p:spPr>
          <a:xfrm>
            <a:off x="755576" y="2031690"/>
            <a:ext cx="3289634" cy="1100942"/>
          </a:xfrm>
          <a:prstGeom prst="rect">
            <a:avLst/>
          </a:prstGeom>
        </p:spPr>
        <p:txBody>
          <a:bodyPr wrap="square">
            <a:spAutoFit/>
          </a:bodyPr>
          <a:lstStyle/>
          <a:p>
            <a:pPr>
              <a:lnSpc>
                <a:spcPct val="125000"/>
              </a:lnSpc>
            </a:pPr>
            <a:r>
              <a:rPr lang="en-US" altLang="zh-CN" b="1" dirty="0" smtClean="0"/>
              <a:t>      </a:t>
            </a:r>
            <a:r>
              <a:rPr lang="zh-CN" altLang="zh-CN" b="1" dirty="0" smtClean="0"/>
              <a:t>最后</a:t>
            </a:r>
            <a:r>
              <a:rPr lang="zh-CN" altLang="zh-CN" b="1" dirty="0"/>
              <a:t>编写后台检测程序，根据标志位执行指示灯状态翻转的操作。</a:t>
            </a:r>
            <a:endParaRPr lang="zh-CN" altLang="en-US" b="1" dirty="0"/>
          </a:p>
        </p:txBody>
      </p:sp>
    </p:spTree>
    <p:extLst>
      <p:ext uri="{BB962C8B-B14F-4D97-AF65-F5344CB8AC3E}">
        <p14:creationId xmlns:p14="http://schemas.microsoft.com/office/powerpoint/2010/main" val="3927703722"/>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图示 5"/>
          <p:cNvGraphicFramePr/>
          <p:nvPr>
            <p:extLst>
              <p:ext uri="{D42A27DB-BD31-4B8C-83A1-F6EECF244321}">
                <p14:modId xmlns:p14="http://schemas.microsoft.com/office/powerpoint/2010/main" val="3219808195"/>
              </p:ext>
            </p:extLst>
          </p:nvPr>
        </p:nvGraphicFramePr>
        <p:xfrm>
          <a:off x="395536" y="795065"/>
          <a:ext cx="8352928" cy="38649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矩形 8"/>
          <p:cNvSpPr/>
          <p:nvPr/>
        </p:nvSpPr>
        <p:spPr>
          <a:xfrm>
            <a:off x="1" y="339503"/>
            <a:ext cx="1619671" cy="504056"/>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0" name="矩形 9"/>
          <p:cNvSpPr/>
          <p:nvPr/>
        </p:nvSpPr>
        <p:spPr>
          <a:xfrm>
            <a:off x="35498" y="339503"/>
            <a:ext cx="1510598" cy="461665"/>
          </a:xfrm>
          <a:prstGeom prst="rect">
            <a:avLst/>
          </a:prstGeom>
        </p:spPr>
        <p:txBody>
          <a:bodyPr wrap="square">
            <a:spAutoFit/>
          </a:bodyPr>
          <a:lstStyle/>
          <a:p>
            <a:r>
              <a:rPr lang="zh-CN" altLang="en-US" sz="2400" b="1" dirty="0" smtClean="0">
                <a:solidFill>
                  <a:schemeClr val="bg1"/>
                </a:solidFill>
                <a:latin typeface="黑体" pitchFamily="49" charset="-122"/>
                <a:ea typeface="黑体" pitchFamily="49" charset="-122"/>
              </a:rPr>
              <a:t>本章小结</a:t>
            </a:r>
          </a:p>
        </p:txBody>
      </p:sp>
    </p:spTree>
    <p:extLst>
      <p:ext uri="{BB962C8B-B14F-4D97-AF65-F5344CB8AC3E}">
        <p14:creationId xmlns:p14="http://schemas.microsoft.com/office/powerpoint/2010/main" val="2248418626"/>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矩形 1"/>
          <p:cNvSpPr/>
          <p:nvPr/>
        </p:nvSpPr>
        <p:spPr>
          <a:xfrm>
            <a:off x="0" y="1779662"/>
            <a:ext cx="2843808" cy="1368152"/>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7" name="矩形 6"/>
          <p:cNvSpPr/>
          <p:nvPr/>
        </p:nvSpPr>
        <p:spPr>
          <a:xfrm>
            <a:off x="2915816" y="123478"/>
            <a:ext cx="5148064" cy="13681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2880320" y="1923678"/>
            <a:ext cx="5148064" cy="1015663"/>
          </a:xfrm>
          <a:prstGeom prst="rect">
            <a:avLst/>
          </a:prstGeom>
          <a:solidFill>
            <a:schemeClr val="bg1"/>
          </a:solidFill>
        </p:spPr>
        <p:txBody>
          <a:bodyPr wrap="square">
            <a:spAutoFit/>
          </a:bodyPr>
          <a:lstStyle/>
          <a:p>
            <a:pPr algn="ctr"/>
            <a:r>
              <a:rPr lang="en-US" altLang="zh-CN" sz="6000" b="1" dirty="0" smtClean="0">
                <a:solidFill>
                  <a:schemeClr val="accent1">
                    <a:lumMod val="75000"/>
                  </a:schemeClr>
                </a:solidFill>
                <a:latin typeface="华文隶书" pitchFamily="2" charset="-122"/>
                <a:ea typeface="华文隶书" pitchFamily="2" charset="-122"/>
              </a:rPr>
              <a:t>T</a:t>
            </a:r>
            <a:r>
              <a:rPr lang="en-GB" altLang="zh-CN" sz="6000" b="1" dirty="0" smtClean="0">
                <a:solidFill>
                  <a:schemeClr val="accent1">
                    <a:lumMod val="75000"/>
                  </a:schemeClr>
                </a:solidFill>
                <a:latin typeface="华文隶书" pitchFamily="2" charset="-122"/>
                <a:ea typeface="华文隶书" pitchFamily="2" charset="-122"/>
              </a:rPr>
              <a:t>he     End!</a:t>
            </a:r>
            <a:endParaRPr lang="zh-CN" altLang="zh-CN" sz="6000" b="1" dirty="0">
              <a:solidFill>
                <a:schemeClr val="accent1">
                  <a:lumMod val="75000"/>
                </a:schemeClr>
              </a:solidFill>
              <a:latin typeface="华文隶书" pitchFamily="2" charset="-122"/>
              <a:ea typeface="华文隶书" pitchFamily="2" charset="-122"/>
            </a:endParaRPr>
          </a:p>
        </p:txBody>
      </p:sp>
      <p:sp>
        <p:nvSpPr>
          <p:cNvPr id="10" name="矩形 9"/>
          <p:cNvSpPr/>
          <p:nvPr/>
        </p:nvSpPr>
        <p:spPr>
          <a:xfrm>
            <a:off x="7991872" y="1779662"/>
            <a:ext cx="1152128" cy="1368152"/>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3" name="菱形 12"/>
          <p:cNvSpPr/>
          <p:nvPr/>
        </p:nvSpPr>
        <p:spPr>
          <a:xfrm>
            <a:off x="7812360" y="4155926"/>
            <a:ext cx="936104" cy="581892"/>
          </a:xfrm>
          <a:prstGeom prst="diamond">
            <a:avLst/>
          </a:prstGeom>
          <a:solidFill>
            <a:schemeClr val="bg1"/>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菱形 13"/>
          <p:cNvSpPr/>
          <p:nvPr/>
        </p:nvSpPr>
        <p:spPr>
          <a:xfrm>
            <a:off x="7344308" y="4136372"/>
            <a:ext cx="936104" cy="581892"/>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新月形 5"/>
          <p:cNvSpPr/>
          <p:nvPr/>
        </p:nvSpPr>
        <p:spPr>
          <a:xfrm rot="5400000">
            <a:off x="3908409" y="1003093"/>
            <a:ext cx="576063" cy="2129201"/>
          </a:xfrm>
          <a:prstGeom prst="moon">
            <a:avLst>
              <a:gd name="adj" fmla="val 14361"/>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新月形 11"/>
          <p:cNvSpPr/>
          <p:nvPr/>
        </p:nvSpPr>
        <p:spPr>
          <a:xfrm rot="16200000">
            <a:off x="6081017" y="1669836"/>
            <a:ext cx="613404" cy="2129201"/>
          </a:xfrm>
          <a:prstGeom prst="moon">
            <a:avLst>
              <a:gd name="adj" fmla="val 14361"/>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十字箭头标注 14"/>
          <p:cNvSpPr/>
          <p:nvPr/>
        </p:nvSpPr>
        <p:spPr>
          <a:xfrm>
            <a:off x="395536" y="339502"/>
            <a:ext cx="1296144" cy="720080"/>
          </a:xfrm>
          <a:prstGeom prst="quadArrowCallou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en-GB" altLang="zh-CN" sz="1200" b="1" dirty="0" smtClean="0"/>
              <a:t>STM32</a:t>
            </a:r>
            <a:endParaRPr lang="zh-CN" altLang="en-US" sz="1200" b="1" dirty="0"/>
          </a:p>
        </p:txBody>
      </p:sp>
    </p:spTree>
    <p:extLst>
      <p:ext uri="{BB962C8B-B14F-4D97-AF65-F5344CB8AC3E}">
        <p14:creationId xmlns:p14="http://schemas.microsoft.com/office/powerpoint/2010/main" val="324750776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defRPr sz="1600" b="1" dirty="0" smtClean="0"/>
        </a:defPPr>
      </a:lstStyle>
      <a:style>
        <a:lnRef idx="0">
          <a:schemeClr val="accent5"/>
        </a:lnRef>
        <a:fillRef idx="3">
          <a:schemeClr val="accent5"/>
        </a:fillRef>
        <a:effectRef idx="3">
          <a:schemeClr val="accent5"/>
        </a:effectRef>
        <a:fontRef idx="minor">
          <a:schemeClr val="lt1"/>
        </a:fontRef>
      </a:style>
    </a:sp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4761</TotalTime>
  <Words>8564</Words>
  <Application>Microsoft Office PowerPoint</Application>
  <PresentationFormat>全屏显示(16:9)</PresentationFormat>
  <Paragraphs>1310</Paragraphs>
  <Slides>101</Slides>
  <Notes>21</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101</vt:i4>
      </vt:variant>
    </vt:vector>
  </HeadingPairs>
  <TitlesOfParts>
    <vt:vector size="103" baseType="lpstr">
      <vt:lpstr>Office 主题​​</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mf</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马锋</dc:creator>
  <cp:lastModifiedBy>马锋</cp:lastModifiedBy>
  <cp:revision>543</cp:revision>
  <dcterms:created xsi:type="dcterms:W3CDTF">2019-08-08T08:45:05Z</dcterms:created>
  <dcterms:modified xsi:type="dcterms:W3CDTF">2020-06-16T08:30:52Z</dcterms:modified>
</cp:coreProperties>
</file>