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7" r:id="rId2"/>
    <p:sldId id="259" r:id="rId3"/>
    <p:sldId id="300" r:id="rId4"/>
    <p:sldId id="260" r:id="rId5"/>
    <p:sldId id="262" r:id="rId6"/>
    <p:sldId id="423" r:id="rId7"/>
    <p:sldId id="383" r:id="rId8"/>
    <p:sldId id="382" r:id="rId9"/>
    <p:sldId id="384" r:id="rId10"/>
    <p:sldId id="334" r:id="rId11"/>
    <p:sldId id="385" r:id="rId12"/>
    <p:sldId id="386" r:id="rId13"/>
    <p:sldId id="387" r:id="rId14"/>
    <p:sldId id="388" r:id="rId15"/>
    <p:sldId id="390" r:id="rId16"/>
    <p:sldId id="265" r:id="rId17"/>
    <p:sldId id="395" r:id="rId18"/>
    <p:sldId id="344" r:id="rId19"/>
    <p:sldId id="396" r:id="rId20"/>
    <p:sldId id="397" r:id="rId21"/>
    <p:sldId id="398" r:id="rId22"/>
    <p:sldId id="345" r:id="rId23"/>
    <p:sldId id="399" r:id="rId24"/>
    <p:sldId id="400" r:id="rId25"/>
    <p:sldId id="401" r:id="rId26"/>
    <p:sldId id="404" r:id="rId27"/>
    <p:sldId id="406" r:id="rId28"/>
    <p:sldId id="402" r:id="rId29"/>
    <p:sldId id="403" r:id="rId30"/>
    <p:sldId id="405" r:id="rId31"/>
    <p:sldId id="407" r:id="rId32"/>
    <p:sldId id="410" r:id="rId33"/>
    <p:sldId id="411" r:id="rId34"/>
    <p:sldId id="408" r:id="rId35"/>
    <p:sldId id="347" r:id="rId36"/>
    <p:sldId id="412" r:id="rId37"/>
    <p:sldId id="413" r:id="rId38"/>
    <p:sldId id="417" r:id="rId39"/>
    <p:sldId id="418" r:id="rId40"/>
    <p:sldId id="419" r:id="rId41"/>
    <p:sldId id="420" r:id="rId42"/>
    <p:sldId id="350" r:id="rId43"/>
    <p:sldId id="352" r:id="rId44"/>
    <p:sldId id="422" r:id="rId45"/>
    <p:sldId id="421" r:id="rId46"/>
    <p:sldId id="308" r:id="rId47"/>
    <p:sldId id="310" r:id="rId48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ACC6"/>
    <a:srgbClr val="4BC0DD"/>
    <a:srgbClr val="D38583"/>
    <a:srgbClr val="E8F4F8"/>
    <a:srgbClr val="FFFFFF"/>
    <a:srgbClr val="FFFFCC"/>
    <a:srgbClr val="CD7371"/>
    <a:srgbClr val="FF00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9" autoAdjust="0"/>
    <p:restoredTop sz="94539" autoAdjust="0"/>
  </p:normalViewPr>
  <p:slideViewPr>
    <p:cSldViewPr>
      <p:cViewPr varScale="1">
        <p:scale>
          <a:sx n="66" d="100"/>
          <a:sy n="66" d="100"/>
        </p:scale>
        <p:origin x="-108" y="-12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828921370831107E-2"/>
          <c:y val="8.5818817057008001E-2"/>
          <c:w val="0.64247620417955653"/>
          <c:h val="0.6229390695497368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百分比</c:v>
                </c:pt>
              </c:strCache>
            </c:strRef>
          </c:tx>
          <c:dPt>
            <c:idx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EA86-4287-882A-8BAD2A518E1D}"/>
              </c:ext>
            </c:extLst>
          </c:dPt>
          <c:dPt>
            <c:idx val="1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EA86-4287-882A-8BAD2A518E1D}"/>
              </c:ext>
            </c:extLst>
          </c:dPt>
          <c:dLbls>
            <c:delete val="1"/>
          </c:dLbls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EA86-4287-882A-8BAD2A518E1D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84"/>
      </c:doughnutChart>
    </c:plotArea>
    <c:plotVisOnly val="1"/>
    <c:dispBlanksAs val="gap"/>
    <c:showDLblsOverMax val="0"/>
  </c:chart>
  <c:txPr>
    <a:bodyPr/>
    <a:lstStyle/>
    <a:p>
      <a:pPr>
        <a:defRPr sz="1800" b="1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23"/>
    </mc:Choice>
    <mc:Fallback>
      <c:style val="23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828921370831107E-2"/>
          <c:y val="8.5818817057008001E-2"/>
          <c:w val="0.64247620417955653"/>
          <c:h val="0.6229390695497368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百分比</c:v>
                </c:pt>
              </c:strCache>
            </c:strRef>
          </c:tx>
          <c:dPt>
            <c:idx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EA86-4287-882A-8BAD2A518E1D}"/>
              </c:ext>
            </c:extLst>
          </c:dPt>
          <c:dPt>
            <c:idx val="1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EA86-4287-882A-8BAD2A518E1D}"/>
              </c:ext>
            </c:extLst>
          </c:dPt>
          <c:dLbls>
            <c:delete val="1"/>
          </c:dLbls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EA86-4287-882A-8BAD2A518E1D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84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828921370831107E-2"/>
          <c:y val="8.5818817057008001E-2"/>
          <c:w val="0.64247620417955653"/>
          <c:h val="0.6229390695497368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百分比</c:v>
                </c:pt>
              </c:strCache>
            </c:strRef>
          </c:tx>
          <c:dPt>
            <c:idx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EA86-4287-882A-8BAD2A518E1D}"/>
              </c:ext>
            </c:extLst>
          </c:dPt>
          <c:dPt>
            <c:idx val="1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EA86-4287-882A-8BAD2A518E1D}"/>
              </c:ext>
            </c:extLst>
          </c:dPt>
          <c:dLbls>
            <c:delete val="1"/>
          </c:dLbls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EA86-4287-882A-8BAD2A518E1D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84"/>
      </c:doughnutChart>
    </c:plotArea>
    <c:plotVisOnly val="1"/>
    <c:dispBlanksAs val="gap"/>
    <c:showDLblsOverMax val="0"/>
  </c:chart>
  <c:txPr>
    <a:bodyPr/>
    <a:lstStyle/>
    <a:p>
      <a:pPr>
        <a:defRPr sz="1800" b="1"/>
      </a:pPr>
      <a:endParaRPr lang="zh-CN"/>
    </a:p>
  </c:txPr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2CEBAA-E1A0-4A5E-892A-353144A3ECB1}" type="doc">
      <dgm:prSet loTypeId="urn:microsoft.com/office/officeart/2005/8/layout/vList3#1" loCatId="list" qsTypeId="urn:microsoft.com/office/officeart/2005/8/quickstyle/simple2" qsCatId="simple" csTypeId="urn:microsoft.com/office/officeart/2005/8/colors/accent5_1" csCatId="accent5" phldr="1"/>
      <dgm:spPr/>
      <dgm:t>
        <a:bodyPr/>
        <a:lstStyle/>
        <a:p>
          <a:endParaRPr lang="zh-CN" altLang="en-US"/>
        </a:p>
      </dgm:t>
    </dgm:pt>
    <dgm:pt modelId="{13106C34-DDA7-4704-AE3C-0B0E4328523F}">
      <dgm:prSet custT="1"/>
      <dgm:spPr/>
      <dgm:t>
        <a:bodyPr/>
        <a:lstStyle/>
        <a:p>
          <a:pPr marL="0" indent="177800" algn="l" rtl="0"/>
          <a:r>
            <a:rPr lang="en-US" altLang="zh-CN" sz="2000" b="1" dirty="0" smtClean="0"/>
            <a:t>1.1 </a:t>
          </a:r>
          <a:r>
            <a:rPr lang="zh-CN" altLang="zh-CN" sz="2000" b="1" dirty="0" smtClean="0"/>
            <a:t>信息技术的发展</a:t>
          </a:r>
          <a:endParaRPr lang="zh-CN" sz="2000" b="1" dirty="0"/>
        </a:p>
      </dgm:t>
    </dgm:pt>
    <dgm:pt modelId="{5B2484B4-0902-44AE-9451-619122864D26}" type="parTrans" cxnId="{02BAFB49-29A0-4418-8227-F8F120C95367}">
      <dgm:prSet/>
      <dgm:spPr/>
      <dgm:t>
        <a:bodyPr/>
        <a:lstStyle/>
        <a:p>
          <a:pPr algn="l"/>
          <a:endParaRPr lang="zh-CN" altLang="en-US" sz="2000" b="1"/>
        </a:p>
      </dgm:t>
    </dgm:pt>
    <dgm:pt modelId="{09265D00-2571-440C-8A2D-A0D7C0ECA357}" type="sibTrans" cxnId="{02BAFB49-29A0-4418-8227-F8F120C95367}">
      <dgm:prSet/>
      <dgm:spPr/>
      <dgm:t>
        <a:bodyPr/>
        <a:lstStyle/>
        <a:p>
          <a:pPr algn="l"/>
          <a:endParaRPr lang="zh-CN" altLang="en-US" sz="2000" b="1"/>
        </a:p>
      </dgm:t>
    </dgm:pt>
    <dgm:pt modelId="{047B7240-9B3B-4945-ABFC-8AA577225995}">
      <dgm:prSet custT="1"/>
      <dgm:spPr/>
      <dgm:t>
        <a:bodyPr/>
        <a:lstStyle/>
        <a:p>
          <a:pPr marL="0" indent="177800" algn="l" rtl="0"/>
          <a:r>
            <a:rPr lang="en-US" altLang="zh-CN" sz="2000" b="1" dirty="0" smtClean="0"/>
            <a:t>1.2 </a:t>
          </a:r>
          <a:r>
            <a:rPr lang="zh-CN" altLang="zh-CN" sz="2000" b="1" dirty="0" smtClean="0"/>
            <a:t>嵌入式系统</a:t>
          </a:r>
          <a:endParaRPr lang="zh-CN" sz="2000" b="1" dirty="0"/>
        </a:p>
      </dgm:t>
    </dgm:pt>
    <dgm:pt modelId="{30432C7E-5CB4-43B7-ABDA-FDD668F97924}" type="parTrans" cxnId="{8ECEC30A-7947-4089-82B2-F4118177782E}">
      <dgm:prSet/>
      <dgm:spPr/>
      <dgm:t>
        <a:bodyPr/>
        <a:lstStyle/>
        <a:p>
          <a:pPr algn="l"/>
          <a:endParaRPr lang="zh-CN" altLang="en-US" sz="2000" b="1"/>
        </a:p>
      </dgm:t>
    </dgm:pt>
    <dgm:pt modelId="{2AD50ABE-3325-4DD9-8E1F-7ECDCF00ED92}" type="sibTrans" cxnId="{8ECEC30A-7947-4089-82B2-F4118177782E}">
      <dgm:prSet/>
      <dgm:spPr/>
      <dgm:t>
        <a:bodyPr/>
        <a:lstStyle/>
        <a:p>
          <a:pPr algn="l"/>
          <a:endParaRPr lang="zh-CN" altLang="en-US" sz="2000" b="1"/>
        </a:p>
      </dgm:t>
    </dgm:pt>
    <dgm:pt modelId="{C03C3471-A4DA-417B-8393-2DA0F765F0DE}">
      <dgm:prSet custT="1"/>
      <dgm:spPr/>
      <dgm:t>
        <a:bodyPr/>
        <a:lstStyle/>
        <a:p>
          <a:pPr marL="0" indent="177800" algn="l" rtl="0"/>
          <a:r>
            <a:rPr lang="en-US" sz="2000" b="1" dirty="0" smtClean="0"/>
            <a:t>1.3 </a:t>
          </a:r>
          <a:r>
            <a:rPr lang="zh-CN" sz="2000" b="1" dirty="0" smtClean="0"/>
            <a:t>嵌入式初学者杂谈</a:t>
          </a:r>
          <a:endParaRPr lang="zh-CN" sz="2000" b="1" dirty="0"/>
        </a:p>
      </dgm:t>
    </dgm:pt>
    <dgm:pt modelId="{1933975E-8B86-46FF-B7C1-099FB70E688A}" type="parTrans" cxnId="{972459DD-7803-4179-A553-DC73E2AA763F}">
      <dgm:prSet/>
      <dgm:spPr/>
      <dgm:t>
        <a:bodyPr/>
        <a:lstStyle/>
        <a:p>
          <a:pPr algn="l"/>
          <a:endParaRPr lang="zh-CN" altLang="en-US" sz="2000" b="1"/>
        </a:p>
      </dgm:t>
    </dgm:pt>
    <dgm:pt modelId="{B2D04BCB-8D1E-44D6-B48A-12C7951CB416}" type="sibTrans" cxnId="{972459DD-7803-4179-A553-DC73E2AA763F}">
      <dgm:prSet/>
      <dgm:spPr/>
      <dgm:t>
        <a:bodyPr/>
        <a:lstStyle/>
        <a:p>
          <a:pPr algn="l"/>
          <a:endParaRPr lang="zh-CN" altLang="en-US" sz="2000" b="1"/>
        </a:p>
      </dgm:t>
    </dgm:pt>
    <dgm:pt modelId="{0C120196-3FF1-4CC1-BA0D-AC942EAC4FB4}">
      <dgm:prSet custT="1"/>
      <dgm:spPr/>
      <dgm:t>
        <a:bodyPr/>
        <a:lstStyle/>
        <a:p>
          <a:pPr marL="0" indent="177800" algn="l" rtl="0"/>
          <a:r>
            <a:rPr lang="en-US" altLang="zh-CN" sz="2000" b="1" dirty="0" smtClean="0"/>
            <a:t>1.4 </a:t>
          </a:r>
          <a:r>
            <a:rPr lang="zh-CN" altLang="en-US" sz="2000" b="1" dirty="0" smtClean="0"/>
            <a:t>嵌入式系统开发流程</a:t>
          </a:r>
          <a:endParaRPr lang="zh-CN" sz="2000" b="1" dirty="0"/>
        </a:p>
      </dgm:t>
    </dgm:pt>
    <dgm:pt modelId="{E0285B5C-5BFC-45A4-83E8-5C668EBA3EE1}" type="parTrans" cxnId="{C23F9A34-1D1E-4D76-B436-D4596778C48D}">
      <dgm:prSet/>
      <dgm:spPr/>
      <dgm:t>
        <a:bodyPr/>
        <a:lstStyle/>
        <a:p>
          <a:endParaRPr lang="zh-CN" altLang="en-US"/>
        </a:p>
      </dgm:t>
    </dgm:pt>
    <dgm:pt modelId="{6F45C6AB-4FEE-4BD9-BFDC-D3A110C98613}" type="sibTrans" cxnId="{C23F9A34-1D1E-4D76-B436-D4596778C48D}">
      <dgm:prSet/>
      <dgm:spPr/>
      <dgm:t>
        <a:bodyPr/>
        <a:lstStyle/>
        <a:p>
          <a:endParaRPr lang="zh-CN" altLang="en-US"/>
        </a:p>
      </dgm:t>
    </dgm:pt>
    <dgm:pt modelId="{01BA8000-F013-4439-BEFE-860C47094334}" type="pres">
      <dgm:prSet presAssocID="{A02CEBAA-E1A0-4A5E-892A-353144A3ECB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8DE22D8-6D57-4E52-9246-B2B231773FAC}" type="pres">
      <dgm:prSet presAssocID="{13106C34-DDA7-4704-AE3C-0B0E4328523F}" presName="composite" presStyleCnt="0"/>
      <dgm:spPr/>
      <dgm:t>
        <a:bodyPr/>
        <a:lstStyle/>
        <a:p>
          <a:endParaRPr lang="zh-CN" altLang="en-US"/>
        </a:p>
      </dgm:t>
    </dgm:pt>
    <dgm:pt modelId="{BD893DEC-F94E-4CFD-8B1D-44EBE27F01D8}" type="pres">
      <dgm:prSet presAssocID="{13106C34-DDA7-4704-AE3C-0B0E4328523F}" presName="imgShp" presStyleLbl="fgImgPlace1" presStyleIdx="0" presStyleCnt="4" custLinFactNeighborX="-9564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144B12B0-8ED7-423A-98C2-ACC6EE7F5834}" type="pres">
      <dgm:prSet presAssocID="{13106C34-DDA7-4704-AE3C-0B0E4328523F}" presName="txShp" presStyleLbl="node1" presStyleIdx="0" presStyleCnt="4" custScaleX="11961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BC0434-ED20-4C04-9137-BBCAA037438E}" type="pres">
      <dgm:prSet presAssocID="{09265D00-2571-440C-8A2D-A0D7C0ECA357}" presName="spacing" presStyleCnt="0"/>
      <dgm:spPr/>
      <dgm:t>
        <a:bodyPr/>
        <a:lstStyle/>
        <a:p>
          <a:endParaRPr lang="zh-CN" altLang="en-US"/>
        </a:p>
      </dgm:t>
    </dgm:pt>
    <dgm:pt modelId="{EC350B0D-0634-4595-A61D-EA92D440B58A}" type="pres">
      <dgm:prSet presAssocID="{047B7240-9B3B-4945-ABFC-8AA577225995}" presName="composite" presStyleCnt="0"/>
      <dgm:spPr/>
      <dgm:t>
        <a:bodyPr/>
        <a:lstStyle/>
        <a:p>
          <a:endParaRPr lang="zh-CN" altLang="en-US"/>
        </a:p>
      </dgm:t>
    </dgm:pt>
    <dgm:pt modelId="{536BAE9F-688B-43CA-8A61-824EE17C80DA}" type="pres">
      <dgm:prSet presAssocID="{047B7240-9B3B-4945-ABFC-8AA577225995}" presName="imgShp" presStyleLbl="fgImgPlace1" presStyleIdx="1" presStyleCnt="4" custLinFactNeighborX="-9564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8D22E1E6-691D-45DB-B730-1DC2060C8198}" type="pres">
      <dgm:prSet presAssocID="{047B7240-9B3B-4945-ABFC-8AA577225995}" presName="txShp" presStyleLbl="node1" presStyleIdx="1" presStyleCnt="4" custScaleX="11961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AFABC0B-51F3-4213-B6F4-56292C43F92A}" type="pres">
      <dgm:prSet presAssocID="{2AD50ABE-3325-4DD9-8E1F-7ECDCF00ED92}" presName="spacing" presStyleCnt="0"/>
      <dgm:spPr/>
      <dgm:t>
        <a:bodyPr/>
        <a:lstStyle/>
        <a:p>
          <a:endParaRPr lang="zh-CN" altLang="en-US"/>
        </a:p>
      </dgm:t>
    </dgm:pt>
    <dgm:pt modelId="{78AD4F32-45E7-4AAD-8574-22FDF390F682}" type="pres">
      <dgm:prSet presAssocID="{C03C3471-A4DA-417B-8393-2DA0F765F0DE}" presName="composite" presStyleCnt="0"/>
      <dgm:spPr/>
      <dgm:t>
        <a:bodyPr/>
        <a:lstStyle/>
        <a:p>
          <a:endParaRPr lang="zh-CN" altLang="en-US"/>
        </a:p>
      </dgm:t>
    </dgm:pt>
    <dgm:pt modelId="{25EE83B5-9181-4312-AF69-76E7DB3C707E}" type="pres">
      <dgm:prSet presAssocID="{C03C3471-A4DA-417B-8393-2DA0F765F0DE}" presName="imgShp" presStyleLbl="fgImgPlace1" presStyleIdx="2" presStyleCnt="4" custLinFactNeighborX="-9564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4C9106F8-718B-46E5-8FB7-F18DA0278976}" type="pres">
      <dgm:prSet presAssocID="{C03C3471-A4DA-417B-8393-2DA0F765F0DE}" presName="txShp" presStyleLbl="node1" presStyleIdx="2" presStyleCnt="4" custScaleX="11961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3F1A04-8A76-4C01-B9DA-F05B432C7FE6}" type="pres">
      <dgm:prSet presAssocID="{B2D04BCB-8D1E-44D6-B48A-12C7951CB416}" presName="spacing" presStyleCnt="0"/>
      <dgm:spPr/>
      <dgm:t>
        <a:bodyPr/>
        <a:lstStyle/>
        <a:p>
          <a:endParaRPr lang="zh-CN" altLang="en-US"/>
        </a:p>
      </dgm:t>
    </dgm:pt>
    <dgm:pt modelId="{8271F11E-F527-4B10-8FC5-917BE2953F0A}" type="pres">
      <dgm:prSet presAssocID="{0C120196-3FF1-4CC1-BA0D-AC942EAC4FB4}" presName="composite" presStyleCnt="0"/>
      <dgm:spPr/>
    </dgm:pt>
    <dgm:pt modelId="{0C3694C7-984D-47CB-A08D-A02A50F9B642}" type="pres">
      <dgm:prSet presAssocID="{0C120196-3FF1-4CC1-BA0D-AC942EAC4FB4}" presName="imgShp" presStyleLbl="fgImgPlace1" presStyleIdx="3" presStyleCnt="4" custLinFactNeighborX="-98279" custLinFactNeighborY="-1587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zh-CN" altLang="en-US"/>
        </a:p>
      </dgm:t>
    </dgm:pt>
    <dgm:pt modelId="{735A3AB3-63F8-4F31-988A-9E80790E6293}" type="pres">
      <dgm:prSet presAssocID="{0C120196-3FF1-4CC1-BA0D-AC942EAC4FB4}" presName="txShp" presStyleLbl="node1" presStyleIdx="3" presStyleCnt="4" custScaleX="11961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277168F-E001-473D-9B62-D438D49BB1F4}" type="presOf" srcId="{047B7240-9B3B-4945-ABFC-8AA577225995}" destId="{8D22E1E6-691D-45DB-B730-1DC2060C8198}" srcOrd="0" destOrd="0" presId="urn:microsoft.com/office/officeart/2005/8/layout/vList3#1"/>
    <dgm:cxn modelId="{777EB860-57A5-4FE0-981C-CB95438E3AB1}" type="presOf" srcId="{A02CEBAA-E1A0-4A5E-892A-353144A3ECB1}" destId="{01BA8000-F013-4439-BEFE-860C47094334}" srcOrd="0" destOrd="0" presId="urn:microsoft.com/office/officeart/2005/8/layout/vList3#1"/>
    <dgm:cxn modelId="{972459DD-7803-4179-A553-DC73E2AA763F}" srcId="{A02CEBAA-E1A0-4A5E-892A-353144A3ECB1}" destId="{C03C3471-A4DA-417B-8393-2DA0F765F0DE}" srcOrd="2" destOrd="0" parTransId="{1933975E-8B86-46FF-B7C1-099FB70E688A}" sibTransId="{B2D04BCB-8D1E-44D6-B48A-12C7951CB416}"/>
    <dgm:cxn modelId="{96313997-F395-4FA5-837B-1A2247F1C198}" type="presOf" srcId="{13106C34-DDA7-4704-AE3C-0B0E4328523F}" destId="{144B12B0-8ED7-423A-98C2-ACC6EE7F5834}" srcOrd="0" destOrd="0" presId="urn:microsoft.com/office/officeart/2005/8/layout/vList3#1"/>
    <dgm:cxn modelId="{5439098D-8CC0-498A-A362-4C1315C9C97C}" type="presOf" srcId="{0C120196-3FF1-4CC1-BA0D-AC942EAC4FB4}" destId="{735A3AB3-63F8-4F31-988A-9E80790E6293}" srcOrd="0" destOrd="0" presId="urn:microsoft.com/office/officeart/2005/8/layout/vList3#1"/>
    <dgm:cxn modelId="{47C6F372-24F4-498C-B2F2-D19994E55683}" type="presOf" srcId="{C03C3471-A4DA-417B-8393-2DA0F765F0DE}" destId="{4C9106F8-718B-46E5-8FB7-F18DA0278976}" srcOrd="0" destOrd="0" presId="urn:microsoft.com/office/officeart/2005/8/layout/vList3#1"/>
    <dgm:cxn modelId="{C23F9A34-1D1E-4D76-B436-D4596778C48D}" srcId="{A02CEBAA-E1A0-4A5E-892A-353144A3ECB1}" destId="{0C120196-3FF1-4CC1-BA0D-AC942EAC4FB4}" srcOrd="3" destOrd="0" parTransId="{E0285B5C-5BFC-45A4-83E8-5C668EBA3EE1}" sibTransId="{6F45C6AB-4FEE-4BD9-BFDC-D3A110C98613}"/>
    <dgm:cxn modelId="{8ECEC30A-7947-4089-82B2-F4118177782E}" srcId="{A02CEBAA-E1A0-4A5E-892A-353144A3ECB1}" destId="{047B7240-9B3B-4945-ABFC-8AA577225995}" srcOrd="1" destOrd="0" parTransId="{30432C7E-5CB4-43B7-ABDA-FDD668F97924}" sibTransId="{2AD50ABE-3325-4DD9-8E1F-7ECDCF00ED92}"/>
    <dgm:cxn modelId="{02BAFB49-29A0-4418-8227-F8F120C95367}" srcId="{A02CEBAA-E1A0-4A5E-892A-353144A3ECB1}" destId="{13106C34-DDA7-4704-AE3C-0B0E4328523F}" srcOrd="0" destOrd="0" parTransId="{5B2484B4-0902-44AE-9451-619122864D26}" sibTransId="{09265D00-2571-440C-8A2D-A0D7C0ECA357}"/>
    <dgm:cxn modelId="{11CF1AA5-8F6A-41EB-816D-35B4D72FDB59}" type="presParOf" srcId="{01BA8000-F013-4439-BEFE-860C47094334}" destId="{28DE22D8-6D57-4E52-9246-B2B231773FAC}" srcOrd="0" destOrd="0" presId="urn:microsoft.com/office/officeart/2005/8/layout/vList3#1"/>
    <dgm:cxn modelId="{FBBA8EC4-8A21-46F8-BABD-E4B3D6A9AFD9}" type="presParOf" srcId="{28DE22D8-6D57-4E52-9246-B2B231773FAC}" destId="{BD893DEC-F94E-4CFD-8B1D-44EBE27F01D8}" srcOrd="0" destOrd="0" presId="urn:microsoft.com/office/officeart/2005/8/layout/vList3#1"/>
    <dgm:cxn modelId="{4BE4A640-AC10-4075-A7E7-0E7C99C1F4D7}" type="presParOf" srcId="{28DE22D8-6D57-4E52-9246-B2B231773FAC}" destId="{144B12B0-8ED7-423A-98C2-ACC6EE7F5834}" srcOrd="1" destOrd="0" presId="urn:microsoft.com/office/officeart/2005/8/layout/vList3#1"/>
    <dgm:cxn modelId="{44760C22-5B54-4F2A-9C20-05A031F70611}" type="presParOf" srcId="{01BA8000-F013-4439-BEFE-860C47094334}" destId="{29BC0434-ED20-4C04-9137-BBCAA037438E}" srcOrd="1" destOrd="0" presId="urn:microsoft.com/office/officeart/2005/8/layout/vList3#1"/>
    <dgm:cxn modelId="{733ED03F-F838-46F5-8E1F-D8CF5CB1305F}" type="presParOf" srcId="{01BA8000-F013-4439-BEFE-860C47094334}" destId="{EC350B0D-0634-4595-A61D-EA92D440B58A}" srcOrd="2" destOrd="0" presId="urn:microsoft.com/office/officeart/2005/8/layout/vList3#1"/>
    <dgm:cxn modelId="{3DBD2F92-4452-43E3-962A-5766B2056595}" type="presParOf" srcId="{EC350B0D-0634-4595-A61D-EA92D440B58A}" destId="{536BAE9F-688B-43CA-8A61-824EE17C80DA}" srcOrd="0" destOrd="0" presId="urn:microsoft.com/office/officeart/2005/8/layout/vList3#1"/>
    <dgm:cxn modelId="{9616C6D5-A4DE-4E7F-8EC8-28EB45AA9959}" type="presParOf" srcId="{EC350B0D-0634-4595-A61D-EA92D440B58A}" destId="{8D22E1E6-691D-45DB-B730-1DC2060C8198}" srcOrd="1" destOrd="0" presId="urn:microsoft.com/office/officeart/2005/8/layout/vList3#1"/>
    <dgm:cxn modelId="{B2AB3E64-5316-4E3C-B630-287F346BB4C5}" type="presParOf" srcId="{01BA8000-F013-4439-BEFE-860C47094334}" destId="{1AFABC0B-51F3-4213-B6F4-56292C43F92A}" srcOrd="3" destOrd="0" presId="urn:microsoft.com/office/officeart/2005/8/layout/vList3#1"/>
    <dgm:cxn modelId="{2216A0DD-28A3-47F8-A950-A7426236C64B}" type="presParOf" srcId="{01BA8000-F013-4439-BEFE-860C47094334}" destId="{78AD4F32-45E7-4AAD-8574-22FDF390F682}" srcOrd="4" destOrd="0" presId="urn:microsoft.com/office/officeart/2005/8/layout/vList3#1"/>
    <dgm:cxn modelId="{CC4D4745-F4E8-4264-A6A0-FB129A1A4ED9}" type="presParOf" srcId="{78AD4F32-45E7-4AAD-8574-22FDF390F682}" destId="{25EE83B5-9181-4312-AF69-76E7DB3C707E}" srcOrd="0" destOrd="0" presId="urn:microsoft.com/office/officeart/2005/8/layout/vList3#1"/>
    <dgm:cxn modelId="{4F3801EB-DD33-49F7-875C-1F7201EFEEE2}" type="presParOf" srcId="{78AD4F32-45E7-4AAD-8574-22FDF390F682}" destId="{4C9106F8-718B-46E5-8FB7-F18DA0278976}" srcOrd="1" destOrd="0" presId="urn:microsoft.com/office/officeart/2005/8/layout/vList3#1"/>
    <dgm:cxn modelId="{A559F138-3B46-4FF6-90C5-691D40BED960}" type="presParOf" srcId="{01BA8000-F013-4439-BEFE-860C47094334}" destId="{643F1A04-8A76-4C01-B9DA-F05B432C7FE6}" srcOrd="5" destOrd="0" presId="urn:microsoft.com/office/officeart/2005/8/layout/vList3#1"/>
    <dgm:cxn modelId="{2E1A09F9-0C15-4072-A6B9-120AFD08647D}" type="presParOf" srcId="{01BA8000-F013-4439-BEFE-860C47094334}" destId="{8271F11E-F527-4B10-8FC5-917BE2953F0A}" srcOrd="6" destOrd="0" presId="urn:microsoft.com/office/officeart/2005/8/layout/vList3#1"/>
    <dgm:cxn modelId="{6C2906CE-BB37-40CC-9FE6-DD638C0BC09A}" type="presParOf" srcId="{8271F11E-F527-4B10-8FC5-917BE2953F0A}" destId="{0C3694C7-984D-47CB-A08D-A02A50F9B642}" srcOrd="0" destOrd="0" presId="urn:microsoft.com/office/officeart/2005/8/layout/vList3#1"/>
    <dgm:cxn modelId="{ED791F6D-58B5-4008-B379-7D50AFE871EF}" type="presParOf" srcId="{8271F11E-F527-4B10-8FC5-917BE2953F0A}" destId="{735A3AB3-63F8-4F31-988A-9E80790E6293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09C9DB-9A17-41D4-A92B-E548EC0ECCFA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87B76136-616F-4D50-8BBC-7E1B6D73974B}">
      <dgm:prSet phldrT="[文本]" custT="1"/>
      <dgm:spPr/>
      <dgm:t>
        <a:bodyPr/>
        <a:lstStyle/>
        <a:p>
          <a:r>
            <a:rPr lang="en-US" sz="2000" b="1" dirty="0" smtClean="0"/>
            <a:t>1.3.1 </a:t>
          </a:r>
          <a:r>
            <a:rPr lang="en-US" sz="2000" b="1" dirty="0" err="1" smtClean="0"/>
            <a:t>MCU</a:t>
          </a:r>
          <a:r>
            <a:rPr lang="zh-CN" sz="2000" b="1" dirty="0" smtClean="0"/>
            <a:t>、</a:t>
          </a:r>
          <a:r>
            <a:rPr lang="en-US" sz="2000" b="1" dirty="0" err="1" smtClean="0"/>
            <a:t>MPU</a:t>
          </a:r>
          <a:r>
            <a:rPr lang="zh-CN" sz="2000" b="1" dirty="0" smtClean="0"/>
            <a:t>、</a:t>
          </a:r>
          <a:r>
            <a:rPr lang="en-US" sz="2000" b="1" dirty="0" smtClean="0"/>
            <a:t>ARM</a:t>
          </a:r>
          <a:r>
            <a:rPr lang="zh-CN" sz="2000" b="1" dirty="0" smtClean="0"/>
            <a:t>、</a:t>
          </a:r>
          <a:r>
            <a:rPr lang="en-US" sz="2000" b="1" dirty="0" err="1" smtClean="0"/>
            <a:t>FPGA</a:t>
          </a:r>
          <a:r>
            <a:rPr lang="zh-CN" sz="2000" b="1" dirty="0" smtClean="0"/>
            <a:t>、</a:t>
          </a:r>
          <a:r>
            <a:rPr lang="en-US" sz="2000" b="1" dirty="0" smtClean="0"/>
            <a:t>DSP</a:t>
          </a:r>
          <a:r>
            <a:rPr lang="zh-CN" sz="2000" b="1" dirty="0" smtClean="0"/>
            <a:t>是</a:t>
          </a:r>
          <a:r>
            <a:rPr lang="zh-CN" altLang="en-US" sz="2000" b="1" dirty="0" smtClean="0"/>
            <a:t>概念</a:t>
          </a:r>
          <a:endParaRPr lang="zh-CN" altLang="en-US" sz="2000" dirty="0"/>
        </a:p>
      </dgm:t>
    </dgm:pt>
    <dgm:pt modelId="{E4418B15-C2CB-4107-A52B-CF02BF3871D4}" type="parTrans" cxnId="{6399AB73-53E2-44B2-9544-C3109661060A}">
      <dgm:prSet/>
      <dgm:spPr/>
      <dgm:t>
        <a:bodyPr/>
        <a:lstStyle/>
        <a:p>
          <a:endParaRPr lang="zh-CN" altLang="en-US" sz="2800"/>
        </a:p>
      </dgm:t>
    </dgm:pt>
    <dgm:pt modelId="{5A4C8E11-E095-4641-991A-A2AD6DA95A17}" type="sibTrans" cxnId="{6399AB73-53E2-44B2-9544-C3109661060A}">
      <dgm:prSet/>
      <dgm:spPr/>
      <dgm:t>
        <a:bodyPr/>
        <a:lstStyle/>
        <a:p>
          <a:endParaRPr lang="zh-CN" altLang="en-US" sz="2800"/>
        </a:p>
      </dgm:t>
    </dgm:pt>
    <dgm:pt modelId="{75BC66B1-AA69-44F6-86BD-839140C0A5C7}">
      <dgm:prSet phldrT="[文本]" custT="1"/>
      <dgm:spPr/>
      <dgm:t>
        <a:bodyPr/>
        <a:lstStyle/>
        <a:p>
          <a:r>
            <a:rPr lang="en-US" sz="2000" b="1" dirty="0" smtClean="0"/>
            <a:t>1.3.2 </a:t>
          </a:r>
          <a:r>
            <a:rPr lang="en-US" sz="2000" b="1" dirty="0" err="1" smtClean="0"/>
            <a:t>MCU</a:t>
          </a:r>
          <a:r>
            <a:rPr lang="zh-CN" sz="2000" b="1" dirty="0" smtClean="0"/>
            <a:t>开发与</a:t>
          </a:r>
          <a:r>
            <a:rPr lang="en-US" sz="2000" b="1" dirty="0" smtClean="0"/>
            <a:t>ARM-Linux</a:t>
          </a:r>
          <a:r>
            <a:rPr lang="zh-CN" sz="2000" b="1" dirty="0" smtClean="0"/>
            <a:t>开发的区别</a:t>
          </a:r>
          <a:endParaRPr lang="zh-CN" altLang="en-US" sz="2000" dirty="0"/>
        </a:p>
      </dgm:t>
    </dgm:pt>
    <dgm:pt modelId="{198A53E4-EA26-4592-93BC-1E97941E47C8}" type="parTrans" cxnId="{7007B13D-5A19-4CC3-B6EC-21CE71198D5C}">
      <dgm:prSet/>
      <dgm:spPr/>
      <dgm:t>
        <a:bodyPr/>
        <a:lstStyle/>
        <a:p>
          <a:endParaRPr lang="zh-CN" altLang="en-US" sz="2800"/>
        </a:p>
      </dgm:t>
    </dgm:pt>
    <dgm:pt modelId="{BAB80736-B2F2-45ED-8660-0307DB2EF099}" type="sibTrans" cxnId="{7007B13D-5A19-4CC3-B6EC-21CE71198D5C}">
      <dgm:prSet/>
      <dgm:spPr/>
      <dgm:t>
        <a:bodyPr/>
        <a:lstStyle/>
        <a:p>
          <a:endParaRPr lang="zh-CN" altLang="en-US" sz="2800"/>
        </a:p>
      </dgm:t>
    </dgm:pt>
    <dgm:pt modelId="{6834912F-CCC8-4591-8BCA-988D4C8B2E6B}">
      <dgm:prSet phldrT="[文本]" custT="1"/>
      <dgm:spPr/>
      <dgm:t>
        <a:bodyPr/>
        <a:lstStyle/>
        <a:p>
          <a:r>
            <a:rPr lang="en-US" sz="2000" b="1" dirty="0" smtClean="0"/>
            <a:t>1.3.3 </a:t>
          </a:r>
          <a:r>
            <a:rPr lang="zh-CN" sz="2000" b="1" dirty="0" smtClean="0"/>
            <a:t>开源硬件</a:t>
          </a:r>
          <a:r>
            <a:rPr lang="en-US" sz="2000" b="1" dirty="0" err="1" smtClean="0"/>
            <a:t>Arduino</a:t>
          </a:r>
          <a:r>
            <a:rPr lang="zh-CN" sz="2000" b="1" dirty="0" smtClean="0"/>
            <a:t>和树莓派</a:t>
          </a:r>
          <a:endParaRPr lang="zh-CN" altLang="en-US" sz="2000" dirty="0"/>
        </a:p>
      </dgm:t>
    </dgm:pt>
    <dgm:pt modelId="{F597E4CC-0594-4094-A510-F9C83D44BB8B}" type="parTrans" cxnId="{E647F334-2ED2-4F11-B1D4-6AF51295420E}">
      <dgm:prSet/>
      <dgm:spPr/>
      <dgm:t>
        <a:bodyPr/>
        <a:lstStyle/>
        <a:p>
          <a:endParaRPr lang="zh-CN" altLang="en-US" sz="2800"/>
        </a:p>
      </dgm:t>
    </dgm:pt>
    <dgm:pt modelId="{153A9CA3-61A3-44BE-8864-4409D1DF540E}" type="sibTrans" cxnId="{E647F334-2ED2-4F11-B1D4-6AF51295420E}">
      <dgm:prSet/>
      <dgm:spPr/>
      <dgm:t>
        <a:bodyPr/>
        <a:lstStyle/>
        <a:p>
          <a:endParaRPr lang="zh-CN" altLang="en-US" sz="2800"/>
        </a:p>
      </dgm:t>
    </dgm:pt>
    <dgm:pt modelId="{739910FF-92F9-4C48-9A1D-DBEBEA9C0B75}" type="pres">
      <dgm:prSet presAssocID="{1209C9DB-9A17-41D4-A92B-E548EC0ECCF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816D2E9-100B-4B27-AD4A-464712042C79}" type="pres">
      <dgm:prSet presAssocID="{87B76136-616F-4D50-8BBC-7E1B6D73974B}" presName="parentLin" presStyleCnt="0"/>
      <dgm:spPr/>
    </dgm:pt>
    <dgm:pt modelId="{3A0DD94B-612B-4975-B10E-41DD53A10E27}" type="pres">
      <dgm:prSet presAssocID="{87B76136-616F-4D50-8BBC-7E1B6D73974B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CE9D40E1-B36A-40B2-87FA-45006C4AEF6F}" type="pres">
      <dgm:prSet presAssocID="{87B76136-616F-4D50-8BBC-7E1B6D73974B}" presName="parentText" presStyleLbl="node1" presStyleIdx="0" presStyleCnt="3" custScaleX="132086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B9A588E-1C95-49A2-829D-D7220CA075E3}" type="pres">
      <dgm:prSet presAssocID="{87B76136-616F-4D50-8BBC-7E1B6D73974B}" presName="negativeSpace" presStyleCnt="0"/>
      <dgm:spPr/>
    </dgm:pt>
    <dgm:pt modelId="{A9D2C38F-8429-4C93-85F4-E4C53B202BC8}" type="pres">
      <dgm:prSet presAssocID="{87B76136-616F-4D50-8BBC-7E1B6D73974B}" presName="childText" presStyleLbl="conFgAcc1" presStyleIdx="0" presStyleCnt="3">
        <dgm:presLayoutVars>
          <dgm:bulletEnabled val="1"/>
        </dgm:presLayoutVars>
      </dgm:prSet>
      <dgm:spPr/>
    </dgm:pt>
    <dgm:pt modelId="{B019A88E-2C80-4537-82AC-8E5F682DB70B}" type="pres">
      <dgm:prSet presAssocID="{5A4C8E11-E095-4641-991A-A2AD6DA95A17}" presName="spaceBetweenRectangles" presStyleCnt="0"/>
      <dgm:spPr/>
    </dgm:pt>
    <dgm:pt modelId="{998CB7D9-882A-4993-B690-17E8F91F4AD9}" type="pres">
      <dgm:prSet presAssocID="{75BC66B1-AA69-44F6-86BD-839140C0A5C7}" presName="parentLin" presStyleCnt="0"/>
      <dgm:spPr/>
    </dgm:pt>
    <dgm:pt modelId="{D1139C7B-298C-4782-BABD-CE6BCA9FB98E}" type="pres">
      <dgm:prSet presAssocID="{75BC66B1-AA69-44F6-86BD-839140C0A5C7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02F4D55A-7A94-40A8-96CD-105212BE9DAF}" type="pres">
      <dgm:prSet presAssocID="{75BC66B1-AA69-44F6-86BD-839140C0A5C7}" presName="parentText" presStyleLbl="node1" presStyleIdx="1" presStyleCnt="3" custScaleX="132086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09B9385-7885-4EF7-AD62-0DCEFC786C0D}" type="pres">
      <dgm:prSet presAssocID="{75BC66B1-AA69-44F6-86BD-839140C0A5C7}" presName="negativeSpace" presStyleCnt="0"/>
      <dgm:spPr/>
    </dgm:pt>
    <dgm:pt modelId="{69952E9B-7483-4002-9018-817B3C00F752}" type="pres">
      <dgm:prSet presAssocID="{75BC66B1-AA69-44F6-86BD-839140C0A5C7}" presName="childText" presStyleLbl="conFgAcc1" presStyleIdx="1" presStyleCnt="3">
        <dgm:presLayoutVars>
          <dgm:bulletEnabled val="1"/>
        </dgm:presLayoutVars>
      </dgm:prSet>
      <dgm:spPr/>
    </dgm:pt>
    <dgm:pt modelId="{14042B03-0621-48EE-BE72-7BD2849D6DBB}" type="pres">
      <dgm:prSet presAssocID="{BAB80736-B2F2-45ED-8660-0307DB2EF099}" presName="spaceBetweenRectangles" presStyleCnt="0"/>
      <dgm:spPr/>
    </dgm:pt>
    <dgm:pt modelId="{4892C8F1-8E34-4166-BB9B-4650E76B7E9B}" type="pres">
      <dgm:prSet presAssocID="{6834912F-CCC8-4591-8BCA-988D4C8B2E6B}" presName="parentLin" presStyleCnt="0"/>
      <dgm:spPr/>
    </dgm:pt>
    <dgm:pt modelId="{075742B9-D7A1-476F-9626-517C17FFB00F}" type="pres">
      <dgm:prSet presAssocID="{6834912F-CCC8-4591-8BCA-988D4C8B2E6B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0F8CE923-C658-489F-BEDF-E8946C8333FF}" type="pres">
      <dgm:prSet presAssocID="{6834912F-CCC8-4591-8BCA-988D4C8B2E6B}" presName="parentText" presStyleLbl="node1" presStyleIdx="2" presStyleCnt="3" custScaleX="132086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63AD422-48B7-46B5-9102-B759A02476FF}" type="pres">
      <dgm:prSet presAssocID="{6834912F-CCC8-4591-8BCA-988D4C8B2E6B}" presName="negativeSpace" presStyleCnt="0"/>
      <dgm:spPr/>
    </dgm:pt>
    <dgm:pt modelId="{92EB6063-ABF7-4783-B60E-4F37681AC211}" type="pres">
      <dgm:prSet presAssocID="{6834912F-CCC8-4591-8BCA-988D4C8B2E6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007B13D-5A19-4CC3-B6EC-21CE71198D5C}" srcId="{1209C9DB-9A17-41D4-A92B-E548EC0ECCFA}" destId="{75BC66B1-AA69-44F6-86BD-839140C0A5C7}" srcOrd="1" destOrd="0" parTransId="{198A53E4-EA26-4592-93BC-1E97941E47C8}" sibTransId="{BAB80736-B2F2-45ED-8660-0307DB2EF099}"/>
    <dgm:cxn modelId="{4963CE2B-1E21-45AC-9F9A-D1EF212AF5A0}" type="presOf" srcId="{1209C9DB-9A17-41D4-A92B-E548EC0ECCFA}" destId="{739910FF-92F9-4C48-9A1D-DBEBEA9C0B75}" srcOrd="0" destOrd="0" presId="urn:microsoft.com/office/officeart/2005/8/layout/list1"/>
    <dgm:cxn modelId="{71285D22-809B-4D73-BFC7-D4862FFF6B14}" type="presOf" srcId="{6834912F-CCC8-4591-8BCA-988D4C8B2E6B}" destId="{0F8CE923-C658-489F-BEDF-E8946C8333FF}" srcOrd="1" destOrd="0" presId="urn:microsoft.com/office/officeart/2005/8/layout/list1"/>
    <dgm:cxn modelId="{720B7C63-942E-486C-AE0E-9942BA0B79AF}" type="presOf" srcId="{75BC66B1-AA69-44F6-86BD-839140C0A5C7}" destId="{02F4D55A-7A94-40A8-96CD-105212BE9DAF}" srcOrd="1" destOrd="0" presId="urn:microsoft.com/office/officeart/2005/8/layout/list1"/>
    <dgm:cxn modelId="{E17ADA01-C0EC-4FDE-AF2C-B6E3B87C4BCE}" type="presOf" srcId="{75BC66B1-AA69-44F6-86BD-839140C0A5C7}" destId="{D1139C7B-298C-4782-BABD-CE6BCA9FB98E}" srcOrd="0" destOrd="0" presId="urn:microsoft.com/office/officeart/2005/8/layout/list1"/>
    <dgm:cxn modelId="{6399AB73-53E2-44B2-9544-C3109661060A}" srcId="{1209C9DB-9A17-41D4-A92B-E548EC0ECCFA}" destId="{87B76136-616F-4D50-8BBC-7E1B6D73974B}" srcOrd="0" destOrd="0" parTransId="{E4418B15-C2CB-4107-A52B-CF02BF3871D4}" sibTransId="{5A4C8E11-E095-4641-991A-A2AD6DA95A17}"/>
    <dgm:cxn modelId="{731E89C4-6B9D-4AA7-AFBB-F85D34A25424}" type="presOf" srcId="{6834912F-CCC8-4591-8BCA-988D4C8B2E6B}" destId="{075742B9-D7A1-476F-9626-517C17FFB00F}" srcOrd="0" destOrd="0" presId="urn:microsoft.com/office/officeart/2005/8/layout/list1"/>
    <dgm:cxn modelId="{F9B15FFD-22A5-4B4F-96C4-3516E16AEDAD}" type="presOf" srcId="{87B76136-616F-4D50-8BBC-7E1B6D73974B}" destId="{CE9D40E1-B36A-40B2-87FA-45006C4AEF6F}" srcOrd="1" destOrd="0" presId="urn:microsoft.com/office/officeart/2005/8/layout/list1"/>
    <dgm:cxn modelId="{E647F334-2ED2-4F11-B1D4-6AF51295420E}" srcId="{1209C9DB-9A17-41D4-A92B-E548EC0ECCFA}" destId="{6834912F-CCC8-4591-8BCA-988D4C8B2E6B}" srcOrd="2" destOrd="0" parTransId="{F597E4CC-0594-4094-A510-F9C83D44BB8B}" sibTransId="{153A9CA3-61A3-44BE-8864-4409D1DF540E}"/>
    <dgm:cxn modelId="{68837FFD-C377-4E53-90A5-23D5C9F3EB07}" type="presOf" srcId="{87B76136-616F-4D50-8BBC-7E1B6D73974B}" destId="{3A0DD94B-612B-4975-B10E-41DD53A10E27}" srcOrd="0" destOrd="0" presId="urn:microsoft.com/office/officeart/2005/8/layout/list1"/>
    <dgm:cxn modelId="{D62AA5CD-ECF3-4AD6-BEF7-1021FD35E0B3}" type="presParOf" srcId="{739910FF-92F9-4C48-9A1D-DBEBEA9C0B75}" destId="{0816D2E9-100B-4B27-AD4A-464712042C79}" srcOrd="0" destOrd="0" presId="urn:microsoft.com/office/officeart/2005/8/layout/list1"/>
    <dgm:cxn modelId="{65746CDB-3843-4645-93D4-2E8E5101E6AD}" type="presParOf" srcId="{0816D2E9-100B-4B27-AD4A-464712042C79}" destId="{3A0DD94B-612B-4975-B10E-41DD53A10E27}" srcOrd="0" destOrd="0" presId="urn:microsoft.com/office/officeart/2005/8/layout/list1"/>
    <dgm:cxn modelId="{0034A387-8818-4C94-B9D0-27B6F6DBF20D}" type="presParOf" srcId="{0816D2E9-100B-4B27-AD4A-464712042C79}" destId="{CE9D40E1-B36A-40B2-87FA-45006C4AEF6F}" srcOrd="1" destOrd="0" presId="urn:microsoft.com/office/officeart/2005/8/layout/list1"/>
    <dgm:cxn modelId="{3FF6CC1A-7DF1-4381-A948-5072F3A59316}" type="presParOf" srcId="{739910FF-92F9-4C48-9A1D-DBEBEA9C0B75}" destId="{5B9A588E-1C95-49A2-829D-D7220CA075E3}" srcOrd="1" destOrd="0" presId="urn:microsoft.com/office/officeart/2005/8/layout/list1"/>
    <dgm:cxn modelId="{38D47B5F-2739-4AAB-8DE2-22424476A707}" type="presParOf" srcId="{739910FF-92F9-4C48-9A1D-DBEBEA9C0B75}" destId="{A9D2C38F-8429-4C93-85F4-E4C53B202BC8}" srcOrd="2" destOrd="0" presId="urn:microsoft.com/office/officeart/2005/8/layout/list1"/>
    <dgm:cxn modelId="{AE2111FE-AD31-4A1B-A839-998AEF336BCE}" type="presParOf" srcId="{739910FF-92F9-4C48-9A1D-DBEBEA9C0B75}" destId="{B019A88E-2C80-4537-82AC-8E5F682DB70B}" srcOrd="3" destOrd="0" presId="urn:microsoft.com/office/officeart/2005/8/layout/list1"/>
    <dgm:cxn modelId="{F053AF09-C673-4E73-859A-FE1FC30AF51F}" type="presParOf" srcId="{739910FF-92F9-4C48-9A1D-DBEBEA9C0B75}" destId="{998CB7D9-882A-4993-B690-17E8F91F4AD9}" srcOrd="4" destOrd="0" presId="urn:microsoft.com/office/officeart/2005/8/layout/list1"/>
    <dgm:cxn modelId="{3CAF0CE8-14C0-423A-8491-49F923151C9B}" type="presParOf" srcId="{998CB7D9-882A-4993-B690-17E8F91F4AD9}" destId="{D1139C7B-298C-4782-BABD-CE6BCA9FB98E}" srcOrd="0" destOrd="0" presId="urn:microsoft.com/office/officeart/2005/8/layout/list1"/>
    <dgm:cxn modelId="{DB215716-C3E2-473F-8D21-4737D27281C9}" type="presParOf" srcId="{998CB7D9-882A-4993-B690-17E8F91F4AD9}" destId="{02F4D55A-7A94-40A8-96CD-105212BE9DAF}" srcOrd="1" destOrd="0" presId="urn:microsoft.com/office/officeart/2005/8/layout/list1"/>
    <dgm:cxn modelId="{05C87B67-B4FC-4F99-9527-EA56C3CEC41F}" type="presParOf" srcId="{739910FF-92F9-4C48-9A1D-DBEBEA9C0B75}" destId="{F09B9385-7885-4EF7-AD62-0DCEFC786C0D}" srcOrd="5" destOrd="0" presId="urn:microsoft.com/office/officeart/2005/8/layout/list1"/>
    <dgm:cxn modelId="{DA074A13-ED2F-4E9A-B7A4-525341DA3749}" type="presParOf" srcId="{739910FF-92F9-4C48-9A1D-DBEBEA9C0B75}" destId="{69952E9B-7483-4002-9018-817B3C00F752}" srcOrd="6" destOrd="0" presId="urn:microsoft.com/office/officeart/2005/8/layout/list1"/>
    <dgm:cxn modelId="{E9FE38CD-7E48-49FD-9CB8-E3AED1F0681E}" type="presParOf" srcId="{739910FF-92F9-4C48-9A1D-DBEBEA9C0B75}" destId="{14042B03-0621-48EE-BE72-7BD2849D6DBB}" srcOrd="7" destOrd="0" presId="urn:microsoft.com/office/officeart/2005/8/layout/list1"/>
    <dgm:cxn modelId="{F9953446-FE85-4AC2-A4A2-562A0C9FC59B}" type="presParOf" srcId="{739910FF-92F9-4C48-9A1D-DBEBEA9C0B75}" destId="{4892C8F1-8E34-4166-BB9B-4650E76B7E9B}" srcOrd="8" destOrd="0" presId="urn:microsoft.com/office/officeart/2005/8/layout/list1"/>
    <dgm:cxn modelId="{61D1E05F-043C-41B6-A814-10BE3665E1A1}" type="presParOf" srcId="{4892C8F1-8E34-4166-BB9B-4650E76B7E9B}" destId="{075742B9-D7A1-476F-9626-517C17FFB00F}" srcOrd="0" destOrd="0" presId="urn:microsoft.com/office/officeart/2005/8/layout/list1"/>
    <dgm:cxn modelId="{43A60F5F-969E-4A5C-B1BC-6DD1929D4F53}" type="presParOf" srcId="{4892C8F1-8E34-4166-BB9B-4650E76B7E9B}" destId="{0F8CE923-C658-489F-BEDF-E8946C8333FF}" srcOrd="1" destOrd="0" presId="urn:microsoft.com/office/officeart/2005/8/layout/list1"/>
    <dgm:cxn modelId="{773099F8-BC79-4D19-8E1E-D71F25E3E396}" type="presParOf" srcId="{739910FF-92F9-4C48-9A1D-DBEBEA9C0B75}" destId="{E63AD422-48B7-46B5-9102-B759A02476FF}" srcOrd="9" destOrd="0" presId="urn:microsoft.com/office/officeart/2005/8/layout/list1"/>
    <dgm:cxn modelId="{BD733E0E-0F5A-4CA8-9389-3A63BE994C77}" type="presParOf" srcId="{739910FF-92F9-4C48-9A1D-DBEBEA9C0B75}" destId="{92EB6063-ABF7-4783-B60E-4F37681AC21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253D3B-60F8-4A5F-9EF9-A623A526B368}" type="doc">
      <dgm:prSet loTypeId="urn:microsoft.com/office/officeart/2009/3/layout/HorizontalOrganizationChart" loCatId="hierarchy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1E59F7EB-0548-479B-B4BD-4905B420884A}">
      <dgm:prSet phldrT="[文本]" custT="1"/>
      <dgm:spPr/>
      <dgm:t>
        <a:bodyPr/>
        <a:lstStyle/>
        <a:p>
          <a:r>
            <a:rPr lang="zh-CN" altLang="en-US" sz="1800" b="1" dirty="0" smtClean="0"/>
            <a:t>嵌入式系统</a:t>
          </a:r>
          <a:endParaRPr lang="en-US" altLang="zh-CN" sz="1800" b="1" dirty="0" smtClean="0"/>
        </a:p>
        <a:p>
          <a:r>
            <a:rPr lang="zh-CN" altLang="en-US" sz="1800" b="1" dirty="0" smtClean="0"/>
            <a:t>的需求</a:t>
          </a:r>
        </a:p>
      </dgm:t>
    </dgm:pt>
    <dgm:pt modelId="{AD235F86-1859-43F4-86ED-F081A14C5689}" type="parTrans" cxnId="{6107C0E1-4482-498A-A492-3AB7AF9EB71D}">
      <dgm:prSet/>
      <dgm:spPr/>
      <dgm:t>
        <a:bodyPr/>
        <a:lstStyle/>
        <a:p>
          <a:endParaRPr lang="zh-CN" altLang="en-US" sz="1800" b="1"/>
        </a:p>
      </dgm:t>
    </dgm:pt>
    <dgm:pt modelId="{2ECED9E1-7C7D-43A0-852A-A0F9086ACA94}" type="sibTrans" cxnId="{6107C0E1-4482-498A-A492-3AB7AF9EB71D}">
      <dgm:prSet/>
      <dgm:spPr/>
      <dgm:t>
        <a:bodyPr/>
        <a:lstStyle/>
        <a:p>
          <a:endParaRPr lang="zh-CN" altLang="en-US" sz="1800" b="1"/>
        </a:p>
      </dgm:t>
    </dgm:pt>
    <dgm:pt modelId="{C0AB23DE-54E7-4364-98AB-C755127D86EB}">
      <dgm:prSet phldrT="[文本]" custT="1"/>
      <dgm:spPr/>
      <dgm:t>
        <a:bodyPr/>
        <a:lstStyle/>
        <a:p>
          <a:r>
            <a:rPr lang="zh-CN" altLang="en-US" sz="1800" b="1" dirty="0" smtClean="0"/>
            <a:t>功能性需求</a:t>
          </a:r>
          <a:endParaRPr lang="zh-CN" altLang="en-US" sz="1800" b="1" dirty="0"/>
        </a:p>
      </dgm:t>
    </dgm:pt>
    <dgm:pt modelId="{B24BA28E-5AD2-4662-8A88-693B793B54A9}" type="parTrans" cxnId="{9417D89C-C217-4851-A730-45236C914B6A}">
      <dgm:prSet/>
      <dgm:spPr/>
      <dgm:t>
        <a:bodyPr/>
        <a:lstStyle/>
        <a:p>
          <a:endParaRPr lang="zh-CN" altLang="en-US" sz="1800" b="1"/>
        </a:p>
      </dgm:t>
    </dgm:pt>
    <dgm:pt modelId="{D833F7E3-99F3-4BF4-816A-E16BCB6D11B3}" type="sibTrans" cxnId="{9417D89C-C217-4851-A730-45236C914B6A}">
      <dgm:prSet/>
      <dgm:spPr/>
      <dgm:t>
        <a:bodyPr/>
        <a:lstStyle/>
        <a:p>
          <a:endParaRPr lang="zh-CN" altLang="en-US" sz="1800" b="1"/>
        </a:p>
      </dgm:t>
    </dgm:pt>
    <dgm:pt modelId="{563DA411-5009-46D6-B4AB-8E7B4D21D5C4}">
      <dgm:prSet custT="1"/>
      <dgm:spPr/>
      <dgm:t>
        <a:bodyPr/>
        <a:lstStyle/>
        <a:p>
          <a:r>
            <a:rPr lang="zh-CN" altLang="en-US" sz="1800" b="1" smtClean="0"/>
            <a:t>非功能性</a:t>
          </a:r>
          <a:r>
            <a:rPr lang="zh-CN" altLang="en-US" sz="1800" b="1" dirty="0" smtClean="0"/>
            <a:t>需求</a:t>
          </a:r>
        </a:p>
      </dgm:t>
    </dgm:pt>
    <dgm:pt modelId="{9D0509A9-A70A-4353-B52B-8A4466004BAD}" type="parTrans" cxnId="{89B4054B-CF18-4C68-92BB-EECA7C335A50}">
      <dgm:prSet/>
      <dgm:spPr/>
      <dgm:t>
        <a:bodyPr/>
        <a:lstStyle/>
        <a:p>
          <a:endParaRPr lang="zh-CN" altLang="en-US" sz="2000"/>
        </a:p>
      </dgm:t>
    </dgm:pt>
    <dgm:pt modelId="{EBFE1284-15E3-42B9-8999-2AC49FCD9F3F}" type="sibTrans" cxnId="{89B4054B-CF18-4C68-92BB-EECA7C335A50}">
      <dgm:prSet/>
      <dgm:spPr/>
      <dgm:t>
        <a:bodyPr/>
        <a:lstStyle/>
        <a:p>
          <a:endParaRPr lang="zh-CN" altLang="en-US" sz="2000"/>
        </a:p>
      </dgm:t>
    </dgm:pt>
    <dgm:pt modelId="{5638BA79-2AAB-4E88-B650-FADBF2A28255}">
      <dgm:prSet phldrT="[文本]" custT="1"/>
      <dgm:spPr/>
      <dgm:t>
        <a:bodyPr/>
        <a:lstStyle/>
        <a:p>
          <a:r>
            <a:rPr lang="zh-CN" altLang="en-US" sz="1800" b="1" dirty="0" smtClean="0"/>
            <a:t>系统是做什么的，完成什么样的功能</a:t>
          </a:r>
          <a:endParaRPr lang="zh-CN" altLang="en-US" sz="1800" b="1" dirty="0"/>
        </a:p>
      </dgm:t>
    </dgm:pt>
    <dgm:pt modelId="{875F8E0D-D83D-4980-B545-409DADF2478C}" type="parTrans" cxnId="{725D8D38-1836-478C-8FC3-D0223077FB8A}">
      <dgm:prSet/>
      <dgm:spPr/>
      <dgm:t>
        <a:bodyPr/>
        <a:lstStyle/>
        <a:p>
          <a:endParaRPr lang="zh-CN" altLang="en-US" sz="2000"/>
        </a:p>
      </dgm:t>
    </dgm:pt>
    <dgm:pt modelId="{F9174DC7-C843-4711-B84D-6A87F3593607}" type="sibTrans" cxnId="{725D8D38-1836-478C-8FC3-D0223077FB8A}">
      <dgm:prSet/>
      <dgm:spPr/>
      <dgm:t>
        <a:bodyPr/>
        <a:lstStyle/>
        <a:p>
          <a:endParaRPr lang="zh-CN" altLang="en-US" sz="2000"/>
        </a:p>
      </dgm:t>
    </dgm:pt>
    <dgm:pt modelId="{30B5C93C-9867-4BFB-B902-623AC475AC57}">
      <dgm:prSet custT="1"/>
      <dgm:spPr/>
      <dgm:t>
        <a:bodyPr/>
        <a:lstStyle/>
        <a:p>
          <a:r>
            <a:rPr lang="zh-CN" altLang="en-US" sz="1800" b="1" dirty="0" smtClean="0"/>
            <a:t>说明系统的其他属性，如物理尺寸、价格、功耗、设计时间、可靠性等</a:t>
          </a:r>
        </a:p>
      </dgm:t>
    </dgm:pt>
    <dgm:pt modelId="{1F154205-E44F-4B25-A959-1970AF6726E0}" type="parTrans" cxnId="{1E8C0333-5361-420F-AE71-0C4F559A4E59}">
      <dgm:prSet/>
      <dgm:spPr/>
      <dgm:t>
        <a:bodyPr/>
        <a:lstStyle/>
        <a:p>
          <a:endParaRPr lang="zh-CN" altLang="en-US" sz="2000"/>
        </a:p>
      </dgm:t>
    </dgm:pt>
    <dgm:pt modelId="{FA7CB87A-ACCD-491F-A264-4028D229609E}" type="sibTrans" cxnId="{1E8C0333-5361-420F-AE71-0C4F559A4E59}">
      <dgm:prSet/>
      <dgm:spPr/>
      <dgm:t>
        <a:bodyPr/>
        <a:lstStyle/>
        <a:p>
          <a:endParaRPr lang="zh-CN" altLang="en-US" sz="2000"/>
        </a:p>
      </dgm:t>
    </dgm:pt>
    <dgm:pt modelId="{D77D5925-7968-4923-BE78-62A08F60B9AC}" type="pres">
      <dgm:prSet presAssocID="{7E253D3B-60F8-4A5F-9EF9-A623A526B36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24154C8A-CC80-4499-92DC-441F16E74B13}" type="pres">
      <dgm:prSet presAssocID="{1E59F7EB-0548-479B-B4BD-4905B420884A}" presName="hierRoot1" presStyleCnt="0">
        <dgm:presLayoutVars>
          <dgm:hierBranch val="init"/>
        </dgm:presLayoutVars>
      </dgm:prSet>
      <dgm:spPr/>
    </dgm:pt>
    <dgm:pt modelId="{ECDB291B-7D50-45E4-82EA-6BCDB86504D3}" type="pres">
      <dgm:prSet presAssocID="{1E59F7EB-0548-479B-B4BD-4905B420884A}" presName="rootComposite1" presStyleCnt="0"/>
      <dgm:spPr/>
    </dgm:pt>
    <dgm:pt modelId="{25075BAB-483A-441F-858C-DE3FE38FF61F}" type="pres">
      <dgm:prSet presAssocID="{1E59F7EB-0548-479B-B4BD-4905B420884A}" presName="rootText1" presStyleLbl="node0" presStyleIdx="0" presStyleCnt="1" custScaleX="55839" custScaleY="10188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291B959-5998-4AE6-ACFC-0D3643CE7B01}" type="pres">
      <dgm:prSet presAssocID="{1E59F7EB-0548-479B-B4BD-4905B420884A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8717959B-F24F-4C28-8623-86B58730BCC0}" type="pres">
      <dgm:prSet presAssocID="{1E59F7EB-0548-479B-B4BD-4905B420884A}" presName="hierChild2" presStyleCnt="0"/>
      <dgm:spPr/>
    </dgm:pt>
    <dgm:pt modelId="{9CE5C9F6-6260-4A30-AB16-D9C0C893F75D}" type="pres">
      <dgm:prSet presAssocID="{B24BA28E-5AD2-4662-8A88-693B793B54A9}" presName="Name64" presStyleLbl="parChTrans1D2" presStyleIdx="0" presStyleCnt="2"/>
      <dgm:spPr/>
      <dgm:t>
        <a:bodyPr/>
        <a:lstStyle/>
        <a:p>
          <a:endParaRPr lang="zh-CN" altLang="en-US"/>
        </a:p>
      </dgm:t>
    </dgm:pt>
    <dgm:pt modelId="{D5CB33FB-3103-4B2A-AC7B-EC8BEB76F77C}" type="pres">
      <dgm:prSet presAssocID="{C0AB23DE-54E7-4364-98AB-C755127D86EB}" presName="hierRoot2" presStyleCnt="0">
        <dgm:presLayoutVars>
          <dgm:hierBranch val="init"/>
        </dgm:presLayoutVars>
      </dgm:prSet>
      <dgm:spPr/>
    </dgm:pt>
    <dgm:pt modelId="{8BDF407F-AFA2-43EE-AC06-3A0DEFE87ED9}" type="pres">
      <dgm:prSet presAssocID="{C0AB23DE-54E7-4364-98AB-C755127D86EB}" presName="rootComposite" presStyleCnt="0"/>
      <dgm:spPr/>
    </dgm:pt>
    <dgm:pt modelId="{185FEF55-B507-41DD-AD3E-11914C49CEFE}" type="pres">
      <dgm:prSet presAssocID="{C0AB23DE-54E7-4364-98AB-C755127D86EB}" presName="rootText" presStyleLbl="node2" presStyleIdx="0" presStyleCnt="2" custScaleX="66264" custScaleY="7063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32FD9F3-D74C-4308-88BE-6FF3393A2D97}" type="pres">
      <dgm:prSet presAssocID="{C0AB23DE-54E7-4364-98AB-C755127D86EB}" presName="rootConnector" presStyleLbl="node2" presStyleIdx="0" presStyleCnt="2"/>
      <dgm:spPr/>
      <dgm:t>
        <a:bodyPr/>
        <a:lstStyle/>
        <a:p>
          <a:endParaRPr lang="zh-CN" altLang="en-US"/>
        </a:p>
      </dgm:t>
    </dgm:pt>
    <dgm:pt modelId="{136660AD-B0A7-4E8A-8AD1-2F2E56A1A97E}" type="pres">
      <dgm:prSet presAssocID="{C0AB23DE-54E7-4364-98AB-C755127D86EB}" presName="hierChild4" presStyleCnt="0"/>
      <dgm:spPr/>
    </dgm:pt>
    <dgm:pt modelId="{548CFB2E-BF33-4785-858D-85E6C717D7A5}" type="pres">
      <dgm:prSet presAssocID="{875F8E0D-D83D-4980-B545-409DADF2478C}" presName="Name64" presStyleLbl="parChTrans1D3" presStyleIdx="0" presStyleCnt="2"/>
      <dgm:spPr/>
      <dgm:t>
        <a:bodyPr/>
        <a:lstStyle/>
        <a:p>
          <a:endParaRPr lang="zh-CN" altLang="en-US"/>
        </a:p>
      </dgm:t>
    </dgm:pt>
    <dgm:pt modelId="{96A19A66-0329-4A28-BDF0-B9154CDB9396}" type="pres">
      <dgm:prSet presAssocID="{5638BA79-2AAB-4E88-B650-FADBF2A28255}" presName="hierRoot2" presStyleCnt="0">
        <dgm:presLayoutVars>
          <dgm:hierBranch val="init"/>
        </dgm:presLayoutVars>
      </dgm:prSet>
      <dgm:spPr/>
    </dgm:pt>
    <dgm:pt modelId="{D7F5A94B-AE88-4B5C-9A5B-10511C4D77E0}" type="pres">
      <dgm:prSet presAssocID="{5638BA79-2AAB-4E88-B650-FADBF2A28255}" presName="rootComposite" presStyleCnt="0"/>
      <dgm:spPr/>
    </dgm:pt>
    <dgm:pt modelId="{0767E817-337B-4A2B-9FB4-EF894954FF03}" type="pres">
      <dgm:prSet presAssocID="{5638BA79-2AAB-4E88-B650-FADBF2A28255}" presName="rootText" presStyleLbl="node3" presStyleIdx="0" presStyleCnt="2" custScaleY="11320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DEF1B17-B125-4152-9D3B-584489D02DF4}" type="pres">
      <dgm:prSet presAssocID="{5638BA79-2AAB-4E88-B650-FADBF2A28255}" presName="rootConnector" presStyleLbl="node3" presStyleIdx="0" presStyleCnt="2"/>
      <dgm:spPr/>
      <dgm:t>
        <a:bodyPr/>
        <a:lstStyle/>
        <a:p>
          <a:endParaRPr lang="zh-CN" altLang="en-US"/>
        </a:p>
      </dgm:t>
    </dgm:pt>
    <dgm:pt modelId="{C6BAFEDB-35D4-418C-878E-105716A8F3F8}" type="pres">
      <dgm:prSet presAssocID="{5638BA79-2AAB-4E88-B650-FADBF2A28255}" presName="hierChild4" presStyleCnt="0"/>
      <dgm:spPr/>
    </dgm:pt>
    <dgm:pt modelId="{596DE2F2-34B5-48E2-ADDD-B33116C4E3C5}" type="pres">
      <dgm:prSet presAssocID="{5638BA79-2AAB-4E88-B650-FADBF2A28255}" presName="hierChild5" presStyleCnt="0"/>
      <dgm:spPr/>
    </dgm:pt>
    <dgm:pt modelId="{A5BB5FDB-97A9-4A80-BB26-DF26EBF82C4C}" type="pres">
      <dgm:prSet presAssocID="{C0AB23DE-54E7-4364-98AB-C755127D86EB}" presName="hierChild5" presStyleCnt="0"/>
      <dgm:spPr/>
    </dgm:pt>
    <dgm:pt modelId="{9847B9EB-94D5-419A-8156-34580DF02658}" type="pres">
      <dgm:prSet presAssocID="{9D0509A9-A70A-4353-B52B-8A4466004BAD}" presName="Name64" presStyleLbl="parChTrans1D2" presStyleIdx="1" presStyleCnt="2"/>
      <dgm:spPr/>
      <dgm:t>
        <a:bodyPr/>
        <a:lstStyle/>
        <a:p>
          <a:endParaRPr lang="zh-CN" altLang="en-US"/>
        </a:p>
      </dgm:t>
    </dgm:pt>
    <dgm:pt modelId="{F82B4B56-FF1E-4C41-8424-F2EAAE80C0F8}" type="pres">
      <dgm:prSet presAssocID="{563DA411-5009-46D6-B4AB-8E7B4D21D5C4}" presName="hierRoot2" presStyleCnt="0">
        <dgm:presLayoutVars>
          <dgm:hierBranch val="init"/>
        </dgm:presLayoutVars>
      </dgm:prSet>
      <dgm:spPr/>
    </dgm:pt>
    <dgm:pt modelId="{E084717F-33E9-4181-8E48-2FF2854127B8}" type="pres">
      <dgm:prSet presAssocID="{563DA411-5009-46D6-B4AB-8E7B4D21D5C4}" presName="rootComposite" presStyleCnt="0"/>
      <dgm:spPr/>
    </dgm:pt>
    <dgm:pt modelId="{6BCD39F5-F2A7-488C-AEAE-7525B10D5DD3}" type="pres">
      <dgm:prSet presAssocID="{563DA411-5009-46D6-B4AB-8E7B4D21D5C4}" presName="rootText" presStyleLbl="node2" presStyleIdx="1" presStyleCnt="2" custScaleX="65543" custScaleY="722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FEF41C0-A340-464C-B3CA-04FCCD4E748D}" type="pres">
      <dgm:prSet presAssocID="{563DA411-5009-46D6-B4AB-8E7B4D21D5C4}" presName="rootConnector" presStyleLbl="node2" presStyleIdx="1" presStyleCnt="2"/>
      <dgm:spPr/>
      <dgm:t>
        <a:bodyPr/>
        <a:lstStyle/>
        <a:p>
          <a:endParaRPr lang="zh-CN" altLang="en-US"/>
        </a:p>
      </dgm:t>
    </dgm:pt>
    <dgm:pt modelId="{17712E0A-4AB9-47A7-B6D3-47EC6BC15B0C}" type="pres">
      <dgm:prSet presAssocID="{563DA411-5009-46D6-B4AB-8E7B4D21D5C4}" presName="hierChild4" presStyleCnt="0"/>
      <dgm:spPr/>
    </dgm:pt>
    <dgm:pt modelId="{B37D7282-03D3-470C-A008-7719907DBE92}" type="pres">
      <dgm:prSet presAssocID="{1F154205-E44F-4B25-A959-1970AF6726E0}" presName="Name64" presStyleLbl="parChTrans1D3" presStyleIdx="1" presStyleCnt="2"/>
      <dgm:spPr/>
      <dgm:t>
        <a:bodyPr/>
        <a:lstStyle/>
        <a:p>
          <a:endParaRPr lang="zh-CN" altLang="en-US"/>
        </a:p>
      </dgm:t>
    </dgm:pt>
    <dgm:pt modelId="{2D005473-D626-4F57-BF48-3287895085A2}" type="pres">
      <dgm:prSet presAssocID="{30B5C93C-9867-4BFB-B902-623AC475AC57}" presName="hierRoot2" presStyleCnt="0">
        <dgm:presLayoutVars>
          <dgm:hierBranch val="init"/>
        </dgm:presLayoutVars>
      </dgm:prSet>
      <dgm:spPr/>
    </dgm:pt>
    <dgm:pt modelId="{D93F9AA7-D055-4F0D-A47F-9E4F7686F924}" type="pres">
      <dgm:prSet presAssocID="{30B5C93C-9867-4BFB-B902-623AC475AC57}" presName="rootComposite" presStyleCnt="0"/>
      <dgm:spPr/>
    </dgm:pt>
    <dgm:pt modelId="{9F7E5761-6AF8-45E6-B68A-0080482401FF}" type="pres">
      <dgm:prSet presAssocID="{30B5C93C-9867-4BFB-B902-623AC475AC57}" presName="rootText" presStyleLbl="node3" presStyleIdx="1" presStyleCnt="2" custScaleY="12379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E6E998B-A6F3-41C9-ABC0-983A6DC99F36}" type="pres">
      <dgm:prSet presAssocID="{30B5C93C-9867-4BFB-B902-623AC475AC57}" presName="rootConnector" presStyleLbl="node3" presStyleIdx="1" presStyleCnt="2"/>
      <dgm:spPr/>
      <dgm:t>
        <a:bodyPr/>
        <a:lstStyle/>
        <a:p>
          <a:endParaRPr lang="zh-CN" altLang="en-US"/>
        </a:p>
      </dgm:t>
    </dgm:pt>
    <dgm:pt modelId="{EDC43E74-332E-43C9-B337-FF3D597B32D3}" type="pres">
      <dgm:prSet presAssocID="{30B5C93C-9867-4BFB-B902-623AC475AC57}" presName="hierChild4" presStyleCnt="0"/>
      <dgm:spPr/>
    </dgm:pt>
    <dgm:pt modelId="{05F0D924-D579-4700-A435-9BF26D9AC3E9}" type="pres">
      <dgm:prSet presAssocID="{30B5C93C-9867-4BFB-B902-623AC475AC57}" presName="hierChild5" presStyleCnt="0"/>
      <dgm:spPr/>
    </dgm:pt>
    <dgm:pt modelId="{72677BE7-21A8-4985-A941-E51ECC4909FD}" type="pres">
      <dgm:prSet presAssocID="{563DA411-5009-46D6-B4AB-8E7B4D21D5C4}" presName="hierChild5" presStyleCnt="0"/>
      <dgm:spPr/>
    </dgm:pt>
    <dgm:pt modelId="{D552FCBC-7007-4815-8249-5939FC433868}" type="pres">
      <dgm:prSet presAssocID="{1E59F7EB-0548-479B-B4BD-4905B420884A}" presName="hierChild3" presStyleCnt="0"/>
      <dgm:spPr/>
    </dgm:pt>
  </dgm:ptLst>
  <dgm:cxnLst>
    <dgm:cxn modelId="{0F312BC3-8AB4-4B9C-BDAD-720FBD26B0E1}" type="presOf" srcId="{30B5C93C-9867-4BFB-B902-623AC475AC57}" destId="{8E6E998B-A6F3-41C9-ABC0-983A6DC99F36}" srcOrd="1" destOrd="0" presId="urn:microsoft.com/office/officeart/2009/3/layout/HorizontalOrganizationChart"/>
    <dgm:cxn modelId="{EE9C8A29-AF34-4CAA-8FD9-BBA3DA4C16FF}" type="presOf" srcId="{B24BA28E-5AD2-4662-8A88-693B793B54A9}" destId="{9CE5C9F6-6260-4A30-AB16-D9C0C893F75D}" srcOrd="0" destOrd="0" presId="urn:microsoft.com/office/officeart/2009/3/layout/HorizontalOrganizationChart"/>
    <dgm:cxn modelId="{1AEBC4A6-0FC2-4A87-9787-91180F728BE2}" type="presOf" srcId="{C0AB23DE-54E7-4364-98AB-C755127D86EB}" destId="{932FD9F3-D74C-4308-88BE-6FF3393A2D97}" srcOrd="1" destOrd="0" presId="urn:microsoft.com/office/officeart/2009/3/layout/HorizontalOrganizationChart"/>
    <dgm:cxn modelId="{725D8D38-1836-478C-8FC3-D0223077FB8A}" srcId="{C0AB23DE-54E7-4364-98AB-C755127D86EB}" destId="{5638BA79-2AAB-4E88-B650-FADBF2A28255}" srcOrd="0" destOrd="0" parTransId="{875F8E0D-D83D-4980-B545-409DADF2478C}" sibTransId="{F9174DC7-C843-4711-B84D-6A87F3593607}"/>
    <dgm:cxn modelId="{61480897-15A0-4D66-913E-15C57DCE981C}" type="presOf" srcId="{C0AB23DE-54E7-4364-98AB-C755127D86EB}" destId="{185FEF55-B507-41DD-AD3E-11914C49CEFE}" srcOrd="0" destOrd="0" presId="urn:microsoft.com/office/officeart/2009/3/layout/HorizontalOrganizationChart"/>
    <dgm:cxn modelId="{C98FC6DE-0A3C-4D87-B3DC-21D4B95BBF35}" type="presOf" srcId="{1E59F7EB-0548-479B-B4BD-4905B420884A}" destId="{D291B959-5998-4AE6-ACFC-0D3643CE7B01}" srcOrd="1" destOrd="0" presId="urn:microsoft.com/office/officeart/2009/3/layout/HorizontalOrganizationChart"/>
    <dgm:cxn modelId="{4E3147B3-8311-4E8F-A2B4-4723AD73BD2E}" type="presOf" srcId="{563DA411-5009-46D6-B4AB-8E7B4D21D5C4}" destId="{CFEF41C0-A340-464C-B3CA-04FCCD4E748D}" srcOrd="1" destOrd="0" presId="urn:microsoft.com/office/officeart/2009/3/layout/HorizontalOrganizationChart"/>
    <dgm:cxn modelId="{3B12D4E6-0038-4E8A-8978-B73CF5F59603}" type="presOf" srcId="{30B5C93C-9867-4BFB-B902-623AC475AC57}" destId="{9F7E5761-6AF8-45E6-B68A-0080482401FF}" srcOrd="0" destOrd="0" presId="urn:microsoft.com/office/officeart/2009/3/layout/HorizontalOrganizationChart"/>
    <dgm:cxn modelId="{89B4054B-CF18-4C68-92BB-EECA7C335A50}" srcId="{1E59F7EB-0548-479B-B4BD-4905B420884A}" destId="{563DA411-5009-46D6-B4AB-8E7B4D21D5C4}" srcOrd="1" destOrd="0" parTransId="{9D0509A9-A70A-4353-B52B-8A4466004BAD}" sibTransId="{EBFE1284-15E3-42B9-8999-2AC49FCD9F3F}"/>
    <dgm:cxn modelId="{D8A219E3-6542-446A-8BC5-7FD6A4B520F0}" type="presOf" srcId="{7E253D3B-60F8-4A5F-9EF9-A623A526B368}" destId="{D77D5925-7968-4923-BE78-62A08F60B9AC}" srcOrd="0" destOrd="0" presId="urn:microsoft.com/office/officeart/2009/3/layout/HorizontalOrganizationChart"/>
    <dgm:cxn modelId="{284B6ABC-0760-4E4E-AA26-368B4F90E47D}" type="presOf" srcId="{5638BA79-2AAB-4E88-B650-FADBF2A28255}" destId="{BDEF1B17-B125-4152-9D3B-584489D02DF4}" srcOrd="1" destOrd="0" presId="urn:microsoft.com/office/officeart/2009/3/layout/HorizontalOrganizationChart"/>
    <dgm:cxn modelId="{213102B0-887F-4AEB-990F-DEDC85D93471}" type="presOf" srcId="{1F154205-E44F-4B25-A959-1970AF6726E0}" destId="{B37D7282-03D3-470C-A008-7719907DBE92}" srcOrd="0" destOrd="0" presId="urn:microsoft.com/office/officeart/2009/3/layout/HorizontalOrganizationChart"/>
    <dgm:cxn modelId="{41CF64EB-564E-4587-857B-D6714B797F6F}" type="presOf" srcId="{875F8E0D-D83D-4980-B545-409DADF2478C}" destId="{548CFB2E-BF33-4785-858D-85E6C717D7A5}" srcOrd="0" destOrd="0" presId="urn:microsoft.com/office/officeart/2009/3/layout/HorizontalOrganizationChart"/>
    <dgm:cxn modelId="{FDAB1E2E-0A0B-4666-8F94-F955E7CE276F}" type="presOf" srcId="{5638BA79-2AAB-4E88-B650-FADBF2A28255}" destId="{0767E817-337B-4A2B-9FB4-EF894954FF03}" srcOrd="0" destOrd="0" presId="urn:microsoft.com/office/officeart/2009/3/layout/HorizontalOrganizationChart"/>
    <dgm:cxn modelId="{2742D625-2FAE-4FB5-B3D9-690AE94146C0}" type="presOf" srcId="{1E59F7EB-0548-479B-B4BD-4905B420884A}" destId="{25075BAB-483A-441F-858C-DE3FE38FF61F}" srcOrd="0" destOrd="0" presId="urn:microsoft.com/office/officeart/2009/3/layout/HorizontalOrganizationChart"/>
    <dgm:cxn modelId="{9417D89C-C217-4851-A730-45236C914B6A}" srcId="{1E59F7EB-0548-479B-B4BD-4905B420884A}" destId="{C0AB23DE-54E7-4364-98AB-C755127D86EB}" srcOrd="0" destOrd="0" parTransId="{B24BA28E-5AD2-4662-8A88-693B793B54A9}" sibTransId="{D833F7E3-99F3-4BF4-816A-E16BCB6D11B3}"/>
    <dgm:cxn modelId="{BF870C87-7E37-4A1F-B92D-BB7AA000FE1D}" type="presOf" srcId="{9D0509A9-A70A-4353-B52B-8A4466004BAD}" destId="{9847B9EB-94D5-419A-8156-34580DF02658}" srcOrd="0" destOrd="0" presId="urn:microsoft.com/office/officeart/2009/3/layout/HorizontalOrganizationChart"/>
    <dgm:cxn modelId="{1E8C0333-5361-420F-AE71-0C4F559A4E59}" srcId="{563DA411-5009-46D6-B4AB-8E7B4D21D5C4}" destId="{30B5C93C-9867-4BFB-B902-623AC475AC57}" srcOrd="0" destOrd="0" parTransId="{1F154205-E44F-4B25-A959-1970AF6726E0}" sibTransId="{FA7CB87A-ACCD-491F-A264-4028D229609E}"/>
    <dgm:cxn modelId="{13CE1A8D-9D16-4E3F-9DB5-B2897C67AFA9}" type="presOf" srcId="{563DA411-5009-46D6-B4AB-8E7B4D21D5C4}" destId="{6BCD39F5-F2A7-488C-AEAE-7525B10D5DD3}" srcOrd="0" destOrd="0" presId="urn:microsoft.com/office/officeart/2009/3/layout/HorizontalOrganizationChart"/>
    <dgm:cxn modelId="{6107C0E1-4482-498A-A492-3AB7AF9EB71D}" srcId="{7E253D3B-60F8-4A5F-9EF9-A623A526B368}" destId="{1E59F7EB-0548-479B-B4BD-4905B420884A}" srcOrd="0" destOrd="0" parTransId="{AD235F86-1859-43F4-86ED-F081A14C5689}" sibTransId="{2ECED9E1-7C7D-43A0-852A-A0F9086ACA94}"/>
    <dgm:cxn modelId="{C3097199-493B-4C21-AFBE-22EA0344F2BF}" type="presParOf" srcId="{D77D5925-7968-4923-BE78-62A08F60B9AC}" destId="{24154C8A-CC80-4499-92DC-441F16E74B13}" srcOrd="0" destOrd="0" presId="urn:microsoft.com/office/officeart/2009/3/layout/HorizontalOrganizationChart"/>
    <dgm:cxn modelId="{0DCAE8C5-7BE2-44E1-AB8D-1D049B16A4C6}" type="presParOf" srcId="{24154C8A-CC80-4499-92DC-441F16E74B13}" destId="{ECDB291B-7D50-45E4-82EA-6BCDB86504D3}" srcOrd="0" destOrd="0" presId="urn:microsoft.com/office/officeart/2009/3/layout/HorizontalOrganizationChart"/>
    <dgm:cxn modelId="{2EEC8D65-9E88-4041-A5AA-40739B12BD3C}" type="presParOf" srcId="{ECDB291B-7D50-45E4-82EA-6BCDB86504D3}" destId="{25075BAB-483A-441F-858C-DE3FE38FF61F}" srcOrd="0" destOrd="0" presId="urn:microsoft.com/office/officeart/2009/3/layout/HorizontalOrganizationChart"/>
    <dgm:cxn modelId="{3882B018-300F-47E3-BB50-ED00652E43A9}" type="presParOf" srcId="{ECDB291B-7D50-45E4-82EA-6BCDB86504D3}" destId="{D291B959-5998-4AE6-ACFC-0D3643CE7B01}" srcOrd="1" destOrd="0" presId="urn:microsoft.com/office/officeart/2009/3/layout/HorizontalOrganizationChart"/>
    <dgm:cxn modelId="{C87ECC66-12C6-4689-B385-44F465642F96}" type="presParOf" srcId="{24154C8A-CC80-4499-92DC-441F16E74B13}" destId="{8717959B-F24F-4C28-8623-86B58730BCC0}" srcOrd="1" destOrd="0" presId="urn:microsoft.com/office/officeart/2009/3/layout/HorizontalOrganizationChart"/>
    <dgm:cxn modelId="{4524726C-DED7-434B-9A4D-31EEE58937F2}" type="presParOf" srcId="{8717959B-F24F-4C28-8623-86B58730BCC0}" destId="{9CE5C9F6-6260-4A30-AB16-D9C0C893F75D}" srcOrd="0" destOrd="0" presId="urn:microsoft.com/office/officeart/2009/3/layout/HorizontalOrganizationChart"/>
    <dgm:cxn modelId="{2FBE5A29-3AE5-4A87-8B0A-3EA67B101A21}" type="presParOf" srcId="{8717959B-F24F-4C28-8623-86B58730BCC0}" destId="{D5CB33FB-3103-4B2A-AC7B-EC8BEB76F77C}" srcOrd="1" destOrd="0" presId="urn:microsoft.com/office/officeart/2009/3/layout/HorizontalOrganizationChart"/>
    <dgm:cxn modelId="{D68CADFC-9850-4476-A8EC-C95A162361F6}" type="presParOf" srcId="{D5CB33FB-3103-4B2A-AC7B-EC8BEB76F77C}" destId="{8BDF407F-AFA2-43EE-AC06-3A0DEFE87ED9}" srcOrd="0" destOrd="0" presId="urn:microsoft.com/office/officeart/2009/3/layout/HorizontalOrganizationChart"/>
    <dgm:cxn modelId="{DE76A5DF-3C2C-4BCE-BEB9-745C4B70C785}" type="presParOf" srcId="{8BDF407F-AFA2-43EE-AC06-3A0DEFE87ED9}" destId="{185FEF55-B507-41DD-AD3E-11914C49CEFE}" srcOrd="0" destOrd="0" presId="urn:microsoft.com/office/officeart/2009/3/layout/HorizontalOrganizationChart"/>
    <dgm:cxn modelId="{221CB5AA-1ABD-46F7-8BC8-0AB96EE17B4D}" type="presParOf" srcId="{8BDF407F-AFA2-43EE-AC06-3A0DEFE87ED9}" destId="{932FD9F3-D74C-4308-88BE-6FF3393A2D97}" srcOrd="1" destOrd="0" presId="urn:microsoft.com/office/officeart/2009/3/layout/HorizontalOrganizationChart"/>
    <dgm:cxn modelId="{54E58B16-8C08-4D0F-825B-02FD312F9148}" type="presParOf" srcId="{D5CB33FB-3103-4B2A-AC7B-EC8BEB76F77C}" destId="{136660AD-B0A7-4E8A-8AD1-2F2E56A1A97E}" srcOrd="1" destOrd="0" presId="urn:microsoft.com/office/officeart/2009/3/layout/HorizontalOrganizationChart"/>
    <dgm:cxn modelId="{6239406E-21BC-4D28-9C0B-F23D8D7C751F}" type="presParOf" srcId="{136660AD-B0A7-4E8A-8AD1-2F2E56A1A97E}" destId="{548CFB2E-BF33-4785-858D-85E6C717D7A5}" srcOrd="0" destOrd="0" presId="urn:microsoft.com/office/officeart/2009/3/layout/HorizontalOrganizationChart"/>
    <dgm:cxn modelId="{43614F55-09E8-4AD5-B04E-9E9B730B21E6}" type="presParOf" srcId="{136660AD-B0A7-4E8A-8AD1-2F2E56A1A97E}" destId="{96A19A66-0329-4A28-BDF0-B9154CDB9396}" srcOrd="1" destOrd="0" presId="urn:microsoft.com/office/officeart/2009/3/layout/HorizontalOrganizationChart"/>
    <dgm:cxn modelId="{4DB0CE80-84F2-404A-9774-4FC014C0979E}" type="presParOf" srcId="{96A19A66-0329-4A28-BDF0-B9154CDB9396}" destId="{D7F5A94B-AE88-4B5C-9A5B-10511C4D77E0}" srcOrd="0" destOrd="0" presId="urn:microsoft.com/office/officeart/2009/3/layout/HorizontalOrganizationChart"/>
    <dgm:cxn modelId="{AE3927E3-5FF5-48A4-BD07-5E1CA746B0DD}" type="presParOf" srcId="{D7F5A94B-AE88-4B5C-9A5B-10511C4D77E0}" destId="{0767E817-337B-4A2B-9FB4-EF894954FF03}" srcOrd="0" destOrd="0" presId="urn:microsoft.com/office/officeart/2009/3/layout/HorizontalOrganizationChart"/>
    <dgm:cxn modelId="{6C93AE28-776F-43E8-BB63-BB58E66A37D9}" type="presParOf" srcId="{D7F5A94B-AE88-4B5C-9A5B-10511C4D77E0}" destId="{BDEF1B17-B125-4152-9D3B-584489D02DF4}" srcOrd="1" destOrd="0" presId="urn:microsoft.com/office/officeart/2009/3/layout/HorizontalOrganizationChart"/>
    <dgm:cxn modelId="{1C9FDE48-B3E0-4ABB-8826-6C4D3E40F4AE}" type="presParOf" srcId="{96A19A66-0329-4A28-BDF0-B9154CDB9396}" destId="{C6BAFEDB-35D4-418C-878E-105716A8F3F8}" srcOrd="1" destOrd="0" presId="urn:microsoft.com/office/officeart/2009/3/layout/HorizontalOrganizationChart"/>
    <dgm:cxn modelId="{DA19B514-BA08-47FE-BB77-2975BD9E5244}" type="presParOf" srcId="{96A19A66-0329-4A28-BDF0-B9154CDB9396}" destId="{596DE2F2-34B5-48E2-ADDD-B33116C4E3C5}" srcOrd="2" destOrd="0" presId="urn:microsoft.com/office/officeart/2009/3/layout/HorizontalOrganizationChart"/>
    <dgm:cxn modelId="{B809C173-E0BB-4C26-9181-1DBE518F07DE}" type="presParOf" srcId="{D5CB33FB-3103-4B2A-AC7B-EC8BEB76F77C}" destId="{A5BB5FDB-97A9-4A80-BB26-DF26EBF82C4C}" srcOrd="2" destOrd="0" presId="urn:microsoft.com/office/officeart/2009/3/layout/HorizontalOrganizationChart"/>
    <dgm:cxn modelId="{4F633969-48D0-4E83-A756-F99E7251EDA6}" type="presParOf" srcId="{8717959B-F24F-4C28-8623-86B58730BCC0}" destId="{9847B9EB-94D5-419A-8156-34580DF02658}" srcOrd="2" destOrd="0" presId="urn:microsoft.com/office/officeart/2009/3/layout/HorizontalOrganizationChart"/>
    <dgm:cxn modelId="{CFD7AF39-1B49-42DA-8984-7B8ABF30FD48}" type="presParOf" srcId="{8717959B-F24F-4C28-8623-86B58730BCC0}" destId="{F82B4B56-FF1E-4C41-8424-F2EAAE80C0F8}" srcOrd="3" destOrd="0" presId="urn:microsoft.com/office/officeart/2009/3/layout/HorizontalOrganizationChart"/>
    <dgm:cxn modelId="{1821A918-E61F-47AE-98C1-F8CA1D1FEAC8}" type="presParOf" srcId="{F82B4B56-FF1E-4C41-8424-F2EAAE80C0F8}" destId="{E084717F-33E9-4181-8E48-2FF2854127B8}" srcOrd="0" destOrd="0" presId="urn:microsoft.com/office/officeart/2009/3/layout/HorizontalOrganizationChart"/>
    <dgm:cxn modelId="{1CBE8BE6-B268-49AA-88DE-2756344E98F1}" type="presParOf" srcId="{E084717F-33E9-4181-8E48-2FF2854127B8}" destId="{6BCD39F5-F2A7-488C-AEAE-7525B10D5DD3}" srcOrd="0" destOrd="0" presId="urn:microsoft.com/office/officeart/2009/3/layout/HorizontalOrganizationChart"/>
    <dgm:cxn modelId="{9A5F37AD-21B2-4555-9807-1C21C3E3E184}" type="presParOf" srcId="{E084717F-33E9-4181-8E48-2FF2854127B8}" destId="{CFEF41C0-A340-464C-B3CA-04FCCD4E748D}" srcOrd="1" destOrd="0" presId="urn:microsoft.com/office/officeart/2009/3/layout/HorizontalOrganizationChart"/>
    <dgm:cxn modelId="{76EFA1EB-C171-4670-9780-530AC21A2B20}" type="presParOf" srcId="{F82B4B56-FF1E-4C41-8424-F2EAAE80C0F8}" destId="{17712E0A-4AB9-47A7-B6D3-47EC6BC15B0C}" srcOrd="1" destOrd="0" presId="urn:microsoft.com/office/officeart/2009/3/layout/HorizontalOrganizationChart"/>
    <dgm:cxn modelId="{150C225F-A162-4E94-B2BD-AA58B5032C47}" type="presParOf" srcId="{17712E0A-4AB9-47A7-B6D3-47EC6BC15B0C}" destId="{B37D7282-03D3-470C-A008-7719907DBE92}" srcOrd="0" destOrd="0" presId="urn:microsoft.com/office/officeart/2009/3/layout/HorizontalOrganizationChart"/>
    <dgm:cxn modelId="{27B1D0EA-C267-4E19-8CED-9FC618F1C741}" type="presParOf" srcId="{17712E0A-4AB9-47A7-B6D3-47EC6BC15B0C}" destId="{2D005473-D626-4F57-BF48-3287895085A2}" srcOrd="1" destOrd="0" presId="urn:microsoft.com/office/officeart/2009/3/layout/HorizontalOrganizationChart"/>
    <dgm:cxn modelId="{03EC224A-6446-4A0F-8C56-A6E4439BCC38}" type="presParOf" srcId="{2D005473-D626-4F57-BF48-3287895085A2}" destId="{D93F9AA7-D055-4F0D-A47F-9E4F7686F924}" srcOrd="0" destOrd="0" presId="urn:microsoft.com/office/officeart/2009/3/layout/HorizontalOrganizationChart"/>
    <dgm:cxn modelId="{87A72851-01F3-4759-B236-CA17F61546D8}" type="presParOf" srcId="{D93F9AA7-D055-4F0D-A47F-9E4F7686F924}" destId="{9F7E5761-6AF8-45E6-B68A-0080482401FF}" srcOrd="0" destOrd="0" presId="urn:microsoft.com/office/officeart/2009/3/layout/HorizontalOrganizationChart"/>
    <dgm:cxn modelId="{13769B53-607D-44AE-BF70-548DAB8538D7}" type="presParOf" srcId="{D93F9AA7-D055-4F0D-A47F-9E4F7686F924}" destId="{8E6E998B-A6F3-41C9-ABC0-983A6DC99F36}" srcOrd="1" destOrd="0" presId="urn:microsoft.com/office/officeart/2009/3/layout/HorizontalOrganizationChart"/>
    <dgm:cxn modelId="{376E4240-9FAB-4D55-9A5D-B92BA09094E6}" type="presParOf" srcId="{2D005473-D626-4F57-BF48-3287895085A2}" destId="{EDC43E74-332E-43C9-B337-FF3D597B32D3}" srcOrd="1" destOrd="0" presId="urn:microsoft.com/office/officeart/2009/3/layout/HorizontalOrganizationChart"/>
    <dgm:cxn modelId="{3249CECF-5A0C-411D-905F-1D9A4FDEAAA2}" type="presParOf" srcId="{2D005473-D626-4F57-BF48-3287895085A2}" destId="{05F0D924-D579-4700-A435-9BF26D9AC3E9}" srcOrd="2" destOrd="0" presId="urn:microsoft.com/office/officeart/2009/3/layout/HorizontalOrganizationChart"/>
    <dgm:cxn modelId="{F49FDC4F-7DEA-4737-8D87-3C05E5991536}" type="presParOf" srcId="{F82B4B56-FF1E-4C41-8424-F2EAAE80C0F8}" destId="{72677BE7-21A8-4985-A941-E51ECC4909FD}" srcOrd="2" destOrd="0" presId="urn:microsoft.com/office/officeart/2009/3/layout/HorizontalOrganizationChart"/>
    <dgm:cxn modelId="{F6AA283D-4F86-4B7F-A9D2-57E479AB3700}" type="presParOf" srcId="{24154C8A-CC80-4499-92DC-441F16E74B13}" destId="{D552FCBC-7007-4815-8249-5939FC433868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AF73035-F6EF-438E-9E52-5610E1A4F9FA}" type="doc">
      <dgm:prSet loTypeId="urn:microsoft.com/office/officeart/2005/8/layout/orgChart1" loCatId="hierarchy" qsTypeId="urn:microsoft.com/office/officeart/2005/8/quickstyle/3d6" qsCatId="3D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FC23D95E-E140-4980-80A6-FD38D73BF887}">
      <dgm:prSet custT="1"/>
      <dgm:spPr/>
      <dgm:t>
        <a:bodyPr/>
        <a:lstStyle/>
        <a:p>
          <a:pPr rtl="0"/>
          <a:r>
            <a:rPr lang="zh-CN" altLang="en-US" sz="2000" b="1" i="0" dirty="0" smtClean="0"/>
            <a:t>应用领域的不同，嵌入式微处理器的选型不同</a:t>
          </a:r>
          <a:endParaRPr lang="zh-CN" altLang="en-US" sz="2000" b="1" i="0" dirty="0"/>
        </a:p>
      </dgm:t>
    </dgm:pt>
    <dgm:pt modelId="{EC9D2D70-E47C-410A-9FB1-3A8B8AB5DB69}" type="parTrans" cxnId="{7A411D52-40FB-4F97-A35C-125F3E1295D1}">
      <dgm:prSet/>
      <dgm:spPr/>
      <dgm:t>
        <a:bodyPr/>
        <a:lstStyle/>
        <a:p>
          <a:endParaRPr lang="zh-CN" altLang="en-US" sz="3200" b="1" i="0"/>
        </a:p>
      </dgm:t>
    </dgm:pt>
    <dgm:pt modelId="{9D287797-871F-42EE-86A3-2FAFE05C9D5E}" type="sibTrans" cxnId="{7A411D52-40FB-4F97-A35C-125F3E1295D1}">
      <dgm:prSet/>
      <dgm:spPr/>
      <dgm:t>
        <a:bodyPr/>
        <a:lstStyle/>
        <a:p>
          <a:endParaRPr lang="zh-CN" altLang="en-US" sz="3200" b="1" i="0"/>
        </a:p>
      </dgm:t>
    </dgm:pt>
    <dgm:pt modelId="{A83AC9A8-4CE1-4D55-A23E-5F4F2B8556BC}">
      <dgm:prSet custT="1"/>
      <dgm:spPr/>
      <dgm:t>
        <a:bodyPr/>
        <a:lstStyle/>
        <a:p>
          <a:pPr rtl="0"/>
          <a:r>
            <a:rPr lang="zh-CN" sz="1800" b="1" i="0" dirty="0" smtClean="0"/>
            <a:t>简单的智能仪器仪表的设计</a:t>
          </a:r>
          <a:endParaRPr lang="zh-CN" sz="1800" b="1" i="0" dirty="0"/>
        </a:p>
      </dgm:t>
    </dgm:pt>
    <dgm:pt modelId="{B73E3BBF-04C4-4AC9-BFCD-1767A84D0EAA}" type="parTrans" cxnId="{2AD5EFB3-FA51-4EA7-BFF3-3CA4CBE0C621}">
      <dgm:prSet/>
      <dgm:spPr/>
      <dgm:t>
        <a:bodyPr/>
        <a:lstStyle/>
        <a:p>
          <a:endParaRPr lang="zh-CN" altLang="en-US" sz="3200" b="1" i="0"/>
        </a:p>
      </dgm:t>
    </dgm:pt>
    <dgm:pt modelId="{9AFD0C3C-ED87-4157-9FF7-57F1ED50B4A0}" type="sibTrans" cxnId="{2AD5EFB3-FA51-4EA7-BFF3-3CA4CBE0C621}">
      <dgm:prSet/>
      <dgm:spPr/>
      <dgm:t>
        <a:bodyPr/>
        <a:lstStyle/>
        <a:p>
          <a:endParaRPr lang="zh-CN" altLang="en-US" sz="3200" b="1" i="0"/>
        </a:p>
      </dgm:t>
    </dgm:pt>
    <dgm:pt modelId="{C383B0BC-4FB4-46E6-A980-C1EED8C26770}">
      <dgm:prSet custT="1"/>
      <dgm:spPr/>
      <dgm:t>
        <a:bodyPr/>
        <a:lstStyle/>
        <a:p>
          <a:pPr rtl="0"/>
          <a:r>
            <a:rPr lang="zh-CN" sz="1800" b="1" i="0" dirty="0" smtClean="0"/>
            <a:t>数字信号处理领域</a:t>
          </a:r>
          <a:endParaRPr lang="zh-CN" sz="1800" b="1" i="0" dirty="0"/>
        </a:p>
      </dgm:t>
    </dgm:pt>
    <dgm:pt modelId="{A22C6728-D64F-4F4E-9170-9D7FA09EE0AD}" type="parTrans" cxnId="{B0461F74-F5AC-4BC7-8B03-47FE597DE8DB}">
      <dgm:prSet/>
      <dgm:spPr/>
      <dgm:t>
        <a:bodyPr/>
        <a:lstStyle/>
        <a:p>
          <a:endParaRPr lang="zh-CN" altLang="en-US" sz="3200" b="1" i="0"/>
        </a:p>
      </dgm:t>
    </dgm:pt>
    <dgm:pt modelId="{C09FEC4B-730D-4FE8-9596-3E31CDFFC6A4}" type="sibTrans" cxnId="{B0461F74-F5AC-4BC7-8B03-47FE597DE8DB}">
      <dgm:prSet/>
      <dgm:spPr/>
      <dgm:t>
        <a:bodyPr/>
        <a:lstStyle/>
        <a:p>
          <a:endParaRPr lang="zh-CN" altLang="en-US" sz="3200" b="1" i="0"/>
        </a:p>
      </dgm:t>
    </dgm:pt>
    <dgm:pt modelId="{2EE6823B-2F34-4F74-9781-B71D1024AEDB}">
      <dgm:prSet custT="1"/>
      <dgm:spPr/>
      <dgm:t>
        <a:bodyPr/>
        <a:lstStyle/>
        <a:p>
          <a:pPr rtl="0"/>
          <a:r>
            <a:rPr lang="zh-CN" sz="1800" b="1" i="0" dirty="0" smtClean="0"/>
            <a:t>通信领域</a:t>
          </a:r>
          <a:endParaRPr lang="zh-CN" sz="1800" b="1" i="0" dirty="0"/>
        </a:p>
      </dgm:t>
    </dgm:pt>
    <dgm:pt modelId="{928D124B-24F7-4003-9CE6-81B394D9B7CC}" type="parTrans" cxnId="{B66D29E1-88BB-4F60-BDDD-F6BD97496665}">
      <dgm:prSet/>
      <dgm:spPr/>
      <dgm:t>
        <a:bodyPr/>
        <a:lstStyle/>
        <a:p>
          <a:endParaRPr lang="zh-CN" altLang="en-US" sz="3200" b="1" i="0"/>
        </a:p>
      </dgm:t>
    </dgm:pt>
    <dgm:pt modelId="{A7308345-B01A-4A58-99E4-E8C57B933A45}" type="sibTrans" cxnId="{B66D29E1-88BB-4F60-BDDD-F6BD97496665}">
      <dgm:prSet/>
      <dgm:spPr/>
      <dgm:t>
        <a:bodyPr/>
        <a:lstStyle/>
        <a:p>
          <a:endParaRPr lang="zh-CN" altLang="en-US" sz="3200" b="1" i="0"/>
        </a:p>
      </dgm:t>
    </dgm:pt>
    <dgm:pt modelId="{5E66C28C-8730-401D-BF71-739BC8023ED2}">
      <dgm:prSet custT="1"/>
      <dgm:spPr/>
      <dgm:t>
        <a:bodyPr/>
        <a:lstStyle/>
        <a:p>
          <a:pPr rtl="0"/>
          <a:r>
            <a:rPr lang="zh-CN" sz="1800" b="1" i="0" dirty="0" smtClean="0"/>
            <a:t>高性能、消费电子领域</a:t>
          </a:r>
          <a:endParaRPr lang="zh-CN" sz="1800" b="1" i="0" dirty="0"/>
        </a:p>
      </dgm:t>
    </dgm:pt>
    <dgm:pt modelId="{28832E82-95DE-4CD2-B0FC-E3CBDE357D68}" type="parTrans" cxnId="{B7A9BB6B-C2AC-4EE8-820A-EE89FCB78913}">
      <dgm:prSet/>
      <dgm:spPr/>
      <dgm:t>
        <a:bodyPr/>
        <a:lstStyle/>
        <a:p>
          <a:endParaRPr lang="zh-CN" altLang="en-US" sz="3200" b="1" i="0"/>
        </a:p>
      </dgm:t>
    </dgm:pt>
    <dgm:pt modelId="{4014CB33-A5DF-47C0-9C5F-20E3DED814EA}" type="sibTrans" cxnId="{B7A9BB6B-C2AC-4EE8-820A-EE89FCB78913}">
      <dgm:prSet/>
      <dgm:spPr/>
      <dgm:t>
        <a:bodyPr/>
        <a:lstStyle/>
        <a:p>
          <a:endParaRPr lang="zh-CN" altLang="en-US" sz="3200" b="1" i="0"/>
        </a:p>
      </dgm:t>
    </dgm:pt>
    <dgm:pt modelId="{5E52BC98-3783-4FF3-966E-B65FB7A23343}">
      <dgm:prSet custT="1"/>
      <dgm:spPr/>
      <dgm:t>
        <a:bodyPr/>
        <a:lstStyle/>
        <a:p>
          <a:pPr rtl="0"/>
          <a:r>
            <a:rPr lang="zh-CN" sz="1800" b="1" i="0" dirty="0" smtClean="0"/>
            <a:t>首要选择</a:t>
          </a:r>
          <a:r>
            <a:rPr lang="en-US" sz="1800" b="1" i="0" dirty="0" smtClean="0"/>
            <a:t>8</a:t>
          </a:r>
          <a:r>
            <a:rPr lang="zh-CN" sz="1800" b="1" i="0" dirty="0" smtClean="0"/>
            <a:t>位的</a:t>
          </a:r>
          <a:r>
            <a:rPr lang="en-US" sz="1800" b="1" i="0" dirty="0" smtClean="0"/>
            <a:t>8051</a:t>
          </a:r>
          <a:r>
            <a:rPr lang="zh-CN" sz="1800" b="1" i="0" dirty="0" smtClean="0"/>
            <a:t>系列单片机</a:t>
          </a:r>
          <a:endParaRPr lang="zh-CN" sz="1800" b="1" i="0" dirty="0"/>
        </a:p>
      </dgm:t>
    </dgm:pt>
    <dgm:pt modelId="{3D280C01-ABF1-494A-9B19-984F91BD3D66}" type="parTrans" cxnId="{C121597C-7125-4159-8895-FE4910F22439}">
      <dgm:prSet/>
      <dgm:spPr/>
      <dgm:t>
        <a:bodyPr/>
        <a:lstStyle/>
        <a:p>
          <a:endParaRPr lang="zh-CN" altLang="en-US" sz="1800" b="1"/>
        </a:p>
      </dgm:t>
    </dgm:pt>
    <dgm:pt modelId="{956B115E-22DA-43B5-A2F7-C171231D7533}" type="sibTrans" cxnId="{C121597C-7125-4159-8895-FE4910F22439}">
      <dgm:prSet/>
      <dgm:spPr/>
      <dgm:t>
        <a:bodyPr/>
        <a:lstStyle/>
        <a:p>
          <a:endParaRPr lang="zh-CN" altLang="en-US" sz="1800" b="1"/>
        </a:p>
      </dgm:t>
    </dgm:pt>
    <dgm:pt modelId="{745C3C9B-866C-45FF-8ACC-993D683EFE77}">
      <dgm:prSet custT="1"/>
      <dgm:spPr/>
      <dgm:t>
        <a:bodyPr/>
        <a:lstStyle/>
        <a:p>
          <a:pPr rtl="0"/>
          <a:r>
            <a:rPr lang="zh-CN" sz="1800" b="1" i="0" dirty="0" smtClean="0"/>
            <a:t>选用</a:t>
          </a:r>
          <a:r>
            <a:rPr lang="en-US" sz="1800" b="1" i="0" dirty="0" smtClean="0"/>
            <a:t>TI</a:t>
          </a:r>
          <a:r>
            <a:rPr lang="zh-CN" sz="1800" b="1" i="0" dirty="0" smtClean="0"/>
            <a:t>公司的</a:t>
          </a:r>
          <a:r>
            <a:rPr lang="en-US" sz="1800" b="1" i="0" dirty="0" smtClean="0"/>
            <a:t>TMx320x</a:t>
          </a:r>
          <a:r>
            <a:rPr lang="zh-CN" sz="1800" b="1" i="0" dirty="0" smtClean="0"/>
            <a:t>系列的</a:t>
          </a:r>
          <a:r>
            <a:rPr lang="en-US" sz="1800" b="1" i="0" dirty="0" smtClean="0"/>
            <a:t>DSP</a:t>
          </a:r>
          <a:r>
            <a:rPr lang="zh-CN" sz="1800" b="1" i="0" dirty="0" smtClean="0"/>
            <a:t>芯片</a:t>
          </a:r>
          <a:endParaRPr lang="zh-CN" sz="1800" b="1" i="0" dirty="0"/>
        </a:p>
      </dgm:t>
    </dgm:pt>
    <dgm:pt modelId="{08450E7E-70D2-4A3A-968B-65AC31BA9CCC}" type="parTrans" cxnId="{66EC77EF-798D-47D8-80A0-5857293C23FD}">
      <dgm:prSet/>
      <dgm:spPr/>
      <dgm:t>
        <a:bodyPr/>
        <a:lstStyle/>
        <a:p>
          <a:endParaRPr lang="zh-CN" altLang="en-US" sz="1800" b="1"/>
        </a:p>
      </dgm:t>
    </dgm:pt>
    <dgm:pt modelId="{E2B16872-E798-49CF-922C-C0E157AA51B9}" type="sibTrans" cxnId="{66EC77EF-798D-47D8-80A0-5857293C23FD}">
      <dgm:prSet/>
      <dgm:spPr/>
      <dgm:t>
        <a:bodyPr/>
        <a:lstStyle/>
        <a:p>
          <a:endParaRPr lang="zh-CN" altLang="en-US" sz="1800" b="1"/>
        </a:p>
      </dgm:t>
    </dgm:pt>
    <dgm:pt modelId="{08F5A078-2220-4066-996F-5DB82CDB568C}">
      <dgm:prSet custT="1"/>
      <dgm:spPr/>
      <dgm:t>
        <a:bodyPr/>
        <a:lstStyle/>
        <a:p>
          <a:pPr rtl="0"/>
          <a:r>
            <a:rPr lang="zh-CN" sz="1800" b="1" i="0" dirty="0" smtClean="0"/>
            <a:t>优先考虑</a:t>
          </a:r>
          <a:r>
            <a:rPr lang="en-US" sz="1800" b="1" i="0" dirty="0" smtClean="0"/>
            <a:t>Motorola</a:t>
          </a:r>
          <a:r>
            <a:rPr lang="zh-CN" sz="1800" b="1" i="0" dirty="0" smtClean="0"/>
            <a:t>公司的嵌入式微处理器</a:t>
          </a:r>
          <a:r>
            <a:rPr lang="en-US" sz="1800" b="1" i="0" dirty="0" smtClean="0"/>
            <a:t>68K</a:t>
          </a:r>
          <a:r>
            <a:rPr lang="zh-CN" sz="1800" b="1" i="0" dirty="0" smtClean="0"/>
            <a:t>系列</a:t>
          </a:r>
          <a:endParaRPr lang="zh-CN" sz="1800" b="1" i="0" dirty="0"/>
        </a:p>
      </dgm:t>
    </dgm:pt>
    <dgm:pt modelId="{57CC1AEA-E3E0-4535-984D-4A4649D7803D}" type="parTrans" cxnId="{76DBBBA4-4713-4679-AB16-A921DCCADBCB}">
      <dgm:prSet/>
      <dgm:spPr/>
      <dgm:t>
        <a:bodyPr/>
        <a:lstStyle/>
        <a:p>
          <a:endParaRPr lang="zh-CN" altLang="en-US" sz="1800" b="1"/>
        </a:p>
      </dgm:t>
    </dgm:pt>
    <dgm:pt modelId="{C69EF569-946E-41C2-AED9-16E8F5FFA7E5}" type="sibTrans" cxnId="{76DBBBA4-4713-4679-AB16-A921DCCADBCB}">
      <dgm:prSet/>
      <dgm:spPr/>
      <dgm:t>
        <a:bodyPr/>
        <a:lstStyle/>
        <a:p>
          <a:endParaRPr lang="zh-CN" altLang="en-US" sz="1800" b="1"/>
        </a:p>
      </dgm:t>
    </dgm:pt>
    <dgm:pt modelId="{EAA7FE6E-86B9-47EC-BEBC-B4B58C315E5E}">
      <dgm:prSet custT="1"/>
      <dgm:spPr/>
      <dgm:t>
        <a:bodyPr/>
        <a:lstStyle/>
        <a:p>
          <a:pPr rtl="0"/>
          <a:r>
            <a:rPr lang="zh-CN" sz="1800" b="1" i="0" dirty="0" smtClean="0"/>
            <a:t>可选用</a:t>
          </a:r>
          <a:r>
            <a:rPr lang="en-US" sz="1800" b="1" i="0" dirty="0" smtClean="0"/>
            <a:t>32</a:t>
          </a:r>
          <a:r>
            <a:rPr lang="zh-CN" sz="1800" b="1" i="0" dirty="0" smtClean="0"/>
            <a:t>位的</a:t>
          </a:r>
          <a:r>
            <a:rPr lang="en-US" sz="1800" b="1" i="0" dirty="0" smtClean="0"/>
            <a:t>ARM</a:t>
          </a:r>
          <a:r>
            <a:rPr lang="zh-CN" sz="1800" b="1" i="0" dirty="0" smtClean="0"/>
            <a:t>相关内核芯片系列</a:t>
          </a:r>
          <a:endParaRPr lang="zh-CN" sz="1800" b="1" i="0" dirty="0"/>
        </a:p>
      </dgm:t>
    </dgm:pt>
    <dgm:pt modelId="{D5D089D8-48C3-42FF-BC03-52C36EB122E2}" type="parTrans" cxnId="{0806F31C-C678-4A74-9BD4-53A271061721}">
      <dgm:prSet/>
      <dgm:spPr/>
      <dgm:t>
        <a:bodyPr/>
        <a:lstStyle/>
        <a:p>
          <a:endParaRPr lang="zh-CN" altLang="en-US" sz="1800" b="1"/>
        </a:p>
      </dgm:t>
    </dgm:pt>
    <dgm:pt modelId="{85238FCB-AB34-42C8-81E0-0D579907B390}" type="sibTrans" cxnId="{0806F31C-C678-4A74-9BD4-53A271061721}">
      <dgm:prSet/>
      <dgm:spPr/>
      <dgm:t>
        <a:bodyPr/>
        <a:lstStyle/>
        <a:p>
          <a:endParaRPr lang="zh-CN" altLang="en-US" sz="1800" b="1"/>
        </a:p>
      </dgm:t>
    </dgm:pt>
    <dgm:pt modelId="{1C9BA761-17B3-4D6A-B052-9D6D99CBD0AC}" type="pres">
      <dgm:prSet presAssocID="{BAF73035-F6EF-438E-9E52-5610E1A4F9F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091B99BA-C3A2-4EC0-AEDC-745808616523}" type="pres">
      <dgm:prSet presAssocID="{FC23D95E-E140-4980-80A6-FD38D73BF887}" presName="hierRoot1" presStyleCnt="0">
        <dgm:presLayoutVars>
          <dgm:hierBranch val="init"/>
        </dgm:presLayoutVars>
      </dgm:prSet>
      <dgm:spPr/>
    </dgm:pt>
    <dgm:pt modelId="{9F0A710E-F541-4755-869D-54719B41891A}" type="pres">
      <dgm:prSet presAssocID="{FC23D95E-E140-4980-80A6-FD38D73BF887}" presName="rootComposite1" presStyleCnt="0"/>
      <dgm:spPr/>
    </dgm:pt>
    <dgm:pt modelId="{4AADA736-22E0-445D-A954-09F90395DB4F}" type="pres">
      <dgm:prSet presAssocID="{FC23D95E-E140-4980-80A6-FD38D73BF887}" presName="rootText1" presStyleLbl="node0" presStyleIdx="0" presStyleCnt="1" custScaleX="162739" custScaleY="8747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52F8C39-A9DD-4378-B94B-814B214B825B}" type="pres">
      <dgm:prSet presAssocID="{FC23D95E-E140-4980-80A6-FD38D73BF887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5FB75354-C261-4E18-AD82-224CA0819BA4}" type="pres">
      <dgm:prSet presAssocID="{FC23D95E-E140-4980-80A6-FD38D73BF887}" presName="hierChild2" presStyleCnt="0"/>
      <dgm:spPr/>
    </dgm:pt>
    <dgm:pt modelId="{AF380594-D688-477D-B4F3-FC5E5F6AFE51}" type="pres">
      <dgm:prSet presAssocID="{B73E3BBF-04C4-4AC9-BFCD-1767A84D0EAA}" presName="Name37" presStyleLbl="parChTrans1D2" presStyleIdx="0" presStyleCnt="4"/>
      <dgm:spPr/>
      <dgm:t>
        <a:bodyPr/>
        <a:lstStyle/>
        <a:p>
          <a:endParaRPr lang="zh-CN" altLang="en-US"/>
        </a:p>
      </dgm:t>
    </dgm:pt>
    <dgm:pt modelId="{2D4A7E76-24F2-41B1-A8A0-7E262277A561}" type="pres">
      <dgm:prSet presAssocID="{A83AC9A8-4CE1-4D55-A23E-5F4F2B8556BC}" presName="hierRoot2" presStyleCnt="0">
        <dgm:presLayoutVars>
          <dgm:hierBranch val="init"/>
        </dgm:presLayoutVars>
      </dgm:prSet>
      <dgm:spPr/>
    </dgm:pt>
    <dgm:pt modelId="{43A1BE94-53DD-4E9B-9542-AF32A5F48EA8}" type="pres">
      <dgm:prSet presAssocID="{A83AC9A8-4CE1-4D55-A23E-5F4F2B8556BC}" presName="rootComposite" presStyleCnt="0"/>
      <dgm:spPr/>
    </dgm:pt>
    <dgm:pt modelId="{FA5947ED-D3C8-405C-9547-F0185B9E4132}" type="pres">
      <dgm:prSet presAssocID="{A83AC9A8-4CE1-4D55-A23E-5F4F2B8556BC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1ADC267-3885-45F1-ACEE-EF4C0EADBFFE}" type="pres">
      <dgm:prSet presAssocID="{A83AC9A8-4CE1-4D55-A23E-5F4F2B8556BC}" presName="rootConnector" presStyleLbl="node2" presStyleIdx="0" presStyleCnt="4"/>
      <dgm:spPr/>
      <dgm:t>
        <a:bodyPr/>
        <a:lstStyle/>
        <a:p>
          <a:endParaRPr lang="zh-CN" altLang="en-US"/>
        </a:p>
      </dgm:t>
    </dgm:pt>
    <dgm:pt modelId="{28AE2A17-2345-417B-B59C-1CBE74CB8C0C}" type="pres">
      <dgm:prSet presAssocID="{A83AC9A8-4CE1-4D55-A23E-5F4F2B8556BC}" presName="hierChild4" presStyleCnt="0"/>
      <dgm:spPr/>
    </dgm:pt>
    <dgm:pt modelId="{9972B2B8-5969-4936-8691-975624062208}" type="pres">
      <dgm:prSet presAssocID="{3D280C01-ABF1-494A-9B19-984F91BD3D66}" presName="Name37" presStyleLbl="parChTrans1D3" presStyleIdx="0" presStyleCnt="4"/>
      <dgm:spPr/>
      <dgm:t>
        <a:bodyPr/>
        <a:lstStyle/>
        <a:p>
          <a:endParaRPr lang="zh-CN" altLang="en-US"/>
        </a:p>
      </dgm:t>
    </dgm:pt>
    <dgm:pt modelId="{D1D772F5-CA4C-46B9-A9D8-9EB8CDF87B34}" type="pres">
      <dgm:prSet presAssocID="{5E52BC98-3783-4FF3-966E-B65FB7A23343}" presName="hierRoot2" presStyleCnt="0">
        <dgm:presLayoutVars>
          <dgm:hierBranch val="init"/>
        </dgm:presLayoutVars>
      </dgm:prSet>
      <dgm:spPr/>
    </dgm:pt>
    <dgm:pt modelId="{D4DFFD98-1AC9-4A8D-862F-86EFD55B5FFC}" type="pres">
      <dgm:prSet presAssocID="{5E52BC98-3783-4FF3-966E-B65FB7A23343}" presName="rootComposite" presStyleCnt="0"/>
      <dgm:spPr/>
    </dgm:pt>
    <dgm:pt modelId="{9A688A8C-B386-4676-9BC9-DD1BE63A16A0}" type="pres">
      <dgm:prSet presAssocID="{5E52BC98-3783-4FF3-966E-B65FB7A23343}" presName="rootText" presStyleLbl="node3" presStyleIdx="0" presStyleCnt="4" custScaleY="14173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1EDD0FE-AF9B-43D1-A825-303D0D42928B}" type="pres">
      <dgm:prSet presAssocID="{5E52BC98-3783-4FF3-966E-B65FB7A23343}" presName="rootConnector" presStyleLbl="node3" presStyleIdx="0" presStyleCnt="4"/>
      <dgm:spPr/>
      <dgm:t>
        <a:bodyPr/>
        <a:lstStyle/>
        <a:p>
          <a:endParaRPr lang="zh-CN" altLang="en-US"/>
        </a:p>
      </dgm:t>
    </dgm:pt>
    <dgm:pt modelId="{B600F125-59A0-4AE5-A8CA-1C1F7AC4E9F3}" type="pres">
      <dgm:prSet presAssocID="{5E52BC98-3783-4FF3-966E-B65FB7A23343}" presName="hierChild4" presStyleCnt="0"/>
      <dgm:spPr/>
    </dgm:pt>
    <dgm:pt modelId="{186DB377-CBCE-493F-ABF4-2A01320A8C39}" type="pres">
      <dgm:prSet presAssocID="{5E52BC98-3783-4FF3-966E-B65FB7A23343}" presName="hierChild5" presStyleCnt="0"/>
      <dgm:spPr/>
    </dgm:pt>
    <dgm:pt modelId="{70ED9A49-3EA4-40CF-AF7E-D6ABA1126229}" type="pres">
      <dgm:prSet presAssocID="{A83AC9A8-4CE1-4D55-A23E-5F4F2B8556BC}" presName="hierChild5" presStyleCnt="0"/>
      <dgm:spPr/>
    </dgm:pt>
    <dgm:pt modelId="{2D803811-8825-43A5-A025-D45E40B00AA2}" type="pres">
      <dgm:prSet presAssocID="{A22C6728-D64F-4F4E-9170-9D7FA09EE0AD}" presName="Name37" presStyleLbl="parChTrans1D2" presStyleIdx="1" presStyleCnt="4"/>
      <dgm:spPr/>
      <dgm:t>
        <a:bodyPr/>
        <a:lstStyle/>
        <a:p>
          <a:endParaRPr lang="zh-CN" altLang="en-US"/>
        </a:p>
      </dgm:t>
    </dgm:pt>
    <dgm:pt modelId="{A2CA0B7C-4962-4684-8565-E0F8E63F50AB}" type="pres">
      <dgm:prSet presAssocID="{C383B0BC-4FB4-46E6-A980-C1EED8C26770}" presName="hierRoot2" presStyleCnt="0">
        <dgm:presLayoutVars>
          <dgm:hierBranch val="init"/>
        </dgm:presLayoutVars>
      </dgm:prSet>
      <dgm:spPr/>
    </dgm:pt>
    <dgm:pt modelId="{6C9004E3-E744-4E5A-8C79-FB5D65BC6E05}" type="pres">
      <dgm:prSet presAssocID="{C383B0BC-4FB4-46E6-A980-C1EED8C26770}" presName="rootComposite" presStyleCnt="0"/>
      <dgm:spPr/>
    </dgm:pt>
    <dgm:pt modelId="{8E9AE304-5573-4CF7-AACE-21B758933281}" type="pres">
      <dgm:prSet presAssocID="{C383B0BC-4FB4-46E6-A980-C1EED8C26770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0FF7D2B-576D-41D3-8378-0742C0566505}" type="pres">
      <dgm:prSet presAssocID="{C383B0BC-4FB4-46E6-A980-C1EED8C26770}" presName="rootConnector" presStyleLbl="node2" presStyleIdx="1" presStyleCnt="4"/>
      <dgm:spPr/>
      <dgm:t>
        <a:bodyPr/>
        <a:lstStyle/>
        <a:p>
          <a:endParaRPr lang="zh-CN" altLang="en-US"/>
        </a:p>
      </dgm:t>
    </dgm:pt>
    <dgm:pt modelId="{AA94A1D0-7014-47E8-9F21-10E5B9AE9017}" type="pres">
      <dgm:prSet presAssocID="{C383B0BC-4FB4-46E6-A980-C1EED8C26770}" presName="hierChild4" presStyleCnt="0"/>
      <dgm:spPr/>
    </dgm:pt>
    <dgm:pt modelId="{82B891FD-D700-45E0-8DD1-EBFFA68EA753}" type="pres">
      <dgm:prSet presAssocID="{08450E7E-70D2-4A3A-968B-65AC31BA9CCC}" presName="Name37" presStyleLbl="parChTrans1D3" presStyleIdx="1" presStyleCnt="4"/>
      <dgm:spPr/>
      <dgm:t>
        <a:bodyPr/>
        <a:lstStyle/>
        <a:p>
          <a:endParaRPr lang="zh-CN" altLang="en-US"/>
        </a:p>
      </dgm:t>
    </dgm:pt>
    <dgm:pt modelId="{3BDECD56-C6E5-4E11-A6AE-F5F541779E9C}" type="pres">
      <dgm:prSet presAssocID="{745C3C9B-866C-45FF-8ACC-993D683EFE77}" presName="hierRoot2" presStyleCnt="0">
        <dgm:presLayoutVars>
          <dgm:hierBranch val="init"/>
        </dgm:presLayoutVars>
      </dgm:prSet>
      <dgm:spPr/>
    </dgm:pt>
    <dgm:pt modelId="{1E6ACF45-12FE-49E4-A73D-6D6ACBAC7B4D}" type="pres">
      <dgm:prSet presAssocID="{745C3C9B-866C-45FF-8ACC-993D683EFE77}" presName="rootComposite" presStyleCnt="0"/>
      <dgm:spPr/>
    </dgm:pt>
    <dgm:pt modelId="{CCDC9847-28EF-45CA-A756-0B138C132E61}" type="pres">
      <dgm:prSet presAssocID="{745C3C9B-866C-45FF-8ACC-993D683EFE77}" presName="rootText" presStyleLbl="node3" presStyleIdx="1" presStyleCnt="4" custScaleY="14173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637E96F-415C-49CC-B1A1-325279A60CD8}" type="pres">
      <dgm:prSet presAssocID="{745C3C9B-866C-45FF-8ACC-993D683EFE77}" presName="rootConnector" presStyleLbl="node3" presStyleIdx="1" presStyleCnt="4"/>
      <dgm:spPr/>
      <dgm:t>
        <a:bodyPr/>
        <a:lstStyle/>
        <a:p>
          <a:endParaRPr lang="zh-CN" altLang="en-US"/>
        </a:p>
      </dgm:t>
    </dgm:pt>
    <dgm:pt modelId="{F4240389-583B-4CDD-BDB2-BD2ED9169B4D}" type="pres">
      <dgm:prSet presAssocID="{745C3C9B-866C-45FF-8ACC-993D683EFE77}" presName="hierChild4" presStyleCnt="0"/>
      <dgm:spPr/>
    </dgm:pt>
    <dgm:pt modelId="{C0DA6820-E222-4077-8EC5-3AD5D2479C79}" type="pres">
      <dgm:prSet presAssocID="{745C3C9B-866C-45FF-8ACC-993D683EFE77}" presName="hierChild5" presStyleCnt="0"/>
      <dgm:spPr/>
    </dgm:pt>
    <dgm:pt modelId="{601D0C3F-D671-4CA7-9E3E-7DA27AA29F48}" type="pres">
      <dgm:prSet presAssocID="{C383B0BC-4FB4-46E6-A980-C1EED8C26770}" presName="hierChild5" presStyleCnt="0"/>
      <dgm:spPr/>
    </dgm:pt>
    <dgm:pt modelId="{C9BE0C35-DB30-43E3-B033-930712A392C7}" type="pres">
      <dgm:prSet presAssocID="{928D124B-24F7-4003-9CE6-81B394D9B7CC}" presName="Name37" presStyleLbl="parChTrans1D2" presStyleIdx="2" presStyleCnt="4"/>
      <dgm:spPr/>
      <dgm:t>
        <a:bodyPr/>
        <a:lstStyle/>
        <a:p>
          <a:endParaRPr lang="zh-CN" altLang="en-US"/>
        </a:p>
      </dgm:t>
    </dgm:pt>
    <dgm:pt modelId="{D91B3F8A-A362-4326-A001-6905C9C9658B}" type="pres">
      <dgm:prSet presAssocID="{2EE6823B-2F34-4F74-9781-B71D1024AEDB}" presName="hierRoot2" presStyleCnt="0">
        <dgm:presLayoutVars>
          <dgm:hierBranch val="init"/>
        </dgm:presLayoutVars>
      </dgm:prSet>
      <dgm:spPr/>
    </dgm:pt>
    <dgm:pt modelId="{D2412AC6-08E9-4DA3-B424-DF4A3124FBB0}" type="pres">
      <dgm:prSet presAssocID="{2EE6823B-2F34-4F74-9781-B71D1024AEDB}" presName="rootComposite" presStyleCnt="0"/>
      <dgm:spPr/>
    </dgm:pt>
    <dgm:pt modelId="{203F9ED9-5FF8-4B8E-9ABC-DB9A838D1676}" type="pres">
      <dgm:prSet presAssocID="{2EE6823B-2F34-4F74-9781-B71D1024AEDB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A0076B5-9DB5-4F77-8F20-644731F2C221}" type="pres">
      <dgm:prSet presAssocID="{2EE6823B-2F34-4F74-9781-B71D1024AEDB}" presName="rootConnector" presStyleLbl="node2" presStyleIdx="2" presStyleCnt="4"/>
      <dgm:spPr/>
      <dgm:t>
        <a:bodyPr/>
        <a:lstStyle/>
        <a:p>
          <a:endParaRPr lang="zh-CN" altLang="en-US"/>
        </a:p>
      </dgm:t>
    </dgm:pt>
    <dgm:pt modelId="{475ABBE0-D377-4FAF-A751-4007A4033E76}" type="pres">
      <dgm:prSet presAssocID="{2EE6823B-2F34-4F74-9781-B71D1024AEDB}" presName="hierChild4" presStyleCnt="0"/>
      <dgm:spPr/>
    </dgm:pt>
    <dgm:pt modelId="{56E9A37A-0A1A-4397-AEEE-8599767B6129}" type="pres">
      <dgm:prSet presAssocID="{57CC1AEA-E3E0-4535-984D-4A4649D7803D}" presName="Name37" presStyleLbl="parChTrans1D3" presStyleIdx="2" presStyleCnt="4"/>
      <dgm:spPr/>
      <dgm:t>
        <a:bodyPr/>
        <a:lstStyle/>
        <a:p>
          <a:endParaRPr lang="zh-CN" altLang="en-US"/>
        </a:p>
      </dgm:t>
    </dgm:pt>
    <dgm:pt modelId="{EA5A44D4-DEDD-4FA1-B1CF-E2138F287A3B}" type="pres">
      <dgm:prSet presAssocID="{08F5A078-2220-4066-996F-5DB82CDB568C}" presName="hierRoot2" presStyleCnt="0">
        <dgm:presLayoutVars>
          <dgm:hierBranch val="init"/>
        </dgm:presLayoutVars>
      </dgm:prSet>
      <dgm:spPr/>
    </dgm:pt>
    <dgm:pt modelId="{AA783C4A-1834-4B30-B77D-CD81227E7EFA}" type="pres">
      <dgm:prSet presAssocID="{08F5A078-2220-4066-996F-5DB82CDB568C}" presName="rootComposite" presStyleCnt="0"/>
      <dgm:spPr/>
    </dgm:pt>
    <dgm:pt modelId="{49F625ED-36C5-4151-95C3-CB42CD09C04A}" type="pres">
      <dgm:prSet presAssocID="{08F5A078-2220-4066-996F-5DB82CDB568C}" presName="rootText" presStyleLbl="node3" presStyleIdx="2" presStyleCnt="4" custScaleY="14173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ABA27A7-2237-46FB-8F51-162F54E13ABB}" type="pres">
      <dgm:prSet presAssocID="{08F5A078-2220-4066-996F-5DB82CDB568C}" presName="rootConnector" presStyleLbl="node3" presStyleIdx="2" presStyleCnt="4"/>
      <dgm:spPr/>
      <dgm:t>
        <a:bodyPr/>
        <a:lstStyle/>
        <a:p>
          <a:endParaRPr lang="zh-CN" altLang="en-US"/>
        </a:p>
      </dgm:t>
    </dgm:pt>
    <dgm:pt modelId="{AAA94684-81DA-400B-8271-097C0A7FFDEC}" type="pres">
      <dgm:prSet presAssocID="{08F5A078-2220-4066-996F-5DB82CDB568C}" presName="hierChild4" presStyleCnt="0"/>
      <dgm:spPr/>
    </dgm:pt>
    <dgm:pt modelId="{E8E1B254-5C60-4718-8697-DE762A0FF4A3}" type="pres">
      <dgm:prSet presAssocID="{08F5A078-2220-4066-996F-5DB82CDB568C}" presName="hierChild5" presStyleCnt="0"/>
      <dgm:spPr/>
    </dgm:pt>
    <dgm:pt modelId="{663964A8-0791-49F1-B570-B2A051942711}" type="pres">
      <dgm:prSet presAssocID="{2EE6823B-2F34-4F74-9781-B71D1024AEDB}" presName="hierChild5" presStyleCnt="0"/>
      <dgm:spPr/>
    </dgm:pt>
    <dgm:pt modelId="{4D0F37A0-2B1A-42AE-84FB-1E4971AE2E6F}" type="pres">
      <dgm:prSet presAssocID="{28832E82-95DE-4CD2-B0FC-E3CBDE357D68}" presName="Name37" presStyleLbl="parChTrans1D2" presStyleIdx="3" presStyleCnt="4"/>
      <dgm:spPr/>
      <dgm:t>
        <a:bodyPr/>
        <a:lstStyle/>
        <a:p>
          <a:endParaRPr lang="zh-CN" altLang="en-US"/>
        </a:p>
      </dgm:t>
    </dgm:pt>
    <dgm:pt modelId="{4DAF6490-DD0A-47D8-86E0-35F2224F1F13}" type="pres">
      <dgm:prSet presAssocID="{5E66C28C-8730-401D-BF71-739BC8023ED2}" presName="hierRoot2" presStyleCnt="0">
        <dgm:presLayoutVars>
          <dgm:hierBranch val="init"/>
        </dgm:presLayoutVars>
      </dgm:prSet>
      <dgm:spPr/>
    </dgm:pt>
    <dgm:pt modelId="{170801D3-91E5-4FBD-92A3-3CD34D9BC79F}" type="pres">
      <dgm:prSet presAssocID="{5E66C28C-8730-401D-BF71-739BC8023ED2}" presName="rootComposite" presStyleCnt="0"/>
      <dgm:spPr/>
    </dgm:pt>
    <dgm:pt modelId="{6852436D-0ED7-4751-B04C-7340F8E7E55E}" type="pres">
      <dgm:prSet presAssocID="{5E66C28C-8730-401D-BF71-739BC8023ED2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8708AA3-EAE6-4C8B-9718-ECEB689B94F2}" type="pres">
      <dgm:prSet presAssocID="{5E66C28C-8730-401D-BF71-739BC8023ED2}" presName="rootConnector" presStyleLbl="node2" presStyleIdx="3" presStyleCnt="4"/>
      <dgm:spPr/>
      <dgm:t>
        <a:bodyPr/>
        <a:lstStyle/>
        <a:p>
          <a:endParaRPr lang="zh-CN" altLang="en-US"/>
        </a:p>
      </dgm:t>
    </dgm:pt>
    <dgm:pt modelId="{FC385462-E805-479C-879D-5263C9C27DDB}" type="pres">
      <dgm:prSet presAssocID="{5E66C28C-8730-401D-BF71-739BC8023ED2}" presName="hierChild4" presStyleCnt="0"/>
      <dgm:spPr/>
    </dgm:pt>
    <dgm:pt modelId="{9DB34C23-D3FA-44F6-B1B6-EFCF33737AB2}" type="pres">
      <dgm:prSet presAssocID="{D5D089D8-48C3-42FF-BC03-52C36EB122E2}" presName="Name37" presStyleLbl="parChTrans1D3" presStyleIdx="3" presStyleCnt="4"/>
      <dgm:spPr/>
      <dgm:t>
        <a:bodyPr/>
        <a:lstStyle/>
        <a:p>
          <a:endParaRPr lang="zh-CN" altLang="en-US"/>
        </a:p>
      </dgm:t>
    </dgm:pt>
    <dgm:pt modelId="{9B8126B5-DF05-4907-AC2C-C1245E448AAF}" type="pres">
      <dgm:prSet presAssocID="{EAA7FE6E-86B9-47EC-BEBC-B4B58C315E5E}" presName="hierRoot2" presStyleCnt="0">
        <dgm:presLayoutVars>
          <dgm:hierBranch val="init"/>
        </dgm:presLayoutVars>
      </dgm:prSet>
      <dgm:spPr/>
    </dgm:pt>
    <dgm:pt modelId="{D28BF8CE-CB0C-4BBD-A0F9-A46DBBF10B42}" type="pres">
      <dgm:prSet presAssocID="{EAA7FE6E-86B9-47EC-BEBC-B4B58C315E5E}" presName="rootComposite" presStyleCnt="0"/>
      <dgm:spPr/>
    </dgm:pt>
    <dgm:pt modelId="{4FA40B92-2F99-46E3-98ED-184E8FAA895E}" type="pres">
      <dgm:prSet presAssocID="{EAA7FE6E-86B9-47EC-BEBC-B4B58C315E5E}" presName="rootText" presStyleLbl="node3" presStyleIdx="3" presStyleCnt="4" custScaleY="14173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96BFA31-2FEB-4ED1-9B60-BFB27CB97123}" type="pres">
      <dgm:prSet presAssocID="{EAA7FE6E-86B9-47EC-BEBC-B4B58C315E5E}" presName="rootConnector" presStyleLbl="node3" presStyleIdx="3" presStyleCnt="4"/>
      <dgm:spPr/>
      <dgm:t>
        <a:bodyPr/>
        <a:lstStyle/>
        <a:p>
          <a:endParaRPr lang="zh-CN" altLang="en-US"/>
        </a:p>
      </dgm:t>
    </dgm:pt>
    <dgm:pt modelId="{D0ED03D5-C2D3-40A0-A6E9-768957338E12}" type="pres">
      <dgm:prSet presAssocID="{EAA7FE6E-86B9-47EC-BEBC-B4B58C315E5E}" presName="hierChild4" presStyleCnt="0"/>
      <dgm:spPr/>
    </dgm:pt>
    <dgm:pt modelId="{150346C2-EC74-4A01-ADDF-529D83867D7D}" type="pres">
      <dgm:prSet presAssocID="{EAA7FE6E-86B9-47EC-BEBC-B4B58C315E5E}" presName="hierChild5" presStyleCnt="0"/>
      <dgm:spPr/>
    </dgm:pt>
    <dgm:pt modelId="{E82CD1BB-40B1-40A3-A2DD-60FA1111EB8A}" type="pres">
      <dgm:prSet presAssocID="{5E66C28C-8730-401D-BF71-739BC8023ED2}" presName="hierChild5" presStyleCnt="0"/>
      <dgm:spPr/>
    </dgm:pt>
    <dgm:pt modelId="{F8909C51-32F9-4696-ABE2-9E189642E1D6}" type="pres">
      <dgm:prSet presAssocID="{FC23D95E-E140-4980-80A6-FD38D73BF887}" presName="hierChild3" presStyleCnt="0"/>
      <dgm:spPr/>
    </dgm:pt>
  </dgm:ptLst>
  <dgm:cxnLst>
    <dgm:cxn modelId="{B0461F74-F5AC-4BC7-8B03-47FE597DE8DB}" srcId="{FC23D95E-E140-4980-80A6-FD38D73BF887}" destId="{C383B0BC-4FB4-46E6-A980-C1EED8C26770}" srcOrd="1" destOrd="0" parTransId="{A22C6728-D64F-4F4E-9170-9D7FA09EE0AD}" sibTransId="{C09FEC4B-730D-4FE8-9596-3E31CDFFC6A4}"/>
    <dgm:cxn modelId="{DDF1A1E8-DC24-4307-B9A6-EA39F7D80AA0}" type="presOf" srcId="{745C3C9B-866C-45FF-8ACC-993D683EFE77}" destId="{CCDC9847-28EF-45CA-A756-0B138C132E61}" srcOrd="0" destOrd="0" presId="urn:microsoft.com/office/officeart/2005/8/layout/orgChart1"/>
    <dgm:cxn modelId="{E49ADA30-0A07-4FC2-A298-D9B423984031}" type="presOf" srcId="{928D124B-24F7-4003-9CE6-81B394D9B7CC}" destId="{C9BE0C35-DB30-43E3-B033-930712A392C7}" srcOrd="0" destOrd="0" presId="urn:microsoft.com/office/officeart/2005/8/layout/orgChart1"/>
    <dgm:cxn modelId="{4C1AF5F9-2D51-4756-9541-9E8F4F4161D0}" type="presOf" srcId="{FC23D95E-E140-4980-80A6-FD38D73BF887}" destId="{4AADA736-22E0-445D-A954-09F90395DB4F}" srcOrd="0" destOrd="0" presId="urn:microsoft.com/office/officeart/2005/8/layout/orgChart1"/>
    <dgm:cxn modelId="{CA5E2FB6-D403-43BC-A2CE-67D5CF706D56}" type="presOf" srcId="{A83AC9A8-4CE1-4D55-A23E-5F4F2B8556BC}" destId="{FA5947ED-D3C8-405C-9547-F0185B9E4132}" srcOrd="0" destOrd="0" presId="urn:microsoft.com/office/officeart/2005/8/layout/orgChart1"/>
    <dgm:cxn modelId="{F7323F11-50D8-47E8-988D-C9C8CE4CAFB6}" type="presOf" srcId="{2EE6823B-2F34-4F74-9781-B71D1024AEDB}" destId="{AA0076B5-9DB5-4F77-8F20-644731F2C221}" srcOrd="1" destOrd="0" presId="urn:microsoft.com/office/officeart/2005/8/layout/orgChart1"/>
    <dgm:cxn modelId="{76DBBBA4-4713-4679-AB16-A921DCCADBCB}" srcId="{2EE6823B-2F34-4F74-9781-B71D1024AEDB}" destId="{08F5A078-2220-4066-996F-5DB82CDB568C}" srcOrd="0" destOrd="0" parTransId="{57CC1AEA-E3E0-4535-984D-4A4649D7803D}" sibTransId="{C69EF569-946E-41C2-AED9-16E8F5FFA7E5}"/>
    <dgm:cxn modelId="{8EF9704E-8D40-4429-9F52-240916E96E7E}" type="presOf" srcId="{C383B0BC-4FB4-46E6-A980-C1EED8C26770}" destId="{50FF7D2B-576D-41D3-8378-0742C0566505}" srcOrd="1" destOrd="0" presId="urn:microsoft.com/office/officeart/2005/8/layout/orgChart1"/>
    <dgm:cxn modelId="{C23DE080-6905-4A1E-9133-AE2207C0BD07}" type="presOf" srcId="{5E66C28C-8730-401D-BF71-739BC8023ED2}" destId="{6852436D-0ED7-4751-B04C-7340F8E7E55E}" srcOrd="0" destOrd="0" presId="urn:microsoft.com/office/officeart/2005/8/layout/orgChart1"/>
    <dgm:cxn modelId="{7A411D52-40FB-4F97-A35C-125F3E1295D1}" srcId="{BAF73035-F6EF-438E-9E52-5610E1A4F9FA}" destId="{FC23D95E-E140-4980-80A6-FD38D73BF887}" srcOrd="0" destOrd="0" parTransId="{EC9D2D70-E47C-410A-9FB1-3A8B8AB5DB69}" sibTransId="{9D287797-871F-42EE-86A3-2FAFE05C9D5E}"/>
    <dgm:cxn modelId="{702C2B02-BC2B-4702-B8BE-8FDCABDC9830}" type="presOf" srcId="{EAA7FE6E-86B9-47EC-BEBC-B4B58C315E5E}" destId="{696BFA31-2FEB-4ED1-9B60-BFB27CB97123}" srcOrd="1" destOrd="0" presId="urn:microsoft.com/office/officeart/2005/8/layout/orgChart1"/>
    <dgm:cxn modelId="{647EDBBC-AD12-4B1C-B4AD-AE92B3913F46}" type="presOf" srcId="{08F5A078-2220-4066-996F-5DB82CDB568C}" destId="{49F625ED-36C5-4151-95C3-CB42CD09C04A}" srcOrd="0" destOrd="0" presId="urn:microsoft.com/office/officeart/2005/8/layout/orgChart1"/>
    <dgm:cxn modelId="{511A745D-E230-4B65-A341-59D6B066CBA6}" type="presOf" srcId="{A22C6728-D64F-4F4E-9170-9D7FA09EE0AD}" destId="{2D803811-8825-43A5-A025-D45E40B00AA2}" srcOrd="0" destOrd="0" presId="urn:microsoft.com/office/officeart/2005/8/layout/orgChart1"/>
    <dgm:cxn modelId="{66EC77EF-798D-47D8-80A0-5857293C23FD}" srcId="{C383B0BC-4FB4-46E6-A980-C1EED8C26770}" destId="{745C3C9B-866C-45FF-8ACC-993D683EFE77}" srcOrd="0" destOrd="0" parTransId="{08450E7E-70D2-4A3A-968B-65AC31BA9CCC}" sibTransId="{E2B16872-E798-49CF-922C-C0E157AA51B9}"/>
    <dgm:cxn modelId="{3D9DD075-B6A3-4BD5-BC55-6EFD4FFECB8C}" type="presOf" srcId="{745C3C9B-866C-45FF-8ACC-993D683EFE77}" destId="{5637E96F-415C-49CC-B1A1-325279A60CD8}" srcOrd="1" destOrd="0" presId="urn:microsoft.com/office/officeart/2005/8/layout/orgChart1"/>
    <dgm:cxn modelId="{0806F31C-C678-4A74-9BD4-53A271061721}" srcId="{5E66C28C-8730-401D-BF71-739BC8023ED2}" destId="{EAA7FE6E-86B9-47EC-BEBC-B4B58C315E5E}" srcOrd="0" destOrd="0" parTransId="{D5D089D8-48C3-42FF-BC03-52C36EB122E2}" sibTransId="{85238FCB-AB34-42C8-81E0-0D579907B390}"/>
    <dgm:cxn modelId="{146C760B-F50D-4293-95C7-15F7701ABA5F}" type="presOf" srcId="{EAA7FE6E-86B9-47EC-BEBC-B4B58C315E5E}" destId="{4FA40B92-2F99-46E3-98ED-184E8FAA895E}" srcOrd="0" destOrd="0" presId="urn:microsoft.com/office/officeart/2005/8/layout/orgChart1"/>
    <dgm:cxn modelId="{2867A022-D4CC-4912-82AC-F160AA41C261}" type="presOf" srcId="{57CC1AEA-E3E0-4535-984D-4A4649D7803D}" destId="{56E9A37A-0A1A-4397-AEEE-8599767B6129}" srcOrd="0" destOrd="0" presId="urn:microsoft.com/office/officeart/2005/8/layout/orgChart1"/>
    <dgm:cxn modelId="{B7A9BB6B-C2AC-4EE8-820A-EE89FCB78913}" srcId="{FC23D95E-E140-4980-80A6-FD38D73BF887}" destId="{5E66C28C-8730-401D-BF71-739BC8023ED2}" srcOrd="3" destOrd="0" parTransId="{28832E82-95DE-4CD2-B0FC-E3CBDE357D68}" sibTransId="{4014CB33-A5DF-47C0-9C5F-20E3DED814EA}"/>
    <dgm:cxn modelId="{B66D29E1-88BB-4F60-BDDD-F6BD97496665}" srcId="{FC23D95E-E140-4980-80A6-FD38D73BF887}" destId="{2EE6823B-2F34-4F74-9781-B71D1024AEDB}" srcOrd="2" destOrd="0" parTransId="{928D124B-24F7-4003-9CE6-81B394D9B7CC}" sibTransId="{A7308345-B01A-4A58-99E4-E8C57B933A45}"/>
    <dgm:cxn modelId="{C121597C-7125-4159-8895-FE4910F22439}" srcId="{A83AC9A8-4CE1-4D55-A23E-5F4F2B8556BC}" destId="{5E52BC98-3783-4FF3-966E-B65FB7A23343}" srcOrd="0" destOrd="0" parTransId="{3D280C01-ABF1-494A-9B19-984F91BD3D66}" sibTransId="{956B115E-22DA-43B5-A2F7-C171231D7533}"/>
    <dgm:cxn modelId="{2AD5EFB3-FA51-4EA7-BFF3-3CA4CBE0C621}" srcId="{FC23D95E-E140-4980-80A6-FD38D73BF887}" destId="{A83AC9A8-4CE1-4D55-A23E-5F4F2B8556BC}" srcOrd="0" destOrd="0" parTransId="{B73E3BBF-04C4-4AC9-BFCD-1767A84D0EAA}" sibTransId="{9AFD0C3C-ED87-4157-9FF7-57F1ED50B4A0}"/>
    <dgm:cxn modelId="{5BCA2147-8DC5-47C9-8CA9-A7613CECBE9E}" type="presOf" srcId="{28832E82-95DE-4CD2-B0FC-E3CBDE357D68}" destId="{4D0F37A0-2B1A-42AE-84FB-1E4971AE2E6F}" srcOrd="0" destOrd="0" presId="urn:microsoft.com/office/officeart/2005/8/layout/orgChart1"/>
    <dgm:cxn modelId="{B2A4FF60-0BA1-428D-969E-C0E0CCCBC724}" type="presOf" srcId="{D5D089D8-48C3-42FF-BC03-52C36EB122E2}" destId="{9DB34C23-D3FA-44F6-B1B6-EFCF33737AB2}" srcOrd="0" destOrd="0" presId="urn:microsoft.com/office/officeart/2005/8/layout/orgChart1"/>
    <dgm:cxn modelId="{448F1722-F608-4FE3-A706-83B8A2541EEE}" type="presOf" srcId="{2EE6823B-2F34-4F74-9781-B71D1024AEDB}" destId="{203F9ED9-5FF8-4B8E-9ABC-DB9A838D1676}" srcOrd="0" destOrd="0" presId="urn:microsoft.com/office/officeart/2005/8/layout/orgChart1"/>
    <dgm:cxn modelId="{CFF98513-3B66-49CB-B537-EA035B1CDDEA}" type="presOf" srcId="{C383B0BC-4FB4-46E6-A980-C1EED8C26770}" destId="{8E9AE304-5573-4CF7-AACE-21B758933281}" srcOrd="0" destOrd="0" presId="urn:microsoft.com/office/officeart/2005/8/layout/orgChart1"/>
    <dgm:cxn modelId="{0905F3BC-B5F3-4B4B-84EF-E8EA9748E407}" type="presOf" srcId="{FC23D95E-E140-4980-80A6-FD38D73BF887}" destId="{452F8C39-A9DD-4378-B94B-814B214B825B}" srcOrd="1" destOrd="0" presId="urn:microsoft.com/office/officeart/2005/8/layout/orgChart1"/>
    <dgm:cxn modelId="{2610C996-252E-4986-99E3-11BD45144BE7}" type="presOf" srcId="{08450E7E-70D2-4A3A-968B-65AC31BA9CCC}" destId="{82B891FD-D700-45E0-8DD1-EBFFA68EA753}" srcOrd="0" destOrd="0" presId="urn:microsoft.com/office/officeart/2005/8/layout/orgChart1"/>
    <dgm:cxn modelId="{964955B6-2FC5-4BC6-8DA1-28066237B76D}" type="presOf" srcId="{5E66C28C-8730-401D-BF71-739BC8023ED2}" destId="{F8708AA3-EAE6-4C8B-9718-ECEB689B94F2}" srcOrd="1" destOrd="0" presId="urn:microsoft.com/office/officeart/2005/8/layout/orgChart1"/>
    <dgm:cxn modelId="{737EE896-D593-4331-AD08-DA8CC21A5830}" type="presOf" srcId="{BAF73035-F6EF-438E-9E52-5610E1A4F9FA}" destId="{1C9BA761-17B3-4D6A-B052-9D6D99CBD0AC}" srcOrd="0" destOrd="0" presId="urn:microsoft.com/office/officeart/2005/8/layout/orgChart1"/>
    <dgm:cxn modelId="{8470AF1B-9D65-4E04-B39A-55B6052EADB0}" type="presOf" srcId="{5E52BC98-3783-4FF3-966E-B65FB7A23343}" destId="{D1EDD0FE-AF9B-43D1-A825-303D0D42928B}" srcOrd="1" destOrd="0" presId="urn:microsoft.com/office/officeart/2005/8/layout/orgChart1"/>
    <dgm:cxn modelId="{D39FF9BB-5F30-4EE2-9F3F-A6B49E887FAB}" type="presOf" srcId="{3D280C01-ABF1-494A-9B19-984F91BD3D66}" destId="{9972B2B8-5969-4936-8691-975624062208}" srcOrd="0" destOrd="0" presId="urn:microsoft.com/office/officeart/2005/8/layout/orgChart1"/>
    <dgm:cxn modelId="{5176BD30-6C5F-44AB-A2E5-0B57FD9EB218}" type="presOf" srcId="{A83AC9A8-4CE1-4D55-A23E-5F4F2B8556BC}" destId="{51ADC267-3885-45F1-ACEE-EF4C0EADBFFE}" srcOrd="1" destOrd="0" presId="urn:microsoft.com/office/officeart/2005/8/layout/orgChart1"/>
    <dgm:cxn modelId="{A9BE8E66-FB42-4702-A39B-5210F1658F8E}" type="presOf" srcId="{5E52BC98-3783-4FF3-966E-B65FB7A23343}" destId="{9A688A8C-B386-4676-9BC9-DD1BE63A16A0}" srcOrd="0" destOrd="0" presId="urn:microsoft.com/office/officeart/2005/8/layout/orgChart1"/>
    <dgm:cxn modelId="{9EBC5140-8C17-49F7-86B6-298C903A7D47}" type="presOf" srcId="{08F5A078-2220-4066-996F-5DB82CDB568C}" destId="{AABA27A7-2237-46FB-8F51-162F54E13ABB}" srcOrd="1" destOrd="0" presId="urn:microsoft.com/office/officeart/2005/8/layout/orgChart1"/>
    <dgm:cxn modelId="{B9277613-0491-4688-886D-AB95F94F7536}" type="presOf" srcId="{B73E3BBF-04C4-4AC9-BFCD-1767A84D0EAA}" destId="{AF380594-D688-477D-B4F3-FC5E5F6AFE51}" srcOrd="0" destOrd="0" presId="urn:microsoft.com/office/officeart/2005/8/layout/orgChart1"/>
    <dgm:cxn modelId="{D15FA4F8-29BF-4D04-B0D3-D9D5B4147824}" type="presParOf" srcId="{1C9BA761-17B3-4D6A-B052-9D6D99CBD0AC}" destId="{091B99BA-C3A2-4EC0-AEDC-745808616523}" srcOrd="0" destOrd="0" presId="urn:microsoft.com/office/officeart/2005/8/layout/orgChart1"/>
    <dgm:cxn modelId="{F6FBFE6C-D29E-4E38-8A9A-720F345A0DCD}" type="presParOf" srcId="{091B99BA-C3A2-4EC0-AEDC-745808616523}" destId="{9F0A710E-F541-4755-869D-54719B41891A}" srcOrd="0" destOrd="0" presId="urn:microsoft.com/office/officeart/2005/8/layout/orgChart1"/>
    <dgm:cxn modelId="{9563DA40-BBBC-430A-BF04-D190A7334842}" type="presParOf" srcId="{9F0A710E-F541-4755-869D-54719B41891A}" destId="{4AADA736-22E0-445D-A954-09F90395DB4F}" srcOrd="0" destOrd="0" presId="urn:microsoft.com/office/officeart/2005/8/layout/orgChart1"/>
    <dgm:cxn modelId="{87CD5532-B9C6-4926-A767-AD1C25E6BE74}" type="presParOf" srcId="{9F0A710E-F541-4755-869D-54719B41891A}" destId="{452F8C39-A9DD-4378-B94B-814B214B825B}" srcOrd="1" destOrd="0" presId="urn:microsoft.com/office/officeart/2005/8/layout/orgChart1"/>
    <dgm:cxn modelId="{9A2164CD-C736-4234-AF6D-10339E3F8D46}" type="presParOf" srcId="{091B99BA-C3A2-4EC0-AEDC-745808616523}" destId="{5FB75354-C261-4E18-AD82-224CA0819BA4}" srcOrd="1" destOrd="0" presId="urn:microsoft.com/office/officeart/2005/8/layout/orgChart1"/>
    <dgm:cxn modelId="{8ED0F311-29E7-4E22-9DD7-9261CD158944}" type="presParOf" srcId="{5FB75354-C261-4E18-AD82-224CA0819BA4}" destId="{AF380594-D688-477D-B4F3-FC5E5F6AFE51}" srcOrd="0" destOrd="0" presId="urn:microsoft.com/office/officeart/2005/8/layout/orgChart1"/>
    <dgm:cxn modelId="{E993CE1B-8663-48D6-B0C7-71A221E28FC0}" type="presParOf" srcId="{5FB75354-C261-4E18-AD82-224CA0819BA4}" destId="{2D4A7E76-24F2-41B1-A8A0-7E262277A561}" srcOrd="1" destOrd="0" presId="urn:microsoft.com/office/officeart/2005/8/layout/orgChart1"/>
    <dgm:cxn modelId="{A936805D-B033-4DED-87BD-4F9BF02CF422}" type="presParOf" srcId="{2D4A7E76-24F2-41B1-A8A0-7E262277A561}" destId="{43A1BE94-53DD-4E9B-9542-AF32A5F48EA8}" srcOrd="0" destOrd="0" presId="urn:microsoft.com/office/officeart/2005/8/layout/orgChart1"/>
    <dgm:cxn modelId="{9FF247ED-B131-483F-8CD6-4968B5181313}" type="presParOf" srcId="{43A1BE94-53DD-4E9B-9542-AF32A5F48EA8}" destId="{FA5947ED-D3C8-405C-9547-F0185B9E4132}" srcOrd="0" destOrd="0" presId="urn:microsoft.com/office/officeart/2005/8/layout/orgChart1"/>
    <dgm:cxn modelId="{A78B464E-99EB-48CB-8013-A0A5A1883EDB}" type="presParOf" srcId="{43A1BE94-53DD-4E9B-9542-AF32A5F48EA8}" destId="{51ADC267-3885-45F1-ACEE-EF4C0EADBFFE}" srcOrd="1" destOrd="0" presId="urn:microsoft.com/office/officeart/2005/8/layout/orgChart1"/>
    <dgm:cxn modelId="{C25401DB-886C-4346-8FD3-B82DEB8093EA}" type="presParOf" srcId="{2D4A7E76-24F2-41B1-A8A0-7E262277A561}" destId="{28AE2A17-2345-417B-B59C-1CBE74CB8C0C}" srcOrd="1" destOrd="0" presId="urn:microsoft.com/office/officeart/2005/8/layout/orgChart1"/>
    <dgm:cxn modelId="{B72FA524-C093-4DE6-9BEB-C830D7D5D824}" type="presParOf" srcId="{28AE2A17-2345-417B-B59C-1CBE74CB8C0C}" destId="{9972B2B8-5969-4936-8691-975624062208}" srcOrd="0" destOrd="0" presId="urn:microsoft.com/office/officeart/2005/8/layout/orgChart1"/>
    <dgm:cxn modelId="{684088D8-DC62-49CD-A8AF-132CAF5D51D2}" type="presParOf" srcId="{28AE2A17-2345-417B-B59C-1CBE74CB8C0C}" destId="{D1D772F5-CA4C-46B9-A9D8-9EB8CDF87B34}" srcOrd="1" destOrd="0" presId="urn:microsoft.com/office/officeart/2005/8/layout/orgChart1"/>
    <dgm:cxn modelId="{C34F20D3-ADA1-4348-9F26-7389BC891166}" type="presParOf" srcId="{D1D772F5-CA4C-46B9-A9D8-9EB8CDF87B34}" destId="{D4DFFD98-1AC9-4A8D-862F-86EFD55B5FFC}" srcOrd="0" destOrd="0" presId="urn:microsoft.com/office/officeart/2005/8/layout/orgChart1"/>
    <dgm:cxn modelId="{84757E8D-3D44-4F1F-8FFA-865F495755F6}" type="presParOf" srcId="{D4DFFD98-1AC9-4A8D-862F-86EFD55B5FFC}" destId="{9A688A8C-B386-4676-9BC9-DD1BE63A16A0}" srcOrd="0" destOrd="0" presId="urn:microsoft.com/office/officeart/2005/8/layout/orgChart1"/>
    <dgm:cxn modelId="{26CD6FC8-9D2A-4E93-B8EF-49662B57B55C}" type="presParOf" srcId="{D4DFFD98-1AC9-4A8D-862F-86EFD55B5FFC}" destId="{D1EDD0FE-AF9B-43D1-A825-303D0D42928B}" srcOrd="1" destOrd="0" presId="urn:microsoft.com/office/officeart/2005/8/layout/orgChart1"/>
    <dgm:cxn modelId="{232F2109-68EA-4E9F-9E62-D3EF5DCF8DFF}" type="presParOf" srcId="{D1D772F5-CA4C-46B9-A9D8-9EB8CDF87B34}" destId="{B600F125-59A0-4AE5-A8CA-1C1F7AC4E9F3}" srcOrd="1" destOrd="0" presId="urn:microsoft.com/office/officeart/2005/8/layout/orgChart1"/>
    <dgm:cxn modelId="{487183C7-EFBE-4C3D-B343-B7648F4464D9}" type="presParOf" srcId="{D1D772F5-CA4C-46B9-A9D8-9EB8CDF87B34}" destId="{186DB377-CBCE-493F-ABF4-2A01320A8C39}" srcOrd="2" destOrd="0" presId="urn:microsoft.com/office/officeart/2005/8/layout/orgChart1"/>
    <dgm:cxn modelId="{6403BE70-B9A8-4C0C-BD4C-8452CA1A8057}" type="presParOf" srcId="{2D4A7E76-24F2-41B1-A8A0-7E262277A561}" destId="{70ED9A49-3EA4-40CF-AF7E-D6ABA1126229}" srcOrd="2" destOrd="0" presId="urn:microsoft.com/office/officeart/2005/8/layout/orgChart1"/>
    <dgm:cxn modelId="{5ABFB64D-F582-491B-B051-E375DB1FBD91}" type="presParOf" srcId="{5FB75354-C261-4E18-AD82-224CA0819BA4}" destId="{2D803811-8825-43A5-A025-D45E40B00AA2}" srcOrd="2" destOrd="0" presId="urn:microsoft.com/office/officeart/2005/8/layout/orgChart1"/>
    <dgm:cxn modelId="{BEB2B11A-D393-4A1E-8CBB-60D5DDEE56FE}" type="presParOf" srcId="{5FB75354-C261-4E18-AD82-224CA0819BA4}" destId="{A2CA0B7C-4962-4684-8565-E0F8E63F50AB}" srcOrd="3" destOrd="0" presId="urn:microsoft.com/office/officeart/2005/8/layout/orgChart1"/>
    <dgm:cxn modelId="{FA93C572-9163-43C4-BDD3-7D94951EED5D}" type="presParOf" srcId="{A2CA0B7C-4962-4684-8565-E0F8E63F50AB}" destId="{6C9004E3-E744-4E5A-8C79-FB5D65BC6E05}" srcOrd="0" destOrd="0" presId="urn:microsoft.com/office/officeart/2005/8/layout/orgChart1"/>
    <dgm:cxn modelId="{33CAB93E-76BC-462E-AD9C-1ACFFF99126E}" type="presParOf" srcId="{6C9004E3-E744-4E5A-8C79-FB5D65BC6E05}" destId="{8E9AE304-5573-4CF7-AACE-21B758933281}" srcOrd="0" destOrd="0" presId="urn:microsoft.com/office/officeart/2005/8/layout/orgChart1"/>
    <dgm:cxn modelId="{F0899383-4C1F-433C-88D1-F47C17950628}" type="presParOf" srcId="{6C9004E3-E744-4E5A-8C79-FB5D65BC6E05}" destId="{50FF7D2B-576D-41D3-8378-0742C0566505}" srcOrd="1" destOrd="0" presId="urn:microsoft.com/office/officeart/2005/8/layout/orgChart1"/>
    <dgm:cxn modelId="{EAA20F0B-D63C-4177-97F5-AEC3BA6AF1F8}" type="presParOf" srcId="{A2CA0B7C-4962-4684-8565-E0F8E63F50AB}" destId="{AA94A1D0-7014-47E8-9F21-10E5B9AE9017}" srcOrd="1" destOrd="0" presId="urn:microsoft.com/office/officeart/2005/8/layout/orgChart1"/>
    <dgm:cxn modelId="{EEABBA13-D047-43E8-820F-29365861273B}" type="presParOf" srcId="{AA94A1D0-7014-47E8-9F21-10E5B9AE9017}" destId="{82B891FD-D700-45E0-8DD1-EBFFA68EA753}" srcOrd="0" destOrd="0" presId="urn:microsoft.com/office/officeart/2005/8/layout/orgChart1"/>
    <dgm:cxn modelId="{74D1CEC7-0FE6-47AD-B1C6-1E8B8731B926}" type="presParOf" srcId="{AA94A1D0-7014-47E8-9F21-10E5B9AE9017}" destId="{3BDECD56-C6E5-4E11-A6AE-F5F541779E9C}" srcOrd="1" destOrd="0" presId="urn:microsoft.com/office/officeart/2005/8/layout/orgChart1"/>
    <dgm:cxn modelId="{0BBB64B6-4653-48B9-BEB0-59035A467D24}" type="presParOf" srcId="{3BDECD56-C6E5-4E11-A6AE-F5F541779E9C}" destId="{1E6ACF45-12FE-49E4-A73D-6D6ACBAC7B4D}" srcOrd="0" destOrd="0" presId="urn:microsoft.com/office/officeart/2005/8/layout/orgChart1"/>
    <dgm:cxn modelId="{D7DEE2FD-7E1E-4C73-ABB6-2117C59AFB46}" type="presParOf" srcId="{1E6ACF45-12FE-49E4-A73D-6D6ACBAC7B4D}" destId="{CCDC9847-28EF-45CA-A756-0B138C132E61}" srcOrd="0" destOrd="0" presId="urn:microsoft.com/office/officeart/2005/8/layout/orgChart1"/>
    <dgm:cxn modelId="{06DE06CF-AD17-495E-A8BF-8B3B1943F6CC}" type="presParOf" srcId="{1E6ACF45-12FE-49E4-A73D-6D6ACBAC7B4D}" destId="{5637E96F-415C-49CC-B1A1-325279A60CD8}" srcOrd="1" destOrd="0" presId="urn:microsoft.com/office/officeart/2005/8/layout/orgChart1"/>
    <dgm:cxn modelId="{AAD54866-B2DB-415E-B452-0C2B06A2A68F}" type="presParOf" srcId="{3BDECD56-C6E5-4E11-A6AE-F5F541779E9C}" destId="{F4240389-583B-4CDD-BDB2-BD2ED9169B4D}" srcOrd="1" destOrd="0" presId="urn:microsoft.com/office/officeart/2005/8/layout/orgChart1"/>
    <dgm:cxn modelId="{C2D274EA-2926-4F0D-B271-41B06F675CD0}" type="presParOf" srcId="{3BDECD56-C6E5-4E11-A6AE-F5F541779E9C}" destId="{C0DA6820-E222-4077-8EC5-3AD5D2479C79}" srcOrd="2" destOrd="0" presId="urn:microsoft.com/office/officeart/2005/8/layout/orgChart1"/>
    <dgm:cxn modelId="{6A06FE65-469C-481E-9BB4-0BCC106A90BD}" type="presParOf" srcId="{A2CA0B7C-4962-4684-8565-E0F8E63F50AB}" destId="{601D0C3F-D671-4CA7-9E3E-7DA27AA29F48}" srcOrd="2" destOrd="0" presId="urn:microsoft.com/office/officeart/2005/8/layout/orgChart1"/>
    <dgm:cxn modelId="{F51CAA3C-BEDE-4435-AF44-6F4411D36EBD}" type="presParOf" srcId="{5FB75354-C261-4E18-AD82-224CA0819BA4}" destId="{C9BE0C35-DB30-43E3-B033-930712A392C7}" srcOrd="4" destOrd="0" presId="urn:microsoft.com/office/officeart/2005/8/layout/orgChart1"/>
    <dgm:cxn modelId="{10C8CD71-5BAA-4427-8194-91457F8E755B}" type="presParOf" srcId="{5FB75354-C261-4E18-AD82-224CA0819BA4}" destId="{D91B3F8A-A362-4326-A001-6905C9C9658B}" srcOrd="5" destOrd="0" presId="urn:microsoft.com/office/officeart/2005/8/layout/orgChart1"/>
    <dgm:cxn modelId="{F5D969AE-715E-44BC-BBC4-FD473B4134B7}" type="presParOf" srcId="{D91B3F8A-A362-4326-A001-6905C9C9658B}" destId="{D2412AC6-08E9-4DA3-B424-DF4A3124FBB0}" srcOrd="0" destOrd="0" presId="urn:microsoft.com/office/officeart/2005/8/layout/orgChart1"/>
    <dgm:cxn modelId="{6AA94352-2EDC-4F82-82AB-DDEEE55BF79C}" type="presParOf" srcId="{D2412AC6-08E9-4DA3-B424-DF4A3124FBB0}" destId="{203F9ED9-5FF8-4B8E-9ABC-DB9A838D1676}" srcOrd="0" destOrd="0" presId="urn:microsoft.com/office/officeart/2005/8/layout/orgChart1"/>
    <dgm:cxn modelId="{129FF658-F119-41E1-BCFE-F67BF77B3FC0}" type="presParOf" srcId="{D2412AC6-08E9-4DA3-B424-DF4A3124FBB0}" destId="{AA0076B5-9DB5-4F77-8F20-644731F2C221}" srcOrd="1" destOrd="0" presId="urn:microsoft.com/office/officeart/2005/8/layout/orgChart1"/>
    <dgm:cxn modelId="{FB333298-02CC-4E4D-A1AB-E7F4059C0071}" type="presParOf" srcId="{D91B3F8A-A362-4326-A001-6905C9C9658B}" destId="{475ABBE0-D377-4FAF-A751-4007A4033E76}" srcOrd="1" destOrd="0" presId="urn:microsoft.com/office/officeart/2005/8/layout/orgChart1"/>
    <dgm:cxn modelId="{1939A223-1F8B-4F2F-8F87-EE253A8D6792}" type="presParOf" srcId="{475ABBE0-D377-4FAF-A751-4007A4033E76}" destId="{56E9A37A-0A1A-4397-AEEE-8599767B6129}" srcOrd="0" destOrd="0" presId="urn:microsoft.com/office/officeart/2005/8/layout/orgChart1"/>
    <dgm:cxn modelId="{7CE72C77-1BE4-4CA4-90B3-A192EB52E47B}" type="presParOf" srcId="{475ABBE0-D377-4FAF-A751-4007A4033E76}" destId="{EA5A44D4-DEDD-4FA1-B1CF-E2138F287A3B}" srcOrd="1" destOrd="0" presId="urn:microsoft.com/office/officeart/2005/8/layout/orgChart1"/>
    <dgm:cxn modelId="{96DC6BC4-A97F-4BA8-85D5-5D417769C7BA}" type="presParOf" srcId="{EA5A44D4-DEDD-4FA1-B1CF-E2138F287A3B}" destId="{AA783C4A-1834-4B30-B77D-CD81227E7EFA}" srcOrd="0" destOrd="0" presId="urn:microsoft.com/office/officeart/2005/8/layout/orgChart1"/>
    <dgm:cxn modelId="{E1BC82D8-0432-4847-869B-9CC5DCD0EC5E}" type="presParOf" srcId="{AA783C4A-1834-4B30-B77D-CD81227E7EFA}" destId="{49F625ED-36C5-4151-95C3-CB42CD09C04A}" srcOrd="0" destOrd="0" presId="urn:microsoft.com/office/officeart/2005/8/layout/orgChart1"/>
    <dgm:cxn modelId="{AC87E739-BF48-44BE-A57C-C81E4F007C7D}" type="presParOf" srcId="{AA783C4A-1834-4B30-B77D-CD81227E7EFA}" destId="{AABA27A7-2237-46FB-8F51-162F54E13ABB}" srcOrd="1" destOrd="0" presId="urn:microsoft.com/office/officeart/2005/8/layout/orgChart1"/>
    <dgm:cxn modelId="{F200C4D1-B1DA-4F1F-8804-F3A9B9E37135}" type="presParOf" srcId="{EA5A44D4-DEDD-4FA1-B1CF-E2138F287A3B}" destId="{AAA94684-81DA-400B-8271-097C0A7FFDEC}" srcOrd="1" destOrd="0" presId="urn:microsoft.com/office/officeart/2005/8/layout/orgChart1"/>
    <dgm:cxn modelId="{3C2B7857-F0FF-43CB-A12C-D498BAE2FC96}" type="presParOf" srcId="{EA5A44D4-DEDD-4FA1-B1CF-E2138F287A3B}" destId="{E8E1B254-5C60-4718-8697-DE762A0FF4A3}" srcOrd="2" destOrd="0" presId="urn:microsoft.com/office/officeart/2005/8/layout/orgChart1"/>
    <dgm:cxn modelId="{180CB378-533C-4A3D-8734-8C752F3B716A}" type="presParOf" srcId="{D91B3F8A-A362-4326-A001-6905C9C9658B}" destId="{663964A8-0791-49F1-B570-B2A051942711}" srcOrd="2" destOrd="0" presId="urn:microsoft.com/office/officeart/2005/8/layout/orgChart1"/>
    <dgm:cxn modelId="{03492910-B814-4A10-83C1-FB56DC2734CD}" type="presParOf" srcId="{5FB75354-C261-4E18-AD82-224CA0819BA4}" destId="{4D0F37A0-2B1A-42AE-84FB-1E4971AE2E6F}" srcOrd="6" destOrd="0" presId="urn:microsoft.com/office/officeart/2005/8/layout/orgChart1"/>
    <dgm:cxn modelId="{8BD02272-AF95-4A50-BA09-7BA9B4CA14CA}" type="presParOf" srcId="{5FB75354-C261-4E18-AD82-224CA0819BA4}" destId="{4DAF6490-DD0A-47D8-86E0-35F2224F1F13}" srcOrd="7" destOrd="0" presId="urn:microsoft.com/office/officeart/2005/8/layout/orgChart1"/>
    <dgm:cxn modelId="{FD5E65B8-3A74-492F-9455-6D04FF6C13C5}" type="presParOf" srcId="{4DAF6490-DD0A-47D8-86E0-35F2224F1F13}" destId="{170801D3-91E5-4FBD-92A3-3CD34D9BC79F}" srcOrd="0" destOrd="0" presId="urn:microsoft.com/office/officeart/2005/8/layout/orgChart1"/>
    <dgm:cxn modelId="{AC9C8A2B-BCF7-4458-83FC-1B0DB07AAF32}" type="presParOf" srcId="{170801D3-91E5-4FBD-92A3-3CD34D9BC79F}" destId="{6852436D-0ED7-4751-B04C-7340F8E7E55E}" srcOrd="0" destOrd="0" presId="urn:microsoft.com/office/officeart/2005/8/layout/orgChart1"/>
    <dgm:cxn modelId="{833445BE-9F97-479B-AB14-BF99D88835AC}" type="presParOf" srcId="{170801D3-91E5-4FBD-92A3-3CD34D9BC79F}" destId="{F8708AA3-EAE6-4C8B-9718-ECEB689B94F2}" srcOrd="1" destOrd="0" presId="urn:microsoft.com/office/officeart/2005/8/layout/orgChart1"/>
    <dgm:cxn modelId="{29C17B3C-7428-4B35-AE18-87A0AF1343E8}" type="presParOf" srcId="{4DAF6490-DD0A-47D8-86E0-35F2224F1F13}" destId="{FC385462-E805-479C-879D-5263C9C27DDB}" srcOrd="1" destOrd="0" presId="urn:microsoft.com/office/officeart/2005/8/layout/orgChart1"/>
    <dgm:cxn modelId="{A5CAC06B-FB4A-4C3C-B6CE-D0CFF3427C52}" type="presParOf" srcId="{FC385462-E805-479C-879D-5263C9C27DDB}" destId="{9DB34C23-D3FA-44F6-B1B6-EFCF33737AB2}" srcOrd="0" destOrd="0" presId="urn:microsoft.com/office/officeart/2005/8/layout/orgChart1"/>
    <dgm:cxn modelId="{3DC9E087-B6E5-4471-8CA0-BE9741D4042E}" type="presParOf" srcId="{FC385462-E805-479C-879D-5263C9C27DDB}" destId="{9B8126B5-DF05-4907-AC2C-C1245E448AAF}" srcOrd="1" destOrd="0" presId="urn:microsoft.com/office/officeart/2005/8/layout/orgChart1"/>
    <dgm:cxn modelId="{4383A913-CDA0-49DE-8DD9-E70C9823FAE7}" type="presParOf" srcId="{9B8126B5-DF05-4907-AC2C-C1245E448AAF}" destId="{D28BF8CE-CB0C-4BBD-A0F9-A46DBBF10B42}" srcOrd="0" destOrd="0" presId="urn:microsoft.com/office/officeart/2005/8/layout/orgChart1"/>
    <dgm:cxn modelId="{99F8C7F9-51A3-4A99-B9A9-845672BAC827}" type="presParOf" srcId="{D28BF8CE-CB0C-4BBD-A0F9-A46DBBF10B42}" destId="{4FA40B92-2F99-46E3-98ED-184E8FAA895E}" srcOrd="0" destOrd="0" presId="urn:microsoft.com/office/officeart/2005/8/layout/orgChart1"/>
    <dgm:cxn modelId="{8227DAF4-9F92-4F54-B0E5-2F1A75229A8F}" type="presParOf" srcId="{D28BF8CE-CB0C-4BBD-A0F9-A46DBBF10B42}" destId="{696BFA31-2FEB-4ED1-9B60-BFB27CB97123}" srcOrd="1" destOrd="0" presId="urn:microsoft.com/office/officeart/2005/8/layout/orgChart1"/>
    <dgm:cxn modelId="{276007F6-6E96-48C4-81B7-80C400AF7A0D}" type="presParOf" srcId="{9B8126B5-DF05-4907-AC2C-C1245E448AAF}" destId="{D0ED03D5-C2D3-40A0-A6E9-768957338E12}" srcOrd="1" destOrd="0" presId="urn:microsoft.com/office/officeart/2005/8/layout/orgChart1"/>
    <dgm:cxn modelId="{E43F0844-AACD-4457-A723-38109ABE1F1E}" type="presParOf" srcId="{9B8126B5-DF05-4907-AC2C-C1245E448AAF}" destId="{150346C2-EC74-4A01-ADDF-529D83867D7D}" srcOrd="2" destOrd="0" presId="urn:microsoft.com/office/officeart/2005/8/layout/orgChart1"/>
    <dgm:cxn modelId="{3CAC637E-B8AE-48AB-9BD7-0E63FA3E75BD}" type="presParOf" srcId="{4DAF6490-DD0A-47D8-86E0-35F2224F1F13}" destId="{E82CD1BB-40B1-40A3-A2DD-60FA1111EB8A}" srcOrd="2" destOrd="0" presId="urn:microsoft.com/office/officeart/2005/8/layout/orgChart1"/>
    <dgm:cxn modelId="{75EBE606-C411-41F9-9BC2-74569FA11FEC}" type="presParOf" srcId="{091B99BA-C3A2-4EC0-AEDC-745808616523}" destId="{F8909C51-32F9-4696-ABE2-9E189642E1D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85BCE0D-B3F1-4ED9-86B4-9B828EA57EEE}" type="doc">
      <dgm:prSet loTypeId="urn:microsoft.com/office/officeart/2005/8/layout/hierarchy2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EF6D0FC2-DCCA-4E90-B9BE-D4D2595A1BE9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>
              <a:latin typeface="Times New Roman" pitchFamily="18" charset="0"/>
              <a:ea typeface="+mn-ea"/>
              <a:cs typeface="Times New Roman" pitchFamily="18" charset="0"/>
            </a:rPr>
            <a:t>系统硬件设计</a:t>
          </a:r>
          <a:endParaRPr lang="zh-CN" altLang="en-US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7F0E9585-A592-48FC-841A-48DAEC0162A9}" type="parTrans" cxnId="{EAC59446-2496-40BE-9417-BE92D67F77F9}">
      <dgm:prSet/>
      <dgm:spPr/>
      <dgm:t>
        <a:bodyPr/>
        <a:lstStyle/>
        <a:p>
          <a:endParaRPr lang="zh-CN" altLang="en-US" sz="1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76AC1D55-4957-4C6E-A1E8-720F34055DE0}" type="sibTrans" cxnId="{EAC59446-2496-40BE-9417-BE92D67F77F9}">
      <dgm:prSet/>
      <dgm:spPr/>
      <dgm:t>
        <a:bodyPr/>
        <a:lstStyle/>
        <a:p>
          <a:endParaRPr lang="zh-CN" altLang="en-US" sz="1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6BAE5853-6416-4A81-A7D2-8A9971832608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/>
            <a:t>硬件概要设计</a:t>
          </a:r>
          <a:endParaRPr lang="zh-CN" altLang="en-US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377DA14A-4E48-416D-AEFD-C22FDB0405B0}" type="parTrans" cxnId="{66D1C47C-B707-46D3-8D09-74FFE070FDA0}">
      <dgm:prSet custT="1"/>
      <dgm:spPr/>
      <dgm:t>
        <a:bodyPr/>
        <a:lstStyle/>
        <a:p>
          <a:endParaRPr lang="zh-CN" altLang="en-US" sz="1800" b="1"/>
        </a:p>
      </dgm:t>
    </dgm:pt>
    <dgm:pt modelId="{E9E1BF3C-8CBE-4C28-B8A3-41196ADD15B4}" type="sibTrans" cxnId="{66D1C47C-B707-46D3-8D09-74FFE070FDA0}">
      <dgm:prSet/>
      <dgm:spPr/>
      <dgm:t>
        <a:bodyPr/>
        <a:lstStyle/>
        <a:p>
          <a:endParaRPr lang="zh-CN" altLang="en-US" sz="1800" b="1"/>
        </a:p>
      </dgm:t>
    </dgm:pt>
    <dgm:pt modelId="{9AF8996A-829C-4877-9462-98CA54E29FB3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/>
            <a:t>硬件详细设计</a:t>
          </a:r>
          <a:endParaRPr lang="zh-CN" altLang="en-US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D952AEFA-B983-43B5-A827-051FDDD291E3}" type="parTrans" cxnId="{6C9AE696-5284-4711-981C-6B76AD0C942E}">
      <dgm:prSet custT="1"/>
      <dgm:spPr/>
      <dgm:t>
        <a:bodyPr/>
        <a:lstStyle/>
        <a:p>
          <a:endParaRPr lang="zh-CN" altLang="en-US" sz="1800" b="1"/>
        </a:p>
      </dgm:t>
    </dgm:pt>
    <dgm:pt modelId="{C46F00A1-4FAE-412C-8E91-2499A752FA9C}" type="sibTrans" cxnId="{6C9AE696-5284-4711-981C-6B76AD0C942E}">
      <dgm:prSet/>
      <dgm:spPr/>
      <dgm:t>
        <a:bodyPr/>
        <a:lstStyle/>
        <a:p>
          <a:endParaRPr lang="zh-CN" altLang="en-US" sz="1800" b="1"/>
        </a:p>
      </dgm:t>
    </dgm:pt>
    <dgm:pt modelId="{B2DCAAF8-2CF0-4B49-B8C6-5B3E870C79EB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/>
            <a:t>硬件</a:t>
          </a:r>
          <a:endParaRPr lang="en-US" altLang="zh-CN" sz="1800" b="1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/>
            <a:t>制作</a:t>
          </a:r>
          <a:endParaRPr lang="zh-CN" altLang="en-US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C01F16E0-571E-4D2C-B175-10302BDBFAC5}" type="parTrans" cxnId="{5909BA1D-99FD-4839-9CF9-E203DE366053}">
      <dgm:prSet custT="1"/>
      <dgm:spPr/>
      <dgm:t>
        <a:bodyPr/>
        <a:lstStyle/>
        <a:p>
          <a:endParaRPr lang="zh-CN" altLang="en-US" sz="1800" b="1"/>
        </a:p>
      </dgm:t>
    </dgm:pt>
    <dgm:pt modelId="{B1F71535-9047-4E80-A1AE-291A389E3EFC}" type="sibTrans" cxnId="{5909BA1D-99FD-4839-9CF9-E203DE366053}">
      <dgm:prSet/>
      <dgm:spPr/>
      <dgm:t>
        <a:bodyPr/>
        <a:lstStyle/>
        <a:p>
          <a:endParaRPr lang="zh-CN" altLang="en-US" sz="1800" b="1"/>
        </a:p>
      </dgm:t>
    </dgm:pt>
    <dgm:pt modelId="{DCFD74C4-3F0E-4BE4-8ECA-6A45989FF6B0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/>
            <a:t>硬件</a:t>
          </a:r>
          <a:endParaRPr lang="en-US" altLang="zh-CN" sz="1800" b="1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/>
            <a:t>测试</a:t>
          </a:r>
          <a:endParaRPr lang="zh-CN" altLang="en-US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6310A9D5-4FC1-47FB-98E7-B59AC07F295C}" type="parTrans" cxnId="{F30976B3-9164-421C-8E3D-CB80C94AE918}">
      <dgm:prSet custT="1"/>
      <dgm:spPr/>
      <dgm:t>
        <a:bodyPr/>
        <a:lstStyle/>
        <a:p>
          <a:endParaRPr lang="zh-CN" altLang="en-US" sz="1800" b="1"/>
        </a:p>
      </dgm:t>
    </dgm:pt>
    <dgm:pt modelId="{2A86E3DA-68D2-464A-9608-3E3873E375A6}" type="sibTrans" cxnId="{F30976B3-9164-421C-8E3D-CB80C94AE918}">
      <dgm:prSet/>
      <dgm:spPr/>
      <dgm:t>
        <a:bodyPr/>
        <a:lstStyle/>
        <a:p>
          <a:endParaRPr lang="zh-CN" altLang="en-US" sz="1800" b="1"/>
        </a:p>
      </dgm:t>
    </dgm:pt>
    <dgm:pt modelId="{482E0926-2B34-4FD4-B658-E87F18933C9D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/>
            <a:t>从硬件角度出发，确认整个系统的架构，并按功能来划分各个模块，确定各个模块的大体实现</a:t>
          </a:r>
          <a:endParaRPr lang="zh-CN" altLang="en-US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7A4D69E7-4627-49C2-94B4-D3D0753DA71F}" type="parTrans" cxnId="{494643E6-95F9-45F9-B333-6078564C6998}">
      <dgm:prSet/>
      <dgm:spPr/>
      <dgm:t>
        <a:bodyPr/>
        <a:lstStyle/>
        <a:p>
          <a:endParaRPr lang="zh-CN" altLang="en-US"/>
        </a:p>
      </dgm:t>
    </dgm:pt>
    <dgm:pt modelId="{70FBDEEE-9612-48B5-AEDE-392BC8A805B6}" type="sibTrans" cxnId="{494643E6-95F9-45F9-B333-6078564C6998}">
      <dgm:prSet/>
      <dgm:spPr/>
      <dgm:t>
        <a:bodyPr/>
        <a:lstStyle/>
        <a:p>
          <a:endParaRPr lang="zh-CN" altLang="en-US"/>
        </a:p>
      </dgm:t>
    </dgm:pt>
    <dgm:pt modelId="{AF195BBA-E97C-49A8-88E6-3B49DAECB7A6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/>
            <a:t>根据系统的功能要求完成整个硬件的设计，包括原理图、</a:t>
          </a:r>
          <a:r>
            <a:rPr lang="en-US" altLang="zh-CN" sz="1800" b="1" dirty="0" smtClean="0"/>
            <a:t>PCB</a:t>
          </a:r>
          <a:r>
            <a:rPr lang="zh-CN" altLang="en-US" sz="1800" b="1" dirty="0" smtClean="0"/>
            <a:t>的绘制。</a:t>
          </a:r>
          <a:endParaRPr lang="zh-CN" altLang="en-US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3287E39F-48AE-4AE4-8BAA-71F662EB9AC0}" type="parTrans" cxnId="{3D9EF39F-7981-4EBF-9D61-DE0E44567841}">
      <dgm:prSet/>
      <dgm:spPr/>
      <dgm:t>
        <a:bodyPr/>
        <a:lstStyle/>
        <a:p>
          <a:endParaRPr lang="zh-CN" altLang="en-US"/>
        </a:p>
      </dgm:t>
    </dgm:pt>
    <dgm:pt modelId="{E3FFF6FA-68A5-4D55-9D87-F66A4938724E}" type="sibTrans" cxnId="{3D9EF39F-7981-4EBF-9D61-DE0E44567841}">
      <dgm:prSet/>
      <dgm:spPr/>
      <dgm:t>
        <a:bodyPr/>
        <a:lstStyle/>
        <a:p>
          <a:endParaRPr lang="zh-CN" altLang="en-US"/>
        </a:p>
      </dgm:t>
    </dgm:pt>
    <dgm:pt modelId="{91E762D1-66FD-4FC6-A4B7-AF0CEEDFD926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 smtClean="0">
              <a:latin typeface="Times New Roman" pitchFamily="18" charset="0"/>
              <a:ea typeface="+mn-ea"/>
              <a:cs typeface="Times New Roman" pitchFamily="18" charset="0"/>
            </a:rPr>
            <a:t>制板、元器件焊接，集成硬件设计</a:t>
          </a:r>
          <a:endParaRPr lang="zh-CN" altLang="en-US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E8AD2BFA-CF9B-4C05-963A-6BF2834FF9B5}" type="parTrans" cxnId="{F41DCDC4-7DA1-4B2B-8A9D-31BB23118575}">
      <dgm:prSet/>
      <dgm:spPr/>
      <dgm:t>
        <a:bodyPr/>
        <a:lstStyle/>
        <a:p>
          <a:endParaRPr lang="zh-CN" altLang="en-US"/>
        </a:p>
      </dgm:t>
    </dgm:pt>
    <dgm:pt modelId="{B3FE63B6-3621-4CDD-844A-7D0B97EAA359}" type="sibTrans" cxnId="{F41DCDC4-7DA1-4B2B-8A9D-31BB23118575}">
      <dgm:prSet/>
      <dgm:spPr/>
      <dgm:t>
        <a:bodyPr/>
        <a:lstStyle/>
        <a:p>
          <a:endParaRPr lang="zh-CN" altLang="en-US"/>
        </a:p>
      </dgm:t>
    </dgm:pt>
    <dgm:pt modelId="{888D5EA9-4CC0-4ADF-89F9-850DE9182F34}" type="pres">
      <dgm:prSet presAssocID="{785BCE0D-B3F1-4ED9-86B4-9B828EA57EE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E72B30E4-B7A8-4E81-BFF0-F191CF76B11B}" type="pres">
      <dgm:prSet presAssocID="{EF6D0FC2-DCCA-4E90-B9BE-D4D2595A1BE9}" presName="root1" presStyleCnt="0"/>
      <dgm:spPr/>
      <dgm:t>
        <a:bodyPr/>
        <a:lstStyle/>
        <a:p>
          <a:endParaRPr lang="zh-CN" altLang="en-US"/>
        </a:p>
      </dgm:t>
    </dgm:pt>
    <dgm:pt modelId="{349801AA-D9C1-4B82-8B31-1DD2B68FE93D}" type="pres">
      <dgm:prSet presAssocID="{EF6D0FC2-DCCA-4E90-B9BE-D4D2595A1BE9}" presName="LevelOneTextNode" presStyleLbl="node0" presStyleIdx="0" presStyleCnt="1" custScaleX="80817" custScaleY="11059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DB23304-05C1-438D-A7B0-D3E1CAD2617C}" type="pres">
      <dgm:prSet presAssocID="{EF6D0FC2-DCCA-4E90-B9BE-D4D2595A1BE9}" presName="level2hierChild" presStyleCnt="0"/>
      <dgm:spPr/>
      <dgm:t>
        <a:bodyPr/>
        <a:lstStyle/>
        <a:p>
          <a:endParaRPr lang="zh-CN" altLang="en-US"/>
        </a:p>
      </dgm:t>
    </dgm:pt>
    <dgm:pt modelId="{FEDD1D7D-00A4-4A86-A218-891541C8C6CE}" type="pres">
      <dgm:prSet presAssocID="{377DA14A-4E48-416D-AEFD-C22FDB0405B0}" presName="conn2-1" presStyleLbl="parChTrans1D2" presStyleIdx="0" presStyleCnt="4"/>
      <dgm:spPr/>
      <dgm:t>
        <a:bodyPr/>
        <a:lstStyle/>
        <a:p>
          <a:endParaRPr lang="zh-CN" altLang="en-US"/>
        </a:p>
      </dgm:t>
    </dgm:pt>
    <dgm:pt modelId="{5C679C00-139B-4232-B8C8-EA1868158B33}" type="pres">
      <dgm:prSet presAssocID="{377DA14A-4E48-416D-AEFD-C22FDB0405B0}" presName="connTx" presStyleLbl="parChTrans1D2" presStyleIdx="0" presStyleCnt="4"/>
      <dgm:spPr/>
      <dgm:t>
        <a:bodyPr/>
        <a:lstStyle/>
        <a:p>
          <a:endParaRPr lang="zh-CN" altLang="en-US"/>
        </a:p>
      </dgm:t>
    </dgm:pt>
    <dgm:pt modelId="{F0FDA040-5C9A-43E5-9556-0DCA61E8B2B1}" type="pres">
      <dgm:prSet presAssocID="{6BAE5853-6416-4A81-A7D2-8A9971832608}" presName="root2" presStyleCnt="0"/>
      <dgm:spPr/>
    </dgm:pt>
    <dgm:pt modelId="{0D899323-8C5B-4F9D-9C7D-C67C8553C741}" type="pres">
      <dgm:prSet presAssocID="{6BAE5853-6416-4A81-A7D2-8A9971832608}" presName="LevelTwoTextNode" presStyleLbl="node2" presStyleIdx="0" presStyleCnt="4" custScaleX="65689" custScaleY="91201" custLinFactNeighborX="-1792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5791EC1-4D2B-4A02-8549-7B6BA48FDD18}" type="pres">
      <dgm:prSet presAssocID="{6BAE5853-6416-4A81-A7D2-8A9971832608}" presName="level3hierChild" presStyleCnt="0"/>
      <dgm:spPr/>
    </dgm:pt>
    <dgm:pt modelId="{15CD4829-9056-4B9B-A741-FFE6BF7D3544}" type="pres">
      <dgm:prSet presAssocID="{7A4D69E7-4627-49C2-94B4-D3D0753DA71F}" presName="conn2-1" presStyleLbl="parChTrans1D3" presStyleIdx="0" presStyleCnt="3"/>
      <dgm:spPr/>
      <dgm:t>
        <a:bodyPr/>
        <a:lstStyle/>
        <a:p>
          <a:endParaRPr lang="zh-CN" altLang="en-US"/>
        </a:p>
      </dgm:t>
    </dgm:pt>
    <dgm:pt modelId="{2BA60840-1470-456B-B719-25F0B4DE4C83}" type="pres">
      <dgm:prSet presAssocID="{7A4D69E7-4627-49C2-94B4-D3D0753DA71F}" presName="connTx" presStyleLbl="parChTrans1D3" presStyleIdx="0" presStyleCnt="3"/>
      <dgm:spPr/>
      <dgm:t>
        <a:bodyPr/>
        <a:lstStyle/>
        <a:p>
          <a:endParaRPr lang="zh-CN" altLang="en-US"/>
        </a:p>
      </dgm:t>
    </dgm:pt>
    <dgm:pt modelId="{70D292FD-1397-48FC-A643-9DDDD939C986}" type="pres">
      <dgm:prSet presAssocID="{482E0926-2B34-4FD4-B658-E87F18933C9D}" presName="root2" presStyleCnt="0"/>
      <dgm:spPr/>
    </dgm:pt>
    <dgm:pt modelId="{5375D639-8150-4274-84B4-CCC9F9F17B48}" type="pres">
      <dgm:prSet presAssocID="{482E0926-2B34-4FD4-B658-E87F18933C9D}" presName="LevelTwoTextNode" presStyleLbl="node3" presStyleIdx="0" presStyleCnt="3" custScaleX="363726" custScaleY="122290" custLinFactNeighborX="-3920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D17A080-5F5F-4245-9A5B-9E951996C54A}" type="pres">
      <dgm:prSet presAssocID="{482E0926-2B34-4FD4-B658-E87F18933C9D}" presName="level3hierChild" presStyleCnt="0"/>
      <dgm:spPr/>
    </dgm:pt>
    <dgm:pt modelId="{1E5AC67C-37C2-4B4F-938B-A5CBE24F5A4E}" type="pres">
      <dgm:prSet presAssocID="{D952AEFA-B983-43B5-A827-051FDDD291E3}" presName="conn2-1" presStyleLbl="parChTrans1D2" presStyleIdx="1" presStyleCnt="4"/>
      <dgm:spPr/>
      <dgm:t>
        <a:bodyPr/>
        <a:lstStyle/>
        <a:p>
          <a:endParaRPr lang="zh-CN" altLang="en-US"/>
        </a:p>
      </dgm:t>
    </dgm:pt>
    <dgm:pt modelId="{3245390C-9367-48E6-8553-78F4B79BA3B7}" type="pres">
      <dgm:prSet presAssocID="{D952AEFA-B983-43B5-A827-051FDDD291E3}" presName="connTx" presStyleLbl="parChTrans1D2" presStyleIdx="1" presStyleCnt="4"/>
      <dgm:spPr/>
      <dgm:t>
        <a:bodyPr/>
        <a:lstStyle/>
        <a:p>
          <a:endParaRPr lang="zh-CN" altLang="en-US"/>
        </a:p>
      </dgm:t>
    </dgm:pt>
    <dgm:pt modelId="{EE1B45D7-6F78-4017-A5E2-093E07C56B5E}" type="pres">
      <dgm:prSet presAssocID="{9AF8996A-829C-4877-9462-98CA54E29FB3}" presName="root2" presStyleCnt="0"/>
      <dgm:spPr/>
    </dgm:pt>
    <dgm:pt modelId="{68212C23-5B5B-4085-AF0E-4164FC520F4B}" type="pres">
      <dgm:prSet presAssocID="{9AF8996A-829C-4877-9462-98CA54E29FB3}" presName="LevelTwoTextNode" presStyleLbl="node2" presStyleIdx="1" presStyleCnt="4" custScaleX="65689" custScaleY="91201" custLinFactNeighborX="-1792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E1A2B8C-21CD-415B-9B0F-BB84D73C850E}" type="pres">
      <dgm:prSet presAssocID="{9AF8996A-829C-4877-9462-98CA54E29FB3}" presName="level3hierChild" presStyleCnt="0"/>
      <dgm:spPr/>
    </dgm:pt>
    <dgm:pt modelId="{98C5D584-FB13-479A-9F34-21B20FB2E17C}" type="pres">
      <dgm:prSet presAssocID="{3287E39F-48AE-4AE4-8BAA-71F662EB9AC0}" presName="conn2-1" presStyleLbl="parChTrans1D3" presStyleIdx="1" presStyleCnt="3"/>
      <dgm:spPr/>
      <dgm:t>
        <a:bodyPr/>
        <a:lstStyle/>
        <a:p>
          <a:endParaRPr lang="zh-CN" altLang="en-US"/>
        </a:p>
      </dgm:t>
    </dgm:pt>
    <dgm:pt modelId="{D31DF225-7CDA-4F95-A19A-3CAD71A8BAC1}" type="pres">
      <dgm:prSet presAssocID="{3287E39F-48AE-4AE4-8BAA-71F662EB9AC0}" presName="connTx" presStyleLbl="parChTrans1D3" presStyleIdx="1" presStyleCnt="3"/>
      <dgm:spPr/>
      <dgm:t>
        <a:bodyPr/>
        <a:lstStyle/>
        <a:p>
          <a:endParaRPr lang="zh-CN" altLang="en-US"/>
        </a:p>
      </dgm:t>
    </dgm:pt>
    <dgm:pt modelId="{64E7B417-4A9B-49BA-BDF9-7C63AF52A9D8}" type="pres">
      <dgm:prSet presAssocID="{AF195BBA-E97C-49A8-88E6-3B49DAECB7A6}" presName="root2" presStyleCnt="0"/>
      <dgm:spPr/>
    </dgm:pt>
    <dgm:pt modelId="{4150AA58-BE4E-4493-B866-045C2F02009A}" type="pres">
      <dgm:prSet presAssocID="{AF195BBA-E97C-49A8-88E6-3B49DAECB7A6}" presName="LevelTwoTextNode" presStyleLbl="node3" presStyleIdx="1" presStyleCnt="3" custScaleX="363726" custScaleY="114021" custLinFactNeighborX="-3920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0309324-B344-4443-9ED4-CB78A9CFAB7D}" type="pres">
      <dgm:prSet presAssocID="{AF195BBA-E97C-49A8-88E6-3B49DAECB7A6}" presName="level3hierChild" presStyleCnt="0"/>
      <dgm:spPr/>
    </dgm:pt>
    <dgm:pt modelId="{7E7B2D9E-B9F2-4939-8EA3-C5DE91F09B34}" type="pres">
      <dgm:prSet presAssocID="{C01F16E0-571E-4D2C-B175-10302BDBFAC5}" presName="conn2-1" presStyleLbl="parChTrans1D2" presStyleIdx="2" presStyleCnt="4"/>
      <dgm:spPr/>
      <dgm:t>
        <a:bodyPr/>
        <a:lstStyle/>
        <a:p>
          <a:endParaRPr lang="zh-CN" altLang="en-US"/>
        </a:p>
      </dgm:t>
    </dgm:pt>
    <dgm:pt modelId="{CFA0D3F2-8DC6-4428-96FF-A6C7135FB530}" type="pres">
      <dgm:prSet presAssocID="{C01F16E0-571E-4D2C-B175-10302BDBFAC5}" presName="connTx" presStyleLbl="parChTrans1D2" presStyleIdx="2" presStyleCnt="4"/>
      <dgm:spPr/>
      <dgm:t>
        <a:bodyPr/>
        <a:lstStyle/>
        <a:p>
          <a:endParaRPr lang="zh-CN" altLang="en-US"/>
        </a:p>
      </dgm:t>
    </dgm:pt>
    <dgm:pt modelId="{9C63E5AD-769B-4BBF-9F52-9D605CEFDED9}" type="pres">
      <dgm:prSet presAssocID="{B2DCAAF8-2CF0-4B49-B8C6-5B3E870C79EB}" presName="root2" presStyleCnt="0"/>
      <dgm:spPr/>
    </dgm:pt>
    <dgm:pt modelId="{51066E2A-AAA3-4F89-A997-DE640F7B388D}" type="pres">
      <dgm:prSet presAssocID="{B2DCAAF8-2CF0-4B49-B8C6-5B3E870C79EB}" presName="LevelTwoTextNode" presStyleLbl="node2" presStyleIdx="2" presStyleCnt="4" custScaleX="65689" custScaleY="91201" custLinFactNeighborX="-1792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ED77228-5C68-4AC3-90D4-71553D22DA2C}" type="pres">
      <dgm:prSet presAssocID="{B2DCAAF8-2CF0-4B49-B8C6-5B3E870C79EB}" presName="level3hierChild" presStyleCnt="0"/>
      <dgm:spPr/>
    </dgm:pt>
    <dgm:pt modelId="{860D4BAF-6872-4733-A341-5B7C88CB7A58}" type="pres">
      <dgm:prSet presAssocID="{E8AD2BFA-CF9B-4C05-963A-6BF2834FF9B5}" presName="conn2-1" presStyleLbl="parChTrans1D3" presStyleIdx="2" presStyleCnt="3"/>
      <dgm:spPr/>
      <dgm:t>
        <a:bodyPr/>
        <a:lstStyle/>
        <a:p>
          <a:endParaRPr lang="zh-CN" altLang="en-US"/>
        </a:p>
      </dgm:t>
    </dgm:pt>
    <dgm:pt modelId="{3923E039-5A55-4293-B415-3E0654A5F2BA}" type="pres">
      <dgm:prSet presAssocID="{E8AD2BFA-CF9B-4C05-963A-6BF2834FF9B5}" presName="connTx" presStyleLbl="parChTrans1D3" presStyleIdx="2" presStyleCnt="3"/>
      <dgm:spPr/>
      <dgm:t>
        <a:bodyPr/>
        <a:lstStyle/>
        <a:p>
          <a:endParaRPr lang="zh-CN" altLang="en-US"/>
        </a:p>
      </dgm:t>
    </dgm:pt>
    <dgm:pt modelId="{B224725C-2C5C-4385-867D-47BE3645B97E}" type="pres">
      <dgm:prSet presAssocID="{91E762D1-66FD-4FC6-A4B7-AF0CEEDFD926}" presName="root2" presStyleCnt="0"/>
      <dgm:spPr/>
    </dgm:pt>
    <dgm:pt modelId="{D7533169-A3E9-428B-B6DE-594668500C87}" type="pres">
      <dgm:prSet presAssocID="{91E762D1-66FD-4FC6-A4B7-AF0CEEDFD926}" presName="LevelTwoTextNode" presStyleLbl="node3" presStyleIdx="2" presStyleCnt="3" custScaleX="363726" custScaleY="114021" custLinFactNeighborX="-3920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3040328-B13F-47FA-85F8-C5E3A9FA3504}" type="pres">
      <dgm:prSet presAssocID="{91E762D1-66FD-4FC6-A4B7-AF0CEEDFD926}" presName="level3hierChild" presStyleCnt="0"/>
      <dgm:spPr/>
    </dgm:pt>
    <dgm:pt modelId="{2EB22128-7818-483E-BEAD-1BDF72A0B4A0}" type="pres">
      <dgm:prSet presAssocID="{6310A9D5-4FC1-47FB-98E7-B59AC07F295C}" presName="conn2-1" presStyleLbl="parChTrans1D2" presStyleIdx="3" presStyleCnt="4"/>
      <dgm:spPr/>
      <dgm:t>
        <a:bodyPr/>
        <a:lstStyle/>
        <a:p>
          <a:endParaRPr lang="zh-CN" altLang="en-US"/>
        </a:p>
      </dgm:t>
    </dgm:pt>
    <dgm:pt modelId="{EA832CC8-847E-4FA7-B402-CD9508AAD5E5}" type="pres">
      <dgm:prSet presAssocID="{6310A9D5-4FC1-47FB-98E7-B59AC07F295C}" presName="connTx" presStyleLbl="parChTrans1D2" presStyleIdx="3" presStyleCnt="4"/>
      <dgm:spPr/>
      <dgm:t>
        <a:bodyPr/>
        <a:lstStyle/>
        <a:p>
          <a:endParaRPr lang="zh-CN" altLang="en-US"/>
        </a:p>
      </dgm:t>
    </dgm:pt>
    <dgm:pt modelId="{10995CB1-D938-4872-A96A-AB7DB574272B}" type="pres">
      <dgm:prSet presAssocID="{DCFD74C4-3F0E-4BE4-8ECA-6A45989FF6B0}" presName="root2" presStyleCnt="0"/>
      <dgm:spPr/>
    </dgm:pt>
    <dgm:pt modelId="{76CCB2CD-1056-4C08-81F5-10CC72E5855B}" type="pres">
      <dgm:prSet presAssocID="{DCFD74C4-3F0E-4BE4-8ECA-6A45989FF6B0}" presName="LevelTwoTextNode" presStyleLbl="node2" presStyleIdx="3" presStyleCnt="4" custScaleX="65689" custScaleY="91201" custLinFactNeighborX="-1792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B97E085-1F0E-44AC-B6A0-1D53FCE11BE9}" type="pres">
      <dgm:prSet presAssocID="{DCFD74C4-3F0E-4BE4-8ECA-6A45989FF6B0}" presName="level3hierChild" presStyleCnt="0"/>
      <dgm:spPr/>
    </dgm:pt>
  </dgm:ptLst>
  <dgm:cxnLst>
    <dgm:cxn modelId="{220B3C10-4833-46BB-9879-C4E090C49359}" type="presOf" srcId="{7A4D69E7-4627-49C2-94B4-D3D0753DA71F}" destId="{2BA60840-1470-456B-B719-25F0B4DE4C83}" srcOrd="1" destOrd="0" presId="urn:microsoft.com/office/officeart/2005/8/layout/hierarchy2"/>
    <dgm:cxn modelId="{416787F6-F3CF-4AA3-8299-7A60E47DE7D0}" type="presOf" srcId="{377DA14A-4E48-416D-AEFD-C22FDB0405B0}" destId="{FEDD1D7D-00A4-4A86-A218-891541C8C6CE}" srcOrd="0" destOrd="0" presId="urn:microsoft.com/office/officeart/2005/8/layout/hierarchy2"/>
    <dgm:cxn modelId="{759D5D82-53CE-48BB-9458-5473FCEC83B5}" type="presOf" srcId="{E8AD2BFA-CF9B-4C05-963A-6BF2834FF9B5}" destId="{3923E039-5A55-4293-B415-3E0654A5F2BA}" srcOrd="1" destOrd="0" presId="urn:microsoft.com/office/officeart/2005/8/layout/hierarchy2"/>
    <dgm:cxn modelId="{045ECB17-A892-4DD3-8B66-5E23C9407ED0}" type="presOf" srcId="{6310A9D5-4FC1-47FB-98E7-B59AC07F295C}" destId="{EA832CC8-847E-4FA7-B402-CD9508AAD5E5}" srcOrd="1" destOrd="0" presId="urn:microsoft.com/office/officeart/2005/8/layout/hierarchy2"/>
    <dgm:cxn modelId="{EEA51136-3A0F-4664-A233-1DB3F27608E9}" type="presOf" srcId="{482E0926-2B34-4FD4-B658-E87F18933C9D}" destId="{5375D639-8150-4274-84B4-CCC9F9F17B48}" srcOrd="0" destOrd="0" presId="urn:microsoft.com/office/officeart/2005/8/layout/hierarchy2"/>
    <dgm:cxn modelId="{5909BA1D-99FD-4839-9CF9-E203DE366053}" srcId="{EF6D0FC2-DCCA-4E90-B9BE-D4D2595A1BE9}" destId="{B2DCAAF8-2CF0-4B49-B8C6-5B3E870C79EB}" srcOrd="2" destOrd="0" parTransId="{C01F16E0-571E-4D2C-B175-10302BDBFAC5}" sibTransId="{B1F71535-9047-4E80-A1AE-291A389E3EFC}"/>
    <dgm:cxn modelId="{5488EC6A-B446-42E8-8CB2-694E5601E230}" type="presOf" srcId="{C01F16E0-571E-4D2C-B175-10302BDBFAC5}" destId="{CFA0D3F2-8DC6-4428-96FF-A6C7135FB530}" srcOrd="1" destOrd="0" presId="urn:microsoft.com/office/officeart/2005/8/layout/hierarchy2"/>
    <dgm:cxn modelId="{76A05AB2-4B4D-479A-89B2-6542C7DEBF88}" type="presOf" srcId="{7A4D69E7-4627-49C2-94B4-D3D0753DA71F}" destId="{15CD4829-9056-4B9B-A741-FFE6BF7D3544}" srcOrd="0" destOrd="0" presId="urn:microsoft.com/office/officeart/2005/8/layout/hierarchy2"/>
    <dgm:cxn modelId="{F30976B3-9164-421C-8E3D-CB80C94AE918}" srcId="{EF6D0FC2-DCCA-4E90-B9BE-D4D2595A1BE9}" destId="{DCFD74C4-3F0E-4BE4-8ECA-6A45989FF6B0}" srcOrd="3" destOrd="0" parTransId="{6310A9D5-4FC1-47FB-98E7-B59AC07F295C}" sibTransId="{2A86E3DA-68D2-464A-9608-3E3873E375A6}"/>
    <dgm:cxn modelId="{4EB52F58-2D19-4D67-9D5B-FE8927FA4D0F}" type="presOf" srcId="{3287E39F-48AE-4AE4-8BAA-71F662EB9AC0}" destId="{98C5D584-FB13-479A-9F34-21B20FB2E17C}" srcOrd="0" destOrd="0" presId="urn:microsoft.com/office/officeart/2005/8/layout/hierarchy2"/>
    <dgm:cxn modelId="{CF768EE1-3B7E-4734-A98A-FFBA8C75F76A}" type="presOf" srcId="{DCFD74C4-3F0E-4BE4-8ECA-6A45989FF6B0}" destId="{76CCB2CD-1056-4C08-81F5-10CC72E5855B}" srcOrd="0" destOrd="0" presId="urn:microsoft.com/office/officeart/2005/8/layout/hierarchy2"/>
    <dgm:cxn modelId="{29EC8CC5-79D4-4B89-8D6E-13363820D2C9}" type="presOf" srcId="{C01F16E0-571E-4D2C-B175-10302BDBFAC5}" destId="{7E7B2D9E-B9F2-4939-8EA3-C5DE91F09B34}" srcOrd="0" destOrd="0" presId="urn:microsoft.com/office/officeart/2005/8/layout/hierarchy2"/>
    <dgm:cxn modelId="{17F44301-D47F-482B-8180-A92E8CC13AF5}" type="presOf" srcId="{E8AD2BFA-CF9B-4C05-963A-6BF2834FF9B5}" destId="{860D4BAF-6872-4733-A341-5B7C88CB7A58}" srcOrd="0" destOrd="0" presId="urn:microsoft.com/office/officeart/2005/8/layout/hierarchy2"/>
    <dgm:cxn modelId="{118D8F4C-00E7-4B32-A163-8C2D0D6AD2EB}" type="presOf" srcId="{91E762D1-66FD-4FC6-A4B7-AF0CEEDFD926}" destId="{D7533169-A3E9-428B-B6DE-594668500C87}" srcOrd="0" destOrd="0" presId="urn:microsoft.com/office/officeart/2005/8/layout/hierarchy2"/>
    <dgm:cxn modelId="{A902FE81-4816-4D2D-9919-7E46D3784D6D}" type="presOf" srcId="{AF195BBA-E97C-49A8-88E6-3B49DAECB7A6}" destId="{4150AA58-BE4E-4493-B866-045C2F02009A}" srcOrd="0" destOrd="0" presId="urn:microsoft.com/office/officeart/2005/8/layout/hierarchy2"/>
    <dgm:cxn modelId="{6790EFF1-6CD6-45C8-9953-1D4CF9C07187}" type="presOf" srcId="{6BAE5853-6416-4A81-A7D2-8A9971832608}" destId="{0D899323-8C5B-4F9D-9C7D-C67C8553C741}" srcOrd="0" destOrd="0" presId="urn:microsoft.com/office/officeart/2005/8/layout/hierarchy2"/>
    <dgm:cxn modelId="{494643E6-95F9-45F9-B333-6078564C6998}" srcId="{6BAE5853-6416-4A81-A7D2-8A9971832608}" destId="{482E0926-2B34-4FD4-B658-E87F18933C9D}" srcOrd="0" destOrd="0" parTransId="{7A4D69E7-4627-49C2-94B4-D3D0753DA71F}" sibTransId="{70FBDEEE-9612-48B5-AEDE-392BC8A805B6}"/>
    <dgm:cxn modelId="{E034F0CC-2D16-4EF4-AB14-4A32C523F81F}" type="presOf" srcId="{6310A9D5-4FC1-47FB-98E7-B59AC07F295C}" destId="{2EB22128-7818-483E-BEAD-1BDF72A0B4A0}" srcOrd="0" destOrd="0" presId="urn:microsoft.com/office/officeart/2005/8/layout/hierarchy2"/>
    <dgm:cxn modelId="{A0F46ED9-2502-41A6-A810-744A66743776}" type="presOf" srcId="{D952AEFA-B983-43B5-A827-051FDDD291E3}" destId="{1E5AC67C-37C2-4B4F-938B-A5CBE24F5A4E}" srcOrd="0" destOrd="0" presId="urn:microsoft.com/office/officeart/2005/8/layout/hierarchy2"/>
    <dgm:cxn modelId="{66D1C47C-B707-46D3-8D09-74FFE070FDA0}" srcId="{EF6D0FC2-DCCA-4E90-B9BE-D4D2595A1BE9}" destId="{6BAE5853-6416-4A81-A7D2-8A9971832608}" srcOrd="0" destOrd="0" parTransId="{377DA14A-4E48-416D-AEFD-C22FDB0405B0}" sibTransId="{E9E1BF3C-8CBE-4C28-B8A3-41196ADD15B4}"/>
    <dgm:cxn modelId="{21A00524-C7E2-4717-8690-F732C6DF05BB}" type="presOf" srcId="{EF6D0FC2-DCCA-4E90-B9BE-D4D2595A1BE9}" destId="{349801AA-D9C1-4B82-8B31-1DD2B68FE93D}" srcOrd="0" destOrd="0" presId="urn:microsoft.com/office/officeart/2005/8/layout/hierarchy2"/>
    <dgm:cxn modelId="{F69247B6-5B90-4379-AC75-62D6BBBB9CB7}" type="presOf" srcId="{D952AEFA-B983-43B5-A827-051FDDD291E3}" destId="{3245390C-9367-48E6-8553-78F4B79BA3B7}" srcOrd="1" destOrd="0" presId="urn:microsoft.com/office/officeart/2005/8/layout/hierarchy2"/>
    <dgm:cxn modelId="{EAC59446-2496-40BE-9417-BE92D67F77F9}" srcId="{785BCE0D-B3F1-4ED9-86B4-9B828EA57EEE}" destId="{EF6D0FC2-DCCA-4E90-B9BE-D4D2595A1BE9}" srcOrd="0" destOrd="0" parTransId="{7F0E9585-A592-48FC-841A-48DAEC0162A9}" sibTransId="{76AC1D55-4957-4C6E-A1E8-720F34055DE0}"/>
    <dgm:cxn modelId="{F41DCDC4-7DA1-4B2B-8A9D-31BB23118575}" srcId="{B2DCAAF8-2CF0-4B49-B8C6-5B3E870C79EB}" destId="{91E762D1-66FD-4FC6-A4B7-AF0CEEDFD926}" srcOrd="0" destOrd="0" parTransId="{E8AD2BFA-CF9B-4C05-963A-6BF2834FF9B5}" sibTransId="{B3FE63B6-3621-4CDD-844A-7D0B97EAA359}"/>
    <dgm:cxn modelId="{3D9EF39F-7981-4EBF-9D61-DE0E44567841}" srcId="{9AF8996A-829C-4877-9462-98CA54E29FB3}" destId="{AF195BBA-E97C-49A8-88E6-3B49DAECB7A6}" srcOrd="0" destOrd="0" parTransId="{3287E39F-48AE-4AE4-8BAA-71F662EB9AC0}" sibTransId="{E3FFF6FA-68A5-4D55-9D87-F66A4938724E}"/>
    <dgm:cxn modelId="{302EF2B4-E7D0-4BF6-AE69-57BBE4E2137D}" type="presOf" srcId="{B2DCAAF8-2CF0-4B49-B8C6-5B3E870C79EB}" destId="{51066E2A-AAA3-4F89-A997-DE640F7B388D}" srcOrd="0" destOrd="0" presId="urn:microsoft.com/office/officeart/2005/8/layout/hierarchy2"/>
    <dgm:cxn modelId="{AAFBF0B9-68FD-4498-9D64-BB35BDD9B0BD}" type="presOf" srcId="{3287E39F-48AE-4AE4-8BAA-71F662EB9AC0}" destId="{D31DF225-7CDA-4F95-A19A-3CAD71A8BAC1}" srcOrd="1" destOrd="0" presId="urn:microsoft.com/office/officeart/2005/8/layout/hierarchy2"/>
    <dgm:cxn modelId="{F36BBDB9-3AA0-40F0-A13C-406CE60CFF53}" type="presOf" srcId="{785BCE0D-B3F1-4ED9-86B4-9B828EA57EEE}" destId="{888D5EA9-4CC0-4ADF-89F9-850DE9182F34}" srcOrd="0" destOrd="0" presId="urn:microsoft.com/office/officeart/2005/8/layout/hierarchy2"/>
    <dgm:cxn modelId="{6C9AE696-5284-4711-981C-6B76AD0C942E}" srcId="{EF6D0FC2-DCCA-4E90-B9BE-D4D2595A1BE9}" destId="{9AF8996A-829C-4877-9462-98CA54E29FB3}" srcOrd="1" destOrd="0" parTransId="{D952AEFA-B983-43B5-A827-051FDDD291E3}" sibTransId="{C46F00A1-4FAE-412C-8E91-2499A752FA9C}"/>
    <dgm:cxn modelId="{46EC2E2D-5CEF-49A2-BC9D-4631E035387F}" type="presOf" srcId="{9AF8996A-829C-4877-9462-98CA54E29FB3}" destId="{68212C23-5B5B-4085-AF0E-4164FC520F4B}" srcOrd="0" destOrd="0" presId="urn:microsoft.com/office/officeart/2005/8/layout/hierarchy2"/>
    <dgm:cxn modelId="{7FA1F73C-427F-43B9-8E21-0A7BCA0F7EA5}" type="presOf" srcId="{377DA14A-4E48-416D-AEFD-C22FDB0405B0}" destId="{5C679C00-139B-4232-B8C8-EA1868158B33}" srcOrd="1" destOrd="0" presId="urn:microsoft.com/office/officeart/2005/8/layout/hierarchy2"/>
    <dgm:cxn modelId="{C6CE6EBE-041F-4CFE-92F6-A405A305D5DC}" type="presParOf" srcId="{888D5EA9-4CC0-4ADF-89F9-850DE9182F34}" destId="{E72B30E4-B7A8-4E81-BFF0-F191CF76B11B}" srcOrd="0" destOrd="0" presId="urn:microsoft.com/office/officeart/2005/8/layout/hierarchy2"/>
    <dgm:cxn modelId="{0E186358-C510-46DA-828A-6721B4CE2C77}" type="presParOf" srcId="{E72B30E4-B7A8-4E81-BFF0-F191CF76B11B}" destId="{349801AA-D9C1-4B82-8B31-1DD2B68FE93D}" srcOrd="0" destOrd="0" presId="urn:microsoft.com/office/officeart/2005/8/layout/hierarchy2"/>
    <dgm:cxn modelId="{EB35D16B-19DD-4496-B481-F051B9338A98}" type="presParOf" srcId="{E72B30E4-B7A8-4E81-BFF0-F191CF76B11B}" destId="{BDB23304-05C1-438D-A7B0-D3E1CAD2617C}" srcOrd="1" destOrd="0" presId="urn:microsoft.com/office/officeart/2005/8/layout/hierarchy2"/>
    <dgm:cxn modelId="{95A19BA8-38A7-4E04-899E-11487AE0AFC1}" type="presParOf" srcId="{BDB23304-05C1-438D-A7B0-D3E1CAD2617C}" destId="{FEDD1D7D-00A4-4A86-A218-891541C8C6CE}" srcOrd="0" destOrd="0" presId="urn:microsoft.com/office/officeart/2005/8/layout/hierarchy2"/>
    <dgm:cxn modelId="{728F4C63-6A91-441B-BC02-F57F323F314B}" type="presParOf" srcId="{FEDD1D7D-00A4-4A86-A218-891541C8C6CE}" destId="{5C679C00-139B-4232-B8C8-EA1868158B33}" srcOrd="0" destOrd="0" presId="urn:microsoft.com/office/officeart/2005/8/layout/hierarchy2"/>
    <dgm:cxn modelId="{156FCDF7-9FA3-43AE-A441-BCF31CD0E0FF}" type="presParOf" srcId="{BDB23304-05C1-438D-A7B0-D3E1CAD2617C}" destId="{F0FDA040-5C9A-43E5-9556-0DCA61E8B2B1}" srcOrd="1" destOrd="0" presId="urn:microsoft.com/office/officeart/2005/8/layout/hierarchy2"/>
    <dgm:cxn modelId="{F65F90E7-7221-4A7C-8A07-9CACC5F2CC41}" type="presParOf" srcId="{F0FDA040-5C9A-43E5-9556-0DCA61E8B2B1}" destId="{0D899323-8C5B-4F9D-9C7D-C67C8553C741}" srcOrd="0" destOrd="0" presId="urn:microsoft.com/office/officeart/2005/8/layout/hierarchy2"/>
    <dgm:cxn modelId="{82C1CBBB-CE7D-41A8-9806-94DCEE8A569F}" type="presParOf" srcId="{F0FDA040-5C9A-43E5-9556-0DCA61E8B2B1}" destId="{F5791EC1-4D2B-4A02-8549-7B6BA48FDD18}" srcOrd="1" destOrd="0" presId="urn:microsoft.com/office/officeart/2005/8/layout/hierarchy2"/>
    <dgm:cxn modelId="{A232C962-6268-4E20-A094-DBDD8B503C59}" type="presParOf" srcId="{F5791EC1-4D2B-4A02-8549-7B6BA48FDD18}" destId="{15CD4829-9056-4B9B-A741-FFE6BF7D3544}" srcOrd="0" destOrd="0" presId="urn:microsoft.com/office/officeart/2005/8/layout/hierarchy2"/>
    <dgm:cxn modelId="{DFBD87DC-872B-48BA-BC12-109F8387E0D4}" type="presParOf" srcId="{15CD4829-9056-4B9B-A741-FFE6BF7D3544}" destId="{2BA60840-1470-456B-B719-25F0B4DE4C83}" srcOrd="0" destOrd="0" presId="urn:microsoft.com/office/officeart/2005/8/layout/hierarchy2"/>
    <dgm:cxn modelId="{8820F3AE-7DF0-4A27-B3A3-38C35EA9AD0E}" type="presParOf" srcId="{F5791EC1-4D2B-4A02-8549-7B6BA48FDD18}" destId="{70D292FD-1397-48FC-A643-9DDDD939C986}" srcOrd="1" destOrd="0" presId="urn:microsoft.com/office/officeart/2005/8/layout/hierarchy2"/>
    <dgm:cxn modelId="{B2CA97FE-D7E1-44D7-8F85-90F349FD1053}" type="presParOf" srcId="{70D292FD-1397-48FC-A643-9DDDD939C986}" destId="{5375D639-8150-4274-84B4-CCC9F9F17B48}" srcOrd="0" destOrd="0" presId="urn:microsoft.com/office/officeart/2005/8/layout/hierarchy2"/>
    <dgm:cxn modelId="{B50E3806-6BB2-47A7-A1D9-AD1E45958AE6}" type="presParOf" srcId="{70D292FD-1397-48FC-A643-9DDDD939C986}" destId="{7D17A080-5F5F-4245-9A5B-9E951996C54A}" srcOrd="1" destOrd="0" presId="urn:microsoft.com/office/officeart/2005/8/layout/hierarchy2"/>
    <dgm:cxn modelId="{9935F734-F691-45C9-8EB2-F6B55C5EAC83}" type="presParOf" srcId="{BDB23304-05C1-438D-A7B0-D3E1CAD2617C}" destId="{1E5AC67C-37C2-4B4F-938B-A5CBE24F5A4E}" srcOrd="2" destOrd="0" presId="urn:microsoft.com/office/officeart/2005/8/layout/hierarchy2"/>
    <dgm:cxn modelId="{614B2E3B-12CE-448C-8735-1B5E84C0FB8A}" type="presParOf" srcId="{1E5AC67C-37C2-4B4F-938B-A5CBE24F5A4E}" destId="{3245390C-9367-48E6-8553-78F4B79BA3B7}" srcOrd="0" destOrd="0" presId="urn:microsoft.com/office/officeart/2005/8/layout/hierarchy2"/>
    <dgm:cxn modelId="{B5FC69C1-3B67-454C-B1FE-8561E04108EF}" type="presParOf" srcId="{BDB23304-05C1-438D-A7B0-D3E1CAD2617C}" destId="{EE1B45D7-6F78-4017-A5E2-093E07C56B5E}" srcOrd="3" destOrd="0" presId="urn:microsoft.com/office/officeart/2005/8/layout/hierarchy2"/>
    <dgm:cxn modelId="{5C8B1764-1CC4-4D0F-AB61-6D9217D0DC8B}" type="presParOf" srcId="{EE1B45D7-6F78-4017-A5E2-093E07C56B5E}" destId="{68212C23-5B5B-4085-AF0E-4164FC520F4B}" srcOrd="0" destOrd="0" presId="urn:microsoft.com/office/officeart/2005/8/layout/hierarchy2"/>
    <dgm:cxn modelId="{34CA231C-116E-4A0E-B7FC-72483026F224}" type="presParOf" srcId="{EE1B45D7-6F78-4017-A5E2-093E07C56B5E}" destId="{6E1A2B8C-21CD-415B-9B0F-BB84D73C850E}" srcOrd="1" destOrd="0" presId="urn:microsoft.com/office/officeart/2005/8/layout/hierarchy2"/>
    <dgm:cxn modelId="{E7AC2F79-401B-41E7-AAD1-A33EF788CD1E}" type="presParOf" srcId="{6E1A2B8C-21CD-415B-9B0F-BB84D73C850E}" destId="{98C5D584-FB13-479A-9F34-21B20FB2E17C}" srcOrd="0" destOrd="0" presId="urn:microsoft.com/office/officeart/2005/8/layout/hierarchy2"/>
    <dgm:cxn modelId="{83F568F2-24CE-47C9-B9F3-1F535343A273}" type="presParOf" srcId="{98C5D584-FB13-479A-9F34-21B20FB2E17C}" destId="{D31DF225-7CDA-4F95-A19A-3CAD71A8BAC1}" srcOrd="0" destOrd="0" presId="urn:microsoft.com/office/officeart/2005/8/layout/hierarchy2"/>
    <dgm:cxn modelId="{11340CCA-D9F7-4350-8D09-7DCC36EC4ECF}" type="presParOf" srcId="{6E1A2B8C-21CD-415B-9B0F-BB84D73C850E}" destId="{64E7B417-4A9B-49BA-BDF9-7C63AF52A9D8}" srcOrd="1" destOrd="0" presId="urn:microsoft.com/office/officeart/2005/8/layout/hierarchy2"/>
    <dgm:cxn modelId="{535416E9-DC68-42F4-9D12-AA61C4E1BA1C}" type="presParOf" srcId="{64E7B417-4A9B-49BA-BDF9-7C63AF52A9D8}" destId="{4150AA58-BE4E-4493-B866-045C2F02009A}" srcOrd="0" destOrd="0" presId="urn:microsoft.com/office/officeart/2005/8/layout/hierarchy2"/>
    <dgm:cxn modelId="{4DD50986-CC92-4A5E-8748-7B06A76625E0}" type="presParOf" srcId="{64E7B417-4A9B-49BA-BDF9-7C63AF52A9D8}" destId="{50309324-B344-4443-9ED4-CB78A9CFAB7D}" srcOrd="1" destOrd="0" presId="urn:microsoft.com/office/officeart/2005/8/layout/hierarchy2"/>
    <dgm:cxn modelId="{23D89338-9246-47A9-A121-22807C6A481E}" type="presParOf" srcId="{BDB23304-05C1-438D-A7B0-D3E1CAD2617C}" destId="{7E7B2D9E-B9F2-4939-8EA3-C5DE91F09B34}" srcOrd="4" destOrd="0" presId="urn:microsoft.com/office/officeart/2005/8/layout/hierarchy2"/>
    <dgm:cxn modelId="{E6D8DBE9-F1B3-4718-9C35-01F1CF2B8412}" type="presParOf" srcId="{7E7B2D9E-B9F2-4939-8EA3-C5DE91F09B34}" destId="{CFA0D3F2-8DC6-4428-96FF-A6C7135FB530}" srcOrd="0" destOrd="0" presId="urn:microsoft.com/office/officeart/2005/8/layout/hierarchy2"/>
    <dgm:cxn modelId="{51BDB5CD-0046-4D79-836E-117655E24B60}" type="presParOf" srcId="{BDB23304-05C1-438D-A7B0-D3E1CAD2617C}" destId="{9C63E5AD-769B-4BBF-9F52-9D605CEFDED9}" srcOrd="5" destOrd="0" presId="urn:microsoft.com/office/officeart/2005/8/layout/hierarchy2"/>
    <dgm:cxn modelId="{369DED37-2DEC-4200-ACB3-B1F9E33084A2}" type="presParOf" srcId="{9C63E5AD-769B-4BBF-9F52-9D605CEFDED9}" destId="{51066E2A-AAA3-4F89-A997-DE640F7B388D}" srcOrd="0" destOrd="0" presId="urn:microsoft.com/office/officeart/2005/8/layout/hierarchy2"/>
    <dgm:cxn modelId="{C5F0E818-A1DC-4B1D-9620-1F45F8095FE8}" type="presParOf" srcId="{9C63E5AD-769B-4BBF-9F52-9D605CEFDED9}" destId="{0ED77228-5C68-4AC3-90D4-71553D22DA2C}" srcOrd="1" destOrd="0" presId="urn:microsoft.com/office/officeart/2005/8/layout/hierarchy2"/>
    <dgm:cxn modelId="{BAD42EFA-ECDD-44F0-8974-015DF6C99299}" type="presParOf" srcId="{0ED77228-5C68-4AC3-90D4-71553D22DA2C}" destId="{860D4BAF-6872-4733-A341-5B7C88CB7A58}" srcOrd="0" destOrd="0" presId="urn:microsoft.com/office/officeart/2005/8/layout/hierarchy2"/>
    <dgm:cxn modelId="{54DBC399-5EDB-44ED-BB27-755F75AC65A8}" type="presParOf" srcId="{860D4BAF-6872-4733-A341-5B7C88CB7A58}" destId="{3923E039-5A55-4293-B415-3E0654A5F2BA}" srcOrd="0" destOrd="0" presId="urn:microsoft.com/office/officeart/2005/8/layout/hierarchy2"/>
    <dgm:cxn modelId="{1A077A68-9FA3-475D-A33F-E6DE6AF049E8}" type="presParOf" srcId="{0ED77228-5C68-4AC3-90D4-71553D22DA2C}" destId="{B224725C-2C5C-4385-867D-47BE3645B97E}" srcOrd="1" destOrd="0" presId="urn:microsoft.com/office/officeart/2005/8/layout/hierarchy2"/>
    <dgm:cxn modelId="{94024092-0F8E-4552-9CCC-E35D890459C0}" type="presParOf" srcId="{B224725C-2C5C-4385-867D-47BE3645B97E}" destId="{D7533169-A3E9-428B-B6DE-594668500C87}" srcOrd="0" destOrd="0" presId="urn:microsoft.com/office/officeart/2005/8/layout/hierarchy2"/>
    <dgm:cxn modelId="{DA6F31EB-F4F8-4095-9DE5-DCA55BAE458D}" type="presParOf" srcId="{B224725C-2C5C-4385-867D-47BE3645B97E}" destId="{E3040328-B13F-47FA-85F8-C5E3A9FA3504}" srcOrd="1" destOrd="0" presId="urn:microsoft.com/office/officeart/2005/8/layout/hierarchy2"/>
    <dgm:cxn modelId="{AF33F245-89BF-478B-9907-8B13FE811754}" type="presParOf" srcId="{BDB23304-05C1-438D-A7B0-D3E1CAD2617C}" destId="{2EB22128-7818-483E-BEAD-1BDF72A0B4A0}" srcOrd="6" destOrd="0" presId="urn:microsoft.com/office/officeart/2005/8/layout/hierarchy2"/>
    <dgm:cxn modelId="{E3B593AE-65FE-4202-8E6B-08296391DA11}" type="presParOf" srcId="{2EB22128-7818-483E-BEAD-1BDF72A0B4A0}" destId="{EA832CC8-847E-4FA7-B402-CD9508AAD5E5}" srcOrd="0" destOrd="0" presId="urn:microsoft.com/office/officeart/2005/8/layout/hierarchy2"/>
    <dgm:cxn modelId="{EF0A9A50-EF76-4196-8C59-F0ABB660E1FB}" type="presParOf" srcId="{BDB23304-05C1-438D-A7B0-D3E1CAD2617C}" destId="{10995CB1-D938-4872-A96A-AB7DB574272B}" srcOrd="7" destOrd="0" presId="urn:microsoft.com/office/officeart/2005/8/layout/hierarchy2"/>
    <dgm:cxn modelId="{55F585D9-085F-48DC-BFEE-33E8C5DDCF1B}" type="presParOf" srcId="{10995CB1-D938-4872-A96A-AB7DB574272B}" destId="{76CCB2CD-1056-4C08-81F5-10CC72E5855B}" srcOrd="0" destOrd="0" presId="urn:microsoft.com/office/officeart/2005/8/layout/hierarchy2"/>
    <dgm:cxn modelId="{3CB93389-3421-45A5-B2DB-508D064CDAE7}" type="presParOf" srcId="{10995CB1-D938-4872-A96A-AB7DB574272B}" destId="{6B97E085-1F0E-44AC-B6A0-1D53FCE11BE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9DE559B-BAB1-4968-80D2-CBD3BB563B2D}" type="doc">
      <dgm:prSet loTypeId="urn:microsoft.com/office/officeart/2005/8/layout/hProcess9" loCatId="process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zh-CN" altLang="en-US"/>
        </a:p>
      </dgm:t>
    </dgm:pt>
    <dgm:pt modelId="{CE765D97-B3BD-4391-892C-31CA63A4646C}">
      <dgm:prSet custT="1"/>
      <dgm:spPr/>
      <dgm:t>
        <a:bodyPr/>
        <a:lstStyle/>
        <a:p>
          <a:pPr rtl="0"/>
          <a:r>
            <a:rPr lang="zh-CN" altLang="en-US" sz="1800" b="1" dirty="0" smtClean="0"/>
            <a:t>系统的硬件、软件和执行机构集成在一起进行整体测试</a:t>
          </a:r>
          <a:endParaRPr lang="zh-CN" altLang="en-US" sz="1800" b="1" dirty="0"/>
        </a:p>
      </dgm:t>
    </dgm:pt>
    <dgm:pt modelId="{D57F35B4-334C-40F3-854F-D79D22310C74}" type="parTrans" cxnId="{534D802F-C44E-4E13-8FDD-875F84D6C4A1}">
      <dgm:prSet/>
      <dgm:spPr/>
      <dgm:t>
        <a:bodyPr/>
        <a:lstStyle/>
        <a:p>
          <a:endParaRPr lang="zh-CN" altLang="en-US" sz="1800" b="1"/>
        </a:p>
      </dgm:t>
    </dgm:pt>
    <dgm:pt modelId="{3B3C2F07-5686-462C-8C80-8C0E2F786497}" type="sibTrans" cxnId="{534D802F-C44E-4E13-8FDD-875F84D6C4A1}">
      <dgm:prSet/>
      <dgm:spPr/>
      <dgm:t>
        <a:bodyPr/>
        <a:lstStyle/>
        <a:p>
          <a:endParaRPr lang="zh-CN" altLang="en-US" sz="1800" b="1"/>
        </a:p>
      </dgm:t>
    </dgm:pt>
    <dgm:pt modelId="{AA7A3DB4-77B0-457A-A560-F35FA21BADC3}">
      <dgm:prSet custT="1"/>
      <dgm:spPr/>
      <dgm:t>
        <a:bodyPr/>
        <a:lstStyle/>
        <a:p>
          <a:pPr rtl="0"/>
          <a:r>
            <a:rPr lang="zh-CN" altLang="en-US" sz="1800" b="1" smtClean="0"/>
            <a:t>检验系统是否满足实际需求</a:t>
          </a:r>
          <a:endParaRPr lang="zh-CN" altLang="en-US" sz="1800" b="1"/>
        </a:p>
      </dgm:t>
    </dgm:pt>
    <dgm:pt modelId="{A1B84A33-7B13-437C-B420-4E5BDA28048C}" type="parTrans" cxnId="{F4AA91A8-B15C-4342-895B-CD9AF3270DC4}">
      <dgm:prSet/>
      <dgm:spPr/>
      <dgm:t>
        <a:bodyPr/>
        <a:lstStyle/>
        <a:p>
          <a:endParaRPr lang="zh-CN" altLang="en-US" sz="1800" b="1"/>
        </a:p>
      </dgm:t>
    </dgm:pt>
    <dgm:pt modelId="{0AF03E29-4B74-409F-80C8-B9A5A3409702}" type="sibTrans" cxnId="{F4AA91A8-B15C-4342-895B-CD9AF3270DC4}">
      <dgm:prSet/>
      <dgm:spPr/>
      <dgm:t>
        <a:bodyPr/>
        <a:lstStyle/>
        <a:p>
          <a:endParaRPr lang="zh-CN" altLang="en-US" sz="1800" b="1"/>
        </a:p>
      </dgm:t>
    </dgm:pt>
    <dgm:pt modelId="{3126BBCD-E682-4E4C-BC1C-049753415F72}">
      <dgm:prSet custT="1"/>
      <dgm:spPr/>
      <dgm:t>
        <a:bodyPr/>
        <a:lstStyle/>
        <a:p>
          <a:pPr rtl="0"/>
          <a:r>
            <a:rPr lang="zh-CN" sz="1800" b="1" smtClean="0"/>
            <a:t>发现存在的问题和</a:t>
          </a:r>
          <a:r>
            <a:rPr lang="en-US" sz="1800" b="1" smtClean="0"/>
            <a:t>Bug</a:t>
          </a:r>
          <a:r>
            <a:rPr lang="zh-CN" sz="1800" b="1" smtClean="0"/>
            <a:t>，并改进设计过程中的不足之处。</a:t>
          </a:r>
          <a:endParaRPr lang="zh-CN" sz="1800" b="1"/>
        </a:p>
      </dgm:t>
    </dgm:pt>
    <dgm:pt modelId="{78F51196-EBF4-4963-86EA-E434A4A6EE18}" type="parTrans" cxnId="{984FFD6C-6361-4CB6-85AA-F06B52D5CFA3}">
      <dgm:prSet/>
      <dgm:spPr/>
      <dgm:t>
        <a:bodyPr/>
        <a:lstStyle/>
        <a:p>
          <a:endParaRPr lang="zh-CN" altLang="en-US" sz="1800" b="1"/>
        </a:p>
      </dgm:t>
    </dgm:pt>
    <dgm:pt modelId="{C6E5BE4A-21C9-4830-9F38-7DA4C024EADD}" type="sibTrans" cxnId="{984FFD6C-6361-4CB6-85AA-F06B52D5CFA3}">
      <dgm:prSet/>
      <dgm:spPr/>
      <dgm:t>
        <a:bodyPr/>
        <a:lstStyle/>
        <a:p>
          <a:endParaRPr lang="zh-CN" altLang="en-US" sz="1800" b="1"/>
        </a:p>
      </dgm:t>
    </dgm:pt>
    <dgm:pt modelId="{F905A258-E88A-448B-A74F-032D085C3FE4}" type="pres">
      <dgm:prSet presAssocID="{49DE559B-BAB1-4968-80D2-CBD3BB563B2D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F38069F-FB30-4631-BB28-A169953437EF}" type="pres">
      <dgm:prSet presAssocID="{49DE559B-BAB1-4968-80D2-CBD3BB563B2D}" presName="arrow" presStyleLbl="bgShp" presStyleIdx="0" presStyleCnt="1"/>
      <dgm:spPr/>
    </dgm:pt>
    <dgm:pt modelId="{096968A1-C5E9-4A34-BADB-4A90463A63ED}" type="pres">
      <dgm:prSet presAssocID="{49DE559B-BAB1-4968-80D2-CBD3BB563B2D}" presName="linearProcess" presStyleCnt="0"/>
      <dgm:spPr/>
    </dgm:pt>
    <dgm:pt modelId="{307CAE90-248F-416F-8BC5-4D7AFA79FBCB}" type="pres">
      <dgm:prSet presAssocID="{CE765D97-B3BD-4391-892C-31CA63A4646C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ED519AF-F5A3-47BD-8EAE-3E2616612C89}" type="pres">
      <dgm:prSet presAssocID="{3B3C2F07-5686-462C-8C80-8C0E2F786497}" presName="sibTrans" presStyleCnt="0"/>
      <dgm:spPr/>
    </dgm:pt>
    <dgm:pt modelId="{79004B8D-2EF3-4F56-BF5B-D28F703C32DF}" type="pres">
      <dgm:prSet presAssocID="{AA7A3DB4-77B0-457A-A560-F35FA21BADC3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130BB18-F9F1-4EA0-9CF3-B8E16BCD410C}" type="pres">
      <dgm:prSet presAssocID="{0AF03E29-4B74-409F-80C8-B9A5A3409702}" presName="sibTrans" presStyleCnt="0"/>
      <dgm:spPr/>
    </dgm:pt>
    <dgm:pt modelId="{9EDF1FEF-42B3-4642-B791-988E4CC2B1BF}" type="pres">
      <dgm:prSet presAssocID="{3126BBCD-E682-4E4C-BC1C-049753415F72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84FFD6C-6361-4CB6-85AA-F06B52D5CFA3}" srcId="{49DE559B-BAB1-4968-80D2-CBD3BB563B2D}" destId="{3126BBCD-E682-4E4C-BC1C-049753415F72}" srcOrd="2" destOrd="0" parTransId="{78F51196-EBF4-4963-86EA-E434A4A6EE18}" sibTransId="{C6E5BE4A-21C9-4830-9F38-7DA4C024EADD}"/>
    <dgm:cxn modelId="{534D802F-C44E-4E13-8FDD-875F84D6C4A1}" srcId="{49DE559B-BAB1-4968-80D2-CBD3BB563B2D}" destId="{CE765D97-B3BD-4391-892C-31CA63A4646C}" srcOrd="0" destOrd="0" parTransId="{D57F35B4-334C-40F3-854F-D79D22310C74}" sibTransId="{3B3C2F07-5686-462C-8C80-8C0E2F786497}"/>
    <dgm:cxn modelId="{20B3D0A7-787C-42FB-9AC5-40911DA94B0B}" type="presOf" srcId="{3126BBCD-E682-4E4C-BC1C-049753415F72}" destId="{9EDF1FEF-42B3-4642-B791-988E4CC2B1BF}" srcOrd="0" destOrd="0" presId="urn:microsoft.com/office/officeart/2005/8/layout/hProcess9"/>
    <dgm:cxn modelId="{8AAB78FC-63F2-4F35-8157-341837BE4FFD}" type="presOf" srcId="{CE765D97-B3BD-4391-892C-31CA63A4646C}" destId="{307CAE90-248F-416F-8BC5-4D7AFA79FBCB}" srcOrd="0" destOrd="0" presId="urn:microsoft.com/office/officeart/2005/8/layout/hProcess9"/>
    <dgm:cxn modelId="{F4AA91A8-B15C-4342-895B-CD9AF3270DC4}" srcId="{49DE559B-BAB1-4968-80D2-CBD3BB563B2D}" destId="{AA7A3DB4-77B0-457A-A560-F35FA21BADC3}" srcOrd="1" destOrd="0" parTransId="{A1B84A33-7B13-437C-B420-4E5BDA28048C}" sibTransId="{0AF03E29-4B74-409F-80C8-B9A5A3409702}"/>
    <dgm:cxn modelId="{FA3DA494-073D-49AF-B3B2-4E54B75AF21B}" type="presOf" srcId="{49DE559B-BAB1-4968-80D2-CBD3BB563B2D}" destId="{F905A258-E88A-448B-A74F-032D085C3FE4}" srcOrd="0" destOrd="0" presId="urn:microsoft.com/office/officeart/2005/8/layout/hProcess9"/>
    <dgm:cxn modelId="{06D85749-DACD-4299-91BC-A8194EBC9327}" type="presOf" srcId="{AA7A3DB4-77B0-457A-A560-F35FA21BADC3}" destId="{79004B8D-2EF3-4F56-BF5B-D28F703C32DF}" srcOrd="0" destOrd="0" presId="urn:microsoft.com/office/officeart/2005/8/layout/hProcess9"/>
    <dgm:cxn modelId="{9D0ABDEB-9B83-4FA9-B6E1-E85F4DF0C67A}" type="presParOf" srcId="{F905A258-E88A-448B-A74F-032D085C3FE4}" destId="{FF38069F-FB30-4631-BB28-A169953437EF}" srcOrd="0" destOrd="0" presId="urn:microsoft.com/office/officeart/2005/8/layout/hProcess9"/>
    <dgm:cxn modelId="{54549999-FDD0-4FDF-97B9-1BF309C506D4}" type="presParOf" srcId="{F905A258-E88A-448B-A74F-032D085C3FE4}" destId="{096968A1-C5E9-4A34-BADB-4A90463A63ED}" srcOrd="1" destOrd="0" presId="urn:microsoft.com/office/officeart/2005/8/layout/hProcess9"/>
    <dgm:cxn modelId="{9E5BAEA9-58EC-4534-B71E-94EEB617D826}" type="presParOf" srcId="{096968A1-C5E9-4A34-BADB-4A90463A63ED}" destId="{307CAE90-248F-416F-8BC5-4D7AFA79FBCB}" srcOrd="0" destOrd="0" presId="urn:microsoft.com/office/officeart/2005/8/layout/hProcess9"/>
    <dgm:cxn modelId="{00A2A677-E70C-4CCC-8E07-9E11F828F117}" type="presParOf" srcId="{096968A1-C5E9-4A34-BADB-4A90463A63ED}" destId="{1ED519AF-F5A3-47BD-8EAE-3E2616612C89}" srcOrd="1" destOrd="0" presId="urn:microsoft.com/office/officeart/2005/8/layout/hProcess9"/>
    <dgm:cxn modelId="{F054D917-BE4B-47F7-BE78-1F36942EB962}" type="presParOf" srcId="{096968A1-C5E9-4A34-BADB-4A90463A63ED}" destId="{79004B8D-2EF3-4F56-BF5B-D28F703C32DF}" srcOrd="2" destOrd="0" presId="urn:microsoft.com/office/officeart/2005/8/layout/hProcess9"/>
    <dgm:cxn modelId="{1ADC9F43-3017-4301-8DD7-386F5A82D697}" type="presParOf" srcId="{096968A1-C5E9-4A34-BADB-4A90463A63ED}" destId="{1130BB18-F9F1-4EA0-9CF3-B8E16BCD410C}" srcOrd="3" destOrd="0" presId="urn:microsoft.com/office/officeart/2005/8/layout/hProcess9"/>
    <dgm:cxn modelId="{1C308239-5188-43DE-8090-7358DAD5A927}" type="presParOf" srcId="{096968A1-C5E9-4A34-BADB-4A90463A63ED}" destId="{9EDF1FEF-42B3-4642-B791-988E4CC2B1BF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CC53618-126A-4EC8-9F88-E05ED6105640}" type="doc">
      <dgm:prSet loTypeId="urn:microsoft.com/office/officeart/2005/8/layout/hProcess11" loCatId="process" qsTypeId="urn:microsoft.com/office/officeart/2005/8/quickstyle/simple1" qsCatId="simple" csTypeId="urn:microsoft.com/office/officeart/2005/8/colors/colorful3" csCatId="colorful" phldr="1"/>
      <dgm:spPr/>
    </dgm:pt>
    <dgm:pt modelId="{32435BCB-E233-408D-8DBD-D99DA9B77216}">
      <dgm:prSet phldrT="[文本]" custT="1"/>
      <dgm:spPr/>
      <dgm:t>
        <a:bodyPr/>
        <a:lstStyle/>
        <a:p>
          <a:r>
            <a:rPr lang="en-US" sz="1600" b="1" dirty="0" smtClean="0"/>
            <a:t>1.1 </a:t>
          </a:r>
          <a:r>
            <a:rPr lang="zh-CN" sz="1600" b="1" dirty="0" smtClean="0"/>
            <a:t>信息技术的发展</a:t>
          </a:r>
          <a:endParaRPr lang="zh-CN" altLang="en-US" sz="1600" dirty="0"/>
        </a:p>
      </dgm:t>
    </dgm:pt>
    <dgm:pt modelId="{FF46D6CE-56E3-4B7C-9120-2535FC11ECB5}" type="parTrans" cxnId="{50121C89-D362-4998-893D-81474B943FE0}">
      <dgm:prSet/>
      <dgm:spPr/>
      <dgm:t>
        <a:bodyPr/>
        <a:lstStyle/>
        <a:p>
          <a:endParaRPr lang="zh-CN" altLang="en-US" sz="1200"/>
        </a:p>
      </dgm:t>
    </dgm:pt>
    <dgm:pt modelId="{29A6593A-0DCA-4C68-9888-8BA840F82C29}" type="sibTrans" cxnId="{50121C89-D362-4998-893D-81474B943FE0}">
      <dgm:prSet/>
      <dgm:spPr/>
      <dgm:t>
        <a:bodyPr/>
        <a:lstStyle/>
        <a:p>
          <a:endParaRPr lang="zh-CN" altLang="en-US" sz="1200"/>
        </a:p>
      </dgm:t>
    </dgm:pt>
    <dgm:pt modelId="{EEA2592B-E3A3-4540-A1A9-3648BC0CB873}">
      <dgm:prSet phldrT="[文本]" custT="1"/>
      <dgm:spPr/>
      <dgm:t>
        <a:bodyPr/>
        <a:lstStyle/>
        <a:p>
          <a:r>
            <a:rPr lang="en-US" sz="1600" b="1" dirty="0" smtClean="0"/>
            <a:t>1.2 </a:t>
          </a:r>
          <a:r>
            <a:rPr lang="zh-CN" sz="1600" b="1" dirty="0" smtClean="0"/>
            <a:t>嵌入式系统</a:t>
          </a:r>
          <a:endParaRPr lang="en-US" altLang="zh-CN" sz="1600" b="1" dirty="0" smtClean="0"/>
        </a:p>
      </dgm:t>
    </dgm:pt>
    <dgm:pt modelId="{D7A50667-9FD6-42A2-88B7-7EDAF7DDDE05}" type="parTrans" cxnId="{AFD79D02-E5F5-43AB-85A9-D7361F6299B1}">
      <dgm:prSet/>
      <dgm:spPr/>
      <dgm:t>
        <a:bodyPr/>
        <a:lstStyle/>
        <a:p>
          <a:endParaRPr lang="zh-CN" altLang="en-US" sz="1200"/>
        </a:p>
      </dgm:t>
    </dgm:pt>
    <dgm:pt modelId="{3AADD8C0-41FF-4C37-ADC3-597C05FBDA3E}" type="sibTrans" cxnId="{AFD79D02-E5F5-43AB-85A9-D7361F6299B1}">
      <dgm:prSet/>
      <dgm:spPr/>
      <dgm:t>
        <a:bodyPr/>
        <a:lstStyle/>
        <a:p>
          <a:endParaRPr lang="zh-CN" altLang="en-US" sz="1200"/>
        </a:p>
      </dgm:t>
    </dgm:pt>
    <dgm:pt modelId="{69CBB2BF-1EE5-4F97-BA19-E0176F82FE85}">
      <dgm:prSet phldrT="[文本]" custT="1"/>
      <dgm:spPr/>
      <dgm:t>
        <a:bodyPr/>
        <a:lstStyle/>
        <a:p>
          <a:r>
            <a:rPr lang="en-US" sz="1600" b="1" dirty="0" smtClean="0"/>
            <a:t>1.3 </a:t>
          </a:r>
          <a:r>
            <a:rPr lang="zh-CN" sz="1600" b="1" dirty="0" smtClean="0"/>
            <a:t>嵌入式初学者杂谈</a:t>
          </a:r>
          <a:endParaRPr lang="zh-CN" altLang="en-US" sz="1600" dirty="0"/>
        </a:p>
      </dgm:t>
    </dgm:pt>
    <dgm:pt modelId="{33D2D998-9F69-4DB4-85B0-9315E1E09FAC}" type="parTrans" cxnId="{26CBD708-7236-43E0-9DBD-F04BCAFFAFE1}">
      <dgm:prSet/>
      <dgm:spPr/>
      <dgm:t>
        <a:bodyPr/>
        <a:lstStyle/>
        <a:p>
          <a:endParaRPr lang="zh-CN" altLang="en-US" sz="1200"/>
        </a:p>
      </dgm:t>
    </dgm:pt>
    <dgm:pt modelId="{3BFDF452-0FDF-43D3-A8F1-2D55FD14CF6F}" type="sibTrans" cxnId="{26CBD708-7236-43E0-9DBD-F04BCAFFAFE1}">
      <dgm:prSet/>
      <dgm:spPr/>
      <dgm:t>
        <a:bodyPr/>
        <a:lstStyle/>
        <a:p>
          <a:endParaRPr lang="zh-CN" altLang="en-US" sz="1200"/>
        </a:p>
      </dgm:t>
    </dgm:pt>
    <dgm:pt modelId="{58F18DBD-EC13-4E5A-A546-AA4D22F0B0EA}">
      <dgm:prSet phldrT="[文本]" custT="1"/>
      <dgm:spPr/>
      <dgm:t>
        <a:bodyPr/>
        <a:lstStyle/>
        <a:p>
          <a:r>
            <a:rPr lang="en-US" sz="1600" b="1" dirty="0" smtClean="0"/>
            <a:t>1.4 </a:t>
          </a:r>
          <a:r>
            <a:rPr lang="zh-CN" sz="1600" b="1" dirty="0" smtClean="0"/>
            <a:t>嵌入式系统开发流程</a:t>
          </a:r>
          <a:endParaRPr lang="zh-CN" altLang="en-US" sz="1600" dirty="0"/>
        </a:p>
      </dgm:t>
    </dgm:pt>
    <dgm:pt modelId="{2FF7B4FD-A2D4-43AD-A13F-957D73074884}" type="parTrans" cxnId="{BB308977-E603-4EF9-B0EC-D6E31A31F69A}">
      <dgm:prSet/>
      <dgm:spPr/>
      <dgm:t>
        <a:bodyPr/>
        <a:lstStyle/>
        <a:p>
          <a:endParaRPr lang="zh-CN" altLang="en-US" sz="1200"/>
        </a:p>
      </dgm:t>
    </dgm:pt>
    <dgm:pt modelId="{A36CB10E-AC0E-44DB-A9D5-03F10827DCD3}" type="sibTrans" cxnId="{BB308977-E603-4EF9-B0EC-D6E31A31F69A}">
      <dgm:prSet/>
      <dgm:spPr/>
      <dgm:t>
        <a:bodyPr/>
        <a:lstStyle/>
        <a:p>
          <a:endParaRPr lang="zh-CN" altLang="en-US" sz="1200"/>
        </a:p>
      </dgm:t>
    </dgm:pt>
    <dgm:pt modelId="{D4613716-A78F-4158-8AEA-8AEB23CD2CB7}">
      <dgm:prSet phldrT="[文本]" custT="1"/>
      <dgm:spPr/>
      <dgm:t>
        <a:bodyPr/>
        <a:lstStyle/>
        <a:p>
          <a:r>
            <a:rPr lang="zh-CN" altLang="en-US" sz="1600" dirty="0" smtClean="0"/>
            <a:t>计算机的诞生、通用信息处理、人工智能</a:t>
          </a:r>
          <a:endParaRPr lang="zh-CN" altLang="en-US" sz="1600" dirty="0"/>
        </a:p>
      </dgm:t>
    </dgm:pt>
    <dgm:pt modelId="{13065B85-4F44-43EF-AEE2-FBAD4226E437}" type="parTrans" cxnId="{A11C3A00-320C-43A8-A814-BC7D1CA6555B}">
      <dgm:prSet/>
      <dgm:spPr/>
      <dgm:t>
        <a:bodyPr/>
        <a:lstStyle/>
        <a:p>
          <a:endParaRPr lang="zh-CN" altLang="en-US"/>
        </a:p>
      </dgm:t>
    </dgm:pt>
    <dgm:pt modelId="{39AA8885-510F-427A-8DF6-FD4D9292A9EF}" type="sibTrans" cxnId="{A11C3A00-320C-43A8-A814-BC7D1CA6555B}">
      <dgm:prSet/>
      <dgm:spPr/>
      <dgm:t>
        <a:bodyPr/>
        <a:lstStyle/>
        <a:p>
          <a:endParaRPr lang="zh-CN" altLang="en-US"/>
        </a:p>
      </dgm:t>
    </dgm:pt>
    <dgm:pt modelId="{CCDDB0B5-9612-4BB0-9B5A-B3640B0636DF}">
      <dgm:prSet phldrT="[文本]" custT="1"/>
      <dgm:spPr/>
      <dgm:t>
        <a:bodyPr/>
        <a:lstStyle/>
        <a:p>
          <a:r>
            <a:rPr lang="zh-CN" altLang="en-US" sz="1600" dirty="0" smtClean="0"/>
            <a:t>案例分析、概念、嵌入式与物联网</a:t>
          </a:r>
          <a:endParaRPr lang="zh-CN" altLang="en-US" sz="1600" dirty="0"/>
        </a:p>
      </dgm:t>
    </dgm:pt>
    <dgm:pt modelId="{69ACFA1D-B085-45F8-AB85-57480D22DE0D}" type="parTrans" cxnId="{435ECF66-F5D7-4BF9-AE59-BD4A39E84143}">
      <dgm:prSet/>
      <dgm:spPr/>
      <dgm:t>
        <a:bodyPr/>
        <a:lstStyle/>
        <a:p>
          <a:endParaRPr lang="zh-CN" altLang="en-US"/>
        </a:p>
      </dgm:t>
    </dgm:pt>
    <dgm:pt modelId="{1E39C0BA-C2F3-4A86-AE1B-E70AA57E4994}" type="sibTrans" cxnId="{435ECF66-F5D7-4BF9-AE59-BD4A39E84143}">
      <dgm:prSet/>
      <dgm:spPr/>
      <dgm:t>
        <a:bodyPr/>
        <a:lstStyle/>
        <a:p>
          <a:endParaRPr lang="zh-CN" altLang="en-US"/>
        </a:p>
      </dgm:t>
    </dgm:pt>
    <dgm:pt modelId="{191E4296-C34D-48CF-A625-9ED1854BAB00}">
      <dgm:prSet/>
      <dgm:spPr/>
      <dgm:t>
        <a:bodyPr/>
        <a:lstStyle/>
        <a:p>
          <a:r>
            <a:rPr lang="en-US" altLang="zh-CN" sz="1600" dirty="0" smtClean="0"/>
            <a:t>MCU</a:t>
          </a:r>
          <a:r>
            <a:rPr lang="zh-CN" altLang="en-US" sz="1600" dirty="0" smtClean="0"/>
            <a:t>、</a:t>
          </a:r>
          <a:r>
            <a:rPr lang="en-US" altLang="zh-CN" sz="1600" dirty="0" smtClean="0"/>
            <a:t>MPU</a:t>
          </a:r>
          <a:r>
            <a:rPr lang="zh-CN" altLang="en-US" sz="1600" dirty="0" smtClean="0"/>
            <a:t>、</a:t>
          </a:r>
          <a:r>
            <a:rPr lang="en-US" altLang="zh-CN" sz="1600" dirty="0" smtClean="0"/>
            <a:t>ARM</a:t>
          </a:r>
          <a:r>
            <a:rPr lang="zh-CN" altLang="en-US" sz="1600" dirty="0" smtClean="0"/>
            <a:t>等</a:t>
          </a:r>
          <a:endParaRPr lang="zh-CN" altLang="en-US" sz="1600" dirty="0"/>
        </a:p>
      </dgm:t>
    </dgm:pt>
    <dgm:pt modelId="{73DE56AB-FD59-4FBE-BEF7-0BB5F75A52C2}" type="parTrans" cxnId="{87222EF8-5708-4784-933B-FE56031076A9}">
      <dgm:prSet/>
      <dgm:spPr/>
      <dgm:t>
        <a:bodyPr/>
        <a:lstStyle/>
        <a:p>
          <a:endParaRPr lang="zh-CN" altLang="en-US"/>
        </a:p>
      </dgm:t>
    </dgm:pt>
    <dgm:pt modelId="{8D11B8F4-3AA9-4DF3-B0FF-FC53828B7942}" type="sibTrans" cxnId="{87222EF8-5708-4784-933B-FE56031076A9}">
      <dgm:prSet/>
      <dgm:spPr/>
      <dgm:t>
        <a:bodyPr/>
        <a:lstStyle/>
        <a:p>
          <a:endParaRPr lang="zh-CN" altLang="en-US"/>
        </a:p>
      </dgm:t>
    </dgm:pt>
    <dgm:pt modelId="{7215CF09-15DB-4B95-A073-58C2D2CE36C3}">
      <dgm:prSet/>
      <dgm:spPr/>
      <dgm:t>
        <a:bodyPr/>
        <a:lstStyle/>
        <a:p>
          <a:r>
            <a:rPr lang="zh-CN" altLang="en-US" sz="1600" dirty="0" smtClean="0"/>
            <a:t>需求分析、总体分析、软硬件设计、系统测试</a:t>
          </a:r>
          <a:endParaRPr lang="zh-CN" altLang="en-US" sz="1600" dirty="0"/>
        </a:p>
      </dgm:t>
    </dgm:pt>
    <dgm:pt modelId="{B3DE48F4-9614-445C-B887-6A8D2D299C51}" type="parTrans" cxnId="{2A66B3DA-6035-4AB1-AB79-3B1BE065CCE6}">
      <dgm:prSet/>
      <dgm:spPr/>
      <dgm:t>
        <a:bodyPr/>
        <a:lstStyle/>
        <a:p>
          <a:endParaRPr lang="zh-CN" altLang="en-US"/>
        </a:p>
      </dgm:t>
    </dgm:pt>
    <dgm:pt modelId="{63CF92F0-7194-4F1C-9786-EE343A0B2195}" type="sibTrans" cxnId="{2A66B3DA-6035-4AB1-AB79-3B1BE065CCE6}">
      <dgm:prSet/>
      <dgm:spPr/>
      <dgm:t>
        <a:bodyPr/>
        <a:lstStyle/>
        <a:p>
          <a:endParaRPr lang="zh-CN" altLang="en-US"/>
        </a:p>
      </dgm:t>
    </dgm:pt>
    <dgm:pt modelId="{9DD65AB1-D251-4F54-BCB6-AD75066DFE40}" type="pres">
      <dgm:prSet presAssocID="{FCC53618-126A-4EC8-9F88-E05ED6105640}" presName="Name0" presStyleCnt="0">
        <dgm:presLayoutVars>
          <dgm:dir/>
          <dgm:resizeHandles val="exact"/>
        </dgm:presLayoutVars>
      </dgm:prSet>
      <dgm:spPr/>
    </dgm:pt>
    <dgm:pt modelId="{5ED96C06-48AD-4160-A882-29F4FF73762D}" type="pres">
      <dgm:prSet presAssocID="{FCC53618-126A-4EC8-9F88-E05ED6105640}" presName="arrow" presStyleLbl="bgShp" presStyleIdx="0" presStyleCnt="1"/>
      <dgm:spPr/>
    </dgm:pt>
    <dgm:pt modelId="{2A311A97-5DF2-44A4-AA04-30DE3E9740EF}" type="pres">
      <dgm:prSet presAssocID="{FCC53618-126A-4EC8-9F88-E05ED6105640}" presName="points" presStyleCnt="0"/>
      <dgm:spPr/>
    </dgm:pt>
    <dgm:pt modelId="{FEC1A144-4D01-4776-B525-DFAA02B295FB}" type="pres">
      <dgm:prSet presAssocID="{32435BCB-E233-408D-8DBD-D99DA9B77216}" presName="compositeA" presStyleCnt="0"/>
      <dgm:spPr/>
    </dgm:pt>
    <dgm:pt modelId="{992B5232-681B-4DF3-83F3-1F320FDC2B6E}" type="pres">
      <dgm:prSet presAssocID="{32435BCB-E233-408D-8DBD-D99DA9B77216}" presName="textA" presStyleLbl="revTx" presStyleIdx="0" presStyleCnt="4" custScaleX="10707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7623D39-30AD-4BFE-A568-4D406AA5EDD2}" type="pres">
      <dgm:prSet presAssocID="{32435BCB-E233-408D-8DBD-D99DA9B77216}" presName="circleA" presStyleLbl="node1" presStyleIdx="0" presStyleCnt="4"/>
      <dgm:spPr/>
    </dgm:pt>
    <dgm:pt modelId="{CA4FE84B-83BC-4297-8F1B-D4593E21A3B1}" type="pres">
      <dgm:prSet presAssocID="{32435BCB-E233-408D-8DBD-D99DA9B77216}" presName="spaceA" presStyleCnt="0"/>
      <dgm:spPr/>
    </dgm:pt>
    <dgm:pt modelId="{4D9FDF3A-419B-4BF7-B2F6-A1571FEEB645}" type="pres">
      <dgm:prSet presAssocID="{29A6593A-0DCA-4C68-9888-8BA840F82C29}" presName="space" presStyleCnt="0"/>
      <dgm:spPr/>
    </dgm:pt>
    <dgm:pt modelId="{5E7F9F27-6DB3-4E84-AB5C-F4617A89A2D3}" type="pres">
      <dgm:prSet presAssocID="{EEA2592B-E3A3-4540-A1A9-3648BC0CB873}" presName="compositeB" presStyleCnt="0"/>
      <dgm:spPr/>
    </dgm:pt>
    <dgm:pt modelId="{D33F7A2E-C1A6-4A79-B69E-0A24BCD8AA73}" type="pres">
      <dgm:prSet presAssocID="{EEA2592B-E3A3-4540-A1A9-3648BC0CB873}" presName="textB" presStyleLbl="revTx" presStyleIdx="1" presStyleCnt="4" custScaleX="12631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9B69805-5830-4D0B-913F-D73F14BF90FD}" type="pres">
      <dgm:prSet presAssocID="{EEA2592B-E3A3-4540-A1A9-3648BC0CB873}" presName="circleB" presStyleLbl="node1" presStyleIdx="1" presStyleCnt="4"/>
      <dgm:spPr/>
    </dgm:pt>
    <dgm:pt modelId="{EC925D28-3429-481A-99D1-87C27EB982E9}" type="pres">
      <dgm:prSet presAssocID="{EEA2592B-E3A3-4540-A1A9-3648BC0CB873}" presName="spaceB" presStyleCnt="0"/>
      <dgm:spPr/>
    </dgm:pt>
    <dgm:pt modelId="{2CE2C9F9-64F2-43C1-8830-7889CE780E70}" type="pres">
      <dgm:prSet presAssocID="{3AADD8C0-41FF-4C37-ADC3-597C05FBDA3E}" presName="space" presStyleCnt="0"/>
      <dgm:spPr/>
    </dgm:pt>
    <dgm:pt modelId="{4B172B1D-8CA9-4C0D-8508-A92CCF6F7008}" type="pres">
      <dgm:prSet presAssocID="{69CBB2BF-1EE5-4F97-BA19-E0176F82FE85}" presName="compositeA" presStyleCnt="0"/>
      <dgm:spPr/>
    </dgm:pt>
    <dgm:pt modelId="{1736D43B-06BB-4027-8744-D536290F392D}" type="pres">
      <dgm:prSet presAssocID="{69CBB2BF-1EE5-4F97-BA19-E0176F82FE85}" presName="textA" presStyleLbl="revTx" presStyleIdx="2" presStyleCnt="4" custScaleX="10892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489D848-D156-4EAE-A40D-65531B20CD24}" type="pres">
      <dgm:prSet presAssocID="{69CBB2BF-1EE5-4F97-BA19-E0176F82FE85}" presName="circleA" presStyleLbl="node1" presStyleIdx="2" presStyleCnt="4"/>
      <dgm:spPr/>
    </dgm:pt>
    <dgm:pt modelId="{25DBA6AF-09C8-4AB1-9FAE-39ED032C9C36}" type="pres">
      <dgm:prSet presAssocID="{69CBB2BF-1EE5-4F97-BA19-E0176F82FE85}" presName="spaceA" presStyleCnt="0"/>
      <dgm:spPr/>
    </dgm:pt>
    <dgm:pt modelId="{B18268D6-A0AC-45FB-9569-51460BBFF1B4}" type="pres">
      <dgm:prSet presAssocID="{3BFDF452-0FDF-43D3-A8F1-2D55FD14CF6F}" presName="space" presStyleCnt="0"/>
      <dgm:spPr/>
    </dgm:pt>
    <dgm:pt modelId="{EEE71870-49BB-4F7D-8E34-B2599AE2108F}" type="pres">
      <dgm:prSet presAssocID="{58F18DBD-EC13-4E5A-A546-AA4D22F0B0EA}" presName="compositeB" presStyleCnt="0"/>
      <dgm:spPr/>
    </dgm:pt>
    <dgm:pt modelId="{BB842937-45FA-4E7F-B203-124493D7EB78}" type="pres">
      <dgm:prSet presAssocID="{58F18DBD-EC13-4E5A-A546-AA4D22F0B0EA}" presName="textB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A733F6E-8AC1-48DC-897A-19FC546B3E2E}" type="pres">
      <dgm:prSet presAssocID="{58F18DBD-EC13-4E5A-A546-AA4D22F0B0EA}" presName="circleB" presStyleLbl="node1" presStyleIdx="3" presStyleCnt="4"/>
      <dgm:spPr/>
    </dgm:pt>
    <dgm:pt modelId="{925F0282-3A33-4FA4-B9CB-3167200A37DC}" type="pres">
      <dgm:prSet presAssocID="{58F18DBD-EC13-4E5A-A546-AA4D22F0B0EA}" presName="spaceB" presStyleCnt="0"/>
      <dgm:spPr/>
    </dgm:pt>
  </dgm:ptLst>
  <dgm:cxnLst>
    <dgm:cxn modelId="{26CBD708-7236-43E0-9DBD-F04BCAFFAFE1}" srcId="{FCC53618-126A-4EC8-9F88-E05ED6105640}" destId="{69CBB2BF-1EE5-4F97-BA19-E0176F82FE85}" srcOrd="2" destOrd="0" parTransId="{33D2D998-9F69-4DB4-85B0-9315E1E09FAC}" sibTransId="{3BFDF452-0FDF-43D3-A8F1-2D55FD14CF6F}"/>
    <dgm:cxn modelId="{435ECF66-F5D7-4BF9-AE59-BD4A39E84143}" srcId="{EEA2592B-E3A3-4540-A1A9-3648BC0CB873}" destId="{CCDDB0B5-9612-4BB0-9B5A-B3640B0636DF}" srcOrd="0" destOrd="0" parTransId="{69ACFA1D-B085-45F8-AB85-57480D22DE0D}" sibTransId="{1E39C0BA-C2F3-4A86-AE1B-E70AA57E4994}"/>
    <dgm:cxn modelId="{BB308977-E603-4EF9-B0EC-D6E31A31F69A}" srcId="{FCC53618-126A-4EC8-9F88-E05ED6105640}" destId="{58F18DBD-EC13-4E5A-A546-AA4D22F0B0EA}" srcOrd="3" destOrd="0" parTransId="{2FF7B4FD-A2D4-43AD-A13F-957D73074884}" sibTransId="{A36CB10E-AC0E-44DB-A9D5-03F10827DCD3}"/>
    <dgm:cxn modelId="{AFD79D02-E5F5-43AB-85A9-D7361F6299B1}" srcId="{FCC53618-126A-4EC8-9F88-E05ED6105640}" destId="{EEA2592B-E3A3-4540-A1A9-3648BC0CB873}" srcOrd="1" destOrd="0" parTransId="{D7A50667-9FD6-42A2-88B7-7EDAF7DDDE05}" sibTransId="{3AADD8C0-41FF-4C37-ADC3-597C05FBDA3E}"/>
    <dgm:cxn modelId="{24397504-A518-49B5-B91B-A66738E4FB90}" type="presOf" srcId="{FCC53618-126A-4EC8-9F88-E05ED6105640}" destId="{9DD65AB1-D251-4F54-BCB6-AD75066DFE40}" srcOrd="0" destOrd="0" presId="urn:microsoft.com/office/officeart/2005/8/layout/hProcess11"/>
    <dgm:cxn modelId="{91AC4ACB-D7A9-49D0-9187-C12E900814DD}" type="presOf" srcId="{58F18DBD-EC13-4E5A-A546-AA4D22F0B0EA}" destId="{BB842937-45FA-4E7F-B203-124493D7EB78}" srcOrd="0" destOrd="0" presId="urn:microsoft.com/office/officeart/2005/8/layout/hProcess11"/>
    <dgm:cxn modelId="{E868783D-4458-4E86-8DD2-2D31963EC0FE}" type="presOf" srcId="{191E4296-C34D-48CF-A625-9ED1854BAB00}" destId="{1736D43B-06BB-4027-8744-D536290F392D}" srcOrd="0" destOrd="1" presId="urn:microsoft.com/office/officeart/2005/8/layout/hProcess11"/>
    <dgm:cxn modelId="{6852ED5A-83D4-418F-A05C-B7EEFF97C65B}" type="presOf" srcId="{69CBB2BF-1EE5-4F97-BA19-E0176F82FE85}" destId="{1736D43B-06BB-4027-8744-D536290F392D}" srcOrd="0" destOrd="0" presId="urn:microsoft.com/office/officeart/2005/8/layout/hProcess11"/>
    <dgm:cxn modelId="{C5387159-1B7D-4E54-A34E-59662DF1839E}" type="presOf" srcId="{7215CF09-15DB-4B95-A073-58C2D2CE36C3}" destId="{BB842937-45FA-4E7F-B203-124493D7EB78}" srcOrd="0" destOrd="1" presId="urn:microsoft.com/office/officeart/2005/8/layout/hProcess11"/>
    <dgm:cxn modelId="{2A66B3DA-6035-4AB1-AB79-3B1BE065CCE6}" srcId="{58F18DBD-EC13-4E5A-A546-AA4D22F0B0EA}" destId="{7215CF09-15DB-4B95-A073-58C2D2CE36C3}" srcOrd="0" destOrd="0" parTransId="{B3DE48F4-9614-445C-B887-6A8D2D299C51}" sibTransId="{63CF92F0-7194-4F1C-9786-EE343A0B2195}"/>
    <dgm:cxn modelId="{E7CBFC8B-1E63-4AB6-8E38-AB4326712FDE}" type="presOf" srcId="{EEA2592B-E3A3-4540-A1A9-3648BC0CB873}" destId="{D33F7A2E-C1A6-4A79-B69E-0A24BCD8AA73}" srcOrd="0" destOrd="0" presId="urn:microsoft.com/office/officeart/2005/8/layout/hProcess11"/>
    <dgm:cxn modelId="{1C14FCC3-03D7-4FD6-AA66-0206DED3A999}" type="presOf" srcId="{32435BCB-E233-408D-8DBD-D99DA9B77216}" destId="{992B5232-681B-4DF3-83F3-1F320FDC2B6E}" srcOrd="0" destOrd="0" presId="urn:microsoft.com/office/officeart/2005/8/layout/hProcess11"/>
    <dgm:cxn modelId="{C0380918-4F7F-49F8-84DA-059058ACA176}" type="presOf" srcId="{D4613716-A78F-4158-8AEA-8AEB23CD2CB7}" destId="{992B5232-681B-4DF3-83F3-1F320FDC2B6E}" srcOrd="0" destOrd="1" presId="urn:microsoft.com/office/officeart/2005/8/layout/hProcess11"/>
    <dgm:cxn modelId="{87222EF8-5708-4784-933B-FE56031076A9}" srcId="{69CBB2BF-1EE5-4F97-BA19-E0176F82FE85}" destId="{191E4296-C34D-48CF-A625-9ED1854BAB00}" srcOrd="0" destOrd="0" parTransId="{73DE56AB-FD59-4FBE-BEF7-0BB5F75A52C2}" sibTransId="{8D11B8F4-3AA9-4DF3-B0FF-FC53828B7942}"/>
    <dgm:cxn modelId="{50121C89-D362-4998-893D-81474B943FE0}" srcId="{FCC53618-126A-4EC8-9F88-E05ED6105640}" destId="{32435BCB-E233-408D-8DBD-D99DA9B77216}" srcOrd="0" destOrd="0" parTransId="{FF46D6CE-56E3-4B7C-9120-2535FC11ECB5}" sibTransId="{29A6593A-0DCA-4C68-9888-8BA840F82C29}"/>
    <dgm:cxn modelId="{D088CF97-12EE-43AB-88F4-0EC202D26CB0}" type="presOf" srcId="{CCDDB0B5-9612-4BB0-9B5A-B3640B0636DF}" destId="{D33F7A2E-C1A6-4A79-B69E-0A24BCD8AA73}" srcOrd="0" destOrd="1" presId="urn:microsoft.com/office/officeart/2005/8/layout/hProcess11"/>
    <dgm:cxn modelId="{A11C3A00-320C-43A8-A814-BC7D1CA6555B}" srcId="{32435BCB-E233-408D-8DBD-D99DA9B77216}" destId="{D4613716-A78F-4158-8AEA-8AEB23CD2CB7}" srcOrd="0" destOrd="0" parTransId="{13065B85-4F44-43EF-AEE2-FBAD4226E437}" sibTransId="{39AA8885-510F-427A-8DF6-FD4D9292A9EF}"/>
    <dgm:cxn modelId="{8BE46084-493E-4813-A0DB-C1AD2C0E4AC5}" type="presParOf" srcId="{9DD65AB1-D251-4F54-BCB6-AD75066DFE40}" destId="{5ED96C06-48AD-4160-A882-29F4FF73762D}" srcOrd="0" destOrd="0" presId="urn:microsoft.com/office/officeart/2005/8/layout/hProcess11"/>
    <dgm:cxn modelId="{7164FE27-CFE9-4D90-8B98-02045A43F65C}" type="presParOf" srcId="{9DD65AB1-D251-4F54-BCB6-AD75066DFE40}" destId="{2A311A97-5DF2-44A4-AA04-30DE3E9740EF}" srcOrd="1" destOrd="0" presId="urn:microsoft.com/office/officeart/2005/8/layout/hProcess11"/>
    <dgm:cxn modelId="{40EE3B43-68F4-4F84-B32A-D5FD84942EF8}" type="presParOf" srcId="{2A311A97-5DF2-44A4-AA04-30DE3E9740EF}" destId="{FEC1A144-4D01-4776-B525-DFAA02B295FB}" srcOrd="0" destOrd="0" presId="urn:microsoft.com/office/officeart/2005/8/layout/hProcess11"/>
    <dgm:cxn modelId="{A58109D4-2553-43A8-BA4E-07DBBE45EF1B}" type="presParOf" srcId="{FEC1A144-4D01-4776-B525-DFAA02B295FB}" destId="{992B5232-681B-4DF3-83F3-1F320FDC2B6E}" srcOrd="0" destOrd="0" presId="urn:microsoft.com/office/officeart/2005/8/layout/hProcess11"/>
    <dgm:cxn modelId="{E15B9B24-4479-4856-A042-E8621010C218}" type="presParOf" srcId="{FEC1A144-4D01-4776-B525-DFAA02B295FB}" destId="{07623D39-30AD-4BFE-A568-4D406AA5EDD2}" srcOrd="1" destOrd="0" presId="urn:microsoft.com/office/officeart/2005/8/layout/hProcess11"/>
    <dgm:cxn modelId="{2A5E5216-6EA0-408D-BC48-95335B78C590}" type="presParOf" srcId="{FEC1A144-4D01-4776-B525-DFAA02B295FB}" destId="{CA4FE84B-83BC-4297-8F1B-D4593E21A3B1}" srcOrd="2" destOrd="0" presId="urn:microsoft.com/office/officeart/2005/8/layout/hProcess11"/>
    <dgm:cxn modelId="{C1E15AEF-DDAF-4097-A895-E5145CC603A2}" type="presParOf" srcId="{2A311A97-5DF2-44A4-AA04-30DE3E9740EF}" destId="{4D9FDF3A-419B-4BF7-B2F6-A1571FEEB645}" srcOrd="1" destOrd="0" presId="urn:microsoft.com/office/officeart/2005/8/layout/hProcess11"/>
    <dgm:cxn modelId="{5AB7669B-4056-48F8-80B9-5A96A69F29CE}" type="presParOf" srcId="{2A311A97-5DF2-44A4-AA04-30DE3E9740EF}" destId="{5E7F9F27-6DB3-4E84-AB5C-F4617A89A2D3}" srcOrd="2" destOrd="0" presId="urn:microsoft.com/office/officeart/2005/8/layout/hProcess11"/>
    <dgm:cxn modelId="{43BAAF27-F8A9-49FC-8334-4F278F2F28FA}" type="presParOf" srcId="{5E7F9F27-6DB3-4E84-AB5C-F4617A89A2D3}" destId="{D33F7A2E-C1A6-4A79-B69E-0A24BCD8AA73}" srcOrd="0" destOrd="0" presId="urn:microsoft.com/office/officeart/2005/8/layout/hProcess11"/>
    <dgm:cxn modelId="{2726F327-0B7C-43E9-9585-4E59865C6AFC}" type="presParOf" srcId="{5E7F9F27-6DB3-4E84-AB5C-F4617A89A2D3}" destId="{59B69805-5830-4D0B-913F-D73F14BF90FD}" srcOrd="1" destOrd="0" presId="urn:microsoft.com/office/officeart/2005/8/layout/hProcess11"/>
    <dgm:cxn modelId="{93606203-95C1-4C3E-9783-14630ED7D23D}" type="presParOf" srcId="{5E7F9F27-6DB3-4E84-AB5C-F4617A89A2D3}" destId="{EC925D28-3429-481A-99D1-87C27EB982E9}" srcOrd="2" destOrd="0" presId="urn:microsoft.com/office/officeart/2005/8/layout/hProcess11"/>
    <dgm:cxn modelId="{729D8655-A92C-4214-AEF5-C3822CC7F126}" type="presParOf" srcId="{2A311A97-5DF2-44A4-AA04-30DE3E9740EF}" destId="{2CE2C9F9-64F2-43C1-8830-7889CE780E70}" srcOrd="3" destOrd="0" presId="urn:microsoft.com/office/officeart/2005/8/layout/hProcess11"/>
    <dgm:cxn modelId="{CA74A304-E77C-4164-8EDE-8424178EE1CB}" type="presParOf" srcId="{2A311A97-5DF2-44A4-AA04-30DE3E9740EF}" destId="{4B172B1D-8CA9-4C0D-8508-A92CCF6F7008}" srcOrd="4" destOrd="0" presId="urn:microsoft.com/office/officeart/2005/8/layout/hProcess11"/>
    <dgm:cxn modelId="{C0B93238-AF1A-44DA-AF55-4B26466BBC0D}" type="presParOf" srcId="{4B172B1D-8CA9-4C0D-8508-A92CCF6F7008}" destId="{1736D43B-06BB-4027-8744-D536290F392D}" srcOrd="0" destOrd="0" presId="urn:microsoft.com/office/officeart/2005/8/layout/hProcess11"/>
    <dgm:cxn modelId="{A511DE9F-3DF0-45A6-9631-6FCAFD11AD73}" type="presParOf" srcId="{4B172B1D-8CA9-4C0D-8508-A92CCF6F7008}" destId="{D489D848-D156-4EAE-A40D-65531B20CD24}" srcOrd="1" destOrd="0" presId="urn:microsoft.com/office/officeart/2005/8/layout/hProcess11"/>
    <dgm:cxn modelId="{316C1B3A-C5B3-4A37-8D2A-D40F37150E73}" type="presParOf" srcId="{4B172B1D-8CA9-4C0D-8508-A92CCF6F7008}" destId="{25DBA6AF-09C8-4AB1-9FAE-39ED032C9C36}" srcOrd="2" destOrd="0" presId="urn:microsoft.com/office/officeart/2005/8/layout/hProcess11"/>
    <dgm:cxn modelId="{76A4B7FC-318F-4125-B379-2E626D969208}" type="presParOf" srcId="{2A311A97-5DF2-44A4-AA04-30DE3E9740EF}" destId="{B18268D6-A0AC-45FB-9569-51460BBFF1B4}" srcOrd="5" destOrd="0" presId="urn:microsoft.com/office/officeart/2005/8/layout/hProcess11"/>
    <dgm:cxn modelId="{E6A6ABE2-19D8-44EF-81DC-AF9CE8EFA070}" type="presParOf" srcId="{2A311A97-5DF2-44A4-AA04-30DE3E9740EF}" destId="{EEE71870-49BB-4F7D-8E34-B2599AE2108F}" srcOrd="6" destOrd="0" presId="urn:microsoft.com/office/officeart/2005/8/layout/hProcess11"/>
    <dgm:cxn modelId="{ECA5614E-2008-417A-A2C1-722671D74A79}" type="presParOf" srcId="{EEE71870-49BB-4F7D-8E34-B2599AE2108F}" destId="{BB842937-45FA-4E7F-B203-124493D7EB78}" srcOrd="0" destOrd="0" presId="urn:microsoft.com/office/officeart/2005/8/layout/hProcess11"/>
    <dgm:cxn modelId="{7121C063-C0BA-4B97-820A-910DFF0D3240}" type="presParOf" srcId="{EEE71870-49BB-4F7D-8E34-B2599AE2108F}" destId="{EA733F6E-8AC1-48DC-897A-19FC546B3E2E}" srcOrd="1" destOrd="0" presId="urn:microsoft.com/office/officeart/2005/8/layout/hProcess11"/>
    <dgm:cxn modelId="{3AED2139-7BC9-4A6C-B848-A06F97242DC4}" type="presParOf" srcId="{EEE71870-49BB-4F7D-8E34-B2599AE2108F}" destId="{925F0282-3A33-4FA4-B9CB-3167200A37DC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B12B0-8ED7-423A-98C2-ACC6EE7F5834}">
      <dsp:nvSpPr>
        <dsp:cNvPr id="0" name=""/>
        <dsp:cNvSpPr/>
      </dsp:nvSpPr>
      <dsp:spPr>
        <a:xfrm rot="10800000">
          <a:off x="648076" y="919"/>
          <a:ext cx="5040550" cy="58045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5963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1.1 </a:t>
          </a:r>
          <a:r>
            <a:rPr lang="zh-CN" altLang="zh-CN" sz="2000" b="1" kern="1200" dirty="0" smtClean="0"/>
            <a:t>信息技术的发展</a:t>
          </a:r>
          <a:endParaRPr lang="zh-CN" sz="2000" b="1" kern="1200" dirty="0"/>
        </a:p>
      </dsp:txBody>
      <dsp:txXfrm rot="10800000">
        <a:off x="793189" y="919"/>
        <a:ext cx="4895437" cy="580451"/>
      </dsp:txXfrm>
    </dsp:sp>
    <dsp:sp modelId="{BD893DEC-F94E-4CFD-8B1D-44EBE27F01D8}">
      <dsp:nvSpPr>
        <dsp:cNvPr id="0" name=""/>
        <dsp:cNvSpPr/>
      </dsp:nvSpPr>
      <dsp:spPr>
        <a:xfrm>
          <a:off x="216021" y="919"/>
          <a:ext cx="580451" cy="580451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D22E1E6-691D-45DB-B730-1DC2060C8198}">
      <dsp:nvSpPr>
        <dsp:cNvPr id="0" name=""/>
        <dsp:cNvSpPr/>
      </dsp:nvSpPr>
      <dsp:spPr>
        <a:xfrm rot="10800000">
          <a:off x="648076" y="754640"/>
          <a:ext cx="5040550" cy="58045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5963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1.2 </a:t>
          </a:r>
          <a:r>
            <a:rPr lang="zh-CN" altLang="zh-CN" sz="2000" b="1" kern="1200" dirty="0" smtClean="0"/>
            <a:t>嵌入式系统</a:t>
          </a:r>
          <a:endParaRPr lang="zh-CN" sz="2000" b="1" kern="1200" dirty="0"/>
        </a:p>
      </dsp:txBody>
      <dsp:txXfrm rot="10800000">
        <a:off x="793189" y="754640"/>
        <a:ext cx="4895437" cy="580451"/>
      </dsp:txXfrm>
    </dsp:sp>
    <dsp:sp modelId="{536BAE9F-688B-43CA-8A61-824EE17C80DA}">
      <dsp:nvSpPr>
        <dsp:cNvPr id="0" name=""/>
        <dsp:cNvSpPr/>
      </dsp:nvSpPr>
      <dsp:spPr>
        <a:xfrm>
          <a:off x="216021" y="754640"/>
          <a:ext cx="580451" cy="580451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C9106F8-718B-46E5-8FB7-F18DA0278976}">
      <dsp:nvSpPr>
        <dsp:cNvPr id="0" name=""/>
        <dsp:cNvSpPr/>
      </dsp:nvSpPr>
      <dsp:spPr>
        <a:xfrm rot="10800000">
          <a:off x="648076" y="1508361"/>
          <a:ext cx="5040550" cy="58045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5963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1.3 </a:t>
          </a:r>
          <a:r>
            <a:rPr lang="zh-CN" sz="2000" b="1" kern="1200" dirty="0" smtClean="0"/>
            <a:t>嵌入式初学者杂谈</a:t>
          </a:r>
          <a:endParaRPr lang="zh-CN" sz="2000" b="1" kern="1200" dirty="0"/>
        </a:p>
      </dsp:txBody>
      <dsp:txXfrm rot="10800000">
        <a:off x="793189" y="1508361"/>
        <a:ext cx="4895437" cy="580451"/>
      </dsp:txXfrm>
    </dsp:sp>
    <dsp:sp modelId="{25EE83B5-9181-4312-AF69-76E7DB3C707E}">
      <dsp:nvSpPr>
        <dsp:cNvPr id="0" name=""/>
        <dsp:cNvSpPr/>
      </dsp:nvSpPr>
      <dsp:spPr>
        <a:xfrm>
          <a:off x="216021" y="1508361"/>
          <a:ext cx="580451" cy="580451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35A3AB3-63F8-4F31-988A-9E80790E6293}">
      <dsp:nvSpPr>
        <dsp:cNvPr id="0" name=""/>
        <dsp:cNvSpPr/>
      </dsp:nvSpPr>
      <dsp:spPr>
        <a:xfrm rot="10800000">
          <a:off x="648076" y="2262082"/>
          <a:ext cx="5040550" cy="58045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5963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1.4 </a:t>
          </a:r>
          <a:r>
            <a:rPr lang="zh-CN" altLang="en-US" sz="2000" b="1" kern="1200" dirty="0" smtClean="0"/>
            <a:t>嵌入式系统开发流程</a:t>
          </a:r>
          <a:endParaRPr lang="zh-CN" sz="2000" b="1" kern="1200" dirty="0"/>
        </a:p>
      </dsp:txBody>
      <dsp:txXfrm rot="10800000">
        <a:off x="793189" y="2262082"/>
        <a:ext cx="4895437" cy="580451"/>
      </dsp:txXfrm>
    </dsp:sp>
    <dsp:sp modelId="{0C3694C7-984D-47CB-A08D-A02A50F9B642}">
      <dsp:nvSpPr>
        <dsp:cNvPr id="0" name=""/>
        <dsp:cNvSpPr/>
      </dsp:nvSpPr>
      <dsp:spPr>
        <a:xfrm>
          <a:off x="200709" y="2252871"/>
          <a:ext cx="580451" cy="580451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D2C38F-8429-4C93-85F4-E4C53B202BC8}">
      <dsp:nvSpPr>
        <dsp:cNvPr id="0" name=""/>
        <dsp:cNvSpPr/>
      </dsp:nvSpPr>
      <dsp:spPr>
        <a:xfrm>
          <a:off x="0" y="384831"/>
          <a:ext cx="60960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9D40E1-B36A-40B2-87FA-45006C4AEF6F}">
      <dsp:nvSpPr>
        <dsp:cNvPr id="0" name=""/>
        <dsp:cNvSpPr/>
      </dsp:nvSpPr>
      <dsp:spPr>
        <a:xfrm>
          <a:off x="304800" y="45351"/>
          <a:ext cx="5636373" cy="6789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1.3.1 </a:t>
          </a:r>
          <a:r>
            <a:rPr lang="en-US" sz="2000" b="1" kern="1200" dirty="0" err="1" smtClean="0"/>
            <a:t>MCU</a:t>
          </a:r>
          <a:r>
            <a:rPr lang="zh-CN" sz="2000" b="1" kern="1200" dirty="0" smtClean="0"/>
            <a:t>、</a:t>
          </a:r>
          <a:r>
            <a:rPr lang="en-US" sz="2000" b="1" kern="1200" dirty="0" err="1" smtClean="0"/>
            <a:t>MPU</a:t>
          </a:r>
          <a:r>
            <a:rPr lang="zh-CN" sz="2000" b="1" kern="1200" dirty="0" smtClean="0"/>
            <a:t>、</a:t>
          </a:r>
          <a:r>
            <a:rPr lang="en-US" sz="2000" b="1" kern="1200" dirty="0" smtClean="0"/>
            <a:t>ARM</a:t>
          </a:r>
          <a:r>
            <a:rPr lang="zh-CN" sz="2000" b="1" kern="1200" dirty="0" smtClean="0"/>
            <a:t>、</a:t>
          </a:r>
          <a:r>
            <a:rPr lang="en-US" sz="2000" b="1" kern="1200" dirty="0" err="1" smtClean="0"/>
            <a:t>FPGA</a:t>
          </a:r>
          <a:r>
            <a:rPr lang="zh-CN" sz="2000" b="1" kern="1200" dirty="0" smtClean="0"/>
            <a:t>、</a:t>
          </a:r>
          <a:r>
            <a:rPr lang="en-US" sz="2000" b="1" kern="1200" dirty="0" smtClean="0"/>
            <a:t>DSP</a:t>
          </a:r>
          <a:r>
            <a:rPr lang="zh-CN" sz="2000" b="1" kern="1200" dirty="0" smtClean="0"/>
            <a:t>是</a:t>
          </a:r>
          <a:r>
            <a:rPr lang="zh-CN" altLang="en-US" sz="2000" b="1" kern="1200" dirty="0" smtClean="0"/>
            <a:t>概念</a:t>
          </a:r>
          <a:endParaRPr lang="zh-CN" altLang="en-US" sz="2000" kern="1200" dirty="0"/>
        </a:p>
      </dsp:txBody>
      <dsp:txXfrm>
        <a:off x="337944" y="78495"/>
        <a:ext cx="5570085" cy="612672"/>
      </dsp:txXfrm>
    </dsp:sp>
    <dsp:sp modelId="{69952E9B-7483-4002-9018-817B3C00F752}">
      <dsp:nvSpPr>
        <dsp:cNvPr id="0" name=""/>
        <dsp:cNvSpPr/>
      </dsp:nvSpPr>
      <dsp:spPr>
        <a:xfrm>
          <a:off x="0" y="1428111"/>
          <a:ext cx="60960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F4D55A-7A94-40A8-96CD-105212BE9DAF}">
      <dsp:nvSpPr>
        <dsp:cNvPr id="0" name=""/>
        <dsp:cNvSpPr/>
      </dsp:nvSpPr>
      <dsp:spPr>
        <a:xfrm>
          <a:off x="304800" y="1088631"/>
          <a:ext cx="5636373" cy="678960"/>
        </a:xfrm>
        <a:prstGeom prst="round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1.3.2 </a:t>
          </a:r>
          <a:r>
            <a:rPr lang="en-US" sz="2000" b="1" kern="1200" dirty="0" err="1" smtClean="0"/>
            <a:t>MCU</a:t>
          </a:r>
          <a:r>
            <a:rPr lang="zh-CN" sz="2000" b="1" kern="1200" dirty="0" smtClean="0"/>
            <a:t>开发与</a:t>
          </a:r>
          <a:r>
            <a:rPr lang="en-US" sz="2000" b="1" kern="1200" dirty="0" smtClean="0"/>
            <a:t>ARM-Linux</a:t>
          </a:r>
          <a:r>
            <a:rPr lang="zh-CN" sz="2000" b="1" kern="1200" dirty="0" smtClean="0"/>
            <a:t>开发的区别</a:t>
          </a:r>
          <a:endParaRPr lang="zh-CN" altLang="en-US" sz="2000" kern="1200" dirty="0"/>
        </a:p>
      </dsp:txBody>
      <dsp:txXfrm>
        <a:off x="337944" y="1121775"/>
        <a:ext cx="5570085" cy="612672"/>
      </dsp:txXfrm>
    </dsp:sp>
    <dsp:sp modelId="{92EB6063-ABF7-4783-B60E-4F37681AC211}">
      <dsp:nvSpPr>
        <dsp:cNvPr id="0" name=""/>
        <dsp:cNvSpPr/>
      </dsp:nvSpPr>
      <dsp:spPr>
        <a:xfrm>
          <a:off x="0" y="2471391"/>
          <a:ext cx="60960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8CE923-C658-489F-BEDF-E8946C8333FF}">
      <dsp:nvSpPr>
        <dsp:cNvPr id="0" name=""/>
        <dsp:cNvSpPr/>
      </dsp:nvSpPr>
      <dsp:spPr>
        <a:xfrm>
          <a:off x="304800" y="2131912"/>
          <a:ext cx="5636373" cy="67896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1.3.3 </a:t>
          </a:r>
          <a:r>
            <a:rPr lang="zh-CN" sz="2000" b="1" kern="1200" dirty="0" smtClean="0"/>
            <a:t>开源硬件</a:t>
          </a:r>
          <a:r>
            <a:rPr lang="en-US" sz="2000" b="1" kern="1200" dirty="0" err="1" smtClean="0"/>
            <a:t>Arduino</a:t>
          </a:r>
          <a:r>
            <a:rPr lang="zh-CN" sz="2000" b="1" kern="1200" dirty="0" smtClean="0"/>
            <a:t>和树莓派</a:t>
          </a:r>
          <a:endParaRPr lang="zh-CN" altLang="en-US" sz="2000" kern="1200" dirty="0"/>
        </a:p>
      </dsp:txBody>
      <dsp:txXfrm>
        <a:off x="337944" y="2165056"/>
        <a:ext cx="5570085" cy="6126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7D7282-03D3-470C-A008-7719907DBE92}">
      <dsp:nvSpPr>
        <dsp:cNvPr id="0" name=""/>
        <dsp:cNvSpPr/>
      </dsp:nvSpPr>
      <dsp:spPr>
        <a:xfrm>
          <a:off x="3884167" y="1896337"/>
          <a:ext cx="5493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9377" y="45720"/>
              </a:lnTo>
            </a:path>
          </a:pathLst>
        </a:custGeom>
        <a:noFill/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7B9EB-94D5-419A-8156-34580DF02658}">
      <dsp:nvSpPr>
        <dsp:cNvPr id="0" name=""/>
        <dsp:cNvSpPr/>
      </dsp:nvSpPr>
      <dsp:spPr>
        <a:xfrm>
          <a:off x="1534397" y="1277306"/>
          <a:ext cx="549377" cy="6647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4688" y="0"/>
              </a:lnTo>
              <a:lnTo>
                <a:pt x="274688" y="664751"/>
              </a:lnTo>
              <a:lnTo>
                <a:pt x="549377" y="664751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8CFB2E-BF33-4785-858D-85E6C717D7A5}">
      <dsp:nvSpPr>
        <dsp:cNvPr id="0" name=""/>
        <dsp:cNvSpPr/>
      </dsp:nvSpPr>
      <dsp:spPr>
        <a:xfrm>
          <a:off x="3903972" y="560170"/>
          <a:ext cx="5493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9377" y="45720"/>
              </a:lnTo>
            </a:path>
          </a:pathLst>
        </a:custGeom>
        <a:noFill/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E5C9F6-6260-4A30-AB16-D9C0C893F75D}">
      <dsp:nvSpPr>
        <dsp:cNvPr id="0" name=""/>
        <dsp:cNvSpPr/>
      </dsp:nvSpPr>
      <dsp:spPr>
        <a:xfrm>
          <a:off x="1534397" y="605890"/>
          <a:ext cx="549377" cy="671415"/>
        </a:xfrm>
        <a:custGeom>
          <a:avLst/>
          <a:gdLst/>
          <a:ahLst/>
          <a:cxnLst/>
          <a:rect l="0" t="0" r="0" b="0"/>
          <a:pathLst>
            <a:path>
              <a:moveTo>
                <a:pt x="0" y="671415"/>
              </a:moveTo>
              <a:lnTo>
                <a:pt x="274688" y="671415"/>
              </a:lnTo>
              <a:lnTo>
                <a:pt x="274688" y="0"/>
              </a:lnTo>
              <a:lnTo>
                <a:pt x="549377" y="0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075BAB-483A-441F-858C-DE3FE38FF61F}">
      <dsp:nvSpPr>
        <dsp:cNvPr id="0" name=""/>
        <dsp:cNvSpPr/>
      </dsp:nvSpPr>
      <dsp:spPr>
        <a:xfrm>
          <a:off x="563" y="850513"/>
          <a:ext cx="1533834" cy="85358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嵌入式系统</a:t>
          </a:r>
          <a:endParaRPr lang="en-US" altLang="zh-CN" sz="1800" b="1" kern="1200" dirty="0" smtClean="0"/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的需求</a:t>
          </a:r>
        </a:p>
      </dsp:txBody>
      <dsp:txXfrm>
        <a:off x="563" y="850513"/>
        <a:ext cx="1533834" cy="853584"/>
      </dsp:txXfrm>
    </dsp:sp>
    <dsp:sp modelId="{185FEF55-B507-41DD-AD3E-11914C49CEFE}">
      <dsp:nvSpPr>
        <dsp:cNvPr id="0" name=""/>
        <dsp:cNvSpPr/>
      </dsp:nvSpPr>
      <dsp:spPr>
        <a:xfrm>
          <a:off x="2083774" y="310008"/>
          <a:ext cx="1820197" cy="59176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功能性需求</a:t>
          </a:r>
          <a:endParaRPr lang="zh-CN" altLang="en-US" sz="1800" b="1" kern="1200" dirty="0"/>
        </a:p>
      </dsp:txBody>
      <dsp:txXfrm>
        <a:off x="2083774" y="310008"/>
        <a:ext cx="1820197" cy="591763"/>
      </dsp:txXfrm>
    </dsp:sp>
    <dsp:sp modelId="{0767E817-337B-4A2B-9FB4-EF894954FF03}">
      <dsp:nvSpPr>
        <dsp:cNvPr id="0" name=""/>
        <dsp:cNvSpPr/>
      </dsp:nvSpPr>
      <dsp:spPr>
        <a:xfrm>
          <a:off x="4453349" y="131657"/>
          <a:ext cx="2746887" cy="94846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系统是做什么的，完成什么样的功能</a:t>
          </a:r>
          <a:endParaRPr lang="zh-CN" altLang="en-US" sz="1800" b="1" kern="1200" dirty="0"/>
        </a:p>
      </dsp:txBody>
      <dsp:txXfrm>
        <a:off x="4453349" y="131657"/>
        <a:ext cx="2746887" cy="948465"/>
      </dsp:txXfrm>
    </dsp:sp>
    <dsp:sp modelId="{6BCD39F5-F2A7-488C-AEAE-7525B10D5DD3}">
      <dsp:nvSpPr>
        <dsp:cNvPr id="0" name=""/>
        <dsp:cNvSpPr/>
      </dsp:nvSpPr>
      <dsp:spPr>
        <a:xfrm>
          <a:off x="2083774" y="1639510"/>
          <a:ext cx="1800392" cy="6050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smtClean="0"/>
            <a:t>非功能性</a:t>
          </a:r>
          <a:r>
            <a:rPr lang="zh-CN" altLang="en-US" sz="1800" b="1" kern="1200" dirty="0" smtClean="0"/>
            <a:t>需求</a:t>
          </a:r>
        </a:p>
      </dsp:txBody>
      <dsp:txXfrm>
        <a:off x="2083774" y="1639510"/>
        <a:ext cx="1800392" cy="605093"/>
      </dsp:txXfrm>
    </dsp:sp>
    <dsp:sp modelId="{9F7E5761-6AF8-45E6-B68A-0080482401FF}">
      <dsp:nvSpPr>
        <dsp:cNvPr id="0" name=""/>
        <dsp:cNvSpPr/>
      </dsp:nvSpPr>
      <dsp:spPr>
        <a:xfrm>
          <a:off x="4433544" y="1423483"/>
          <a:ext cx="2746887" cy="10371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说明系统的其他属性，如物理尺寸、价格、功耗、设计时间、可靠性等</a:t>
          </a:r>
        </a:p>
      </dsp:txBody>
      <dsp:txXfrm>
        <a:off x="4433544" y="1423483"/>
        <a:ext cx="2746887" cy="10371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34C23-D3FA-44F6-B1B6-EFCF33737AB2}">
      <dsp:nvSpPr>
        <dsp:cNvPr id="0" name=""/>
        <dsp:cNvSpPr/>
      </dsp:nvSpPr>
      <dsp:spPr>
        <a:xfrm>
          <a:off x="6437974" y="2195489"/>
          <a:ext cx="258779" cy="9736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73611"/>
              </a:lnTo>
              <a:lnTo>
                <a:pt x="258779" y="973611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D0F37A0-2B1A-42AE-84FB-1E4971AE2E6F}">
      <dsp:nvSpPr>
        <dsp:cNvPr id="0" name=""/>
        <dsp:cNvSpPr/>
      </dsp:nvSpPr>
      <dsp:spPr>
        <a:xfrm>
          <a:off x="3996818" y="970598"/>
          <a:ext cx="3131236" cy="362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1145"/>
              </a:lnTo>
              <a:lnTo>
                <a:pt x="3131236" y="181145"/>
              </a:lnTo>
              <a:lnTo>
                <a:pt x="3131236" y="36229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6E9A37A-0A1A-4397-AEEE-8599767B6129}">
      <dsp:nvSpPr>
        <dsp:cNvPr id="0" name=""/>
        <dsp:cNvSpPr/>
      </dsp:nvSpPr>
      <dsp:spPr>
        <a:xfrm>
          <a:off x="4350483" y="2195489"/>
          <a:ext cx="258779" cy="9736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73611"/>
              </a:lnTo>
              <a:lnTo>
                <a:pt x="258779" y="973611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9BE0C35-DB30-43E3-B033-930712A392C7}">
      <dsp:nvSpPr>
        <dsp:cNvPr id="0" name=""/>
        <dsp:cNvSpPr/>
      </dsp:nvSpPr>
      <dsp:spPr>
        <a:xfrm>
          <a:off x="3996818" y="970598"/>
          <a:ext cx="1043745" cy="362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1145"/>
              </a:lnTo>
              <a:lnTo>
                <a:pt x="1043745" y="181145"/>
              </a:lnTo>
              <a:lnTo>
                <a:pt x="1043745" y="36229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2B891FD-D700-45E0-8DD1-EBFFA68EA753}">
      <dsp:nvSpPr>
        <dsp:cNvPr id="0" name=""/>
        <dsp:cNvSpPr/>
      </dsp:nvSpPr>
      <dsp:spPr>
        <a:xfrm>
          <a:off x="2262993" y="2195489"/>
          <a:ext cx="258779" cy="9736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73611"/>
              </a:lnTo>
              <a:lnTo>
                <a:pt x="258779" y="973611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D803811-8825-43A5-A025-D45E40B00AA2}">
      <dsp:nvSpPr>
        <dsp:cNvPr id="0" name=""/>
        <dsp:cNvSpPr/>
      </dsp:nvSpPr>
      <dsp:spPr>
        <a:xfrm>
          <a:off x="2953072" y="970598"/>
          <a:ext cx="1043745" cy="362291"/>
        </a:xfrm>
        <a:custGeom>
          <a:avLst/>
          <a:gdLst/>
          <a:ahLst/>
          <a:cxnLst/>
          <a:rect l="0" t="0" r="0" b="0"/>
          <a:pathLst>
            <a:path>
              <a:moveTo>
                <a:pt x="1043745" y="0"/>
              </a:moveTo>
              <a:lnTo>
                <a:pt x="1043745" y="181145"/>
              </a:lnTo>
              <a:lnTo>
                <a:pt x="0" y="181145"/>
              </a:lnTo>
              <a:lnTo>
                <a:pt x="0" y="36229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972B2B8-5969-4936-8691-975624062208}">
      <dsp:nvSpPr>
        <dsp:cNvPr id="0" name=""/>
        <dsp:cNvSpPr/>
      </dsp:nvSpPr>
      <dsp:spPr>
        <a:xfrm>
          <a:off x="175502" y="2195489"/>
          <a:ext cx="258779" cy="9736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73611"/>
              </a:lnTo>
              <a:lnTo>
                <a:pt x="258779" y="973611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F380594-D688-477D-B4F3-FC5E5F6AFE51}">
      <dsp:nvSpPr>
        <dsp:cNvPr id="0" name=""/>
        <dsp:cNvSpPr/>
      </dsp:nvSpPr>
      <dsp:spPr>
        <a:xfrm>
          <a:off x="865581" y="970598"/>
          <a:ext cx="3131236" cy="362291"/>
        </a:xfrm>
        <a:custGeom>
          <a:avLst/>
          <a:gdLst/>
          <a:ahLst/>
          <a:cxnLst/>
          <a:rect l="0" t="0" r="0" b="0"/>
          <a:pathLst>
            <a:path>
              <a:moveTo>
                <a:pt x="3131236" y="0"/>
              </a:moveTo>
              <a:lnTo>
                <a:pt x="3131236" y="181145"/>
              </a:lnTo>
              <a:lnTo>
                <a:pt x="0" y="181145"/>
              </a:lnTo>
              <a:lnTo>
                <a:pt x="0" y="36229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AADA736-22E0-445D-A954-09F90395DB4F}">
      <dsp:nvSpPr>
        <dsp:cNvPr id="0" name=""/>
        <dsp:cNvSpPr/>
      </dsp:nvSpPr>
      <dsp:spPr>
        <a:xfrm>
          <a:off x="2593032" y="216021"/>
          <a:ext cx="2807571" cy="75457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i="0" kern="1200" dirty="0" smtClean="0"/>
            <a:t>应用领域的不同，嵌入式微处理器的选型不同</a:t>
          </a:r>
          <a:endParaRPr lang="zh-CN" altLang="en-US" sz="2000" b="1" i="0" kern="1200" dirty="0"/>
        </a:p>
      </dsp:txBody>
      <dsp:txXfrm>
        <a:off x="2593032" y="216021"/>
        <a:ext cx="2807571" cy="754576"/>
      </dsp:txXfrm>
    </dsp:sp>
    <dsp:sp modelId="{FA5947ED-D3C8-405C-9547-F0185B9E4132}">
      <dsp:nvSpPr>
        <dsp:cNvPr id="0" name=""/>
        <dsp:cNvSpPr/>
      </dsp:nvSpPr>
      <dsp:spPr>
        <a:xfrm>
          <a:off x="2982" y="1332889"/>
          <a:ext cx="1725198" cy="8625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i="0" kern="1200" dirty="0" smtClean="0"/>
            <a:t>简单的智能仪器仪表的设计</a:t>
          </a:r>
          <a:endParaRPr lang="zh-CN" sz="1800" b="1" i="0" kern="1200" dirty="0"/>
        </a:p>
      </dsp:txBody>
      <dsp:txXfrm>
        <a:off x="2982" y="1332889"/>
        <a:ext cx="1725198" cy="862599"/>
      </dsp:txXfrm>
    </dsp:sp>
    <dsp:sp modelId="{9A688A8C-B386-4676-9BC9-DD1BE63A16A0}">
      <dsp:nvSpPr>
        <dsp:cNvPr id="0" name=""/>
        <dsp:cNvSpPr/>
      </dsp:nvSpPr>
      <dsp:spPr>
        <a:xfrm>
          <a:off x="434282" y="2557781"/>
          <a:ext cx="1725198" cy="122263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i="0" kern="1200" dirty="0" smtClean="0"/>
            <a:t>首要选择</a:t>
          </a:r>
          <a:r>
            <a:rPr lang="en-US" sz="1800" b="1" i="0" kern="1200" dirty="0" smtClean="0"/>
            <a:t>8</a:t>
          </a:r>
          <a:r>
            <a:rPr lang="zh-CN" sz="1800" b="1" i="0" kern="1200" dirty="0" smtClean="0"/>
            <a:t>位的</a:t>
          </a:r>
          <a:r>
            <a:rPr lang="en-US" sz="1800" b="1" i="0" kern="1200" dirty="0" smtClean="0"/>
            <a:t>8051</a:t>
          </a:r>
          <a:r>
            <a:rPr lang="zh-CN" sz="1800" b="1" i="0" kern="1200" dirty="0" smtClean="0"/>
            <a:t>系列单片机</a:t>
          </a:r>
          <a:endParaRPr lang="zh-CN" sz="1800" b="1" i="0" kern="1200" dirty="0"/>
        </a:p>
      </dsp:txBody>
      <dsp:txXfrm>
        <a:off x="434282" y="2557781"/>
        <a:ext cx="1725198" cy="1222639"/>
      </dsp:txXfrm>
    </dsp:sp>
    <dsp:sp modelId="{8E9AE304-5573-4CF7-AACE-21B758933281}">
      <dsp:nvSpPr>
        <dsp:cNvPr id="0" name=""/>
        <dsp:cNvSpPr/>
      </dsp:nvSpPr>
      <dsp:spPr>
        <a:xfrm>
          <a:off x="2090473" y="1332889"/>
          <a:ext cx="1725198" cy="8625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i="0" kern="1200" dirty="0" smtClean="0"/>
            <a:t>数字信号处理领域</a:t>
          </a:r>
          <a:endParaRPr lang="zh-CN" sz="1800" b="1" i="0" kern="1200" dirty="0"/>
        </a:p>
      </dsp:txBody>
      <dsp:txXfrm>
        <a:off x="2090473" y="1332889"/>
        <a:ext cx="1725198" cy="862599"/>
      </dsp:txXfrm>
    </dsp:sp>
    <dsp:sp modelId="{CCDC9847-28EF-45CA-A756-0B138C132E61}">
      <dsp:nvSpPr>
        <dsp:cNvPr id="0" name=""/>
        <dsp:cNvSpPr/>
      </dsp:nvSpPr>
      <dsp:spPr>
        <a:xfrm>
          <a:off x="2521772" y="2557781"/>
          <a:ext cx="1725198" cy="122263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i="0" kern="1200" dirty="0" smtClean="0"/>
            <a:t>选用</a:t>
          </a:r>
          <a:r>
            <a:rPr lang="en-US" sz="1800" b="1" i="0" kern="1200" dirty="0" smtClean="0"/>
            <a:t>TI</a:t>
          </a:r>
          <a:r>
            <a:rPr lang="zh-CN" sz="1800" b="1" i="0" kern="1200" dirty="0" smtClean="0"/>
            <a:t>公司的</a:t>
          </a:r>
          <a:r>
            <a:rPr lang="en-US" sz="1800" b="1" i="0" kern="1200" dirty="0" smtClean="0"/>
            <a:t>TMx320x</a:t>
          </a:r>
          <a:r>
            <a:rPr lang="zh-CN" sz="1800" b="1" i="0" kern="1200" dirty="0" smtClean="0"/>
            <a:t>系列的</a:t>
          </a:r>
          <a:r>
            <a:rPr lang="en-US" sz="1800" b="1" i="0" kern="1200" dirty="0" smtClean="0"/>
            <a:t>DSP</a:t>
          </a:r>
          <a:r>
            <a:rPr lang="zh-CN" sz="1800" b="1" i="0" kern="1200" dirty="0" smtClean="0"/>
            <a:t>芯片</a:t>
          </a:r>
          <a:endParaRPr lang="zh-CN" sz="1800" b="1" i="0" kern="1200" dirty="0"/>
        </a:p>
      </dsp:txBody>
      <dsp:txXfrm>
        <a:off x="2521772" y="2557781"/>
        <a:ext cx="1725198" cy="1222639"/>
      </dsp:txXfrm>
    </dsp:sp>
    <dsp:sp modelId="{203F9ED9-5FF8-4B8E-9ABC-DB9A838D1676}">
      <dsp:nvSpPr>
        <dsp:cNvPr id="0" name=""/>
        <dsp:cNvSpPr/>
      </dsp:nvSpPr>
      <dsp:spPr>
        <a:xfrm>
          <a:off x="4177964" y="1332889"/>
          <a:ext cx="1725198" cy="8625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i="0" kern="1200" dirty="0" smtClean="0"/>
            <a:t>通信领域</a:t>
          </a:r>
          <a:endParaRPr lang="zh-CN" sz="1800" b="1" i="0" kern="1200" dirty="0"/>
        </a:p>
      </dsp:txBody>
      <dsp:txXfrm>
        <a:off x="4177964" y="1332889"/>
        <a:ext cx="1725198" cy="862599"/>
      </dsp:txXfrm>
    </dsp:sp>
    <dsp:sp modelId="{49F625ED-36C5-4151-95C3-CB42CD09C04A}">
      <dsp:nvSpPr>
        <dsp:cNvPr id="0" name=""/>
        <dsp:cNvSpPr/>
      </dsp:nvSpPr>
      <dsp:spPr>
        <a:xfrm>
          <a:off x="4609263" y="2557781"/>
          <a:ext cx="1725198" cy="122263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i="0" kern="1200" dirty="0" smtClean="0"/>
            <a:t>优先考虑</a:t>
          </a:r>
          <a:r>
            <a:rPr lang="en-US" sz="1800" b="1" i="0" kern="1200" dirty="0" smtClean="0"/>
            <a:t>Motorola</a:t>
          </a:r>
          <a:r>
            <a:rPr lang="zh-CN" sz="1800" b="1" i="0" kern="1200" dirty="0" smtClean="0"/>
            <a:t>公司的嵌入式微处理器</a:t>
          </a:r>
          <a:r>
            <a:rPr lang="en-US" sz="1800" b="1" i="0" kern="1200" dirty="0" smtClean="0"/>
            <a:t>68K</a:t>
          </a:r>
          <a:r>
            <a:rPr lang="zh-CN" sz="1800" b="1" i="0" kern="1200" dirty="0" smtClean="0"/>
            <a:t>系列</a:t>
          </a:r>
          <a:endParaRPr lang="zh-CN" sz="1800" b="1" i="0" kern="1200" dirty="0"/>
        </a:p>
      </dsp:txBody>
      <dsp:txXfrm>
        <a:off x="4609263" y="2557781"/>
        <a:ext cx="1725198" cy="1222639"/>
      </dsp:txXfrm>
    </dsp:sp>
    <dsp:sp modelId="{6852436D-0ED7-4751-B04C-7340F8E7E55E}">
      <dsp:nvSpPr>
        <dsp:cNvPr id="0" name=""/>
        <dsp:cNvSpPr/>
      </dsp:nvSpPr>
      <dsp:spPr>
        <a:xfrm>
          <a:off x="6265454" y="1332889"/>
          <a:ext cx="1725198" cy="8625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i="0" kern="1200" dirty="0" smtClean="0"/>
            <a:t>高性能、消费电子领域</a:t>
          </a:r>
          <a:endParaRPr lang="zh-CN" sz="1800" b="1" i="0" kern="1200" dirty="0"/>
        </a:p>
      </dsp:txBody>
      <dsp:txXfrm>
        <a:off x="6265454" y="1332889"/>
        <a:ext cx="1725198" cy="862599"/>
      </dsp:txXfrm>
    </dsp:sp>
    <dsp:sp modelId="{4FA40B92-2F99-46E3-98ED-184E8FAA895E}">
      <dsp:nvSpPr>
        <dsp:cNvPr id="0" name=""/>
        <dsp:cNvSpPr/>
      </dsp:nvSpPr>
      <dsp:spPr>
        <a:xfrm>
          <a:off x="6696754" y="2557781"/>
          <a:ext cx="1725198" cy="122263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i="0" kern="1200" dirty="0" smtClean="0"/>
            <a:t>可选用</a:t>
          </a:r>
          <a:r>
            <a:rPr lang="en-US" sz="1800" b="1" i="0" kern="1200" dirty="0" smtClean="0"/>
            <a:t>32</a:t>
          </a:r>
          <a:r>
            <a:rPr lang="zh-CN" sz="1800" b="1" i="0" kern="1200" dirty="0" smtClean="0"/>
            <a:t>位的</a:t>
          </a:r>
          <a:r>
            <a:rPr lang="en-US" sz="1800" b="1" i="0" kern="1200" dirty="0" smtClean="0"/>
            <a:t>ARM</a:t>
          </a:r>
          <a:r>
            <a:rPr lang="zh-CN" sz="1800" b="1" i="0" kern="1200" dirty="0" smtClean="0"/>
            <a:t>相关内核芯片系列</a:t>
          </a:r>
          <a:endParaRPr lang="zh-CN" sz="1800" b="1" i="0" kern="1200" dirty="0"/>
        </a:p>
      </dsp:txBody>
      <dsp:txXfrm>
        <a:off x="6696754" y="2557781"/>
        <a:ext cx="1725198" cy="12226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9801AA-D9C1-4B82-8B31-1DD2B68FE93D}">
      <dsp:nvSpPr>
        <dsp:cNvPr id="0" name=""/>
        <dsp:cNvSpPr/>
      </dsp:nvSpPr>
      <dsp:spPr>
        <a:xfrm>
          <a:off x="4990" y="1383681"/>
          <a:ext cx="1102912" cy="754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系统硬件设计</a:t>
          </a:r>
          <a:endParaRPr lang="zh-CN" altLang="en-US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7092" y="1405783"/>
        <a:ext cx="1058708" cy="710429"/>
      </dsp:txXfrm>
    </dsp:sp>
    <dsp:sp modelId="{FEDD1D7D-00A4-4A86-A218-891541C8C6CE}">
      <dsp:nvSpPr>
        <dsp:cNvPr id="0" name=""/>
        <dsp:cNvSpPr/>
      </dsp:nvSpPr>
      <dsp:spPr>
        <a:xfrm rot="17008733">
          <a:off x="612318" y="1114612"/>
          <a:ext cx="1292413" cy="35956"/>
        </a:xfrm>
        <a:custGeom>
          <a:avLst/>
          <a:gdLst/>
          <a:ahLst/>
          <a:cxnLst/>
          <a:rect l="0" t="0" r="0" b="0"/>
          <a:pathLst>
            <a:path>
              <a:moveTo>
                <a:pt x="0" y="17978"/>
              </a:moveTo>
              <a:lnTo>
                <a:pt x="1292413" y="1797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/>
        </a:p>
      </dsp:txBody>
      <dsp:txXfrm>
        <a:off x="1226214" y="1100279"/>
        <a:ext cx="64620" cy="64620"/>
      </dsp:txXfrm>
    </dsp:sp>
    <dsp:sp modelId="{0D899323-8C5B-4F9D-9C7D-C67C8553C741}">
      <dsp:nvSpPr>
        <dsp:cNvPr id="0" name=""/>
        <dsp:cNvSpPr/>
      </dsp:nvSpPr>
      <dsp:spPr>
        <a:xfrm>
          <a:off x="1409147" y="193026"/>
          <a:ext cx="896459" cy="6223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/>
            <a:t>硬件概要设计</a:t>
          </a:r>
          <a:endParaRPr lang="zh-CN" altLang="en-US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1427374" y="211253"/>
        <a:ext cx="860005" cy="585857"/>
      </dsp:txXfrm>
    </dsp:sp>
    <dsp:sp modelId="{15CD4829-9056-4B9B-A741-FFE6BF7D3544}">
      <dsp:nvSpPr>
        <dsp:cNvPr id="0" name=""/>
        <dsp:cNvSpPr/>
      </dsp:nvSpPr>
      <dsp:spPr>
        <a:xfrm>
          <a:off x="2305607" y="486204"/>
          <a:ext cx="255472" cy="35956"/>
        </a:xfrm>
        <a:custGeom>
          <a:avLst/>
          <a:gdLst/>
          <a:ahLst/>
          <a:cxnLst/>
          <a:rect l="0" t="0" r="0" b="0"/>
          <a:pathLst>
            <a:path>
              <a:moveTo>
                <a:pt x="0" y="17978"/>
              </a:moveTo>
              <a:lnTo>
                <a:pt x="255472" y="1797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2426956" y="497795"/>
        <a:ext cx="12773" cy="12773"/>
      </dsp:txXfrm>
    </dsp:sp>
    <dsp:sp modelId="{5375D639-8150-4274-84B4-CCC9F9F17B48}">
      <dsp:nvSpPr>
        <dsp:cNvPr id="0" name=""/>
        <dsp:cNvSpPr/>
      </dsp:nvSpPr>
      <dsp:spPr>
        <a:xfrm>
          <a:off x="2561079" y="86958"/>
          <a:ext cx="4963780" cy="83444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/>
            <a:t>从硬件角度出发，确认整个系统的架构，并按功能来划分各个模块，确定各个模块的大体实现</a:t>
          </a:r>
          <a:endParaRPr lang="zh-CN" altLang="en-US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585519" y="111398"/>
        <a:ext cx="4914900" cy="785567"/>
      </dsp:txXfrm>
    </dsp:sp>
    <dsp:sp modelId="{1E5AC67C-37C2-4B4F-938B-A5CBE24F5A4E}">
      <dsp:nvSpPr>
        <dsp:cNvPr id="0" name=""/>
        <dsp:cNvSpPr/>
      </dsp:nvSpPr>
      <dsp:spPr>
        <a:xfrm rot="18651752">
          <a:off x="1028302" y="1568906"/>
          <a:ext cx="460445" cy="35956"/>
        </a:xfrm>
        <a:custGeom>
          <a:avLst/>
          <a:gdLst/>
          <a:ahLst/>
          <a:cxnLst/>
          <a:rect l="0" t="0" r="0" b="0"/>
          <a:pathLst>
            <a:path>
              <a:moveTo>
                <a:pt x="0" y="17978"/>
              </a:moveTo>
              <a:lnTo>
                <a:pt x="460445" y="1797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/>
        </a:p>
      </dsp:txBody>
      <dsp:txXfrm>
        <a:off x="1247013" y="1575373"/>
        <a:ext cx="23022" cy="23022"/>
      </dsp:txXfrm>
    </dsp:sp>
    <dsp:sp modelId="{68212C23-5B5B-4085-AF0E-4164FC520F4B}">
      <dsp:nvSpPr>
        <dsp:cNvPr id="0" name=""/>
        <dsp:cNvSpPr/>
      </dsp:nvSpPr>
      <dsp:spPr>
        <a:xfrm>
          <a:off x="1409147" y="1101615"/>
          <a:ext cx="896459" cy="6223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/>
            <a:t>硬件详细设计</a:t>
          </a:r>
          <a:endParaRPr lang="zh-CN" altLang="en-US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1427374" y="1119842"/>
        <a:ext cx="860005" cy="585857"/>
      </dsp:txXfrm>
    </dsp:sp>
    <dsp:sp modelId="{98C5D584-FB13-479A-9F34-21B20FB2E17C}">
      <dsp:nvSpPr>
        <dsp:cNvPr id="0" name=""/>
        <dsp:cNvSpPr/>
      </dsp:nvSpPr>
      <dsp:spPr>
        <a:xfrm>
          <a:off x="2305607" y="1394793"/>
          <a:ext cx="255472" cy="35956"/>
        </a:xfrm>
        <a:custGeom>
          <a:avLst/>
          <a:gdLst/>
          <a:ahLst/>
          <a:cxnLst/>
          <a:rect l="0" t="0" r="0" b="0"/>
          <a:pathLst>
            <a:path>
              <a:moveTo>
                <a:pt x="0" y="17978"/>
              </a:moveTo>
              <a:lnTo>
                <a:pt x="255472" y="1797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2426956" y="1406384"/>
        <a:ext cx="12773" cy="12773"/>
      </dsp:txXfrm>
    </dsp:sp>
    <dsp:sp modelId="{4150AA58-BE4E-4493-B866-045C2F02009A}">
      <dsp:nvSpPr>
        <dsp:cNvPr id="0" name=""/>
        <dsp:cNvSpPr/>
      </dsp:nvSpPr>
      <dsp:spPr>
        <a:xfrm>
          <a:off x="2561079" y="1023759"/>
          <a:ext cx="4963780" cy="77802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/>
            <a:t>根据系统的功能要求完成整个硬件的设计，包括原理图、</a:t>
          </a:r>
          <a:r>
            <a:rPr lang="en-US" altLang="zh-CN" sz="1800" b="1" kern="1200" dirty="0" smtClean="0"/>
            <a:t>PCB</a:t>
          </a:r>
          <a:r>
            <a:rPr lang="zh-CN" altLang="en-US" sz="1800" b="1" kern="1200" dirty="0" smtClean="0"/>
            <a:t>的绘制。</a:t>
          </a:r>
          <a:endParaRPr lang="zh-CN" altLang="en-US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583867" y="1046547"/>
        <a:ext cx="4918204" cy="732448"/>
      </dsp:txXfrm>
    </dsp:sp>
    <dsp:sp modelId="{7E7B2D9E-B9F2-4939-8EA3-C5DE91F09B34}">
      <dsp:nvSpPr>
        <dsp:cNvPr id="0" name=""/>
        <dsp:cNvSpPr/>
      </dsp:nvSpPr>
      <dsp:spPr>
        <a:xfrm rot="3629177">
          <a:off x="952774" y="2009094"/>
          <a:ext cx="611500" cy="35956"/>
        </a:xfrm>
        <a:custGeom>
          <a:avLst/>
          <a:gdLst/>
          <a:ahLst/>
          <a:cxnLst/>
          <a:rect l="0" t="0" r="0" b="0"/>
          <a:pathLst>
            <a:path>
              <a:moveTo>
                <a:pt x="0" y="17978"/>
              </a:moveTo>
              <a:lnTo>
                <a:pt x="611500" y="1797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/>
        </a:p>
      </dsp:txBody>
      <dsp:txXfrm>
        <a:off x="1243237" y="2011785"/>
        <a:ext cx="30575" cy="30575"/>
      </dsp:txXfrm>
    </dsp:sp>
    <dsp:sp modelId="{51066E2A-AAA3-4F89-A997-DE640F7B388D}">
      <dsp:nvSpPr>
        <dsp:cNvPr id="0" name=""/>
        <dsp:cNvSpPr/>
      </dsp:nvSpPr>
      <dsp:spPr>
        <a:xfrm>
          <a:off x="1409147" y="1981992"/>
          <a:ext cx="896459" cy="6223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/>
            <a:t>硬件</a:t>
          </a:r>
          <a:endParaRPr lang="en-US" altLang="zh-CN" sz="1800" b="1" kern="1200" dirty="0" smtClean="0"/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/>
            <a:t>制作</a:t>
          </a:r>
          <a:endParaRPr lang="zh-CN" altLang="en-US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1427374" y="2000219"/>
        <a:ext cx="860005" cy="585857"/>
      </dsp:txXfrm>
    </dsp:sp>
    <dsp:sp modelId="{860D4BAF-6872-4733-A341-5B7C88CB7A58}">
      <dsp:nvSpPr>
        <dsp:cNvPr id="0" name=""/>
        <dsp:cNvSpPr/>
      </dsp:nvSpPr>
      <dsp:spPr>
        <a:xfrm>
          <a:off x="2305607" y="2275170"/>
          <a:ext cx="255472" cy="35956"/>
        </a:xfrm>
        <a:custGeom>
          <a:avLst/>
          <a:gdLst/>
          <a:ahLst/>
          <a:cxnLst/>
          <a:rect l="0" t="0" r="0" b="0"/>
          <a:pathLst>
            <a:path>
              <a:moveTo>
                <a:pt x="0" y="17978"/>
              </a:moveTo>
              <a:lnTo>
                <a:pt x="255472" y="1797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2426956" y="2286761"/>
        <a:ext cx="12773" cy="12773"/>
      </dsp:txXfrm>
    </dsp:sp>
    <dsp:sp modelId="{D7533169-A3E9-428B-B6DE-594668500C87}">
      <dsp:nvSpPr>
        <dsp:cNvPr id="0" name=""/>
        <dsp:cNvSpPr/>
      </dsp:nvSpPr>
      <dsp:spPr>
        <a:xfrm>
          <a:off x="2561079" y="1904136"/>
          <a:ext cx="4963780" cy="77802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制板、元器件焊接，集成硬件设计</a:t>
          </a:r>
          <a:endParaRPr lang="zh-CN" altLang="en-US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583867" y="1926924"/>
        <a:ext cx="4918204" cy="732448"/>
      </dsp:txXfrm>
    </dsp:sp>
    <dsp:sp modelId="{2EB22128-7818-483E-BEAD-1BDF72A0B4A0}">
      <dsp:nvSpPr>
        <dsp:cNvPr id="0" name=""/>
        <dsp:cNvSpPr/>
      </dsp:nvSpPr>
      <dsp:spPr>
        <a:xfrm rot="4591267">
          <a:off x="612318" y="2371426"/>
          <a:ext cx="1292413" cy="35956"/>
        </a:xfrm>
        <a:custGeom>
          <a:avLst/>
          <a:gdLst/>
          <a:ahLst/>
          <a:cxnLst/>
          <a:rect l="0" t="0" r="0" b="0"/>
          <a:pathLst>
            <a:path>
              <a:moveTo>
                <a:pt x="0" y="17978"/>
              </a:moveTo>
              <a:lnTo>
                <a:pt x="1292413" y="1797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/>
        </a:p>
      </dsp:txBody>
      <dsp:txXfrm>
        <a:off x="1226214" y="2357094"/>
        <a:ext cx="64620" cy="64620"/>
      </dsp:txXfrm>
    </dsp:sp>
    <dsp:sp modelId="{76CCB2CD-1056-4C08-81F5-10CC72E5855B}">
      <dsp:nvSpPr>
        <dsp:cNvPr id="0" name=""/>
        <dsp:cNvSpPr/>
      </dsp:nvSpPr>
      <dsp:spPr>
        <a:xfrm>
          <a:off x="1409147" y="2706656"/>
          <a:ext cx="896459" cy="6223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/>
            <a:t>硬件</a:t>
          </a:r>
          <a:endParaRPr lang="en-US" altLang="zh-CN" sz="1800" b="1" kern="1200" dirty="0" smtClean="0"/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/>
            <a:t>测试</a:t>
          </a:r>
          <a:endParaRPr lang="zh-CN" altLang="en-US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1427374" y="2724883"/>
        <a:ext cx="860005" cy="5858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38069F-FB30-4631-BB28-A169953437EF}">
      <dsp:nvSpPr>
        <dsp:cNvPr id="0" name=""/>
        <dsp:cNvSpPr/>
      </dsp:nvSpPr>
      <dsp:spPr>
        <a:xfrm>
          <a:off x="525224" y="0"/>
          <a:ext cx="5952545" cy="2376263"/>
        </a:xfrm>
        <a:prstGeom prst="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7CAE90-248F-416F-8BC5-4D7AFA79FBCB}">
      <dsp:nvSpPr>
        <dsp:cNvPr id="0" name=""/>
        <dsp:cNvSpPr/>
      </dsp:nvSpPr>
      <dsp:spPr>
        <a:xfrm>
          <a:off x="3376" y="712878"/>
          <a:ext cx="2164756" cy="95050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系统的硬件、软件和执行机构集成在一起进行整体测试</a:t>
          </a:r>
          <a:endParaRPr lang="zh-CN" altLang="en-US" sz="1800" b="1" kern="1200" dirty="0"/>
        </a:p>
      </dsp:txBody>
      <dsp:txXfrm>
        <a:off x="49776" y="759278"/>
        <a:ext cx="2071956" cy="857705"/>
      </dsp:txXfrm>
    </dsp:sp>
    <dsp:sp modelId="{79004B8D-2EF3-4F56-BF5B-D28F703C32DF}">
      <dsp:nvSpPr>
        <dsp:cNvPr id="0" name=""/>
        <dsp:cNvSpPr/>
      </dsp:nvSpPr>
      <dsp:spPr>
        <a:xfrm>
          <a:off x="2419119" y="712878"/>
          <a:ext cx="2164756" cy="950505"/>
        </a:xfrm>
        <a:prstGeom prst="round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smtClean="0"/>
            <a:t>检验系统是否满足实际需求</a:t>
          </a:r>
          <a:endParaRPr lang="zh-CN" altLang="en-US" sz="1800" b="1" kern="1200"/>
        </a:p>
      </dsp:txBody>
      <dsp:txXfrm>
        <a:off x="2465519" y="759278"/>
        <a:ext cx="2071956" cy="857705"/>
      </dsp:txXfrm>
    </dsp:sp>
    <dsp:sp modelId="{9EDF1FEF-42B3-4642-B791-988E4CC2B1BF}">
      <dsp:nvSpPr>
        <dsp:cNvPr id="0" name=""/>
        <dsp:cNvSpPr/>
      </dsp:nvSpPr>
      <dsp:spPr>
        <a:xfrm>
          <a:off x="4834861" y="712878"/>
          <a:ext cx="2164756" cy="950505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smtClean="0"/>
            <a:t>发现存在的问题和</a:t>
          </a:r>
          <a:r>
            <a:rPr lang="en-US" sz="1800" b="1" kern="1200" smtClean="0"/>
            <a:t>Bug</a:t>
          </a:r>
          <a:r>
            <a:rPr lang="zh-CN" sz="1800" b="1" kern="1200" smtClean="0"/>
            <a:t>，并改进设计过程中的不足之处。</a:t>
          </a:r>
          <a:endParaRPr lang="zh-CN" sz="1800" b="1" kern="1200"/>
        </a:p>
      </dsp:txBody>
      <dsp:txXfrm>
        <a:off x="4881261" y="759278"/>
        <a:ext cx="2071956" cy="85770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96C06-48AD-4160-A882-29F4FF73762D}">
      <dsp:nvSpPr>
        <dsp:cNvPr id="0" name=""/>
        <dsp:cNvSpPr/>
      </dsp:nvSpPr>
      <dsp:spPr>
        <a:xfrm>
          <a:off x="0" y="1219199"/>
          <a:ext cx="7992888" cy="1625600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2B5232-681B-4DF3-83F3-1F320FDC2B6E}">
      <dsp:nvSpPr>
        <dsp:cNvPr id="0" name=""/>
        <dsp:cNvSpPr/>
      </dsp:nvSpPr>
      <dsp:spPr>
        <a:xfrm>
          <a:off x="2669" y="0"/>
          <a:ext cx="1683082" cy="162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1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1.1 </a:t>
          </a:r>
          <a:r>
            <a:rPr lang="zh-CN" sz="1600" b="1" kern="1200" dirty="0" smtClean="0"/>
            <a:t>信息技术的发展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/>
            <a:t>计算机的诞生、通用信息处理、人工智能</a:t>
          </a:r>
          <a:endParaRPr lang="zh-CN" altLang="en-US" sz="1600" kern="1200" dirty="0"/>
        </a:p>
      </dsp:txBody>
      <dsp:txXfrm>
        <a:off x="2669" y="0"/>
        <a:ext cx="1683082" cy="1625600"/>
      </dsp:txXfrm>
    </dsp:sp>
    <dsp:sp modelId="{07623D39-30AD-4BFE-A568-4D406AA5EDD2}">
      <dsp:nvSpPr>
        <dsp:cNvPr id="0" name=""/>
        <dsp:cNvSpPr/>
      </dsp:nvSpPr>
      <dsp:spPr>
        <a:xfrm>
          <a:off x="641010" y="1828800"/>
          <a:ext cx="406400" cy="4064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3F7A2E-C1A6-4A79-B69E-0A24BCD8AA73}">
      <dsp:nvSpPr>
        <dsp:cNvPr id="0" name=""/>
        <dsp:cNvSpPr/>
      </dsp:nvSpPr>
      <dsp:spPr>
        <a:xfrm>
          <a:off x="1764344" y="2438399"/>
          <a:ext cx="1985395" cy="162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1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1.2 </a:t>
          </a:r>
          <a:r>
            <a:rPr lang="zh-CN" sz="1600" b="1" kern="1200" dirty="0" smtClean="0"/>
            <a:t>嵌入式系统</a:t>
          </a:r>
          <a:endParaRPr lang="en-US" altLang="zh-CN" sz="1600" b="1" kern="1200" dirty="0" smtClean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/>
            <a:t>案例分析、概念、嵌入式与物联网</a:t>
          </a:r>
          <a:endParaRPr lang="zh-CN" altLang="en-US" sz="1600" kern="1200" dirty="0"/>
        </a:p>
      </dsp:txBody>
      <dsp:txXfrm>
        <a:off x="1764344" y="2438399"/>
        <a:ext cx="1985395" cy="1625600"/>
      </dsp:txXfrm>
    </dsp:sp>
    <dsp:sp modelId="{59B69805-5830-4D0B-913F-D73F14BF90FD}">
      <dsp:nvSpPr>
        <dsp:cNvPr id="0" name=""/>
        <dsp:cNvSpPr/>
      </dsp:nvSpPr>
      <dsp:spPr>
        <a:xfrm>
          <a:off x="2553842" y="1828800"/>
          <a:ext cx="406400" cy="406400"/>
        </a:xfrm>
        <a:prstGeom prst="ellipse">
          <a:avLst/>
        </a:prstGeom>
        <a:solidFill>
          <a:schemeClr val="accent3">
            <a:hueOff val="3750088"/>
            <a:satOff val="-5627"/>
            <a:lumOff val="-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36D43B-06BB-4027-8744-D536290F392D}">
      <dsp:nvSpPr>
        <dsp:cNvPr id="0" name=""/>
        <dsp:cNvSpPr/>
      </dsp:nvSpPr>
      <dsp:spPr>
        <a:xfrm>
          <a:off x="3828332" y="0"/>
          <a:ext cx="1712162" cy="162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1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1.3 </a:t>
          </a:r>
          <a:r>
            <a:rPr lang="zh-CN" sz="1600" b="1" kern="1200" dirty="0" smtClean="0"/>
            <a:t>嵌入式初学者杂谈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600" kern="1200" dirty="0" smtClean="0"/>
            <a:t>MCU</a:t>
          </a:r>
          <a:r>
            <a:rPr lang="zh-CN" altLang="en-US" sz="1600" kern="1200" dirty="0" smtClean="0"/>
            <a:t>、</a:t>
          </a:r>
          <a:r>
            <a:rPr lang="en-US" altLang="zh-CN" sz="1600" kern="1200" dirty="0" smtClean="0"/>
            <a:t>MPU</a:t>
          </a:r>
          <a:r>
            <a:rPr lang="zh-CN" altLang="en-US" sz="1600" kern="1200" dirty="0" smtClean="0"/>
            <a:t>、</a:t>
          </a:r>
          <a:r>
            <a:rPr lang="en-US" altLang="zh-CN" sz="1600" kern="1200" dirty="0" smtClean="0"/>
            <a:t>ARM</a:t>
          </a:r>
          <a:r>
            <a:rPr lang="zh-CN" altLang="en-US" sz="1600" kern="1200" dirty="0" smtClean="0"/>
            <a:t>等</a:t>
          </a:r>
          <a:endParaRPr lang="zh-CN" altLang="en-US" sz="1600" kern="1200" dirty="0"/>
        </a:p>
      </dsp:txBody>
      <dsp:txXfrm>
        <a:off x="3828332" y="0"/>
        <a:ext cx="1712162" cy="1625600"/>
      </dsp:txXfrm>
    </dsp:sp>
    <dsp:sp modelId="{D489D848-D156-4EAE-A40D-65531B20CD24}">
      <dsp:nvSpPr>
        <dsp:cNvPr id="0" name=""/>
        <dsp:cNvSpPr/>
      </dsp:nvSpPr>
      <dsp:spPr>
        <a:xfrm>
          <a:off x="4481213" y="1828800"/>
          <a:ext cx="406400" cy="406400"/>
        </a:xfrm>
        <a:prstGeom prst="ellipse">
          <a:avLst/>
        </a:prstGeom>
        <a:solidFill>
          <a:schemeClr val="accent3">
            <a:hueOff val="7500176"/>
            <a:satOff val="-11253"/>
            <a:lumOff val="-18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42937-45FA-4E7F-B203-124493D7EB78}">
      <dsp:nvSpPr>
        <dsp:cNvPr id="0" name=""/>
        <dsp:cNvSpPr/>
      </dsp:nvSpPr>
      <dsp:spPr>
        <a:xfrm>
          <a:off x="5619086" y="2438399"/>
          <a:ext cx="1571843" cy="162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1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1.4 </a:t>
          </a:r>
          <a:r>
            <a:rPr lang="zh-CN" sz="1600" b="1" kern="1200" dirty="0" smtClean="0"/>
            <a:t>嵌入式系统开发流程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/>
            <a:t>需求分析、总体分析、软硬件设计、系统测试</a:t>
          </a:r>
          <a:endParaRPr lang="zh-CN" altLang="en-US" sz="1600" kern="1200" dirty="0"/>
        </a:p>
      </dsp:txBody>
      <dsp:txXfrm>
        <a:off x="5619086" y="2438399"/>
        <a:ext cx="1571843" cy="1625600"/>
      </dsp:txXfrm>
    </dsp:sp>
    <dsp:sp modelId="{EA733F6E-8AC1-48DC-897A-19FC546B3E2E}">
      <dsp:nvSpPr>
        <dsp:cNvPr id="0" name=""/>
        <dsp:cNvSpPr/>
      </dsp:nvSpPr>
      <dsp:spPr>
        <a:xfrm>
          <a:off x="6201808" y="1828800"/>
          <a:ext cx="406400" cy="406400"/>
        </a:xfrm>
        <a:prstGeom prst="ellipse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B75F8-F665-47F5-9F1B-1750F29F1993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9018E-597F-42E6-A78B-4790A7F9869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15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041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041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041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937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532B1-D51B-4065-979B-CDD6B40756D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051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9D69F8-84B8-4848-85BA-EA3E20CCD79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564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9D69F8-84B8-4848-85BA-EA3E20CCD79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564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697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D5ECE6-943B-49D7-A8A9-CDF5665F1A48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932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31840" y="4731990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246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49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70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90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45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67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07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51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73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913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154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8651" y="523365"/>
            <a:ext cx="2702378" cy="444103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ctr">
              <a:defRPr sz="2400"/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19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5020022"/>
            <a:ext cx="9144000" cy="12347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9036496" y="1275606"/>
            <a:ext cx="107504" cy="259228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502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5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9662"/>
            <a:ext cx="284380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202167" y="2211710"/>
            <a:ext cx="14253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第</a:t>
            </a:r>
            <a:r>
              <a:rPr lang="en-US" altLang="zh-CN" sz="3600" b="1" dirty="0" smtClean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1</a:t>
            </a:r>
            <a:r>
              <a:rPr lang="zh-CN" altLang="en-US" sz="3600" b="1" dirty="0" smtClean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章 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43808" y="1779662"/>
            <a:ext cx="514806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108080" y="2140572"/>
            <a:ext cx="468052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嵌入式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系统概述</a:t>
            </a:r>
            <a:endParaRPr lang="zh-CN" altLang="zh-CN" sz="3600" b="1" dirty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91872" y="1779662"/>
            <a:ext cx="115212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7812360" y="4155926"/>
            <a:ext cx="936104" cy="581892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7344308" y="4136372"/>
            <a:ext cx="936104" cy="58189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275856" y="1784578"/>
            <a:ext cx="1914862" cy="977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十字箭头标注 10"/>
          <p:cNvSpPr/>
          <p:nvPr/>
        </p:nvSpPr>
        <p:spPr>
          <a:xfrm>
            <a:off x="395536" y="339502"/>
            <a:ext cx="1296144" cy="720080"/>
          </a:xfrm>
          <a:prstGeom prst="quadArrowCallou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200" b="1" dirty="0" smtClean="0"/>
              <a:t>STM32</a:t>
            </a:r>
            <a:endParaRPr lang="zh-CN" altLang="en-US" sz="1200" b="1" dirty="0"/>
          </a:p>
        </p:txBody>
      </p:sp>
      <p:sp>
        <p:nvSpPr>
          <p:cNvPr id="18" name="矩形 17"/>
          <p:cNvSpPr/>
          <p:nvPr/>
        </p:nvSpPr>
        <p:spPr>
          <a:xfrm>
            <a:off x="5508104" y="3050071"/>
            <a:ext cx="1914862" cy="977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927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582" y="381893"/>
            <a:ext cx="33362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本章知识与能力要求</a:t>
            </a:r>
          </a:p>
        </p:txBody>
      </p:sp>
      <p:sp>
        <p:nvSpPr>
          <p:cNvPr id="5" name="矩形 4"/>
          <p:cNvSpPr/>
          <p:nvPr/>
        </p:nvSpPr>
        <p:spPr>
          <a:xfrm>
            <a:off x="1524418" y="1334261"/>
            <a:ext cx="6768752" cy="2356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088" lvl="0" indent="-446088">
              <a:lnSpc>
                <a:spcPct val="150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了解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信息技术的发展历程；</a:t>
            </a:r>
          </a:p>
          <a:p>
            <a:pPr marL="446088" lvl="0" indent="-446088">
              <a:lnSpc>
                <a:spcPct val="150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理解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嵌入式系统概念、定义和应用场合；</a:t>
            </a:r>
          </a:p>
          <a:p>
            <a:pPr marL="446088" lvl="0" indent="-446088">
              <a:lnSpc>
                <a:spcPct val="150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了解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嵌入式系统相关的行业知识，如常见的半导体厂商；</a:t>
            </a:r>
          </a:p>
          <a:p>
            <a:pPr marL="446088" lvl="0" indent="-446088">
              <a:lnSpc>
                <a:spcPct val="150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理解</a:t>
            </a:r>
            <a:r>
              <a:rPr lang="en-US" altLang="zh-CN" sz="2000" b="1" dirty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MCU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MPU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FPGA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DSP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之间的区别；</a:t>
            </a:r>
          </a:p>
          <a:p>
            <a:pPr marL="446088" lvl="0" indent="-446088">
              <a:lnSpc>
                <a:spcPct val="150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理解</a:t>
            </a:r>
            <a:r>
              <a:rPr lang="zh-CN" altLang="en-US" sz="2000" b="1" dirty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嵌入式系统的开发流程。</a:t>
            </a:r>
          </a:p>
        </p:txBody>
      </p:sp>
    </p:spTree>
    <p:extLst>
      <p:ext uri="{BB962C8B-B14F-4D97-AF65-F5344CB8AC3E}">
        <p14:creationId xmlns:p14="http://schemas.microsoft.com/office/powerpoint/2010/main" val="303620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内容占位符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1260010"/>
              </p:ext>
            </p:extLst>
          </p:nvPr>
        </p:nvGraphicFramePr>
        <p:xfrm>
          <a:off x="1475656" y="1419622"/>
          <a:ext cx="6336704" cy="2843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/>
          <p:cNvSpPr/>
          <p:nvPr/>
        </p:nvSpPr>
        <p:spPr>
          <a:xfrm>
            <a:off x="1" y="339503"/>
            <a:ext cx="3347864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32351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章 嵌入式系统概述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009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339503"/>
            <a:ext cx="305983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7504" y="381893"/>
            <a:ext cx="28969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1.1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信息技术的发展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1340017210"/>
              </p:ext>
            </p:extLst>
          </p:nvPr>
        </p:nvGraphicFramePr>
        <p:xfrm>
          <a:off x="1907704" y="1131590"/>
          <a:ext cx="1291079" cy="1512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16"/>
          <p:cNvSpPr txBox="1"/>
          <p:nvPr/>
        </p:nvSpPr>
        <p:spPr>
          <a:xfrm>
            <a:off x="2039988" y="1491630"/>
            <a:ext cx="81464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124062"/>
                </a:solidFill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1.1.1</a:t>
            </a:r>
            <a:endParaRPr lang="en-US" altLang="zh-CN" sz="1400" b="1" dirty="0">
              <a:solidFill>
                <a:srgbClr val="124062"/>
              </a:solidFill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98651" y="1537796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/>
              <a:t>计算机的诞生</a:t>
            </a:r>
            <a:endParaRPr lang="zh-CN" altLang="en-US" sz="2400" b="1" dirty="0"/>
          </a:p>
        </p:txBody>
      </p:sp>
      <p:graphicFrame>
        <p:nvGraphicFramePr>
          <p:cNvPr id="10" name="图表 9"/>
          <p:cNvGraphicFramePr/>
          <p:nvPr>
            <p:extLst>
              <p:ext uri="{D42A27DB-BD31-4B8C-83A1-F6EECF244321}">
                <p14:modId xmlns:p14="http://schemas.microsoft.com/office/powerpoint/2010/main" val="3061023682"/>
              </p:ext>
            </p:extLst>
          </p:nvPr>
        </p:nvGraphicFramePr>
        <p:xfrm>
          <a:off x="2942660" y="2067694"/>
          <a:ext cx="1291079" cy="1512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6"/>
          <p:cNvSpPr txBox="1"/>
          <p:nvPr/>
        </p:nvSpPr>
        <p:spPr>
          <a:xfrm>
            <a:off x="3074944" y="2427734"/>
            <a:ext cx="81464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124062"/>
                </a:solidFill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1.1.2</a:t>
            </a:r>
            <a:endParaRPr lang="en-US" altLang="zh-CN" sz="1400" b="1" dirty="0">
              <a:solidFill>
                <a:srgbClr val="124062"/>
              </a:solidFill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033607" y="2473900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/>
              <a:t>通用信息处理</a:t>
            </a:r>
            <a:endParaRPr lang="zh-CN" altLang="en-US" sz="2400" b="1" dirty="0"/>
          </a:p>
        </p:txBody>
      </p:sp>
      <p:graphicFrame>
        <p:nvGraphicFramePr>
          <p:cNvPr id="14" name="图表 13"/>
          <p:cNvGraphicFramePr/>
          <p:nvPr>
            <p:extLst>
              <p:ext uri="{D42A27DB-BD31-4B8C-83A1-F6EECF244321}">
                <p14:modId xmlns:p14="http://schemas.microsoft.com/office/powerpoint/2010/main" val="3401753802"/>
              </p:ext>
            </p:extLst>
          </p:nvPr>
        </p:nvGraphicFramePr>
        <p:xfrm>
          <a:off x="3884335" y="3075806"/>
          <a:ext cx="1291079" cy="1512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6"/>
          <p:cNvSpPr txBox="1"/>
          <p:nvPr/>
        </p:nvSpPr>
        <p:spPr>
          <a:xfrm>
            <a:off x="4016619" y="3435846"/>
            <a:ext cx="81464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124062"/>
                </a:solidFill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1</a:t>
            </a:r>
            <a:r>
              <a:rPr lang="en-GB" altLang="zh-CN" sz="2400" b="1" dirty="0" smtClean="0">
                <a:solidFill>
                  <a:srgbClr val="124062"/>
                </a:solidFill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.1.3</a:t>
            </a:r>
            <a:endParaRPr lang="en-US" altLang="zh-CN" sz="1400" b="1" dirty="0">
              <a:solidFill>
                <a:srgbClr val="124062"/>
              </a:solidFill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975282" y="3482012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/>
              <a:t>人工智能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5788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91581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634" y="339502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1.1.1 </a:t>
            </a:r>
            <a:r>
              <a:rPr lang="zh-CN" altLang="en-US" sz="2400" b="1" dirty="0">
                <a:solidFill>
                  <a:schemeClr val="bg1"/>
                </a:solidFill>
              </a:rPr>
              <a:t>计算机的诞生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76558" y="2671626"/>
            <a:ext cx="163685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历史上</a:t>
            </a:r>
            <a:r>
              <a:rPr lang="zh-CN" altLang="en-US" sz="2000" b="1" dirty="0"/>
              <a:t>第一台“可编程”电子计算机</a:t>
            </a:r>
            <a:r>
              <a:rPr lang="en-US" altLang="zh-CN" sz="2000" b="1" dirty="0" smtClean="0"/>
              <a:t>ENIAC</a:t>
            </a:r>
            <a:endParaRPr lang="zh-CN" altLang="en-US" sz="2000" b="1" dirty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061270" y="2852886"/>
            <a:ext cx="10304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晶体管计算机</a:t>
            </a:r>
            <a:endParaRPr lang="zh-CN" altLang="en-US" sz="2000" b="1" dirty="0"/>
          </a:p>
        </p:txBody>
      </p:sp>
      <p:sp>
        <p:nvSpPr>
          <p:cNvPr id="13" name="任意多边形 12"/>
          <p:cNvSpPr/>
          <p:nvPr/>
        </p:nvSpPr>
        <p:spPr>
          <a:xfrm>
            <a:off x="179512" y="2166619"/>
            <a:ext cx="8614085" cy="1271902"/>
          </a:xfrm>
          <a:custGeom>
            <a:avLst/>
            <a:gdLst>
              <a:gd name="connsiteX0" fmla="*/ 0 w 12721389"/>
              <a:gd name="connsiteY0" fmla="*/ 532365 h 1078137"/>
              <a:gd name="connsiteX1" fmla="*/ 3593431 w 12721389"/>
              <a:gd name="connsiteY1" fmla="*/ 51102 h 1078137"/>
              <a:gd name="connsiteX2" fmla="*/ 7908758 w 12721389"/>
              <a:gd name="connsiteY2" fmla="*/ 1077797 h 1078137"/>
              <a:gd name="connsiteX3" fmla="*/ 11774905 w 12721389"/>
              <a:gd name="connsiteY3" fmla="*/ 163397 h 1078137"/>
              <a:gd name="connsiteX4" fmla="*/ 12721389 w 12721389"/>
              <a:gd name="connsiteY4" fmla="*/ 35060 h 1078137"/>
              <a:gd name="connsiteX0" fmla="*/ 0 w 12721389"/>
              <a:gd name="connsiteY0" fmla="*/ 532365 h 1078137"/>
              <a:gd name="connsiteX1" fmla="*/ 3593431 w 12721389"/>
              <a:gd name="connsiteY1" fmla="*/ 51102 h 1078137"/>
              <a:gd name="connsiteX2" fmla="*/ 7908758 w 12721389"/>
              <a:gd name="connsiteY2" fmla="*/ 1077797 h 1078137"/>
              <a:gd name="connsiteX3" fmla="*/ 11774905 w 12721389"/>
              <a:gd name="connsiteY3" fmla="*/ 163397 h 1078137"/>
              <a:gd name="connsiteX4" fmla="*/ 12721389 w 12721389"/>
              <a:gd name="connsiteY4" fmla="*/ 35060 h 1078137"/>
              <a:gd name="connsiteX0" fmla="*/ 0 w 12721389"/>
              <a:gd name="connsiteY0" fmla="*/ 503854 h 1049626"/>
              <a:gd name="connsiteX1" fmla="*/ 3593431 w 12721389"/>
              <a:gd name="connsiteY1" fmla="*/ 22591 h 1049626"/>
              <a:gd name="connsiteX2" fmla="*/ 7908758 w 12721389"/>
              <a:gd name="connsiteY2" fmla="*/ 1049286 h 1049626"/>
              <a:gd name="connsiteX3" fmla="*/ 11774905 w 12721389"/>
              <a:gd name="connsiteY3" fmla="*/ 134886 h 1049626"/>
              <a:gd name="connsiteX4" fmla="*/ 12721389 w 12721389"/>
              <a:gd name="connsiteY4" fmla="*/ 6549 h 1049626"/>
              <a:gd name="connsiteX0" fmla="*/ 0 w 12368463"/>
              <a:gd name="connsiteY0" fmla="*/ 498433 h 1044197"/>
              <a:gd name="connsiteX1" fmla="*/ 3593431 w 12368463"/>
              <a:gd name="connsiteY1" fmla="*/ 17170 h 1044197"/>
              <a:gd name="connsiteX2" fmla="*/ 7908758 w 12368463"/>
              <a:gd name="connsiteY2" fmla="*/ 1043865 h 1044197"/>
              <a:gd name="connsiteX3" fmla="*/ 11774905 w 12368463"/>
              <a:gd name="connsiteY3" fmla="*/ 129465 h 1044197"/>
              <a:gd name="connsiteX4" fmla="*/ 12368463 w 12368463"/>
              <a:gd name="connsiteY4" fmla="*/ 113423 h 1044197"/>
              <a:gd name="connsiteX0" fmla="*/ 0 w 12368463"/>
              <a:gd name="connsiteY0" fmla="*/ 498433 h 1044197"/>
              <a:gd name="connsiteX1" fmla="*/ 3593431 w 12368463"/>
              <a:gd name="connsiteY1" fmla="*/ 17170 h 1044197"/>
              <a:gd name="connsiteX2" fmla="*/ 7908758 w 12368463"/>
              <a:gd name="connsiteY2" fmla="*/ 1043865 h 1044197"/>
              <a:gd name="connsiteX3" fmla="*/ 11774905 w 12368463"/>
              <a:gd name="connsiteY3" fmla="*/ 129465 h 1044197"/>
              <a:gd name="connsiteX4" fmla="*/ 12368463 w 12368463"/>
              <a:gd name="connsiteY4" fmla="*/ 113423 h 1044197"/>
              <a:gd name="connsiteX0" fmla="*/ 0 w 12368463"/>
              <a:gd name="connsiteY0" fmla="*/ 498433 h 1045860"/>
              <a:gd name="connsiteX1" fmla="*/ 3593431 w 12368463"/>
              <a:gd name="connsiteY1" fmla="*/ 17170 h 1045860"/>
              <a:gd name="connsiteX2" fmla="*/ 7908758 w 12368463"/>
              <a:gd name="connsiteY2" fmla="*/ 1043865 h 1045860"/>
              <a:gd name="connsiteX3" fmla="*/ 11357810 w 12368463"/>
              <a:gd name="connsiteY3" fmla="*/ 273844 h 1045860"/>
              <a:gd name="connsiteX4" fmla="*/ 12368463 w 12368463"/>
              <a:gd name="connsiteY4" fmla="*/ 113423 h 1045860"/>
              <a:gd name="connsiteX0" fmla="*/ 0 w 12368463"/>
              <a:gd name="connsiteY0" fmla="*/ 503294 h 1146765"/>
              <a:gd name="connsiteX1" fmla="*/ 3593431 w 12368463"/>
              <a:gd name="connsiteY1" fmla="*/ 22031 h 1146765"/>
              <a:gd name="connsiteX2" fmla="*/ 8855242 w 12368463"/>
              <a:gd name="connsiteY2" fmla="*/ 1144979 h 1146765"/>
              <a:gd name="connsiteX3" fmla="*/ 11357810 w 12368463"/>
              <a:gd name="connsiteY3" fmla="*/ 278705 h 1146765"/>
              <a:gd name="connsiteX4" fmla="*/ 12368463 w 12368463"/>
              <a:gd name="connsiteY4" fmla="*/ 118284 h 1146765"/>
              <a:gd name="connsiteX0" fmla="*/ 0 w 12368463"/>
              <a:gd name="connsiteY0" fmla="*/ 503294 h 1157827"/>
              <a:gd name="connsiteX1" fmla="*/ 3593431 w 12368463"/>
              <a:gd name="connsiteY1" fmla="*/ 22031 h 1157827"/>
              <a:gd name="connsiteX2" fmla="*/ 8855242 w 12368463"/>
              <a:gd name="connsiteY2" fmla="*/ 1144979 h 1157827"/>
              <a:gd name="connsiteX3" fmla="*/ 11357810 w 12368463"/>
              <a:gd name="connsiteY3" fmla="*/ 599547 h 1157827"/>
              <a:gd name="connsiteX4" fmla="*/ 12368463 w 12368463"/>
              <a:gd name="connsiteY4" fmla="*/ 118284 h 1157827"/>
              <a:gd name="connsiteX0" fmla="*/ 0 w 12368463"/>
              <a:gd name="connsiteY0" fmla="*/ 503294 h 1161527"/>
              <a:gd name="connsiteX1" fmla="*/ 3593431 w 12368463"/>
              <a:gd name="connsiteY1" fmla="*/ 22031 h 1161527"/>
              <a:gd name="connsiteX2" fmla="*/ 8855242 w 12368463"/>
              <a:gd name="connsiteY2" fmla="*/ 1144979 h 1161527"/>
              <a:gd name="connsiteX3" fmla="*/ 11357810 w 12368463"/>
              <a:gd name="connsiteY3" fmla="*/ 599547 h 1161527"/>
              <a:gd name="connsiteX4" fmla="*/ 12368463 w 12368463"/>
              <a:gd name="connsiteY4" fmla="*/ 118284 h 1161527"/>
              <a:gd name="connsiteX0" fmla="*/ 0 w 12609094"/>
              <a:gd name="connsiteY0" fmla="*/ 503294 h 1157530"/>
              <a:gd name="connsiteX1" fmla="*/ 3593431 w 12609094"/>
              <a:gd name="connsiteY1" fmla="*/ 22031 h 1157530"/>
              <a:gd name="connsiteX2" fmla="*/ 8855242 w 12609094"/>
              <a:gd name="connsiteY2" fmla="*/ 1144979 h 1157530"/>
              <a:gd name="connsiteX3" fmla="*/ 11357810 w 12609094"/>
              <a:gd name="connsiteY3" fmla="*/ 599547 h 1157530"/>
              <a:gd name="connsiteX4" fmla="*/ 12609094 w 12609094"/>
              <a:gd name="connsiteY4" fmla="*/ 198494 h 1157530"/>
              <a:gd name="connsiteX0" fmla="*/ 0 w 12609094"/>
              <a:gd name="connsiteY0" fmla="*/ 503294 h 1157530"/>
              <a:gd name="connsiteX1" fmla="*/ 3593431 w 12609094"/>
              <a:gd name="connsiteY1" fmla="*/ 22031 h 1157530"/>
              <a:gd name="connsiteX2" fmla="*/ 8855242 w 12609094"/>
              <a:gd name="connsiteY2" fmla="*/ 1144979 h 1157530"/>
              <a:gd name="connsiteX3" fmla="*/ 11357810 w 12609094"/>
              <a:gd name="connsiteY3" fmla="*/ 599547 h 1157530"/>
              <a:gd name="connsiteX4" fmla="*/ 12609094 w 12609094"/>
              <a:gd name="connsiteY4" fmla="*/ 198494 h 1157530"/>
              <a:gd name="connsiteX0" fmla="*/ 0 w 12609094"/>
              <a:gd name="connsiteY0" fmla="*/ 503294 h 1157530"/>
              <a:gd name="connsiteX1" fmla="*/ 3593431 w 12609094"/>
              <a:gd name="connsiteY1" fmla="*/ 22031 h 1157530"/>
              <a:gd name="connsiteX2" fmla="*/ 8678779 w 12609094"/>
              <a:gd name="connsiteY2" fmla="*/ 1144979 h 1157530"/>
              <a:gd name="connsiteX3" fmla="*/ 11357810 w 12609094"/>
              <a:gd name="connsiteY3" fmla="*/ 599547 h 1157530"/>
              <a:gd name="connsiteX4" fmla="*/ 12609094 w 12609094"/>
              <a:gd name="connsiteY4" fmla="*/ 198494 h 1157530"/>
              <a:gd name="connsiteX0" fmla="*/ 0 w 12609094"/>
              <a:gd name="connsiteY0" fmla="*/ 503294 h 1145790"/>
              <a:gd name="connsiteX1" fmla="*/ 3593431 w 12609094"/>
              <a:gd name="connsiteY1" fmla="*/ 22031 h 1145790"/>
              <a:gd name="connsiteX2" fmla="*/ 8678779 w 12609094"/>
              <a:gd name="connsiteY2" fmla="*/ 1144979 h 1145790"/>
              <a:gd name="connsiteX3" fmla="*/ 12609094 w 12609094"/>
              <a:gd name="connsiteY3" fmla="*/ 198494 h 1145790"/>
              <a:gd name="connsiteX0" fmla="*/ 0 w 12609094"/>
              <a:gd name="connsiteY0" fmla="*/ 458098 h 1100219"/>
              <a:gd name="connsiteX1" fmla="*/ 4010526 w 12609094"/>
              <a:gd name="connsiteY1" fmla="*/ 24961 h 1100219"/>
              <a:gd name="connsiteX2" fmla="*/ 8678779 w 12609094"/>
              <a:gd name="connsiteY2" fmla="*/ 1099783 h 1100219"/>
              <a:gd name="connsiteX3" fmla="*/ 12609094 w 12609094"/>
              <a:gd name="connsiteY3" fmla="*/ 153298 h 1100219"/>
              <a:gd name="connsiteX0" fmla="*/ 0 w 12609094"/>
              <a:gd name="connsiteY0" fmla="*/ 459006 h 1117160"/>
              <a:gd name="connsiteX1" fmla="*/ 4010526 w 12609094"/>
              <a:gd name="connsiteY1" fmla="*/ 25869 h 1117160"/>
              <a:gd name="connsiteX2" fmla="*/ 8999621 w 12609094"/>
              <a:gd name="connsiteY2" fmla="*/ 1116733 h 1117160"/>
              <a:gd name="connsiteX3" fmla="*/ 12609094 w 12609094"/>
              <a:gd name="connsiteY3" fmla="*/ 154206 h 1117160"/>
              <a:gd name="connsiteX0" fmla="*/ 0 w 12288251"/>
              <a:gd name="connsiteY0" fmla="*/ 459006 h 1118949"/>
              <a:gd name="connsiteX1" fmla="*/ 4010526 w 12288251"/>
              <a:gd name="connsiteY1" fmla="*/ 25869 h 1118949"/>
              <a:gd name="connsiteX2" fmla="*/ 8999621 w 12288251"/>
              <a:gd name="connsiteY2" fmla="*/ 1116733 h 1118949"/>
              <a:gd name="connsiteX3" fmla="*/ 12288251 w 12288251"/>
              <a:gd name="connsiteY3" fmla="*/ 298585 h 1118949"/>
              <a:gd name="connsiteX0" fmla="*/ 0 w 12288251"/>
              <a:gd name="connsiteY0" fmla="*/ 459006 h 1119678"/>
              <a:gd name="connsiteX1" fmla="*/ 4010526 w 12288251"/>
              <a:gd name="connsiteY1" fmla="*/ 25869 h 1119678"/>
              <a:gd name="connsiteX2" fmla="*/ 8999621 w 12288251"/>
              <a:gd name="connsiteY2" fmla="*/ 1116733 h 1119678"/>
              <a:gd name="connsiteX3" fmla="*/ 12288251 w 12288251"/>
              <a:gd name="connsiteY3" fmla="*/ 298585 h 1119678"/>
              <a:gd name="connsiteX0" fmla="*/ 0 w 12336378"/>
              <a:gd name="connsiteY0" fmla="*/ 459006 h 1119678"/>
              <a:gd name="connsiteX1" fmla="*/ 4010526 w 12336378"/>
              <a:gd name="connsiteY1" fmla="*/ 25869 h 1119678"/>
              <a:gd name="connsiteX2" fmla="*/ 8999621 w 12336378"/>
              <a:gd name="connsiteY2" fmla="*/ 1116733 h 1119678"/>
              <a:gd name="connsiteX3" fmla="*/ 12336378 w 12336378"/>
              <a:gd name="connsiteY3" fmla="*/ 298585 h 1119678"/>
              <a:gd name="connsiteX0" fmla="*/ 0 w 12336378"/>
              <a:gd name="connsiteY0" fmla="*/ 459006 h 1119864"/>
              <a:gd name="connsiteX1" fmla="*/ 4010526 w 12336378"/>
              <a:gd name="connsiteY1" fmla="*/ 25869 h 1119864"/>
              <a:gd name="connsiteX2" fmla="*/ 8999621 w 12336378"/>
              <a:gd name="connsiteY2" fmla="*/ 1116733 h 1119864"/>
              <a:gd name="connsiteX3" fmla="*/ 12336378 w 12336378"/>
              <a:gd name="connsiteY3" fmla="*/ 298585 h 1119864"/>
              <a:gd name="connsiteX0" fmla="*/ 0 w 12336378"/>
              <a:gd name="connsiteY0" fmla="*/ 459920 h 1136723"/>
              <a:gd name="connsiteX1" fmla="*/ 4010526 w 12336378"/>
              <a:gd name="connsiteY1" fmla="*/ 26783 h 1136723"/>
              <a:gd name="connsiteX2" fmla="*/ 9160042 w 12336378"/>
              <a:gd name="connsiteY2" fmla="*/ 1133689 h 1136723"/>
              <a:gd name="connsiteX3" fmla="*/ 12336378 w 12336378"/>
              <a:gd name="connsiteY3" fmla="*/ 299499 h 1136723"/>
              <a:gd name="connsiteX0" fmla="*/ 0 w 12336378"/>
              <a:gd name="connsiteY0" fmla="*/ 489883 h 1167372"/>
              <a:gd name="connsiteX1" fmla="*/ 3930315 w 12336378"/>
              <a:gd name="connsiteY1" fmla="*/ 24662 h 1167372"/>
              <a:gd name="connsiteX2" fmla="*/ 9160042 w 12336378"/>
              <a:gd name="connsiteY2" fmla="*/ 1163652 h 1167372"/>
              <a:gd name="connsiteX3" fmla="*/ 12336378 w 12336378"/>
              <a:gd name="connsiteY3" fmla="*/ 329462 h 1167372"/>
              <a:gd name="connsiteX0" fmla="*/ 0 w 12336378"/>
              <a:gd name="connsiteY0" fmla="*/ 489883 h 1167372"/>
              <a:gd name="connsiteX1" fmla="*/ 3930315 w 12336378"/>
              <a:gd name="connsiteY1" fmla="*/ 24662 h 1167372"/>
              <a:gd name="connsiteX2" fmla="*/ 9160042 w 12336378"/>
              <a:gd name="connsiteY2" fmla="*/ 1163652 h 1167372"/>
              <a:gd name="connsiteX3" fmla="*/ 12336378 w 12336378"/>
              <a:gd name="connsiteY3" fmla="*/ 329462 h 1167372"/>
              <a:gd name="connsiteX0" fmla="*/ 0 w 12336378"/>
              <a:gd name="connsiteY0" fmla="*/ 489883 h 1166384"/>
              <a:gd name="connsiteX1" fmla="*/ 3930315 w 12336378"/>
              <a:gd name="connsiteY1" fmla="*/ 24662 h 1166384"/>
              <a:gd name="connsiteX2" fmla="*/ 9160042 w 12336378"/>
              <a:gd name="connsiteY2" fmla="*/ 1163652 h 1166384"/>
              <a:gd name="connsiteX3" fmla="*/ 12336378 w 12336378"/>
              <a:gd name="connsiteY3" fmla="*/ 329462 h 1166384"/>
              <a:gd name="connsiteX0" fmla="*/ 0 w 12256167"/>
              <a:gd name="connsiteY0" fmla="*/ 489883 h 1168885"/>
              <a:gd name="connsiteX1" fmla="*/ 3930315 w 12256167"/>
              <a:gd name="connsiteY1" fmla="*/ 24662 h 1168885"/>
              <a:gd name="connsiteX2" fmla="*/ 9160042 w 12256167"/>
              <a:gd name="connsiteY2" fmla="*/ 1163652 h 1168885"/>
              <a:gd name="connsiteX3" fmla="*/ 12256167 w 12256167"/>
              <a:gd name="connsiteY3" fmla="*/ 425715 h 1168885"/>
              <a:gd name="connsiteX0" fmla="*/ 0 w 12240125"/>
              <a:gd name="connsiteY0" fmla="*/ 238646 h 1254532"/>
              <a:gd name="connsiteX1" fmla="*/ 3914273 w 12240125"/>
              <a:gd name="connsiteY1" fmla="*/ 110309 h 1254532"/>
              <a:gd name="connsiteX2" fmla="*/ 9144000 w 12240125"/>
              <a:gd name="connsiteY2" fmla="*/ 1249299 h 1254532"/>
              <a:gd name="connsiteX3" fmla="*/ 12240125 w 12240125"/>
              <a:gd name="connsiteY3" fmla="*/ 511362 h 1254532"/>
              <a:gd name="connsiteX0" fmla="*/ 0 w 12240125"/>
              <a:gd name="connsiteY0" fmla="*/ 259219 h 1275890"/>
              <a:gd name="connsiteX1" fmla="*/ 3978441 w 12240125"/>
              <a:gd name="connsiteY1" fmla="*/ 98798 h 1275890"/>
              <a:gd name="connsiteX2" fmla="*/ 9144000 w 12240125"/>
              <a:gd name="connsiteY2" fmla="*/ 1269872 h 1275890"/>
              <a:gd name="connsiteX3" fmla="*/ 12240125 w 12240125"/>
              <a:gd name="connsiteY3" fmla="*/ 531935 h 1275890"/>
              <a:gd name="connsiteX0" fmla="*/ 0 w 12240125"/>
              <a:gd name="connsiteY0" fmla="*/ 259219 h 1271902"/>
              <a:gd name="connsiteX1" fmla="*/ 3978441 w 12240125"/>
              <a:gd name="connsiteY1" fmla="*/ 98798 h 1271902"/>
              <a:gd name="connsiteX2" fmla="*/ 9144000 w 12240125"/>
              <a:gd name="connsiteY2" fmla="*/ 1269872 h 1271902"/>
              <a:gd name="connsiteX3" fmla="*/ 12240125 w 12240125"/>
              <a:gd name="connsiteY3" fmla="*/ 531935 h 1271902"/>
              <a:gd name="connsiteX0" fmla="*/ 0 w 12240125"/>
              <a:gd name="connsiteY0" fmla="*/ 259219 h 1271902"/>
              <a:gd name="connsiteX1" fmla="*/ 3978441 w 12240125"/>
              <a:gd name="connsiteY1" fmla="*/ 98798 h 1271902"/>
              <a:gd name="connsiteX2" fmla="*/ 8999621 w 12240125"/>
              <a:gd name="connsiteY2" fmla="*/ 1269872 h 1271902"/>
              <a:gd name="connsiteX3" fmla="*/ 12240125 w 12240125"/>
              <a:gd name="connsiteY3" fmla="*/ 531935 h 1271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40125" h="1271902">
                <a:moveTo>
                  <a:pt x="0" y="259219"/>
                </a:moveTo>
                <a:cubicBezTo>
                  <a:pt x="1137652" y="-26865"/>
                  <a:pt x="2478504" y="-69644"/>
                  <a:pt x="3978441" y="98798"/>
                </a:cubicBezTo>
                <a:cubicBezTo>
                  <a:pt x="5478378" y="267240"/>
                  <a:pt x="7606632" y="1229768"/>
                  <a:pt x="8999621" y="1269872"/>
                </a:cubicBezTo>
                <a:cubicBezTo>
                  <a:pt x="10392610" y="1309976"/>
                  <a:pt x="11902573" y="745162"/>
                  <a:pt x="12240125" y="531935"/>
                </a:cubicBezTo>
              </a:path>
            </a:pathLst>
          </a:custGeom>
          <a:noFill/>
          <a:ln w="9525" cap="flat" cmpd="sng" algn="ctr">
            <a:solidFill>
              <a:srgbClr val="3F404B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HelveticaInserat-Roman-SemiB"/>
              <a:ea typeface="微软雅黑"/>
              <a:cs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311976" y="1898554"/>
            <a:ext cx="662952" cy="663125"/>
            <a:chOff x="8077071" y="845254"/>
            <a:chExt cx="2036801" cy="2036802"/>
          </a:xfrm>
        </p:grpSpPr>
        <p:sp>
          <p:nvSpPr>
            <p:cNvPr id="22" name="椭圆 21"/>
            <p:cNvSpPr/>
            <p:nvPr/>
          </p:nvSpPr>
          <p:spPr>
            <a:xfrm>
              <a:off x="8077071" y="845254"/>
              <a:ext cx="2036801" cy="2036802"/>
            </a:xfrm>
            <a:prstGeom prst="ellipse">
              <a:avLst/>
            </a:prstGeom>
            <a:solidFill>
              <a:srgbClr val="79B0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微软雅黑"/>
                <a:ea typeface="微软雅黑"/>
                <a:cs typeface="+mn-ea"/>
              </a:endParaRPr>
            </a:p>
          </p:txBody>
        </p:sp>
        <p:sp>
          <p:nvSpPr>
            <p:cNvPr id="23" name="Freeform 126"/>
            <p:cNvSpPr>
              <a:spLocks noChangeAspect="1" noEditPoints="1"/>
            </p:cNvSpPr>
            <p:nvPr/>
          </p:nvSpPr>
          <p:spPr bwMode="auto">
            <a:xfrm>
              <a:off x="8639337" y="1292885"/>
              <a:ext cx="912278" cy="1141540"/>
            </a:xfrm>
            <a:custGeom>
              <a:avLst/>
              <a:gdLst>
                <a:gd name="T0" fmla="*/ 48 w 81"/>
                <a:gd name="T1" fmla="*/ 27 h 101"/>
                <a:gd name="T2" fmla="*/ 4 w 81"/>
                <a:gd name="T3" fmla="*/ 48 h 101"/>
                <a:gd name="T4" fmla="*/ 0 w 81"/>
                <a:gd name="T5" fmla="*/ 31 h 101"/>
                <a:gd name="T6" fmla="*/ 58 w 81"/>
                <a:gd name="T7" fmla="*/ 90 h 101"/>
                <a:gd name="T8" fmla="*/ 81 w 81"/>
                <a:gd name="T9" fmla="*/ 98 h 101"/>
                <a:gd name="T10" fmla="*/ 58 w 81"/>
                <a:gd name="T11" fmla="*/ 90 h 101"/>
                <a:gd name="T12" fmla="*/ 53 w 81"/>
                <a:gd name="T13" fmla="*/ 101 h 101"/>
                <a:gd name="T14" fmla="*/ 29 w 81"/>
                <a:gd name="T15" fmla="*/ 98 h 101"/>
                <a:gd name="T16" fmla="*/ 0 w 81"/>
                <a:gd name="T17" fmla="*/ 90 h 101"/>
                <a:gd name="T18" fmla="*/ 29 w 81"/>
                <a:gd name="T19" fmla="*/ 87 h 101"/>
                <a:gd name="T20" fmla="*/ 38 w 81"/>
                <a:gd name="T21" fmla="*/ 76 h 101"/>
                <a:gd name="T22" fmla="*/ 0 w 81"/>
                <a:gd name="T23" fmla="*/ 72 h 101"/>
                <a:gd name="T24" fmla="*/ 4 w 81"/>
                <a:gd name="T25" fmla="*/ 54 h 101"/>
                <a:gd name="T26" fmla="*/ 48 w 81"/>
                <a:gd name="T27" fmla="*/ 76 h 101"/>
                <a:gd name="T28" fmla="*/ 44 w 81"/>
                <a:gd name="T29" fmla="*/ 87 h 101"/>
                <a:gd name="T30" fmla="*/ 53 w 81"/>
                <a:gd name="T31" fmla="*/ 90 h 101"/>
                <a:gd name="T32" fmla="*/ 4 w 81"/>
                <a:gd name="T33" fmla="*/ 0 h 101"/>
                <a:gd name="T34" fmla="*/ 48 w 81"/>
                <a:gd name="T35" fmla="*/ 21 h 101"/>
                <a:gd name="T36" fmla="*/ 0 w 81"/>
                <a:gd name="T37" fmla="*/ 17 h 101"/>
                <a:gd name="T38" fmla="*/ 4 w 81"/>
                <a:gd name="T39" fmla="*/ 0 h 101"/>
                <a:gd name="T40" fmla="*/ 53 w 81"/>
                <a:gd name="T41" fmla="*/ 76 h 101"/>
                <a:gd name="T42" fmla="*/ 81 w 81"/>
                <a:gd name="T43" fmla="*/ 72 h 101"/>
                <a:gd name="T44" fmla="*/ 77 w 81"/>
                <a:gd name="T45" fmla="*/ 54 h 101"/>
                <a:gd name="T46" fmla="*/ 59 w 81"/>
                <a:gd name="T47" fmla="*/ 8 h 101"/>
                <a:gd name="T48" fmla="*/ 69 w 81"/>
                <a:gd name="T49" fmla="*/ 13 h 101"/>
                <a:gd name="T50" fmla="*/ 59 w 81"/>
                <a:gd name="T51" fmla="*/ 8 h 101"/>
                <a:gd name="T52" fmla="*/ 69 w 81"/>
                <a:gd name="T53" fmla="*/ 63 h 101"/>
                <a:gd name="T54" fmla="*/ 59 w 81"/>
                <a:gd name="T55" fmla="*/ 67 h 101"/>
                <a:gd name="T56" fmla="*/ 59 w 81"/>
                <a:gd name="T57" fmla="*/ 35 h 101"/>
                <a:gd name="T58" fmla="*/ 69 w 81"/>
                <a:gd name="T59" fmla="*/ 40 h 101"/>
                <a:gd name="T60" fmla="*/ 59 w 81"/>
                <a:gd name="T61" fmla="*/ 35 h 101"/>
                <a:gd name="T62" fmla="*/ 53 w 81"/>
                <a:gd name="T63" fmla="*/ 21 h 101"/>
                <a:gd name="T64" fmla="*/ 81 w 81"/>
                <a:gd name="T65" fmla="*/ 17 h 101"/>
                <a:gd name="T66" fmla="*/ 77 w 81"/>
                <a:gd name="T67" fmla="*/ 0 h 101"/>
                <a:gd name="T68" fmla="*/ 53 w 81"/>
                <a:gd name="T69" fmla="*/ 27 h 101"/>
                <a:gd name="T70" fmla="*/ 77 w 81"/>
                <a:gd name="T71" fmla="*/ 48 h 101"/>
                <a:gd name="T72" fmla="*/ 81 w 81"/>
                <a:gd name="T73" fmla="*/ 31 h 101"/>
                <a:gd name="T74" fmla="*/ 53 w 81"/>
                <a:gd name="T75" fmla="*/ 2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101">
                  <a:moveTo>
                    <a:pt x="4" y="27"/>
                  </a:moveTo>
                  <a:cubicBezTo>
                    <a:pt x="48" y="27"/>
                    <a:pt x="48" y="27"/>
                    <a:pt x="48" y="27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46"/>
                    <a:pt x="0" y="44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29"/>
                    <a:pt x="2" y="27"/>
                    <a:pt x="4" y="27"/>
                  </a:cubicBezTo>
                  <a:close/>
                  <a:moveTo>
                    <a:pt x="58" y="90"/>
                  </a:moveTo>
                  <a:cubicBezTo>
                    <a:pt x="81" y="90"/>
                    <a:pt x="81" y="90"/>
                    <a:pt x="81" y="90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8" y="90"/>
                    <a:pt x="58" y="90"/>
                    <a:pt x="58" y="90"/>
                  </a:cubicBezTo>
                  <a:close/>
                  <a:moveTo>
                    <a:pt x="53" y="98"/>
                  </a:moveTo>
                  <a:cubicBezTo>
                    <a:pt x="53" y="101"/>
                    <a:pt x="53" y="101"/>
                    <a:pt x="53" y="101"/>
                  </a:cubicBezTo>
                  <a:cubicBezTo>
                    <a:pt x="29" y="101"/>
                    <a:pt x="29" y="101"/>
                    <a:pt x="29" y="101"/>
                  </a:cubicBezTo>
                  <a:cubicBezTo>
                    <a:pt x="29" y="98"/>
                    <a:pt x="29" y="98"/>
                    <a:pt x="29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9" y="87"/>
                    <a:pt x="29" y="87"/>
                    <a:pt x="29" y="87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76"/>
                    <a:pt x="38" y="76"/>
                    <a:pt x="38" y="76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2" y="76"/>
                    <a:pt x="0" y="74"/>
                    <a:pt x="0" y="7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6"/>
                    <a:pt x="2" y="54"/>
                    <a:pt x="4" y="54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76"/>
                    <a:pt x="48" y="76"/>
                    <a:pt x="48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87"/>
                    <a:pt x="44" y="87"/>
                    <a:pt x="44" y="87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3" y="90"/>
                    <a:pt x="53" y="90"/>
                    <a:pt x="53" y="90"/>
                  </a:cubicBezTo>
                  <a:cubicBezTo>
                    <a:pt x="53" y="98"/>
                    <a:pt x="53" y="98"/>
                    <a:pt x="53" y="98"/>
                  </a:cubicBezTo>
                  <a:close/>
                  <a:moveTo>
                    <a:pt x="4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2" y="21"/>
                    <a:pt x="0" y="19"/>
                    <a:pt x="0" y="1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lose/>
                  <a:moveTo>
                    <a:pt x="53" y="54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77" y="76"/>
                    <a:pt x="77" y="76"/>
                    <a:pt x="77" y="76"/>
                  </a:cubicBezTo>
                  <a:cubicBezTo>
                    <a:pt x="79" y="76"/>
                    <a:pt x="81" y="74"/>
                    <a:pt x="81" y="72"/>
                  </a:cubicBezTo>
                  <a:cubicBezTo>
                    <a:pt x="81" y="58"/>
                    <a:pt x="81" y="58"/>
                    <a:pt x="81" y="58"/>
                  </a:cubicBezTo>
                  <a:cubicBezTo>
                    <a:pt x="81" y="56"/>
                    <a:pt x="79" y="54"/>
                    <a:pt x="77" y="54"/>
                  </a:cubicBezTo>
                  <a:cubicBezTo>
                    <a:pt x="53" y="54"/>
                    <a:pt x="53" y="54"/>
                    <a:pt x="53" y="54"/>
                  </a:cubicBezTo>
                  <a:close/>
                  <a:moveTo>
                    <a:pt x="59" y="8"/>
                  </a:moveTo>
                  <a:cubicBezTo>
                    <a:pt x="69" y="8"/>
                    <a:pt x="69" y="8"/>
                    <a:pt x="69" y="8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9" y="8"/>
                    <a:pt x="59" y="8"/>
                    <a:pt x="59" y="8"/>
                  </a:cubicBezTo>
                  <a:close/>
                  <a:moveTo>
                    <a:pt x="59" y="63"/>
                  </a:moveTo>
                  <a:cubicBezTo>
                    <a:pt x="69" y="63"/>
                    <a:pt x="69" y="63"/>
                    <a:pt x="69" y="63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59" y="63"/>
                    <a:pt x="59" y="63"/>
                    <a:pt x="59" y="63"/>
                  </a:cubicBezTo>
                  <a:close/>
                  <a:moveTo>
                    <a:pt x="59" y="35"/>
                  </a:moveTo>
                  <a:cubicBezTo>
                    <a:pt x="69" y="35"/>
                    <a:pt x="69" y="35"/>
                    <a:pt x="69" y="35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9" y="35"/>
                    <a:pt x="59" y="35"/>
                  </a:cubicBezTo>
                  <a:close/>
                  <a:moveTo>
                    <a:pt x="53" y="0"/>
                  </a:moveTo>
                  <a:cubicBezTo>
                    <a:pt x="53" y="21"/>
                    <a:pt x="53" y="21"/>
                    <a:pt x="53" y="21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9" y="21"/>
                    <a:pt x="81" y="19"/>
                    <a:pt x="81" y="17"/>
                  </a:cubicBezTo>
                  <a:cubicBezTo>
                    <a:pt x="81" y="4"/>
                    <a:pt x="81" y="4"/>
                    <a:pt x="81" y="4"/>
                  </a:cubicBezTo>
                  <a:cubicBezTo>
                    <a:pt x="81" y="2"/>
                    <a:pt x="79" y="0"/>
                    <a:pt x="77" y="0"/>
                  </a:cubicBezTo>
                  <a:cubicBezTo>
                    <a:pt x="53" y="0"/>
                    <a:pt x="53" y="0"/>
                    <a:pt x="53" y="0"/>
                  </a:cubicBezTo>
                  <a:close/>
                  <a:moveTo>
                    <a:pt x="53" y="27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9" y="48"/>
                    <a:pt x="81" y="46"/>
                    <a:pt x="81" y="44"/>
                  </a:cubicBezTo>
                  <a:cubicBezTo>
                    <a:pt x="81" y="31"/>
                    <a:pt x="81" y="31"/>
                    <a:pt x="81" y="31"/>
                  </a:cubicBezTo>
                  <a:cubicBezTo>
                    <a:pt x="81" y="29"/>
                    <a:pt x="79" y="27"/>
                    <a:pt x="77" y="27"/>
                  </a:cubicBezTo>
                  <a:lnTo>
                    <a:pt x="53" y="27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+mn-ea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49889" y="2012294"/>
            <a:ext cx="662952" cy="663125"/>
            <a:chOff x="8125599" y="1434035"/>
            <a:chExt cx="2036802" cy="2036802"/>
          </a:xfrm>
        </p:grpSpPr>
        <p:sp>
          <p:nvSpPr>
            <p:cNvPr id="25" name="椭圆 24"/>
            <p:cNvSpPr/>
            <p:nvPr/>
          </p:nvSpPr>
          <p:spPr>
            <a:xfrm>
              <a:off x="8125599" y="1434035"/>
              <a:ext cx="2036802" cy="2036802"/>
            </a:xfrm>
            <a:prstGeom prst="ellipse">
              <a:avLst/>
            </a:prstGeom>
            <a:solidFill>
              <a:srgbClr val="79B0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HelveticaInserat-Roman-SemiB"/>
                <a:ea typeface="微软雅黑"/>
                <a:cs typeface="+mn-ea"/>
              </a:endParaRPr>
            </a:p>
          </p:txBody>
        </p:sp>
        <p:sp>
          <p:nvSpPr>
            <p:cNvPr id="26" name="Freeform 261"/>
            <p:cNvSpPr>
              <a:spLocks/>
            </p:cNvSpPr>
            <p:nvPr/>
          </p:nvSpPr>
          <p:spPr bwMode="auto">
            <a:xfrm>
              <a:off x="8628544" y="1966960"/>
              <a:ext cx="1000932" cy="1000932"/>
            </a:xfrm>
            <a:custGeom>
              <a:avLst/>
              <a:gdLst>
                <a:gd name="T0" fmla="*/ 84 w 86"/>
                <a:gd name="T1" fmla="*/ 13 h 86"/>
                <a:gd name="T2" fmla="*/ 74 w 86"/>
                <a:gd name="T3" fmla="*/ 1 h 86"/>
                <a:gd name="T4" fmla="*/ 72 w 86"/>
                <a:gd name="T5" fmla="*/ 1 h 86"/>
                <a:gd name="T6" fmla="*/ 71 w 86"/>
                <a:gd name="T7" fmla="*/ 1 h 86"/>
                <a:gd name="T8" fmla="*/ 69 w 86"/>
                <a:gd name="T9" fmla="*/ 4 h 86"/>
                <a:gd name="T10" fmla="*/ 69 w 86"/>
                <a:gd name="T11" fmla="*/ 10 h 86"/>
                <a:gd name="T12" fmla="*/ 59 w 86"/>
                <a:gd name="T13" fmla="*/ 10 h 86"/>
                <a:gd name="T14" fmla="*/ 59 w 86"/>
                <a:gd name="T15" fmla="*/ 1 h 86"/>
                <a:gd name="T16" fmla="*/ 58 w 86"/>
                <a:gd name="T17" fmla="*/ 0 h 86"/>
                <a:gd name="T18" fmla="*/ 46 w 86"/>
                <a:gd name="T19" fmla="*/ 0 h 86"/>
                <a:gd name="T20" fmla="*/ 45 w 86"/>
                <a:gd name="T21" fmla="*/ 1 h 86"/>
                <a:gd name="T22" fmla="*/ 45 w 86"/>
                <a:gd name="T23" fmla="*/ 10 h 86"/>
                <a:gd name="T24" fmla="*/ 44 w 86"/>
                <a:gd name="T25" fmla="*/ 13 h 86"/>
                <a:gd name="T26" fmla="*/ 44 w 86"/>
                <a:gd name="T27" fmla="*/ 21 h 86"/>
                <a:gd name="T28" fmla="*/ 45 w 86"/>
                <a:gd name="T29" fmla="*/ 24 h 86"/>
                <a:gd name="T30" fmla="*/ 45 w 86"/>
                <a:gd name="T31" fmla="*/ 27 h 86"/>
                <a:gd name="T32" fmla="*/ 37 w 86"/>
                <a:gd name="T33" fmla="*/ 27 h 86"/>
                <a:gd name="T34" fmla="*/ 37 w 86"/>
                <a:gd name="T35" fmla="*/ 21 h 86"/>
                <a:gd name="T36" fmla="*/ 34 w 86"/>
                <a:gd name="T37" fmla="*/ 18 h 86"/>
                <a:gd name="T38" fmla="*/ 32 w 86"/>
                <a:gd name="T39" fmla="*/ 18 h 86"/>
                <a:gd name="T40" fmla="*/ 29 w 86"/>
                <a:gd name="T41" fmla="*/ 18 h 86"/>
                <a:gd name="T42" fmla="*/ 3 w 86"/>
                <a:gd name="T43" fmla="*/ 30 h 86"/>
                <a:gd name="T44" fmla="*/ 0 w 86"/>
                <a:gd name="T45" fmla="*/ 34 h 86"/>
                <a:gd name="T46" fmla="*/ 3 w 86"/>
                <a:gd name="T47" fmla="*/ 38 h 86"/>
                <a:gd name="T48" fmla="*/ 29 w 86"/>
                <a:gd name="T49" fmla="*/ 50 h 86"/>
                <a:gd name="T50" fmla="*/ 31 w 86"/>
                <a:gd name="T51" fmla="*/ 51 h 86"/>
                <a:gd name="T52" fmla="*/ 34 w 86"/>
                <a:gd name="T53" fmla="*/ 50 h 86"/>
                <a:gd name="T54" fmla="*/ 37 w 86"/>
                <a:gd name="T55" fmla="*/ 47 h 86"/>
                <a:gd name="T56" fmla="*/ 37 w 86"/>
                <a:gd name="T57" fmla="*/ 42 h 86"/>
                <a:gd name="T58" fmla="*/ 45 w 86"/>
                <a:gd name="T59" fmla="*/ 42 h 86"/>
                <a:gd name="T60" fmla="*/ 45 w 86"/>
                <a:gd name="T61" fmla="*/ 85 h 86"/>
                <a:gd name="T62" fmla="*/ 46 w 86"/>
                <a:gd name="T63" fmla="*/ 86 h 86"/>
                <a:gd name="T64" fmla="*/ 58 w 86"/>
                <a:gd name="T65" fmla="*/ 86 h 86"/>
                <a:gd name="T66" fmla="*/ 59 w 86"/>
                <a:gd name="T67" fmla="*/ 85 h 86"/>
                <a:gd name="T68" fmla="*/ 59 w 86"/>
                <a:gd name="T69" fmla="*/ 41 h 86"/>
                <a:gd name="T70" fmla="*/ 62 w 86"/>
                <a:gd name="T71" fmla="*/ 38 h 86"/>
                <a:gd name="T72" fmla="*/ 62 w 86"/>
                <a:gd name="T73" fmla="*/ 30 h 86"/>
                <a:gd name="T74" fmla="*/ 59 w 86"/>
                <a:gd name="T75" fmla="*/ 27 h 86"/>
                <a:gd name="T76" fmla="*/ 59 w 86"/>
                <a:gd name="T77" fmla="*/ 25 h 86"/>
                <a:gd name="T78" fmla="*/ 69 w 86"/>
                <a:gd name="T79" fmla="*/ 25 h 86"/>
                <a:gd name="T80" fmla="*/ 69 w 86"/>
                <a:gd name="T81" fmla="*/ 30 h 86"/>
                <a:gd name="T82" fmla="*/ 71 w 86"/>
                <a:gd name="T83" fmla="*/ 33 h 86"/>
                <a:gd name="T84" fmla="*/ 73 w 86"/>
                <a:gd name="T85" fmla="*/ 34 h 86"/>
                <a:gd name="T86" fmla="*/ 74 w 86"/>
                <a:gd name="T87" fmla="*/ 33 h 86"/>
                <a:gd name="T88" fmla="*/ 84 w 86"/>
                <a:gd name="T89" fmla="*/ 21 h 86"/>
                <a:gd name="T90" fmla="*/ 86 w 86"/>
                <a:gd name="T91" fmla="*/ 17 h 86"/>
                <a:gd name="T92" fmla="*/ 84 w 86"/>
                <a:gd name="T93" fmla="*/ 1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6" h="86">
                  <a:moveTo>
                    <a:pt x="84" y="13"/>
                  </a:moveTo>
                  <a:cubicBezTo>
                    <a:pt x="74" y="1"/>
                    <a:pt x="74" y="1"/>
                    <a:pt x="74" y="1"/>
                  </a:cubicBezTo>
                  <a:cubicBezTo>
                    <a:pt x="73" y="1"/>
                    <a:pt x="73" y="1"/>
                    <a:pt x="72" y="1"/>
                  </a:cubicBezTo>
                  <a:cubicBezTo>
                    <a:pt x="72" y="1"/>
                    <a:pt x="71" y="1"/>
                    <a:pt x="71" y="1"/>
                  </a:cubicBezTo>
                  <a:cubicBezTo>
                    <a:pt x="70" y="2"/>
                    <a:pt x="69" y="3"/>
                    <a:pt x="69" y="4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9" y="1"/>
                    <a:pt x="59" y="0"/>
                    <a:pt x="58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5" y="1"/>
                    <a:pt x="45" y="1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1"/>
                    <a:pt x="44" y="12"/>
                    <a:pt x="44" y="13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4" y="22"/>
                    <a:pt x="44" y="23"/>
                    <a:pt x="45" y="24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7" y="20"/>
                    <a:pt x="36" y="19"/>
                    <a:pt x="34" y="18"/>
                  </a:cubicBezTo>
                  <a:cubicBezTo>
                    <a:pt x="34" y="18"/>
                    <a:pt x="33" y="18"/>
                    <a:pt x="32" y="18"/>
                  </a:cubicBezTo>
                  <a:cubicBezTo>
                    <a:pt x="31" y="18"/>
                    <a:pt x="30" y="18"/>
                    <a:pt x="29" y="18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1" y="31"/>
                    <a:pt x="0" y="33"/>
                    <a:pt x="0" y="34"/>
                  </a:cubicBezTo>
                  <a:cubicBezTo>
                    <a:pt x="0" y="36"/>
                    <a:pt x="1" y="38"/>
                    <a:pt x="3" y="38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9" y="51"/>
                    <a:pt x="30" y="51"/>
                    <a:pt x="31" y="51"/>
                  </a:cubicBezTo>
                  <a:cubicBezTo>
                    <a:pt x="32" y="51"/>
                    <a:pt x="33" y="51"/>
                    <a:pt x="34" y="50"/>
                  </a:cubicBezTo>
                  <a:cubicBezTo>
                    <a:pt x="36" y="50"/>
                    <a:pt x="37" y="48"/>
                    <a:pt x="37" y="47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6"/>
                    <a:pt x="45" y="86"/>
                    <a:pt x="46" y="86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9" y="86"/>
                    <a:pt x="59" y="86"/>
                    <a:pt x="59" y="85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61" y="41"/>
                    <a:pt x="62" y="40"/>
                    <a:pt x="62" y="38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62" y="29"/>
                    <a:pt x="61" y="28"/>
                    <a:pt x="59" y="27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9" y="30"/>
                    <a:pt x="69" y="30"/>
                    <a:pt x="69" y="30"/>
                  </a:cubicBezTo>
                  <a:cubicBezTo>
                    <a:pt x="69" y="31"/>
                    <a:pt x="70" y="33"/>
                    <a:pt x="71" y="33"/>
                  </a:cubicBezTo>
                  <a:cubicBezTo>
                    <a:pt x="71" y="34"/>
                    <a:pt x="72" y="34"/>
                    <a:pt x="73" y="34"/>
                  </a:cubicBezTo>
                  <a:cubicBezTo>
                    <a:pt x="73" y="34"/>
                    <a:pt x="74" y="34"/>
                    <a:pt x="74" y="33"/>
                  </a:cubicBezTo>
                  <a:cubicBezTo>
                    <a:pt x="84" y="21"/>
                    <a:pt x="84" y="21"/>
                    <a:pt x="84" y="21"/>
                  </a:cubicBezTo>
                  <a:cubicBezTo>
                    <a:pt x="85" y="21"/>
                    <a:pt x="86" y="19"/>
                    <a:pt x="86" y="17"/>
                  </a:cubicBezTo>
                  <a:cubicBezTo>
                    <a:pt x="86" y="16"/>
                    <a:pt x="85" y="14"/>
                    <a:pt x="84" y="13"/>
                  </a:cubicBez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ea typeface="微软雅黑"/>
                <a:cs typeface="+mn-ea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143957" y="2836740"/>
            <a:ext cx="662952" cy="663125"/>
            <a:chOff x="8125599" y="1434035"/>
            <a:chExt cx="2036802" cy="2036802"/>
          </a:xfrm>
        </p:grpSpPr>
        <p:sp>
          <p:nvSpPr>
            <p:cNvPr id="28" name="椭圆 27"/>
            <p:cNvSpPr/>
            <p:nvPr/>
          </p:nvSpPr>
          <p:spPr>
            <a:xfrm>
              <a:off x="8125599" y="1434035"/>
              <a:ext cx="2036802" cy="2036802"/>
            </a:xfrm>
            <a:prstGeom prst="ellipse">
              <a:avLst/>
            </a:prstGeom>
            <a:solidFill>
              <a:srgbClr val="4F91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HelveticaInserat-Roman-SemiB"/>
                <a:ea typeface="微软雅黑"/>
                <a:cs typeface="+mn-ea"/>
              </a:endParaRPr>
            </a:p>
          </p:txBody>
        </p:sp>
        <p:grpSp>
          <p:nvGrpSpPr>
            <p:cNvPr id="29" name="组合 28"/>
            <p:cNvGrpSpPr>
              <a:grpSpLocks noChangeAspect="1"/>
            </p:cNvGrpSpPr>
            <p:nvPr/>
          </p:nvGrpSpPr>
          <p:grpSpPr>
            <a:xfrm>
              <a:off x="8518659" y="1890295"/>
              <a:ext cx="1310642" cy="1124283"/>
              <a:chOff x="5084763" y="971548"/>
              <a:chExt cx="323865" cy="277813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30" name="Freeform 301"/>
              <p:cNvSpPr>
                <a:spLocks noEditPoints="1"/>
              </p:cNvSpPr>
              <p:nvPr/>
            </p:nvSpPr>
            <p:spPr bwMode="auto">
              <a:xfrm>
                <a:off x="5191140" y="1031873"/>
                <a:ext cx="217488" cy="217488"/>
              </a:xfrm>
              <a:custGeom>
                <a:avLst/>
                <a:gdLst>
                  <a:gd name="T0" fmla="*/ 6 w 58"/>
                  <a:gd name="T1" fmla="*/ 14 h 58"/>
                  <a:gd name="T2" fmla="*/ 7 w 58"/>
                  <a:gd name="T3" fmla="*/ 19 h 58"/>
                  <a:gd name="T4" fmla="*/ 4 w 58"/>
                  <a:gd name="T5" fmla="*/ 20 h 58"/>
                  <a:gd name="T6" fmla="*/ 0 w 58"/>
                  <a:gd name="T7" fmla="*/ 23 h 58"/>
                  <a:gd name="T8" fmla="*/ 2 w 58"/>
                  <a:gd name="T9" fmla="*/ 27 h 58"/>
                  <a:gd name="T10" fmla="*/ 5 w 58"/>
                  <a:gd name="T11" fmla="*/ 31 h 58"/>
                  <a:gd name="T12" fmla="*/ 2 w 58"/>
                  <a:gd name="T13" fmla="*/ 34 h 58"/>
                  <a:gd name="T14" fmla="*/ 1 w 58"/>
                  <a:gd name="T15" fmla="*/ 38 h 58"/>
                  <a:gd name="T16" fmla="*/ 5 w 58"/>
                  <a:gd name="T17" fmla="*/ 41 h 58"/>
                  <a:gd name="T18" fmla="*/ 8 w 58"/>
                  <a:gd name="T19" fmla="*/ 42 h 58"/>
                  <a:gd name="T20" fmla="*/ 8 w 58"/>
                  <a:gd name="T21" fmla="*/ 46 h 58"/>
                  <a:gd name="T22" fmla="*/ 9 w 58"/>
                  <a:gd name="T23" fmla="*/ 51 h 58"/>
                  <a:gd name="T24" fmla="*/ 14 w 58"/>
                  <a:gd name="T25" fmla="*/ 51 h 58"/>
                  <a:gd name="T26" fmla="*/ 18 w 58"/>
                  <a:gd name="T27" fmla="*/ 51 h 58"/>
                  <a:gd name="T28" fmla="*/ 19 w 58"/>
                  <a:gd name="T29" fmla="*/ 54 h 58"/>
                  <a:gd name="T30" fmla="*/ 22 w 58"/>
                  <a:gd name="T31" fmla="*/ 58 h 58"/>
                  <a:gd name="T32" fmla="*/ 27 w 58"/>
                  <a:gd name="T33" fmla="*/ 56 h 58"/>
                  <a:gd name="T34" fmla="*/ 31 w 58"/>
                  <a:gd name="T35" fmla="*/ 53 h 58"/>
                  <a:gd name="T36" fmla="*/ 33 w 58"/>
                  <a:gd name="T37" fmla="*/ 56 h 58"/>
                  <a:gd name="T38" fmla="*/ 38 w 58"/>
                  <a:gd name="T39" fmla="*/ 57 h 58"/>
                  <a:gd name="T40" fmla="*/ 40 w 58"/>
                  <a:gd name="T41" fmla="*/ 53 h 58"/>
                  <a:gd name="T42" fmla="*/ 42 w 58"/>
                  <a:gd name="T43" fmla="*/ 49 h 58"/>
                  <a:gd name="T44" fmla="*/ 46 w 58"/>
                  <a:gd name="T45" fmla="*/ 50 h 58"/>
                  <a:gd name="T46" fmla="*/ 50 w 58"/>
                  <a:gd name="T47" fmla="*/ 49 h 58"/>
                  <a:gd name="T48" fmla="*/ 51 w 58"/>
                  <a:gd name="T49" fmla="*/ 44 h 58"/>
                  <a:gd name="T50" fmla="*/ 50 w 58"/>
                  <a:gd name="T51" fmla="*/ 40 h 58"/>
                  <a:gd name="T52" fmla="*/ 54 w 58"/>
                  <a:gd name="T53" fmla="*/ 39 h 58"/>
                  <a:gd name="T54" fmla="*/ 57 w 58"/>
                  <a:gd name="T55" fmla="*/ 35 h 58"/>
                  <a:gd name="T56" fmla="*/ 55 w 58"/>
                  <a:gd name="T57" fmla="*/ 31 h 58"/>
                  <a:gd name="T58" fmla="*/ 52 w 58"/>
                  <a:gd name="T59" fmla="*/ 27 h 58"/>
                  <a:gd name="T60" fmla="*/ 55 w 58"/>
                  <a:gd name="T61" fmla="*/ 25 h 58"/>
                  <a:gd name="T62" fmla="*/ 56 w 58"/>
                  <a:gd name="T63" fmla="*/ 20 h 58"/>
                  <a:gd name="T64" fmla="*/ 53 w 58"/>
                  <a:gd name="T65" fmla="*/ 18 h 58"/>
                  <a:gd name="T66" fmla="*/ 48 w 58"/>
                  <a:gd name="T67" fmla="*/ 16 h 58"/>
                  <a:gd name="T68" fmla="*/ 49 w 58"/>
                  <a:gd name="T69" fmla="*/ 12 h 58"/>
                  <a:gd name="T70" fmla="*/ 48 w 58"/>
                  <a:gd name="T71" fmla="*/ 8 h 58"/>
                  <a:gd name="T72" fmla="*/ 44 w 58"/>
                  <a:gd name="T73" fmla="*/ 7 h 58"/>
                  <a:gd name="T74" fmla="*/ 39 w 58"/>
                  <a:gd name="T75" fmla="*/ 8 h 58"/>
                  <a:gd name="T76" fmla="*/ 38 w 58"/>
                  <a:gd name="T77" fmla="*/ 4 h 58"/>
                  <a:gd name="T78" fmla="*/ 35 w 58"/>
                  <a:gd name="T79" fmla="*/ 1 h 58"/>
                  <a:gd name="T80" fmla="*/ 30 w 58"/>
                  <a:gd name="T81" fmla="*/ 3 h 58"/>
                  <a:gd name="T82" fmla="*/ 27 w 58"/>
                  <a:gd name="T83" fmla="*/ 5 h 58"/>
                  <a:gd name="T84" fmla="*/ 24 w 58"/>
                  <a:gd name="T85" fmla="*/ 3 h 58"/>
                  <a:gd name="T86" fmla="*/ 20 w 58"/>
                  <a:gd name="T87" fmla="*/ 1 h 58"/>
                  <a:gd name="T88" fmla="*/ 17 w 58"/>
                  <a:gd name="T89" fmla="*/ 5 h 58"/>
                  <a:gd name="T90" fmla="*/ 15 w 58"/>
                  <a:gd name="T91" fmla="*/ 10 h 58"/>
                  <a:gd name="T92" fmla="*/ 12 w 58"/>
                  <a:gd name="T93" fmla="*/ 9 h 58"/>
                  <a:gd name="T94" fmla="*/ 7 w 58"/>
                  <a:gd name="T95" fmla="*/ 10 h 58"/>
                  <a:gd name="T96" fmla="*/ 6 w 58"/>
                  <a:gd name="T97" fmla="*/ 14 h 58"/>
                  <a:gd name="T98" fmla="*/ 23 w 58"/>
                  <a:gd name="T99" fmla="*/ 13 h 58"/>
                  <a:gd name="T100" fmla="*/ 45 w 58"/>
                  <a:gd name="T101" fmla="*/ 24 h 58"/>
                  <a:gd name="T102" fmla="*/ 34 w 58"/>
                  <a:gd name="T103" fmla="*/ 45 h 58"/>
                  <a:gd name="T104" fmla="*/ 13 w 58"/>
                  <a:gd name="T105" fmla="*/ 34 h 58"/>
                  <a:gd name="T106" fmla="*/ 23 w 58"/>
                  <a:gd name="T107" fmla="*/ 13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8" h="58">
                    <a:moveTo>
                      <a:pt x="6" y="14"/>
                    </a:moveTo>
                    <a:cubicBezTo>
                      <a:pt x="8" y="15"/>
                      <a:pt x="7" y="18"/>
                      <a:pt x="7" y="19"/>
                    </a:cubicBezTo>
                    <a:cubicBezTo>
                      <a:pt x="7" y="20"/>
                      <a:pt x="5" y="20"/>
                      <a:pt x="4" y="20"/>
                    </a:cubicBezTo>
                    <a:cubicBezTo>
                      <a:pt x="2" y="20"/>
                      <a:pt x="0" y="21"/>
                      <a:pt x="0" y="23"/>
                    </a:cubicBezTo>
                    <a:cubicBezTo>
                      <a:pt x="0" y="25"/>
                      <a:pt x="0" y="27"/>
                      <a:pt x="2" y="27"/>
                    </a:cubicBezTo>
                    <a:cubicBezTo>
                      <a:pt x="3" y="28"/>
                      <a:pt x="5" y="30"/>
                      <a:pt x="5" y="31"/>
                    </a:cubicBezTo>
                    <a:cubicBezTo>
                      <a:pt x="5" y="32"/>
                      <a:pt x="4" y="33"/>
                      <a:pt x="2" y="34"/>
                    </a:cubicBezTo>
                    <a:cubicBezTo>
                      <a:pt x="1" y="34"/>
                      <a:pt x="0" y="36"/>
                      <a:pt x="1" y="38"/>
                    </a:cubicBezTo>
                    <a:cubicBezTo>
                      <a:pt x="1" y="40"/>
                      <a:pt x="3" y="42"/>
                      <a:pt x="5" y="41"/>
                    </a:cubicBezTo>
                    <a:cubicBezTo>
                      <a:pt x="6" y="41"/>
                      <a:pt x="8" y="41"/>
                      <a:pt x="8" y="42"/>
                    </a:cubicBezTo>
                    <a:cubicBezTo>
                      <a:pt x="9" y="42"/>
                      <a:pt x="9" y="45"/>
                      <a:pt x="8" y="46"/>
                    </a:cubicBezTo>
                    <a:cubicBezTo>
                      <a:pt x="7" y="47"/>
                      <a:pt x="7" y="50"/>
                      <a:pt x="9" y="51"/>
                    </a:cubicBezTo>
                    <a:cubicBezTo>
                      <a:pt x="11" y="52"/>
                      <a:pt x="13" y="53"/>
                      <a:pt x="14" y="51"/>
                    </a:cubicBezTo>
                    <a:cubicBezTo>
                      <a:pt x="15" y="50"/>
                      <a:pt x="18" y="51"/>
                      <a:pt x="18" y="51"/>
                    </a:cubicBezTo>
                    <a:cubicBezTo>
                      <a:pt x="19" y="51"/>
                      <a:pt x="20" y="53"/>
                      <a:pt x="19" y="54"/>
                    </a:cubicBezTo>
                    <a:cubicBezTo>
                      <a:pt x="19" y="56"/>
                      <a:pt x="20" y="57"/>
                      <a:pt x="22" y="58"/>
                    </a:cubicBezTo>
                    <a:cubicBezTo>
                      <a:pt x="25" y="58"/>
                      <a:pt x="26" y="57"/>
                      <a:pt x="27" y="56"/>
                    </a:cubicBezTo>
                    <a:cubicBezTo>
                      <a:pt x="27" y="54"/>
                      <a:pt x="30" y="53"/>
                      <a:pt x="31" y="53"/>
                    </a:cubicBezTo>
                    <a:cubicBezTo>
                      <a:pt x="31" y="53"/>
                      <a:pt x="33" y="54"/>
                      <a:pt x="33" y="56"/>
                    </a:cubicBezTo>
                    <a:cubicBezTo>
                      <a:pt x="34" y="57"/>
                      <a:pt x="36" y="58"/>
                      <a:pt x="38" y="57"/>
                    </a:cubicBezTo>
                    <a:cubicBezTo>
                      <a:pt x="40" y="57"/>
                      <a:pt x="41" y="55"/>
                      <a:pt x="40" y="53"/>
                    </a:cubicBezTo>
                    <a:cubicBezTo>
                      <a:pt x="40" y="52"/>
                      <a:pt x="42" y="49"/>
                      <a:pt x="42" y="49"/>
                    </a:cubicBezTo>
                    <a:cubicBezTo>
                      <a:pt x="43" y="48"/>
                      <a:pt x="44" y="49"/>
                      <a:pt x="46" y="50"/>
                    </a:cubicBezTo>
                    <a:cubicBezTo>
                      <a:pt x="47" y="51"/>
                      <a:pt x="49" y="51"/>
                      <a:pt x="50" y="49"/>
                    </a:cubicBezTo>
                    <a:cubicBezTo>
                      <a:pt x="52" y="47"/>
                      <a:pt x="52" y="45"/>
                      <a:pt x="51" y="44"/>
                    </a:cubicBezTo>
                    <a:cubicBezTo>
                      <a:pt x="50" y="43"/>
                      <a:pt x="50" y="40"/>
                      <a:pt x="50" y="40"/>
                    </a:cubicBezTo>
                    <a:cubicBezTo>
                      <a:pt x="51" y="39"/>
                      <a:pt x="52" y="38"/>
                      <a:pt x="54" y="39"/>
                    </a:cubicBezTo>
                    <a:cubicBezTo>
                      <a:pt x="55" y="39"/>
                      <a:pt x="57" y="38"/>
                      <a:pt x="57" y="35"/>
                    </a:cubicBezTo>
                    <a:cubicBezTo>
                      <a:pt x="58" y="33"/>
                      <a:pt x="57" y="31"/>
                      <a:pt x="55" y="31"/>
                    </a:cubicBezTo>
                    <a:cubicBezTo>
                      <a:pt x="54" y="31"/>
                      <a:pt x="53" y="28"/>
                      <a:pt x="52" y="27"/>
                    </a:cubicBezTo>
                    <a:cubicBezTo>
                      <a:pt x="52" y="26"/>
                      <a:pt x="54" y="25"/>
                      <a:pt x="55" y="25"/>
                    </a:cubicBezTo>
                    <a:cubicBezTo>
                      <a:pt x="56" y="24"/>
                      <a:pt x="57" y="22"/>
                      <a:pt x="56" y="20"/>
                    </a:cubicBezTo>
                    <a:cubicBezTo>
                      <a:pt x="56" y="18"/>
                      <a:pt x="54" y="17"/>
                      <a:pt x="53" y="18"/>
                    </a:cubicBezTo>
                    <a:cubicBezTo>
                      <a:pt x="51" y="18"/>
                      <a:pt x="49" y="16"/>
                      <a:pt x="48" y="16"/>
                    </a:cubicBezTo>
                    <a:cubicBezTo>
                      <a:pt x="48" y="15"/>
                      <a:pt x="48" y="13"/>
                      <a:pt x="49" y="12"/>
                    </a:cubicBezTo>
                    <a:cubicBezTo>
                      <a:pt x="50" y="11"/>
                      <a:pt x="50" y="9"/>
                      <a:pt x="48" y="8"/>
                    </a:cubicBezTo>
                    <a:cubicBezTo>
                      <a:pt x="47" y="6"/>
                      <a:pt x="45" y="6"/>
                      <a:pt x="44" y="7"/>
                    </a:cubicBezTo>
                    <a:cubicBezTo>
                      <a:pt x="42" y="8"/>
                      <a:pt x="40" y="8"/>
                      <a:pt x="39" y="8"/>
                    </a:cubicBezTo>
                    <a:cubicBezTo>
                      <a:pt x="38" y="7"/>
                      <a:pt x="38" y="6"/>
                      <a:pt x="38" y="4"/>
                    </a:cubicBezTo>
                    <a:cubicBezTo>
                      <a:pt x="38" y="3"/>
                      <a:pt x="37" y="1"/>
                      <a:pt x="35" y="1"/>
                    </a:cubicBezTo>
                    <a:cubicBezTo>
                      <a:pt x="33" y="0"/>
                      <a:pt x="31" y="1"/>
                      <a:pt x="30" y="3"/>
                    </a:cubicBezTo>
                    <a:cubicBezTo>
                      <a:pt x="30" y="4"/>
                      <a:pt x="28" y="5"/>
                      <a:pt x="27" y="5"/>
                    </a:cubicBezTo>
                    <a:cubicBezTo>
                      <a:pt x="26" y="6"/>
                      <a:pt x="25" y="4"/>
                      <a:pt x="24" y="3"/>
                    </a:cubicBezTo>
                    <a:cubicBezTo>
                      <a:pt x="24" y="1"/>
                      <a:pt x="22" y="1"/>
                      <a:pt x="20" y="1"/>
                    </a:cubicBezTo>
                    <a:cubicBezTo>
                      <a:pt x="18" y="2"/>
                      <a:pt x="16" y="4"/>
                      <a:pt x="17" y="5"/>
                    </a:cubicBezTo>
                    <a:cubicBezTo>
                      <a:pt x="17" y="7"/>
                      <a:pt x="16" y="9"/>
                      <a:pt x="15" y="10"/>
                    </a:cubicBezTo>
                    <a:cubicBezTo>
                      <a:pt x="14" y="10"/>
                      <a:pt x="13" y="10"/>
                      <a:pt x="12" y="9"/>
                    </a:cubicBezTo>
                    <a:cubicBezTo>
                      <a:pt x="10" y="8"/>
                      <a:pt x="8" y="8"/>
                      <a:pt x="7" y="10"/>
                    </a:cubicBezTo>
                    <a:cubicBezTo>
                      <a:pt x="6" y="11"/>
                      <a:pt x="5" y="13"/>
                      <a:pt x="6" y="14"/>
                    </a:cubicBezTo>
                    <a:close/>
                    <a:moveTo>
                      <a:pt x="23" y="13"/>
                    </a:moveTo>
                    <a:cubicBezTo>
                      <a:pt x="32" y="10"/>
                      <a:pt x="42" y="15"/>
                      <a:pt x="45" y="24"/>
                    </a:cubicBezTo>
                    <a:cubicBezTo>
                      <a:pt x="47" y="33"/>
                      <a:pt x="43" y="42"/>
                      <a:pt x="34" y="45"/>
                    </a:cubicBezTo>
                    <a:cubicBezTo>
                      <a:pt x="25" y="48"/>
                      <a:pt x="15" y="43"/>
                      <a:pt x="13" y="34"/>
                    </a:cubicBezTo>
                    <a:cubicBezTo>
                      <a:pt x="10" y="26"/>
                      <a:pt x="15" y="16"/>
                      <a:pt x="23" y="13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HelveticaInserat-Roman-SemiB"/>
                  <a:ea typeface="微软雅黑"/>
                  <a:cs typeface="+mn-ea"/>
                </a:endParaRPr>
              </a:p>
            </p:txBody>
          </p:sp>
          <p:sp>
            <p:nvSpPr>
              <p:cNvPr id="31" name="Freeform 302"/>
              <p:cNvSpPr>
                <a:spLocks noEditPoints="1"/>
              </p:cNvSpPr>
              <p:nvPr/>
            </p:nvSpPr>
            <p:spPr bwMode="auto">
              <a:xfrm>
                <a:off x="5084781" y="971548"/>
                <a:ext cx="139701" cy="139700"/>
              </a:xfrm>
              <a:custGeom>
                <a:avLst/>
                <a:gdLst>
                  <a:gd name="T0" fmla="*/ 4 w 37"/>
                  <a:gd name="T1" fmla="*/ 9 h 37"/>
                  <a:gd name="T2" fmla="*/ 5 w 37"/>
                  <a:gd name="T3" fmla="*/ 12 h 37"/>
                  <a:gd name="T4" fmla="*/ 2 w 37"/>
                  <a:gd name="T5" fmla="*/ 12 h 37"/>
                  <a:gd name="T6" fmla="*/ 0 w 37"/>
                  <a:gd name="T7" fmla="*/ 14 h 37"/>
                  <a:gd name="T8" fmla="*/ 1 w 37"/>
                  <a:gd name="T9" fmla="*/ 17 h 37"/>
                  <a:gd name="T10" fmla="*/ 3 w 37"/>
                  <a:gd name="T11" fmla="*/ 20 h 37"/>
                  <a:gd name="T12" fmla="*/ 2 w 37"/>
                  <a:gd name="T13" fmla="*/ 21 h 37"/>
                  <a:gd name="T14" fmla="*/ 1 w 37"/>
                  <a:gd name="T15" fmla="*/ 24 h 37"/>
                  <a:gd name="T16" fmla="*/ 3 w 37"/>
                  <a:gd name="T17" fmla="*/ 26 h 37"/>
                  <a:gd name="T18" fmla="*/ 5 w 37"/>
                  <a:gd name="T19" fmla="*/ 26 h 37"/>
                  <a:gd name="T20" fmla="*/ 5 w 37"/>
                  <a:gd name="T21" fmla="*/ 29 h 37"/>
                  <a:gd name="T22" fmla="*/ 6 w 37"/>
                  <a:gd name="T23" fmla="*/ 32 h 37"/>
                  <a:gd name="T24" fmla="*/ 9 w 37"/>
                  <a:gd name="T25" fmla="*/ 33 h 37"/>
                  <a:gd name="T26" fmla="*/ 12 w 37"/>
                  <a:gd name="T27" fmla="*/ 32 h 37"/>
                  <a:gd name="T28" fmla="*/ 12 w 37"/>
                  <a:gd name="T29" fmla="*/ 34 h 37"/>
                  <a:gd name="T30" fmla="*/ 15 w 37"/>
                  <a:gd name="T31" fmla="*/ 37 h 37"/>
                  <a:gd name="T32" fmla="*/ 17 w 37"/>
                  <a:gd name="T33" fmla="*/ 35 h 37"/>
                  <a:gd name="T34" fmla="*/ 20 w 37"/>
                  <a:gd name="T35" fmla="*/ 34 h 37"/>
                  <a:gd name="T36" fmla="*/ 21 w 37"/>
                  <a:gd name="T37" fmla="*/ 35 h 37"/>
                  <a:gd name="T38" fmla="*/ 24 w 37"/>
                  <a:gd name="T39" fmla="*/ 36 h 37"/>
                  <a:gd name="T40" fmla="*/ 26 w 37"/>
                  <a:gd name="T41" fmla="*/ 34 h 37"/>
                  <a:gd name="T42" fmla="*/ 27 w 37"/>
                  <a:gd name="T43" fmla="*/ 31 h 37"/>
                  <a:gd name="T44" fmla="*/ 29 w 37"/>
                  <a:gd name="T45" fmla="*/ 32 h 37"/>
                  <a:gd name="T46" fmla="*/ 32 w 37"/>
                  <a:gd name="T47" fmla="*/ 31 h 37"/>
                  <a:gd name="T48" fmla="*/ 33 w 37"/>
                  <a:gd name="T49" fmla="*/ 28 h 37"/>
                  <a:gd name="T50" fmla="*/ 32 w 37"/>
                  <a:gd name="T51" fmla="*/ 25 h 37"/>
                  <a:gd name="T52" fmla="*/ 35 w 37"/>
                  <a:gd name="T53" fmla="*/ 24 h 37"/>
                  <a:gd name="T54" fmla="*/ 37 w 37"/>
                  <a:gd name="T55" fmla="*/ 22 h 37"/>
                  <a:gd name="T56" fmla="*/ 36 w 37"/>
                  <a:gd name="T57" fmla="*/ 19 h 37"/>
                  <a:gd name="T58" fmla="*/ 34 w 37"/>
                  <a:gd name="T59" fmla="*/ 17 h 37"/>
                  <a:gd name="T60" fmla="*/ 35 w 37"/>
                  <a:gd name="T61" fmla="*/ 15 h 37"/>
                  <a:gd name="T62" fmla="*/ 36 w 37"/>
                  <a:gd name="T63" fmla="*/ 12 h 37"/>
                  <a:gd name="T64" fmla="*/ 34 w 37"/>
                  <a:gd name="T65" fmla="*/ 11 h 37"/>
                  <a:gd name="T66" fmla="*/ 31 w 37"/>
                  <a:gd name="T67" fmla="*/ 9 h 37"/>
                  <a:gd name="T68" fmla="*/ 32 w 37"/>
                  <a:gd name="T69" fmla="*/ 7 h 37"/>
                  <a:gd name="T70" fmla="*/ 31 w 37"/>
                  <a:gd name="T71" fmla="*/ 4 h 37"/>
                  <a:gd name="T72" fmla="*/ 28 w 37"/>
                  <a:gd name="T73" fmla="*/ 4 h 37"/>
                  <a:gd name="T74" fmla="*/ 25 w 37"/>
                  <a:gd name="T75" fmla="*/ 4 h 37"/>
                  <a:gd name="T76" fmla="*/ 25 w 37"/>
                  <a:gd name="T77" fmla="*/ 2 h 37"/>
                  <a:gd name="T78" fmla="*/ 22 w 37"/>
                  <a:gd name="T79" fmla="*/ 0 h 37"/>
                  <a:gd name="T80" fmla="*/ 20 w 37"/>
                  <a:gd name="T81" fmla="*/ 1 h 37"/>
                  <a:gd name="T82" fmla="*/ 17 w 37"/>
                  <a:gd name="T83" fmla="*/ 3 h 37"/>
                  <a:gd name="T84" fmla="*/ 16 w 37"/>
                  <a:gd name="T85" fmla="*/ 1 h 37"/>
                  <a:gd name="T86" fmla="*/ 13 w 37"/>
                  <a:gd name="T87" fmla="*/ 0 h 37"/>
                  <a:gd name="T88" fmla="*/ 11 w 37"/>
                  <a:gd name="T89" fmla="*/ 3 h 37"/>
                  <a:gd name="T90" fmla="*/ 10 w 37"/>
                  <a:gd name="T91" fmla="*/ 6 h 37"/>
                  <a:gd name="T92" fmla="*/ 8 w 37"/>
                  <a:gd name="T93" fmla="*/ 5 h 37"/>
                  <a:gd name="T94" fmla="*/ 5 w 37"/>
                  <a:gd name="T95" fmla="*/ 6 h 37"/>
                  <a:gd name="T96" fmla="*/ 4 w 37"/>
                  <a:gd name="T97" fmla="*/ 9 h 37"/>
                  <a:gd name="T98" fmla="*/ 15 w 37"/>
                  <a:gd name="T99" fmla="*/ 8 h 37"/>
                  <a:gd name="T100" fmla="*/ 29 w 37"/>
                  <a:gd name="T101" fmla="*/ 15 h 37"/>
                  <a:gd name="T102" fmla="*/ 22 w 37"/>
                  <a:gd name="T103" fmla="*/ 29 h 37"/>
                  <a:gd name="T104" fmla="*/ 8 w 37"/>
                  <a:gd name="T105" fmla="*/ 22 h 37"/>
                  <a:gd name="T106" fmla="*/ 15 w 37"/>
                  <a:gd name="T107" fmla="*/ 8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7" h="37">
                    <a:moveTo>
                      <a:pt x="4" y="9"/>
                    </a:moveTo>
                    <a:cubicBezTo>
                      <a:pt x="5" y="9"/>
                      <a:pt x="5" y="11"/>
                      <a:pt x="5" y="12"/>
                    </a:cubicBezTo>
                    <a:cubicBezTo>
                      <a:pt x="4" y="12"/>
                      <a:pt x="3" y="12"/>
                      <a:pt x="2" y="12"/>
                    </a:cubicBezTo>
                    <a:cubicBezTo>
                      <a:pt x="1" y="12"/>
                      <a:pt x="0" y="13"/>
                      <a:pt x="0" y="14"/>
                    </a:cubicBezTo>
                    <a:cubicBezTo>
                      <a:pt x="0" y="16"/>
                      <a:pt x="0" y="17"/>
                      <a:pt x="1" y="17"/>
                    </a:cubicBezTo>
                    <a:cubicBezTo>
                      <a:pt x="2" y="17"/>
                      <a:pt x="3" y="19"/>
                      <a:pt x="3" y="20"/>
                    </a:cubicBezTo>
                    <a:cubicBezTo>
                      <a:pt x="3" y="20"/>
                      <a:pt x="2" y="21"/>
                      <a:pt x="2" y="21"/>
                    </a:cubicBezTo>
                    <a:cubicBezTo>
                      <a:pt x="1" y="21"/>
                      <a:pt x="0" y="23"/>
                      <a:pt x="1" y="24"/>
                    </a:cubicBezTo>
                    <a:cubicBezTo>
                      <a:pt x="1" y="25"/>
                      <a:pt x="2" y="26"/>
                      <a:pt x="3" y="26"/>
                    </a:cubicBezTo>
                    <a:cubicBezTo>
                      <a:pt x="4" y="26"/>
                      <a:pt x="5" y="26"/>
                      <a:pt x="5" y="26"/>
                    </a:cubicBezTo>
                    <a:cubicBezTo>
                      <a:pt x="6" y="27"/>
                      <a:pt x="6" y="28"/>
                      <a:pt x="5" y="29"/>
                    </a:cubicBezTo>
                    <a:cubicBezTo>
                      <a:pt x="5" y="30"/>
                      <a:pt x="5" y="31"/>
                      <a:pt x="6" y="32"/>
                    </a:cubicBezTo>
                    <a:cubicBezTo>
                      <a:pt x="7" y="33"/>
                      <a:pt x="8" y="33"/>
                      <a:pt x="9" y="33"/>
                    </a:cubicBezTo>
                    <a:cubicBezTo>
                      <a:pt x="10" y="32"/>
                      <a:pt x="11" y="32"/>
                      <a:pt x="12" y="32"/>
                    </a:cubicBezTo>
                    <a:cubicBezTo>
                      <a:pt x="12" y="32"/>
                      <a:pt x="13" y="33"/>
                      <a:pt x="12" y="34"/>
                    </a:cubicBezTo>
                    <a:cubicBezTo>
                      <a:pt x="12" y="35"/>
                      <a:pt x="13" y="36"/>
                      <a:pt x="15" y="37"/>
                    </a:cubicBezTo>
                    <a:cubicBezTo>
                      <a:pt x="16" y="37"/>
                      <a:pt x="17" y="36"/>
                      <a:pt x="17" y="35"/>
                    </a:cubicBezTo>
                    <a:cubicBezTo>
                      <a:pt x="18" y="34"/>
                      <a:pt x="19" y="34"/>
                      <a:pt x="20" y="34"/>
                    </a:cubicBezTo>
                    <a:cubicBezTo>
                      <a:pt x="20" y="34"/>
                      <a:pt x="21" y="34"/>
                      <a:pt x="21" y="35"/>
                    </a:cubicBezTo>
                    <a:cubicBezTo>
                      <a:pt x="22" y="36"/>
                      <a:pt x="23" y="37"/>
                      <a:pt x="24" y="36"/>
                    </a:cubicBezTo>
                    <a:cubicBezTo>
                      <a:pt x="26" y="36"/>
                      <a:pt x="26" y="35"/>
                      <a:pt x="26" y="34"/>
                    </a:cubicBezTo>
                    <a:cubicBezTo>
                      <a:pt x="26" y="33"/>
                      <a:pt x="27" y="31"/>
                      <a:pt x="27" y="31"/>
                    </a:cubicBezTo>
                    <a:cubicBezTo>
                      <a:pt x="28" y="31"/>
                      <a:pt x="29" y="31"/>
                      <a:pt x="29" y="32"/>
                    </a:cubicBezTo>
                    <a:cubicBezTo>
                      <a:pt x="30" y="32"/>
                      <a:pt x="32" y="32"/>
                      <a:pt x="32" y="31"/>
                    </a:cubicBezTo>
                    <a:cubicBezTo>
                      <a:pt x="33" y="30"/>
                      <a:pt x="34" y="28"/>
                      <a:pt x="33" y="28"/>
                    </a:cubicBezTo>
                    <a:cubicBezTo>
                      <a:pt x="32" y="27"/>
                      <a:pt x="32" y="25"/>
                      <a:pt x="32" y="25"/>
                    </a:cubicBezTo>
                    <a:cubicBezTo>
                      <a:pt x="33" y="24"/>
                      <a:pt x="34" y="24"/>
                      <a:pt x="35" y="24"/>
                    </a:cubicBezTo>
                    <a:cubicBezTo>
                      <a:pt x="36" y="24"/>
                      <a:pt x="37" y="24"/>
                      <a:pt x="37" y="22"/>
                    </a:cubicBezTo>
                    <a:cubicBezTo>
                      <a:pt x="37" y="21"/>
                      <a:pt x="37" y="20"/>
                      <a:pt x="36" y="19"/>
                    </a:cubicBezTo>
                    <a:cubicBezTo>
                      <a:pt x="35" y="19"/>
                      <a:pt x="34" y="18"/>
                      <a:pt x="34" y="17"/>
                    </a:cubicBezTo>
                    <a:cubicBezTo>
                      <a:pt x="34" y="16"/>
                      <a:pt x="35" y="16"/>
                      <a:pt x="35" y="15"/>
                    </a:cubicBezTo>
                    <a:cubicBezTo>
                      <a:pt x="36" y="15"/>
                      <a:pt x="37" y="14"/>
                      <a:pt x="36" y="12"/>
                    </a:cubicBezTo>
                    <a:cubicBezTo>
                      <a:pt x="36" y="11"/>
                      <a:pt x="35" y="10"/>
                      <a:pt x="34" y="11"/>
                    </a:cubicBezTo>
                    <a:cubicBezTo>
                      <a:pt x="33" y="11"/>
                      <a:pt x="31" y="10"/>
                      <a:pt x="31" y="9"/>
                    </a:cubicBezTo>
                    <a:cubicBezTo>
                      <a:pt x="31" y="9"/>
                      <a:pt x="31" y="8"/>
                      <a:pt x="32" y="7"/>
                    </a:cubicBezTo>
                    <a:cubicBezTo>
                      <a:pt x="32" y="7"/>
                      <a:pt x="32" y="5"/>
                      <a:pt x="31" y="4"/>
                    </a:cubicBezTo>
                    <a:cubicBezTo>
                      <a:pt x="30" y="3"/>
                      <a:pt x="29" y="3"/>
                      <a:pt x="28" y="4"/>
                    </a:cubicBezTo>
                    <a:cubicBezTo>
                      <a:pt x="27" y="5"/>
                      <a:pt x="26" y="5"/>
                      <a:pt x="25" y="4"/>
                    </a:cubicBezTo>
                    <a:cubicBezTo>
                      <a:pt x="25" y="4"/>
                      <a:pt x="24" y="3"/>
                      <a:pt x="25" y="2"/>
                    </a:cubicBezTo>
                    <a:cubicBezTo>
                      <a:pt x="25" y="1"/>
                      <a:pt x="24" y="0"/>
                      <a:pt x="22" y="0"/>
                    </a:cubicBezTo>
                    <a:cubicBezTo>
                      <a:pt x="21" y="0"/>
                      <a:pt x="20" y="0"/>
                      <a:pt x="20" y="1"/>
                    </a:cubicBezTo>
                    <a:cubicBezTo>
                      <a:pt x="19" y="2"/>
                      <a:pt x="18" y="3"/>
                      <a:pt x="17" y="3"/>
                    </a:cubicBezTo>
                    <a:cubicBezTo>
                      <a:pt x="17" y="3"/>
                      <a:pt x="16" y="2"/>
                      <a:pt x="16" y="1"/>
                    </a:cubicBezTo>
                    <a:cubicBezTo>
                      <a:pt x="15" y="0"/>
                      <a:pt x="14" y="0"/>
                      <a:pt x="13" y="0"/>
                    </a:cubicBezTo>
                    <a:cubicBezTo>
                      <a:pt x="11" y="1"/>
                      <a:pt x="11" y="2"/>
                      <a:pt x="11" y="3"/>
                    </a:cubicBezTo>
                    <a:cubicBezTo>
                      <a:pt x="11" y="4"/>
                      <a:pt x="10" y="5"/>
                      <a:pt x="10" y="6"/>
                    </a:cubicBezTo>
                    <a:cubicBezTo>
                      <a:pt x="9" y="6"/>
                      <a:pt x="8" y="6"/>
                      <a:pt x="8" y="5"/>
                    </a:cubicBezTo>
                    <a:cubicBezTo>
                      <a:pt x="7" y="4"/>
                      <a:pt x="5" y="5"/>
                      <a:pt x="5" y="6"/>
                    </a:cubicBezTo>
                    <a:cubicBezTo>
                      <a:pt x="4" y="7"/>
                      <a:pt x="3" y="8"/>
                      <a:pt x="4" y="9"/>
                    </a:cubicBezTo>
                    <a:close/>
                    <a:moveTo>
                      <a:pt x="15" y="8"/>
                    </a:moveTo>
                    <a:cubicBezTo>
                      <a:pt x="21" y="6"/>
                      <a:pt x="27" y="9"/>
                      <a:pt x="29" y="15"/>
                    </a:cubicBezTo>
                    <a:cubicBezTo>
                      <a:pt x="31" y="21"/>
                      <a:pt x="27" y="27"/>
                      <a:pt x="22" y="29"/>
                    </a:cubicBezTo>
                    <a:cubicBezTo>
                      <a:pt x="16" y="30"/>
                      <a:pt x="10" y="27"/>
                      <a:pt x="8" y="22"/>
                    </a:cubicBezTo>
                    <a:cubicBezTo>
                      <a:pt x="6" y="16"/>
                      <a:pt x="10" y="10"/>
                      <a:pt x="15" y="8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HelveticaInserat-Roman-SemiB"/>
                  <a:ea typeface="微软雅黑"/>
                  <a:cs typeface="+mn-ea"/>
                </a:endParaRPr>
              </a:p>
            </p:txBody>
          </p:sp>
          <p:sp>
            <p:nvSpPr>
              <p:cNvPr id="32" name="Freeform 303"/>
              <p:cNvSpPr>
                <a:spLocks noEditPoints="1"/>
              </p:cNvSpPr>
              <p:nvPr/>
            </p:nvSpPr>
            <p:spPr bwMode="auto">
              <a:xfrm>
                <a:off x="5084763" y="1111250"/>
                <a:ext cx="109538" cy="104775"/>
              </a:xfrm>
              <a:custGeom>
                <a:avLst/>
                <a:gdLst>
                  <a:gd name="T0" fmla="*/ 3 w 29"/>
                  <a:gd name="T1" fmla="*/ 7 h 28"/>
                  <a:gd name="T2" fmla="*/ 4 w 29"/>
                  <a:gd name="T3" fmla="*/ 9 h 28"/>
                  <a:gd name="T4" fmla="*/ 2 w 29"/>
                  <a:gd name="T5" fmla="*/ 9 h 28"/>
                  <a:gd name="T6" fmla="*/ 0 w 29"/>
                  <a:gd name="T7" fmla="*/ 11 h 28"/>
                  <a:gd name="T8" fmla="*/ 1 w 29"/>
                  <a:gd name="T9" fmla="*/ 13 h 28"/>
                  <a:gd name="T10" fmla="*/ 3 w 29"/>
                  <a:gd name="T11" fmla="*/ 15 h 28"/>
                  <a:gd name="T12" fmla="*/ 1 w 29"/>
                  <a:gd name="T13" fmla="*/ 16 h 28"/>
                  <a:gd name="T14" fmla="*/ 1 w 29"/>
                  <a:gd name="T15" fmla="*/ 19 h 28"/>
                  <a:gd name="T16" fmla="*/ 3 w 29"/>
                  <a:gd name="T17" fmla="*/ 20 h 28"/>
                  <a:gd name="T18" fmla="*/ 4 w 29"/>
                  <a:gd name="T19" fmla="*/ 20 h 28"/>
                  <a:gd name="T20" fmla="*/ 4 w 29"/>
                  <a:gd name="T21" fmla="*/ 23 h 28"/>
                  <a:gd name="T22" fmla="*/ 5 w 29"/>
                  <a:gd name="T23" fmla="*/ 25 h 28"/>
                  <a:gd name="T24" fmla="*/ 7 w 29"/>
                  <a:gd name="T25" fmla="*/ 25 h 28"/>
                  <a:gd name="T26" fmla="*/ 9 w 29"/>
                  <a:gd name="T27" fmla="*/ 25 h 28"/>
                  <a:gd name="T28" fmla="*/ 10 w 29"/>
                  <a:gd name="T29" fmla="*/ 27 h 28"/>
                  <a:gd name="T30" fmla="*/ 11 w 29"/>
                  <a:gd name="T31" fmla="*/ 28 h 28"/>
                  <a:gd name="T32" fmla="*/ 13 w 29"/>
                  <a:gd name="T33" fmla="*/ 27 h 28"/>
                  <a:gd name="T34" fmla="*/ 15 w 29"/>
                  <a:gd name="T35" fmla="*/ 26 h 28"/>
                  <a:gd name="T36" fmla="*/ 17 w 29"/>
                  <a:gd name="T37" fmla="*/ 27 h 28"/>
                  <a:gd name="T38" fmla="*/ 19 w 29"/>
                  <a:gd name="T39" fmla="*/ 28 h 28"/>
                  <a:gd name="T40" fmla="*/ 20 w 29"/>
                  <a:gd name="T41" fmla="*/ 26 h 28"/>
                  <a:gd name="T42" fmla="*/ 21 w 29"/>
                  <a:gd name="T43" fmla="*/ 24 h 28"/>
                  <a:gd name="T44" fmla="*/ 23 w 29"/>
                  <a:gd name="T45" fmla="*/ 24 h 28"/>
                  <a:gd name="T46" fmla="*/ 25 w 29"/>
                  <a:gd name="T47" fmla="*/ 24 h 28"/>
                  <a:gd name="T48" fmla="*/ 25 w 29"/>
                  <a:gd name="T49" fmla="*/ 21 h 28"/>
                  <a:gd name="T50" fmla="*/ 25 w 29"/>
                  <a:gd name="T51" fmla="*/ 19 h 28"/>
                  <a:gd name="T52" fmla="*/ 27 w 29"/>
                  <a:gd name="T53" fmla="*/ 19 h 28"/>
                  <a:gd name="T54" fmla="*/ 29 w 29"/>
                  <a:gd name="T55" fmla="*/ 17 h 28"/>
                  <a:gd name="T56" fmla="*/ 28 w 29"/>
                  <a:gd name="T57" fmla="*/ 15 h 28"/>
                  <a:gd name="T58" fmla="*/ 26 w 29"/>
                  <a:gd name="T59" fmla="*/ 13 h 28"/>
                  <a:gd name="T60" fmla="*/ 27 w 29"/>
                  <a:gd name="T61" fmla="*/ 12 h 28"/>
                  <a:gd name="T62" fmla="*/ 28 w 29"/>
                  <a:gd name="T63" fmla="*/ 10 h 28"/>
                  <a:gd name="T64" fmla="*/ 26 w 29"/>
                  <a:gd name="T65" fmla="*/ 8 h 28"/>
                  <a:gd name="T66" fmla="*/ 24 w 29"/>
                  <a:gd name="T67" fmla="*/ 7 h 28"/>
                  <a:gd name="T68" fmla="*/ 25 w 29"/>
                  <a:gd name="T69" fmla="*/ 6 h 28"/>
                  <a:gd name="T70" fmla="*/ 24 w 29"/>
                  <a:gd name="T71" fmla="*/ 3 h 28"/>
                  <a:gd name="T72" fmla="*/ 22 w 29"/>
                  <a:gd name="T73" fmla="*/ 3 h 28"/>
                  <a:gd name="T74" fmla="*/ 19 w 29"/>
                  <a:gd name="T75" fmla="*/ 3 h 28"/>
                  <a:gd name="T76" fmla="*/ 19 w 29"/>
                  <a:gd name="T77" fmla="*/ 2 h 28"/>
                  <a:gd name="T78" fmla="*/ 17 w 29"/>
                  <a:gd name="T79" fmla="*/ 0 h 28"/>
                  <a:gd name="T80" fmla="*/ 15 w 29"/>
                  <a:gd name="T81" fmla="*/ 1 h 28"/>
                  <a:gd name="T82" fmla="*/ 13 w 29"/>
                  <a:gd name="T83" fmla="*/ 2 h 28"/>
                  <a:gd name="T84" fmla="*/ 12 w 29"/>
                  <a:gd name="T85" fmla="*/ 1 h 28"/>
                  <a:gd name="T86" fmla="*/ 10 w 29"/>
                  <a:gd name="T87" fmla="*/ 0 h 28"/>
                  <a:gd name="T88" fmla="*/ 9 w 29"/>
                  <a:gd name="T89" fmla="*/ 2 h 28"/>
                  <a:gd name="T90" fmla="*/ 8 w 29"/>
                  <a:gd name="T91" fmla="*/ 4 h 28"/>
                  <a:gd name="T92" fmla="*/ 6 w 29"/>
                  <a:gd name="T93" fmla="*/ 4 h 28"/>
                  <a:gd name="T94" fmla="*/ 4 w 29"/>
                  <a:gd name="T95" fmla="*/ 4 h 28"/>
                  <a:gd name="T96" fmla="*/ 3 w 29"/>
                  <a:gd name="T97" fmla="*/ 7 h 28"/>
                  <a:gd name="T98" fmla="*/ 12 w 29"/>
                  <a:gd name="T99" fmla="*/ 6 h 28"/>
                  <a:gd name="T100" fmla="*/ 22 w 29"/>
                  <a:gd name="T101" fmla="*/ 12 h 28"/>
                  <a:gd name="T102" fmla="*/ 17 w 29"/>
                  <a:gd name="T103" fmla="*/ 22 h 28"/>
                  <a:gd name="T104" fmla="*/ 6 w 29"/>
                  <a:gd name="T105" fmla="*/ 17 h 28"/>
                  <a:gd name="T106" fmla="*/ 12 w 29"/>
                  <a:gd name="T107" fmla="*/ 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9" h="28">
                    <a:moveTo>
                      <a:pt x="3" y="7"/>
                    </a:moveTo>
                    <a:cubicBezTo>
                      <a:pt x="4" y="7"/>
                      <a:pt x="4" y="9"/>
                      <a:pt x="4" y="9"/>
                    </a:cubicBezTo>
                    <a:cubicBezTo>
                      <a:pt x="4" y="9"/>
                      <a:pt x="3" y="10"/>
                      <a:pt x="2" y="9"/>
                    </a:cubicBezTo>
                    <a:cubicBezTo>
                      <a:pt x="1" y="9"/>
                      <a:pt x="0" y="10"/>
                      <a:pt x="0" y="11"/>
                    </a:cubicBezTo>
                    <a:cubicBezTo>
                      <a:pt x="0" y="12"/>
                      <a:pt x="0" y="13"/>
                      <a:pt x="1" y="13"/>
                    </a:cubicBezTo>
                    <a:cubicBezTo>
                      <a:pt x="2" y="13"/>
                      <a:pt x="3" y="15"/>
                      <a:pt x="3" y="15"/>
                    </a:cubicBezTo>
                    <a:cubicBezTo>
                      <a:pt x="3" y="16"/>
                      <a:pt x="2" y="16"/>
                      <a:pt x="1" y="16"/>
                    </a:cubicBezTo>
                    <a:cubicBezTo>
                      <a:pt x="1" y="17"/>
                      <a:pt x="0" y="18"/>
                      <a:pt x="1" y="19"/>
                    </a:cubicBezTo>
                    <a:cubicBezTo>
                      <a:pt x="1" y="20"/>
                      <a:pt x="2" y="20"/>
                      <a:pt x="3" y="20"/>
                    </a:cubicBezTo>
                    <a:cubicBezTo>
                      <a:pt x="3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4" y="23"/>
                    </a:cubicBezTo>
                    <a:cubicBezTo>
                      <a:pt x="4" y="23"/>
                      <a:pt x="4" y="24"/>
                      <a:pt x="5" y="25"/>
                    </a:cubicBezTo>
                    <a:cubicBezTo>
                      <a:pt x="5" y="26"/>
                      <a:pt x="7" y="26"/>
                      <a:pt x="7" y="25"/>
                    </a:cubicBezTo>
                    <a:cubicBezTo>
                      <a:pt x="8" y="25"/>
                      <a:pt x="9" y="25"/>
                      <a:pt x="9" y="25"/>
                    </a:cubicBezTo>
                    <a:cubicBezTo>
                      <a:pt x="10" y="25"/>
                      <a:pt x="10" y="26"/>
                      <a:pt x="10" y="27"/>
                    </a:cubicBezTo>
                    <a:cubicBezTo>
                      <a:pt x="10" y="27"/>
                      <a:pt x="10" y="28"/>
                      <a:pt x="11" y="28"/>
                    </a:cubicBezTo>
                    <a:cubicBezTo>
                      <a:pt x="12" y="28"/>
                      <a:pt x="13" y="28"/>
                      <a:pt x="13" y="27"/>
                    </a:cubicBezTo>
                    <a:cubicBezTo>
                      <a:pt x="14" y="27"/>
                      <a:pt x="15" y="26"/>
                      <a:pt x="15" y="26"/>
                    </a:cubicBezTo>
                    <a:cubicBezTo>
                      <a:pt x="16" y="26"/>
                      <a:pt x="16" y="26"/>
                      <a:pt x="17" y="27"/>
                    </a:cubicBezTo>
                    <a:cubicBezTo>
                      <a:pt x="17" y="28"/>
                      <a:pt x="18" y="28"/>
                      <a:pt x="19" y="28"/>
                    </a:cubicBezTo>
                    <a:cubicBezTo>
                      <a:pt x="20" y="28"/>
                      <a:pt x="20" y="27"/>
                      <a:pt x="20" y="26"/>
                    </a:cubicBezTo>
                    <a:cubicBezTo>
                      <a:pt x="20" y="25"/>
                      <a:pt x="21" y="24"/>
                      <a:pt x="21" y="24"/>
                    </a:cubicBezTo>
                    <a:cubicBezTo>
                      <a:pt x="21" y="24"/>
                      <a:pt x="22" y="24"/>
                      <a:pt x="23" y="24"/>
                    </a:cubicBezTo>
                    <a:cubicBezTo>
                      <a:pt x="23" y="25"/>
                      <a:pt x="24" y="25"/>
                      <a:pt x="25" y="24"/>
                    </a:cubicBezTo>
                    <a:cubicBezTo>
                      <a:pt x="26" y="23"/>
                      <a:pt x="26" y="22"/>
                      <a:pt x="25" y="21"/>
                    </a:cubicBezTo>
                    <a:cubicBezTo>
                      <a:pt x="25" y="21"/>
                      <a:pt x="25" y="20"/>
                      <a:pt x="25" y="19"/>
                    </a:cubicBezTo>
                    <a:cubicBezTo>
                      <a:pt x="25" y="19"/>
                      <a:pt x="26" y="19"/>
                      <a:pt x="27" y="19"/>
                    </a:cubicBezTo>
                    <a:cubicBezTo>
                      <a:pt x="28" y="19"/>
                      <a:pt x="28" y="18"/>
                      <a:pt x="29" y="17"/>
                    </a:cubicBezTo>
                    <a:cubicBezTo>
                      <a:pt x="29" y="16"/>
                      <a:pt x="28" y="15"/>
                      <a:pt x="28" y="15"/>
                    </a:cubicBezTo>
                    <a:cubicBezTo>
                      <a:pt x="27" y="15"/>
                      <a:pt x="26" y="14"/>
                      <a:pt x="26" y="13"/>
                    </a:cubicBezTo>
                    <a:cubicBezTo>
                      <a:pt x="26" y="13"/>
                      <a:pt x="27" y="12"/>
                      <a:pt x="27" y="12"/>
                    </a:cubicBezTo>
                    <a:cubicBezTo>
                      <a:pt x="28" y="12"/>
                      <a:pt x="28" y="11"/>
                      <a:pt x="28" y="10"/>
                    </a:cubicBezTo>
                    <a:cubicBezTo>
                      <a:pt x="28" y="9"/>
                      <a:pt x="27" y="8"/>
                      <a:pt x="26" y="8"/>
                    </a:cubicBezTo>
                    <a:cubicBezTo>
                      <a:pt x="26" y="9"/>
                      <a:pt x="24" y="8"/>
                      <a:pt x="24" y="7"/>
                    </a:cubicBezTo>
                    <a:cubicBezTo>
                      <a:pt x="24" y="7"/>
                      <a:pt x="24" y="6"/>
                      <a:pt x="25" y="6"/>
                    </a:cubicBezTo>
                    <a:cubicBezTo>
                      <a:pt x="25" y="5"/>
                      <a:pt x="25" y="4"/>
                      <a:pt x="24" y="3"/>
                    </a:cubicBezTo>
                    <a:cubicBezTo>
                      <a:pt x="23" y="3"/>
                      <a:pt x="22" y="3"/>
                      <a:pt x="22" y="3"/>
                    </a:cubicBezTo>
                    <a:cubicBezTo>
                      <a:pt x="21" y="4"/>
                      <a:pt x="20" y="4"/>
                      <a:pt x="19" y="3"/>
                    </a:cubicBezTo>
                    <a:cubicBezTo>
                      <a:pt x="19" y="3"/>
                      <a:pt x="19" y="2"/>
                      <a:pt x="19" y="2"/>
                    </a:cubicBezTo>
                    <a:cubicBezTo>
                      <a:pt x="19" y="1"/>
                      <a:pt x="18" y="0"/>
                      <a:pt x="17" y="0"/>
                    </a:cubicBezTo>
                    <a:cubicBezTo>
                      <a:pt x="16" y="0"/>
                      <a:pt x="15" y="0"/>
                      <a:pt x="15" y="1"/>
                    </a:cubicBezTo>
                    <a:cubicBezTo>
                      <a:pt x="15" y="2"/>
                      <a:pt x="14" y="2"/>
                      <a:pt x="13" y="2"/>
                    </a:cubicBezTo>
                    <a:cubicBezTo>
                      <a:pt x="13" y="2"/>
                      <a:pt x="12" y="2"/>
                      <a:pt x="12" y="1"/>
                    </a:cubicBezTo>
                    <a:cubicBezTo>
                      <a:pt x="12" y="0"/>
                      <a:pt x="11" y="0"/>
                      <a:pt x="10" y="0"/>
                    </a:cubicBezTo>
                    <a:cubicBezTo>
                      <a:pt x="9" y="1"/>
                      <a:pt x="8" y="2"/>
                      <a:pt x="9" y="2"/>
                    </a:cubicBezTo>
                    <a:cubicBezTo>
                      <a:pt x="9" y="3"/>
                      <a:pt x="8" y="4"/>
                      <a:pt x="8" y="4"/>
                    </a:cubicBezTo>
                    <a:cubicBezTo>
                      <a:pt x="7" y="5"/>
                      <a:pt x="7" y="4"/>
                      <a:pt x="6" y="4"/>
                    </a:cubicBezTo>
                    <a:cubicBezTo>
                      <a:pt x="5" y="3"/>
                      <a:pt x="4" y="4"/>
                      <a:pt x="4" y="4"/>
                    </a:cubicBezTo>
                    <a:cubicBezTo>
                      <a:pt x="3" y="5"/>
                      <a:pt x="3" y="6"/>
                      <a:pt x="3" y="7"/>
                    </a:cubicBezTo>
                    <a:close/>
                    <a:moveTo>
                      <a:pt x="12" y="6"/>
                    </a:moveTo>
                    <a:cubicBezTo>
                      <a:pt x="16" y="5"/>
                      <a:pt x="21" y="7"/>
                      <a:pt x="22" y="12"/>
                    </a:cubicBezTo>
                    <a:cubicBezTo>
                      <a:pt x="24" y="16"/>
                      <a:pt x="21" y="21"/>
                      <a:pt x="17" y="22"/>
                    </a:cubicBezTo>
                    <a:cubicBezTo>
                      <a:pt x="13" y="23"/>
                      <a:pt x="8" y="21"/>
                      <a:pt x="6" y="17"/>
                    </a:cubicBezTo>
                    <a:cubicBezTo>
                      <a:pt x="5" y="12"/>
                      <a:pt x="7" y="8"/>
                      <a:pt x="12" y="6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HelveticaInserat-Roman-SemiB"/>
                  <a:ea typeface="微软雅黑"/>
                  <a:cs typeface="+mn-ea"/>
                </a:endParaRPr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7214549" y="2915165"/>
            <a:ext cx="662952" cy="663125"/>
            <a:chOff x="8125599" y="1434035"/>
            <a:chExt cx="2036802" cy="2036802"/>
          </a:xfrm>
        </p:grpSpPr>
        <p:sp>
          <p:nvSpPr>
            <p:cNvPr id="34" name="椭圆 33"/>
            <p:cNvSpPr/>
            <p:nvPr/>
          </p:nvSpPr>
          <p:spPr>
            <a:xfrm>
              <a:off x="8125599" y="1434035"/>
              <a:ext cx="2036802" cy="2036802"/>
            </a:xfrm>
            <a:prstGeom prst="ellipse">
              <a:avLst/>
            </a:prstGeom>
            <a:solidFill>
              <a:srgbClr val="4F91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HelveticaInserat-Roman-SemiB"/>
                <a:ea typeface="微软雅黑"/>
                <a:cs typeface="+mn-ea"/>
              </a:endParaRPr>
            </a:p>
          </p:txBody>
        </p:sp>
        <p:sp>
          <p:nvSpPr>
            <p:cNvPr id="35" name="Freeform 9"/>
            <p:cNvSpPr>
              <a:spLocks noEditPoints="1"/>
            </p:cNvSpPr>
            <p:nvPr/>
          </p:nvSpPr>
          <p:spPr bwMode="auto">
            <a:xfrm rot="19469485">
              <a:off x="8577909" y="1818269"/>
              <a:ext cx="1162163" cy="1238355"/>
            </a:xfrm>
            <a:custGeom>
              <a:avLst/>
              <a:gdLst>
                <a:gd name="T0" fmla="*/ 147 w 243"/>
                <a:gd name="T1" fmla="*/ 240 h 269"/>
                <a:gd name="T2" fmla="*/ 90 w 243"/>
                <a:gd name="T3" fmla="*/ 234 h 269"/>
                <a:gd name="T4" fmla="*/ 147 w 243"/>
                <a:gd name="T5" fmla="*/ 227 h 269"/>
                <a:gd name="T6" fmla="*/ 147 w 243"/>
                <a:gd name="T7" fmla="*/ 243 h 269"/>
                <a:gd name="T8" fmla="*/ 90 w 243"/>
                <a:gd name="T9" fmla="*/ 252 h 269"/>
                <a:gd name="T10" fmla="*/ 96 w 243"/>
                <a:gd name="T11" fmla="*/ 256 h 269"/>
                <a:gd name="T12" fmla="*/ 105 w 243"/>
                <a:gd name="T13" fmla="*/ 262 h 269"/>
                <a:gd name="T14" fmla="*/ 126 w 243"/>
                <a:gd name="T15" fmla="*/ 269 h 269"/>
                <a:gd name="T16" fmla="*/ 138 w 243"/>
                <a:gd name="T17" fmla="*/ 261 h 269"/>
                <a:gd name="T18" fmla="*/ 147 w 243"/>
                <a:gd name="T19" fmla="*/ 256 h 269"/>
                <a:gd name="T20" fmla="*/ 147 w 243"/>
                <a:gd name="T21" fmla="*/ 243 h 269"/>
                <a:gd name="T22" fmla="*/ 128 w 243"/>
                <a:gd name="T23" fmla="*/ 32 h 269"/>
                <a:gd name="T24" fmla="*/ 122 w 243"/>
                <a:gd name="T25" fmla="*/ 0 h 269"/>
                <a:gd name="T26" fmla="*/ 115 w 243"/>
                <a:gd name="T27" fmla="*/ 32 h 269"/>
                <a:gd name="T28" fmla="*/ 54 w 243"/>
                <a:gd name="T29" fmla="*/ 63 h 269"/>
                <a:gd name="T30" fmla="*/ 63 w 243"/>
                <a:gd name="T31" fmla="*/ 63 h 269"/>
                <a:gd name="T32" fmla="*/ 45 w 243"/>
                <a:gd name="T33" fmla="*/ 36 h 269"/>
                <a:gd name="T34" fmla="*/ 36 w 243"/>
                <a:gd name="T35" fmla="*/ 45 h 269"/>
                <a:gd name="T36" fmla="*/ 38 w 243"/>
                <a:gd name="T37" fmla="*/ 122 h 269"/>
                <a:gd name="T38" fmla="*/ 6 w 243"/>
                <a:gd name="T39" fmla="*/ 115 h 269"/>
                <a:gd name="T40" fmla="*/ 6 w 243"/>
                <a:gd name="T41" fmla="*/ 128 h 269"/>
                <a:gd name="T42" fmla="*/ 38 w 243"/>
                <a:gd name="T43" fmla="*/ 122 h 269"/>
                <a:gd name="T44" fmla="*/ 36 w 243"/>
                <a:gd name="T45" fmla="*/ 199 h 269"/>
                <a:gd name="T46" fmla="*/ 40 w 243"/>
                <a:gd name="T47" fmla="*/ 209 h 269"/>
                <a:gd name="T48" fmla="*/ 63 w 243"/>
                <a:gd name="T49" fmla="*/ 189 h 269"/>
                <a:gd name="T50" fmla="*/ 54 w 243"/>
                <a:gd name="T51" fmla="*/ 180 h 269"/>
                <a:gd name="T52" fmla="*/ 180 w 243"/>
                <a:gd name="T53" fmla="*/ 180 h 269"/>
                <a:gd name="T54" fmla="*/ 199 w 243"/>
                <a:gd name="T55" fmla="*/ 208 h 269"/>
                <a:gd name="T56" fmla="*/ 208 w 243"/>
                <a:gd name="T57" fmla="*/ 208 h 269"/>
                <a:gd name="T58" fmla="*/ 189 w 243"/>
                <a:gd name="T59" fmla="*/ 180 h 269"/>
                <a:gd name="T60" fmla="*/ 211 w 243"/>
                <a:gd name="T61" fmla="*/ 115 h 269"/>
                <a:gd name="T62" fmla="*/ 211 w 243"/>
                <a:gd name="T63" fmla="*/ 128 h 269"/>
                <a:gd name="T64" fmla="*/ 243 w 243"/>
                <a:gd name="T65" fmla="*/ 122 h 269"/>
                <a:gd name="T66" fmla="*/ 185 w 243"/>
                <a:gd name="T67" fmla="*/ 65 h 269"/>
                <a:gd name="T68" fmla="*/ 208 w 243"/>
                <a:gd name="T69" fmla="*/ 45 h 269"/>
                <a:gd name="T70" fmla="*/ 199 w 243"/>
                <a:gd name="T71" fmla="*/ 36 h 269"/>
                <a:gd name="T72" fmla="*/ 180 w 243"/>
                <a:gd name="T73" fmla="*/ 63 h 269"/>
                <a:gd name="T74" fmla="*/ 154 w 243"/>
                <a:gd name="T75" fmla="*/ 218 h 269"/>
                <a:gd name="T76" fmla="*/ 96 w 243"/>
                <a:gd name="T77" fmla="*/ 224 h 269"/>
                <a:gd name="T78" fmla="*/ 96 w 243"/>
                <a:gd name="T79" fmla="*/ 211 h 269"/>
                <a:gd name="T80" fmla="*/ 122 w 243"/>
                <a:gd name="T81" fmla="*/ 58 h 269"/>
                <a:gd name="T82" fmla="*/ 148 w 243"/>
                <a:gd name="T83" fmla="*/ 211 h 269"/>
                <a:gd name="T84" fmla="*/ 107 w 243"/>
                <a:gd name="T85" fmla="*/ 76 h 269"/>
                <a:gd name="T86" fmla="*/ 67 w 243"/>
                <a:gd name="T87" fmla="*/ 111 h 269"/>
                <a:gd name="T88" fmla="*/ 72 w 243"/>
                <a:gd name="T89" fmla="*/ 117 h 269"/>
                <a:gd name="T90" fmla="*/ 104 w 243"/>
                <a:gd name="T91" fmla="*/ 82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3" h="269">
                  <a:moveTo>
                    <a:pt x="154" y="234"/>
                  </a:moveTo>
                  <a:cubicBezTo>
                    <a:pt x="154" y="237"/>
                    <a:pt x="151" y="240"/>
                    <a:pt x="147" y="240"/>
                  </a:cubicBezTo>
                  <a:cubicBezTo>
                    <a:pt x="96" y="240"/>
                    <a:pt x="96" y="240"/>
                    <a:pt x="96" y="240"/>
                  </a:cubicBezTo>
                  <a:cubicBezTo>
                    <a:pt x="92" y="240"/>
                    <a:pt x="90" y="237"/>
                    <a:pt x="90" y="234"/>
                  </a:cubicBezTo>
                  <a:cubicBezTo>
                    <a:pt x="90" y="230"/>
                    <a:pt x="92" y="227"/>
                    <a:pt x="96" y="227"/>
                  </a:cubicBezTo>
                  <a:cubicBezTo>
                    <a:pt x="147" y="227"/>
                    <a:pt x="147" y="227"/>
                    <a:pt x="147" y="227"/>
                  </a:cubicBezTo>
                  <a:cubicBezTo>
                    <a:pt x="151" y="227"/>
                    <a:pt x="154" y="230"/>
                    <a:pt x="154" y="234"/>
                  </a:cubicBezTo>
                  <a:close/>
                  <a:moveTo>
                    <a:pt x="147" y="243"/>
                  </a:moveTo>
                  <a:cubicBezTo>
                    <a:pt x="96" y="243"/>
                    <a:pt x="96" y="243"/>
                    <a:pt x="96" y="243"/>
                  </a:cubicBezTo>
                  <a:cubicBezTo>
                    <a:pt x="92" y="243"/>
                    <a:pt x="89" y="247"/>
                    <a:pt x="90" y="252"/>
                  </a:cubicBezTo>
                  <a:cubicBezTo>
                    <a:pt x="91" y="254"/>
                    <a:pt x="93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100" y="256"/>
                    <a:pt x="103" y="258"/>
                    <a:pt x="105" y="261"/>
                  </a:cubicBezTo>
                  <a:cubicBezTo>
                    <a:pt x="105" y="262"/>
                    <a:pt x="105" y="262"/>
                    <a:pt x="105" y="262"/>
                  </a:cubicBezTo>
                  <a:cubicBezTo>
                    <a:pt x="107" y="266"/>
                    <a:pt x="112" y="269"/>
                    <a:pt x="117" y="269"/>
                  </a:cubicBezTo>
                  <a:cubicBezTo>
                    <a:pt x="126" y="269"/>
                    <a:pt x="126" y="269"/>
                    <a:pt x="126" y="269"/>
                  </a:cubicBezTo>
                  <a:cubicBezTo>
                    <a:pt x="131" y="269"/>
                    <a:pt x="136" y="266"/>
                    <a:pt x="138" y="262"/>
                  </a:cubicBezTo>
                  <a:cubicBezTo>
                    <a:pt x="138" y="261"/>
                    <a:pt x="138" y="261"/>
                    <a:pt x="138" y="261"/>
                  </a:cubicBezTo>
                  <a:cubicBezTo>
                    <a:pt x="140" y="258"/>
                    <a:pt x="143" y="256"/>
                    <a:pt x="147" y="256"/>
                  </a:cubicBezTo>
                  <a:cubicBezTo>
                    <a:pt x="147" y="256"/>
                    <a:pt x="147" y="256"/>
                    <a:pt x="147" y="256"/>
                  </a:cubicBezTo>
                  <a:cubicBezTo>
                    <a:pt x="150" y="256"/>
                    <a:pt x="152" y="254"/>
                    <a:pt x="153" y="252"/>
                  </a:cubicBezTo>
                  <a:cubicBezTo>
                    <a:pt x="155" y="247"/>
                    <a:pt x="151" y="243"/>
                    <a:pt x="147" y="243"/>
                  </a:cubicBezTo>
                  <a:close/>
                  <a:moveTo>
                    <a:pt x="122" y="38"/>
                  </a:moveTo>
                  <a:cubicBezTo>
                    <a:pt x="125" y="38"/>
                    <a:pt x="128" y="36"/>
                    <a:pt x="128" y="32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3"/>
                    <a:pt x="125" y="0"/>
                    <a:pt x="122" y="0"/>
                  </a:cubicBezTo>
                  <a:cubicBezTo>
                    <a:pt x="118" y="0"/>
                    <a:pt x="115" y="3"/>
                    <a:pt x="115" y="6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6"/>
                    <a:pt x="118" y="38"/>
                    <a:pt x="122" y="38"/>
                  </a:cubicBezTo>
                  <a:close/>
                  <a:moveTo>
                    <a:pt x="54" y="63"/>
                  </a:moveTo>
                  <a:cubicBezTo>
                    <a:pt x="55" y="64"/>
                    <a:pt x="57" y="65"/>
                    <a:pt x="58" y="65"/>
                  </a:cubicBezTo>
                  <a:cubicBezTo>
                    <a:pt x="60" y="65"/>
                    <a:pt x="62" y="64"/>
                    <a:pt x="63" y="63"/>
                  </a:cubicBezTo>
                  <a:cubicBezTo>
                    <a:pt x="65" y="60"/>
                    <a:pt x="65" y="56"/>
                    <a:pt x="63" y="54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2" y="33"/>
                    <a:pt x="38" y="33"/>
                    <a:pt x="36" y="36"/>
                  </a:cubicBezTo>
                  <a:cubicBezTo>
                    <a:pt x="33" y="38"/>
                    <a:pt x="33" y="42"/>
                    <a:pt x="36" y="45"/>
                  </a:cubicBezTo>
                  <a:lnTo>
                    <a:pt x="54" y="63"/>
                  </a:lnTo>
                  <a:close/>
                  <a:moveTo>
                    <a:pt x="38" y="122"/>
                  </a:moveTo>
                  <a:cubicBezTo>
                    <a:pt x="38" y="118"/>
                    <a:pt x="36" y="115"/>
                    <a:pt x="32" y="115"/>
                  </a:cubicBezTo>
                  <a:cubicBezTo>
                    <a:pt x="6" y="115"/>
                    <a:pt x="6" y="115"/>
                    <a:pt x="6" y="115"/>
                  </a:cubicBezTo>
                  <a:cubicBezTo>
                    <a:pt x="3" y="115"/>
                    <a:pt x="0" y="118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6" y="128"/>
                    <a:pt x="38" y="125"/>
                    <a:pt x="38" y="122"/>
                  </a:cubicBezTo>
                  <a:close/>
                  <a:moveTo>
                    <a:pt x="54" y="180"/>
                  </a:moveTo>
                  <a:cubicBezTo>
                    <a:pt x="36" y="199"/>
                    <a:pt x="36" y="199"/>
                    <a:pt x="36" y="199"/>
                  </a:cubicBezTo>
                  <a:cubicBezTo>
                    <a:pt x="33" y="201"/>
                    <a:pt x="33" y="205"/>
                    <a:pt x="36" y="208"/>
                  </a:cubicBezTo>
                  <a:cubicBezTo>
                    <a:pt x="37" y="209"/>
                    <a:pt x="39" y="209"/>
                    <a:pt x="40" y="209"/>
                  </a:cubicBezTo>
                  <a:cubicBezTo>
                    <a:pt x="42" y="209"/>
                    <a:pt x="43" y="209"/>
                    <a:pt x="45" y="208"/>
                  </a:cubicBezTo>
                  <a:cubicBezTo>
                    <a:pt x="63" y="189"/>
                    <a:pt x="63" y="189"/>
                    <a:pt x="63" y="189"/>
                  </a:cubicBezTo>
                  <a:cubicBezTo>
                    <a:pt x="65" y="187"/>
                    <a:pt x="65" y="183"/>
                    <a:pt x="63" y="180"/>
                  </a:cubicBezTo>
                  <a:cubicBezTo>
                    <a:pt x="60" y="178"/>
                    <a:pt x="56" y="178"/>
                    <a:pt x="54" y="180"/>
                  </a:cubicBezTo>
                  <a:close/>
                  <a:moveTo>
                    <a:pt x="189" y="180"/>
                  </a:moveTo>
                  <a:cubicBezTo>
                    <a:pt x="187" y="178"/>
                    <a:pt x="183" y="178"/>
                    <a:pt x="180" y="180"/>
                  </a:cubicBezTo>
                  <a:cubicBezTo>
                    <a:pt x="178" y="183"/>
                    <a:pt x="178" y="187"/>
                    <a:pt x="180" y="189"/>
                  </a:cubicBezTo>
                  <a:cubicBezTo>
                    <a:pt x="199" y="208"/>
                    <a:pt x="199" y="208"/>
                    <a:pt x="199" y="208"/>
                  </a:cubicBezTo>
                  <a:cubicBezTo>
                    <a:pt x="200" y="209"/>
                    <a:pt x="201" y="209"/>
                    <a:pt x="203" y="209"/>
                  </a:cubicBezTo>
                  <a:cubicBezTo>
                    <a:pt x="205" y="209"/>
                    <a:pt x="206" y="209"/>
                    <a:pt x="208" y="208"/>
                  </a:cubicBezTo>
                  <a:cubicBezTo>
                    <a:pt x="210" y="205"/>
                    <a:pt x="210" y="201"/>
                    <a:pt x="208" y="199"/>
                  </a:cubicBezTo>
                  <a:lnTo>
                    <a:pt x="189" y="180"/>
                  </a:lnTo>
                  <a:close/>
                  <a:moveTo>
                    <a:pt x="237" y="115"/>
                  </a:moveTo>
                  <a:cubicBezTo>
                    <a:pt x="211" y="115"/>
                    <a:pt x="211" y="115"/>
                    <a:pt x="211" y="115"/>
                  </a:cubicBezTo>
                  <a:cubicBezTo>
                    <a:pt x="208" y="115"/>
                    <a:pt x="205" y="118"/>
                    <a:pt x="205" y="122"/>
                  </a:cubicBezTo>
                  <a:cubicBezTo>
                    <a:pt x="205" y="125"/>
                    <a:pt x="208" y="128"/>
                    <a:pt x="211" y="128"/>
                  </a:cubicBezTo>
                  <a:cubicBezTo>
                    <a:pt x="237" y="128"/>
                    <a:pt x="237" y="128"/>
                    <a:pt x="237" y="128"/>
                  </a:cubicBezTo>
                  <a:cubicBezTo>
                    <a:pt x="240" y="128"/>
                    <a:pt x="243" y="125"/>
                    <a:pt x="243" y="122"/>
                  </a:cubicBezTo>
                  <a:cubicBezTo>
                    <a:pt x="243" y="118"/>
                    <a:pt x="240" y="115"/>
                    <a:pt x="237" y="115"/>
                  </a:cubicBezTo>
                  <a:close/>
                  <a:moveTo>
                    <a:pt x="185" y="65"/>
                  </a:moveTo>
                  <a:cubicBezTo>
                    <a:pt x="187" y="65"/>
                    <a:pt x="188" y="64"/>
                    <a:pt x="189" y="63"/>
                  </a:cubicBezTo>
                  <a:cubicBezTo>
                    <a:pt x="208" y="45"/>
                    <a:pt x="208" y="45"/>
                    <a:pt x="208" y="45"/>
                  </a:cubicBezTo>
                  <a:cubicBezTo>
                    <a:pt x="210" y="42"/>
                    <a:pt x="210" y="38"/>
                    <a:pt x="208" y="36"/>
                  </a:cubicBezTo>
                  <a:cubicBezTo>
                    <a:pt x="205" y="33"/>
                    <a:pt x="201" y="33"/>
                    <a:pt x="199" y="36"/>
                  </a:cubicBezTo>
                  <a:cubicBezTo>
                    <a:pt x="180" y="54"/>
                    <a:pt x="180" y="54"/>
                    <a:pt x="180" y="54"/>
                  </a:cubicBezTo>
                  <a:cubicBezTo>
                    <a:pt x="178" y="56"/>
                    <a:pt x="178" y="60"/>
                    <a:pt x="180" y="63"/>
                  </a:cubicBezTo>
                  <a:cubicBezTo>
                    <a:pt x="182" y="64"/>
                    <a:pt x="183" y="65"/>
                    <a:pt x="185" y="65"/>
                  </a:cubicBezTo>
                  <a:close/>
                  <a:moveTo>
                    <a:pt x="154" y="218"/>
                  </a:moveTo>
                  <a:cubicBezTo>
                    <a:pt x="154" y="221"/>
                    <a:pt x="151" y="224"/>
                    <a:pt x="147" y="224"/>
                  </a:cubicBezTo>
                  <a:cubicBezTo>
                    <a:pt x="96" y="224"/>
                    <a:pt x="96" y="224"/>
                    <a:pt x="96" y="224"/>
                  </a:cubicBezTo>
                  <a:cubicBezTo>
                    <a:pt x="92" y="224"/>
                    <a:pt x="90" y="221"/>
                    <a:pt x="90" y="218"/>
                  </a:cubicBezTo>
                  <a:cubicBezTo>
                    <a:pt x="90" y="214"/>
                    <a:pt x="92" y="211"/>
                    <a:pt x="96" y="211"/>
                  </a:cubicBezTo>
                  <a:cubicBezTo>
                    <a:pt x="92" y="175"/>
                    <a:pt x="54" y="167"/>
                    <a:pt x="54" y="125"/>
                  </a:cubicBezTo>
                  <a:cubicBezTo>
                    <a:pt x="54" y="88"/>
                    <a:pt x="84" y="58"/>
                    <a:pt x="122" y="58"/>
                  </a:cubicBezTo>
                  <a:cubicBezTo>
                    <a:pt x="159" y="58"/>
                    <a:pt x="189" y="88"/>
                    <a:pt x="189" y="125"/>
                  </a:cubicBezTo>
                  <a:cubicBezTo>
                    <a:pt x="189" y="167"/>
                    <a:pt x="152" y="175"/>
                    <a:pt x="148" y="211"/>
                  </a:cubicBezTo>
                  <a:cubicBezTo>
                    <a:pt x="151" y="211"/>
                    <a:pt x="154" y="214"/>
                    <a:pt x="154" y="218"/>
                  </a:cubicBezTo>
                  <a:close/>
                  <a:moveTo>
                    <a:pt x="107" y="76"/>
                  </a:moveTo>
                  <a:cubicBezTo>
                    <a:pt x="106" y="73"/>
                    <a:pt x="103" y="72"/>
                    <a:pt x="101" y="73"/>
                  </a:cubicBezTo>
                  <a:cubicBezTo>
                    <a:pt x="84" y="80"/>
                    <a:pt x="72" y="94"/>
                    <a:pt x="67" y="111"/>
                  </a:cubicBezTo>
                  <a:cubicBezTo>
                    <a:pt x="67" y="113"/>
                    <a:pt x="68" y="116"/>
                    <a:pt x="71" y="117"/>
                  </a:cubicBezTo>
                  <a:cubicBezTo>
                    <a:pt x="71" y="117"/>
                    <a:pt x="72" y="117"/>
                    <a:pt x="72" y="117"/>
                  </a:cubicBezTo>
                  <a:cubicBezTo>
                    <a:pt x="74" y="117"/>
                    <a:pt x="76" y="115"/>
                    <a:pt x="77" y="113"/>
                  </a:cubicBezTo>
                  <a:cubicBezTo>
                    <a:pt x="80" y="99"/>
                    <a:pt x="91" y="87"/>
                    <a:pt x="104" y="82"/>
                  </a:cubicBezTo>
                  <a:cubicBezTo>
                    <a:pt x="107" y="81"/>
                    <a:pt x="108" y="78"/>
                    <a:pt x="107" y="76"/>
                  </a:cubicBez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ea typeface="微软雅黑"/>
                <a:cs typeface="+mn-ea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262578" y="1451560"/>
            <a:ext cx="7617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</a:rPr>
              <a:t> </a:t>
            </a:r>
            <a:r>
              <a:rPr lang="en-US" altLang="zh-CN" sz="2000" b="1" dirty="0" smtClean="0">
                <a:solidFill>
                  <a:prstClr val="black"/>
                </a:solidFill>
              </a:rPr>
              <a:t>1946</a:t>
            </a:r>
            <a:endParaRPr lang="zh-CN" altLang="en-US" sz="2000" b="1" dirty="0"/>
          </a:p>
        </p:txBody>
      </p:sp>
      <p:sp>
        <p:nvSpPr>
          <p:cNvPr id="7" name="矩形 6"/>
          <p:cNvSpPr/>
          <p:nvPr/>
        </p:nvSpPr>
        <p:spPr>
          <a:xfrm>
            <a:off x="4695045" y="1255446"/>
            <a:ext cx="172041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世界</a:t>
            </a:r>
            <a:r>
              <a:rPr lang="zh-CN" altLang="en-US" sz="2000" b="1" dirty="0"/>
              <a:t>上第一台“</a:t>
            </a:r>
            <a:r>
              <a:rPr lang="zh-CN" altLang="en-US" sz="2000" b="1" dirty="0" smtClean="0"/>
              <a:t>冯</a:t>
            </a:r>
            <a:r>
              <a:rPr lang="zh-CN" altLang="en-US" sz="2000" b="1" dirty="0" smtClean="0">
                <a:sym typeface="Wingdings 2"/>
              </a:rPr>
              <a:t></a:t>
            </a:r>
            <a:r>
              <a:rPr lang="zh-CN" altLang="en-US" sz="2000" b="1" dirty="0" smtClean="0"/>
              <a:t>诺依曼</a:t>
            </a:r>
            <a:r>
              <a:rPr lang="zh-CN" altLang="en-US" sz="2000" b="1" dirty="0"/>
              <a:t>体系结构”的</a:t>
            </a:r>
            <a:r>
              <a:rPr lang="zh-CN" altLang="en-US" sz="2000" b="1" dirty="0" smtClean="0"/>
              <a:t>计算机</a:t>
            </a:r>
            <a:endParaRPr lang="zh-CN" altLang="en-US" sz="2000" b="1" dirty="0"/>
          </a:p>
        </p:txBody>
      </p:sp>
      <p:sp>
        <p:nvSpPr>
          <p:cNvPr id="8" name="矩形 7"/>
          <p:cNvSpPr/>
          <p:nvPr/>
        </p:nvSpPr>
        <p:spPr>
          <a:xfrm>
            <a:off x="3203848" y="1595576"/>
            <a:ext cx="7040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prstClr val="black"/>
                </a:solidFill>
              </a:rPr>
              <a:t>1949</a:t>
            </a:r>
            <a:endParaRPr lang="zh-CN" altLang="en-US" sz="2000" b="1" dirty="0"/>
          </a:p>
        </p:txBody>
      </p:sp>
      <p:sp>
        <p:nvSpPr>
          <p:cNvPr id="39" name="矩形 38"/>
          <p:cNvSpPr/>
          <p:nvPr/>
        </p:nvSpPr>
        <p:spPr>
          <a:xfrm>
            <a:off x="5143957" y="3611800"/>
            <a:ext cx="7040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prstClr val="black"/>
                </a:solidFill>
              </a:rPr>
              <a:t>1949</a:t>
            </a:r>
            <a:endParaRPr lang="zh-CN" altLang="en-US" sz="2000" b="1" dirty="0"/>
          </a:p>
        </p:txBody>
      </p:sp>
      <p:sp>
        <p:nvSpPr>
          <p:cNvPr id="40" name="矩形 39"/>
          <p:cNvSpPr/>
          <p:nvPr/>
        </p:nvSpPr>
        <p:spPr>
          <a:xfrm>
            <a:off x="6954242" y="2139702"/>
            <a:ext cx="13422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第一</a:t>
            </a:r>
            <a:r>
              <a:rPr lang="zh-CN" altLang="en-US" sz="2000" b="1" dirty="0"/>
              <a:t>个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位</a:t>
            </a:r>
            <a:r>
              <a:rPr lang="zh-CN" altLang="en-US" sz="2000" b="1" dirty="0" smtClean="0"/>
              <a:t>微处理器</a:t>
            </a:r>
            <a:endParaRPr lang="zh-CN" altLang="en-US" sz="2000" b="1" dirty="0"/>
          </a:p>
        </p:txBody>
      </p:sp>
      <p:sp>
        <p:nvSpPr>
          <p:cNvPr id="41" name="矩形 40"/>
          <p:cNvSpPr/>
          <p:nvPr/>
        </p:nvSpPr>
        <p:spPr>
          <a:xfrm>
            <a:off x="7180329" y="3651870"/>
            <a:ext cx="7040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prstClr val="black"/>
                </a:solidFill>
              </a:rPr>
              <a:t>1971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2369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9" presetID="2" presetClass="entr" presetSubtype="1" fill="hold" nodeType="afterEffect" p14:presetBounceEnd="5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333">
                                          <p:cBhvr additive="base">
                                            <p:cTn id="11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333">
                                          <p:cBhvr additive="base">
                                            <p:cTn id="12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14" presetID="2" presetClass="entr" presetSubtype="1" fill="hold" nodeType="afterEffect" p14:presetBounceEnd="5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333">
                                          <p:cBhvr additive="base">
                                            <p:cTn id="16" dur="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333">
                                          <p:cBhvr additive="base">
                                            <p:cTn id="17" dur="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9" presetID="2" presetClass="entr" presetSubtype="1" fill="hold" nodeType="afterEffect" p14:presetBounceEnd="5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333">
                                          <p:cBhvr additive="base">
                                            <p:cTn id="21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333">
                                          <p:cBhvr additive="base">
                                            <p:cTn id="22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24" presetID="2" presetClass="entr" presetSubtype="1" fill="hold" nodeType="afterEffect" p14:presetBounceEnd="53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333">
                                          <p:cBhvr additive="base">
                                            <p:cTn id="26" dur="7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333">
                                          <p:cBhvr additive="base">
                                            <p:cTn id="27" dur="7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9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14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9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24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7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 animBg="1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91581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2634" y="339502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1.1.2 </a:t>
            </a:r>
            <a:r>
              <a:rPr lang="zh-CN" altLang="en-US" sz="2400" b="1" dirty="0">
                <a:solidFill>
                  <a:schemeClr val="bg1"/>
                </a:solidFill>
              </a:rPr>
              <a:t>通用信息处理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ound Same Side Corner Rectangle 6"/>
          <p:cNvSpPr/>
          <p:nvPr/>
        </p:nvSpPr>
        <p:spPr>
          <a:xfrm rot="5400000">
            <a:off x="7258191" y="2372014"/>
            <a:ext cx="625643" cy="1202775"/>
          </a:xfrm>
          <a:prstGeom prst="round2SameRect">
            <a:avLst/>
          </a:prstGeom>
          <a:solidFill>
            <a:schemeClr val="accent5">
              <a:lumMod val="50000"/>
            </a:schemeClr>
          </a:solidFill>
          <a:ln w="25400">
            <a:solidFill>
              <a:schemeClr val="bg1"/>
            </a:solidFill>
          </a:ln>
          <a:effectLst>
            <a:outerShdw blurRad="254000" dist="1143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5792523" y="2660580"/>
            <a:ext cx="1294615" cy="625643"/>
          </a:xfrm>
          <a:custGeom>
            <a:avLst/>
            <a:gdLst>
              <a:gd name="connsiteX0" fmla="*/ 0 w 2838386"/>
              <a:gd name="connsiteY0" fmla="*/ 0 h 834191"/>
              <a:gd name="connsiteX1" fmla="*/ 2637031 w 2838386"/>
              <a:gd name="connsiteY1" fmla="*/ 0 h 834191"/>
              <a:gd name="connsiteX2" fmla="*/ 2637031 w 2838386"/>
              <a:gd name="connsiteY2" fmla="*/ 300312 h 834191"/>
              <a:gd name="connsiteX3" fmla="*/ 2838386 w 2838386"/>
              <a:gd name="connsiteY3" fmla="*/ 417099 h 834191"/>
              <a:gd name="connsiteX4" fmla="*/ 2637031 w 2838386"/>
              <a:gd name="connsiteY4" fmla="*/ 533884 h 834191"/>
              <a:gd name="connsiteX5" fmla="*/ 2637031 w 2838386"/>
              <a:gd name="connsiteY5" fmla="*/ 834191 h 834191"/>
              <a:gd name="connsiteX6" fmla="*/ 0 w 2838386"/>
              <a:gd name="connsiteY6" fmla="*/ 834191 h 83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38386" h="834191">
                <a:moveTo>
                  <a:pt x="0" y="0"/>
                </a:moveTo>
                <a:lnTo>
                  <a:pt x="2637031" y="0"/>
                </a:lnTo>
                <a:lnTo>
                  <a:pt x="2637031" y="300312"/>
                </a:lnTo>
                <a:lnTo>
                  <a:pt x="2838386" y="417099"/>
                </a:lnTo>
                <a:lnTo>
                  <a:pt x="2637031" y="533884"/>
                </a:lnTo>
                <a:lnTo>
                  <a:pt x="2637031" y="834191"/>
                </a:lnTo>
                <a:lnTo>
                  <a:pt x="0" y="834191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25400">
            <a:solidFill>
              <a:schemeClr val="bg1"/>
            </a:solidFill>
          </a:ln>
          <a:effectLst>
            <a:outerShdw blurRad="254000" dist="1143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4630257" y="2660580"/>
            <a:ext cx="1279781" cy="625643"/>
          </a:xfrm>
          <a:custGeom>
            <a:avLst/>
            <a:gdLst>
              <a:gd name="connsiteX0" fmla="*/ 0 w 2805862"/>
              <a:gd name="connsiteY0" fmla="*/ 0 h 834191"/>
              <a:gd name="connsiteX1" fmla="*/ 2637031 w 2805862"/>
              <a:gd name="connsiteY1" fmla="*/ 0 h 834191"/>
              <a:gd name="connsiteX2" fmla="*/ 2637031 w 2805862"/>
              <a:gd name="connsiteY2" fmla="*/ 319176 h 834191"/>
              <a:gd name="connsiteX3" fmla="*/ 2805862 w 2805862"/>
              <a:gd name="connsiteY3" fmla="*/ 417098 h 834191"/>
              <a:gd name="connsiteX4" fmla="*/ 2637031 w 2805862"/>
              <a:gd name="connsiteY4" fmla="*/ 515019 h 834191"/>
              <a:gd name="connsiteX5" fmla="*/ 2637031 w 2805862"/>
              <a:gd name="connsiteY5" fmla="*/ 834191 h 834191"/>
              <a:gd name="connsiteX6" fmla="*/ 0 w 2805862"/>
              <a:gd name="connsiteY6" fmla="*/ 834191 h 83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05862" h="834191">
                <a:moveTo>
                  <a:pt x="0" y="0"/>
                </a:moveTo>
                <a:lnTo>
                  <a:pt x="2637031" y="0"/>
                </a:lnTo>
                <a:lnTo>
                  <a:pt x="2637031" y="319176"/>
                </a:lnTo>
                <a:lnTo>
                  <a:pt x="2805862" y="417098"/>
                </a:lnTo>
                <a:lnTo>
                  <a:pt x="2637031" y="515019"/>
                </a:lnTo>
                <a:lnTo>
                  <a:pt x="2637031" y="834191"/>
                </a:lnTo>
                <a:lnTo>
                  <a:pt x="0" y="834191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25400">
            <a:solidFill>
              <a:schemeClr val="bg1"/>
            </a:solidFill>
          </a:ln>
          <a:effectLst>
            <a:outerShdw blurRad="254000" dist="1143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5" name="Isosceles Triangle 1"/>
          <p:cNvSpPr/>
          <p:nvPr/>
        </p:nvSpPr>
        <p:spPr>
          <a:xfrm rot="10800000">
            <a:off x="2860749" y="3325426"/>
            <a:ext cx="199953" cy="172373"/>
          </a:xfrm>
          <a:prstGeom prst="triangle">
            <a:avLst/>
          </a:prstGeom>
          <a:solidFill>
            <a:schemeClr val="accent5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sz="1400" kern="0">
              <a:solidFill>
                <a:prstClr val="white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6" name="Isosceles Triangle 2"/>
          <p:cNvSpPr/>
          <p:nvPr/>
        </p:nvSpPr>
        <p:spPr>
          <a:xfrm rot="10800000">
            <a:off x="7582928" y="3325426"/>
            <a:ext cx="199953" cy="172373"/>
          </a:xfrm>
          <a:prstGeom prst="triangle">
            <a:avLst/>
          </a:prstGeom>
          <a:solidFill>
            <a:schemeClr val="accent5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sz="1400" kern="0">
              <a:solidFill>
                <a:prstClr val="white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7" name="Isosceles Triangle 3"/>
          <p:cNvSpPr/>
          <p:nvPr/>
        </p:nvSpPr>
        <p:spPr>
          <a:xfrm>
            <a:off x="4029843" y="2452702"/>
            <a:ext cx="199953" cy="172373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sz="1400" kern="0">
              <a:solidFill>
                <a:prstClr val="white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8" name="Isosceles Triangle 4"/>
          <p:cNvSpPr/>
          <p:nvPr/>
        </p:nvSpPr>
        <p:spPr>
          <a:xfrm>
            <a:off x="1643758" y="2452702"/>
            <a:ext cx="199953" cy="172373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sz="1400" kern="0">
              <a:solidFill>
                <a:prstClr val="white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9" name="TextBox 7"/>
          <p:cNvSpPr txBox="1"/>
          <p:nvPr/>
        </p:nvSpPr>
        <p:spPr>
          <a:xfrm>
            <a:off x="7505672" y="2800274"/>
            <a:ext cx="234680" cy="300082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 defTabSz="685800">
              <a:defRPr/>
            </a:pPr>
            <a:r>
              <a:rPr lang="en-US" altLang="zh-CN" sz="1500" b="1" kern="0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6</a:t>
            </a:r>
            <a:endParaRPr lang="en-US" sz="1500" b="1" kern="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3453157" y="2660580"/>
            <a:ext cx="1294615" cy="625643"/>
          </a:xfrm>
          <a:custGeom>
            <a:avLst/>
            <a:gdLst>
              <a:gd name="connsiteX0" fmla="*/ 0 w 2838386"/>
              <a:gd name="connsiteY0" fmla="*/ 0 h 834191"/>
              <a:gd name="connsiteX1" fmla="*/ 2637031 w 2838386"/>
              <a:gd name="connsiteY1" fmla="*/ 0 h 834191"/>
              <a:gd name="connsiteX2" fmla="*/ 2637031 w 2838386"/>
              <a:gd name="connsiteY2" fmla="*/ 300312 h 834191"/>
              <a:gd name="connsiteX3" fmla="*/ 2838386 w 2838386"/>
              <a:gd name="connsiteY3" fmla="*/ 417099 h 834191"/>
              <a:gd name="connsiteX4" fmla="*/ 2637031 w 2838386"/>
              <a:gd name="connsiteY4" fmla="*/ 533884 h 834191"/>
              <a:gd name="connsiteX5" fmla="*/ 2637031 w 2838386"/>
              <a:gd name="connsiteY5" fmla="*/ 834191 h 834191"/>
              <a:gd name="connsiteX6" fmla="*/ 0 w 2838386"/>
              <a:gd name="connsiteY6" fmla="*/ 834191 h 83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38386" h="834191">
                <a:moveTo>
                  <a:pt x="0" y="0"/>
                </a:moveTo>
                <a:lnTo>
                  <a:pt x="2637031" y="0"/>
                </a:lnTo>
                <a:lnTo>
                  <a:pt x="2637031" y="300312"/>
                </a:lnTo>
                <a:lnTo>
                  <a:pt x="2838386" y="417099"/>
                </a:lnTo>
                <a:lnTo>
                  <a:pt x="2637031" y="533884"/>
                </a:lnTo>
                <a:lnTo>
                  <a:pt x="2637031" y="834191"/>
                </a:lnTo>
                <a:lnTo>
                  <a:pt x="0" y="834191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25400">
            <a:solidFill>
              <a:schemeClr val="bg1"/>
            </a:solidFill>
          </a:ln>
          <a:effectLst>
            <a:outerShdw blurRad="254000" dist="1143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1" name="TextBox 39"/>
          <p:cNvSpPr txBox="1"/>
          <p:nvPr/>
        </p:nvSpPr>
        <p:spPr>
          <a:xfrm>
            <a:off x="6328472" y="2800274"/>
            <a:ext cx="234680" cy="300082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 defTabSz="685800">
              <a:defRPr/>
            </a:pPr>
            <a:r>
              <a:rPr lang="en-US" altLang="zh-CN" sz="1500" b="1" kern="0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5</a:t>
            </a:r>
            <a:endParaRPr lang="en-US" sz="1500" b="1" kern="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2290891" y="2651409"/>
            <a:ext cx="1279781" cy="625643"/>
          </a:xfrm>
          <a:custGeom>
            <a:avLst/>
            <a:gdLst>
              <a:gd name="connsiteX0" fmla="*/ 0 w 2805862"/>
              <a:gd name="connsiteY0" fmla="*/ 0 h 834191"/>
              <a:gd name="connsiteX1" fmla="*/ 2637031 w 2805862"/>
              <a:gd name="connsiteY1" fmla="*/ 0 h 834191"/>
              <a:gd name="connsiteX2" fmla="*/ 2637031 w 2805862"/>
              <a:gd name="connsiteY2" fmla="*/ 319176 h 834191"/>
              <a:gd name="connsiteX3" fmla="*/ 2805862 w 2805862"/>
              <a:gd name="connsiteY3" fmla="*/ 417098 h 834191"/>
              <a:gd name="connsiteX4" fmla="*/ 2637031 w 2805862"/>
              <a:gd name="connsiteY4" fmla="*/ 515019 h 834191"/>
              <a:gd name="connsiteX5" fmla="*/ 2637031 w 2805862"/>
              <a:gd name="connsiteY5" fmla="*/ 834191 h 834191"/>
              <a:gd name="connsiteX6" fmla="*/ 0 w 2805862"/>
              <a:gd name="connsiteY6" fmla="*/ 834191 h 83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05862" h="834191">
                <a:moveTo>
                  <a:pt x="0" y="0"/>
                </a:moveTo>
                <a:lnTo>
                  <a:pt x="2637031" y="0"/>
                </a:lnTo>
                <a:lnTo>
                  <a:pt x="2637031" y="319176"/>
                </a:lnTo>
                <a:lnTo>
                  <a:pt x="2805862" y="417098"/>
                </a:lnTo>
                <a:lnTo>
                  <a:pt x="2637031" y="515019"/>
                </a:lnTo>
                <a:lnTo>
                  <a:pt x="2637031" y="834191"/>
                </a:lnTo>
                <a:lnTo>
                  <a:pt x="0" y="834191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25400">
            <a:solidFill>
              <a:schemeClr val="bg1"/>
            </a:solidFill>
          </a:ln>
          <a:effectLst>
            <a:outerShdw blurRad="254000" dist="1143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3" name="TextBox 43"/>
          <p:cNvSpPr txBox="1"/>
          <p:nvPr/>
        </p:nvSpPr>
        <p:spPr>
          <a:xfrm>
            <a:off x="2796872" y="2800274"/>
            <a:ext cx="234680" cy="300082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 defTabSz="685800">
              <a:defRPr/>
            </a:pPr>
            <a:r>
              <a:rPr lang="en-US" altLang="zh-CN" sz="1500" b="1" kern="0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2</a:t>
            </a:r>
            <a:endParaRPr lang="en-US" sz="1500" b="1" kern="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4" name="任意多边形 33"/>
          <p:cNvSpPr/>
          <p:nvPr/>
        </p:nvSpPr>
        <p:spPr>
          <a:xfrm rot="5400000">
            <a:off x="1448277" y="2326094"/>
            <a:ext cx="625643" cy="1294615"/>
          </a:xfrm>
          <a:custGeom>
            <a:avLst/>
            <a:gdLst>
              <a:gd name="connsiteX0" fmla="*/ 0 w 834190"/>
              <a:gd name="connsiteY0" fmla="*/ 2699353 h 2838387"/>
              <a:gd name="connsiteX1" fmla="*/ 0 w 834190"/>
              <a:gd name="connsiteY1" fmla="*/ 201356 h 2838387"/>
              <a:gd name="connsiteX2" fmla="*/ 300309 w 834190"/>
              <a:gd name="connsiteY2" fmla="*/ 201356 h 2838387"/>
              <a:gd name="connsiteX3" fmla="*/ 417096 w 834190"/>
              <a:gd name="connsiteY3" fmla="*/ 0 h 2838387"/>
              <a:gd name="connsiteX4" fmla="*/ 533882 w 834190"/>
              <a:gd name="connsiteY4" fmla="*/ 201356 h 2838387"/>
              <a:gd name="connsiteX5" fmla="*/ 834190 w 834190"/>
              <a:gd name="connsiteY5" fmla="*/ 201356 h 2838387"/>
              <a:gd name="connsiteX6" fmla="*/ 834190 w 834190"/>
              <a:gd name="connsiteY6" fmla="*/ 2699353 h 2838387"/>
              <a:gd name="connsiteX7" fmla="*/ 695156 w 834190"/>
              <a:gd name="connsiteY7" fmla="*/ 2838387 h 2838387"/>
              <a:gd name="connsiteX8" fmla="*/ 139034 w 834190"/>
              <a:gd name="connsiteY8" fmla="*/ 2838387 h 2838387"/>
              <a:gd name="connsiteX9" fmla="*/ 0 w 834190"/>
              <a:gd name="connsiteY9" fmla="*/ 2699353 h 2838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34190" h="2838387">
                <a:moveTo>
                  <a:pt x="0" y="2699353"/>
                </a:moveTo>
                <a:lnTo>
                  <a:pt x="0" y="201356"/>
                </a:lnTo>
                <a:lnTo>
                  <a:pt x="300309" y="201356"/>
                </a:lnTo>
                <a:lnTo>
                  <a:pt x="417096" y="0"/>
                </a:lnTo>
                <a:lnTo>
                  <a:pt x="533882" y="201356"/>
                </a:lnTo>
                <a:lnTo>
                  <a:pt x="834190" y="201356"/>
                </a:lnTo>
                <a:lnTo>
                  <a:pt x="834190" y="2699353"/>
                </a:lnTo>
                <a:cubicBezTo>
                  <a:pt x="834190" y="2776139"/>
                  <a:pt x="771942" y="2838387"/>
                  <a:pt x="695156" y="2838387"/>
                </a:cubicBezTo>
                <a:lnTo>
                  <a:pt x="139034" y="2838387"/>
                </a:lnTo>
                <a:cubicBezTo>
                  <a:pt x="62248" y="2838387"/>
                  <a:pt x="0" y="2776139"/>
                  <a:pt x="0" y="269935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25400">
            <a:solidFill>
              <a:schemeClr val="bg1"/>
            </a:solidFill>
          </a:ln>
          <a:effectLst>
            <a:outerShdw blurRad="254000" dist="1143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5" name="TextBox 47"/>
          <p:cNvSpPr txBox="1"/>
          <p:nvPr/>
        </p:nvSpPr>
        <p:spPr>
          <a:xfrm>
            <a:off x="1619672" y="2800274"/>
            <a:ext cx="234680" cy="300082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 defTabSz="685800">
              <a:defRPr/>
            </a:pPr>
            <a:r>
              <a:rPr lang="en-US" altLang="zh-CN" sz="1500" b="1" kern="0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1</a:t>
            </a:r>
            <a:endParaRPr lang="en-US" sz="1500" b="1" kern="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9" name="Isosceles Triangle 3"/>
          <p:cNvSpPr/>
          <p:nvPr/>
        </p:nvSpPr>
        <p:spPr>
          <a:xfrm>
            <a:off x="6398565" y="2452702"/>
            <a:ext cx="199953" cy="172373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sz="1400" kern="0">
              <a:solidFill>
                <a:prstClr val="white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974072" y="2800274"/>
            <a:ext cx="234680" cy="300082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 defTabSz="685800">
              <a:defRPr/>
            </a:pPr>
            <a:r>
              <a:rPr lang="en-US" altLang="zh-CN" sz="1500" b="1" kern="0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3</a:t>
            </a:r>
            <a:endParaRPr lang="en-US" sz="1500" b="1" kern="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1" name="TextBox 39"/>
          <p:cNvSpPr txBox="1"/>
          <p:nvPr/>
        </p:nvSpPr>
        <p:spPr>
          <a:xfrm>
            <a:off x="5151272" y="2800274"/>
            <a:ext cx="234680" cy="300082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algn="ctr" defTabSz="685800">
              <a:defRPr/>
            </a:pPr>
            <a:r>
              <a:rPr lang="en-US" altLang="zh-CN" sz="1500" b="1" kern="0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4</a:t>
            </a:r>
            <a:endParaRPr lang="en-US" sz="1500" b="1" kern="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4" name="Isosceles Triangle 2"/>
          <p:cNvSpPr/>
          <p:nvPr/>
        </p:nvSpPr>
        <p:spPr>
          <a:xfrm rot="10800000">
            <a:off x="5214204" y="3325426"/>
            <a:ext cx="199953" cy="172373"/>
          </a:xfrm>
          <a:prstGeom prst="triangle">
            <a:avLst/>
          </a:prstGeom>
          <a:solidFill>
            <a:schemeClr val="accent5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sz="1400" kern="0">
              <a:solidFill>
                <a:prstClr val="white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39158" y="1288380"/>
            <a:ext cx="2240773" cy="110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b="1" dirty="0" smtClean="0"/>
              <a:t>196</a:t>
            </a:r>
            <a:r>
              <a:rPr lang="en-US" altLang="zh-CN" b="1" dirty="0" smtClean="0"/>
              <a:t>4</a:t>
            </a:r>
            <a:r>
              <a:rPr lang="zh-CN" altLang="en-US" b="1" dirty="0" smtClean="0"/>
              <a:t>年，</a:t>
            </a:r>
            <a:r>
              <a:rPr lang="en-US" altLang="zh-CN" b="1" dirty="0" smtClean="0"/>
              <a:t>IBM</a:t>
            </a:r>
            <a:r>
              <a:rPr lang="zh-CN" altLang="en-US" b="1" dirty="0" smtClean="0"/>
              <a:t>研发</a:t>
            </a:r>
            <a:r>
              <a:rPr lang="en-US" altLang="zh-CN" b="1" dirty="0" smtClean="0"/>
              <a:t>System/360</a:t>
            </a:r>
            <a:r>
              <a:rPr lang="zh-CN" altLang="en-US" b="1" dirty="0" smtClean="0"/>
              <a:t>，向通用化方向发展</a:t>
            </a:r>
            <a:endParaRPr lang="zh-CN" altLang="en-US" b="1" dirty="0"/>
          </a:p>
        </p:txBody>
      </p:sp>
      <p:sp>
        <p:nvSpPr>
          <p:cNvPr id="46" name="矩形 45"/>
          <p:cNvSpPr/>
          <p:nvPr/>
        </p:nvSpPr>
        <p:spPr>
          <a:xfrm>
            <a:off x="1979712" y="3592636"/>
            <a:ext cx="18722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70</a:t>
            </a:r>
            <a:r>
              <a:rPr lang="zh-CN" altLang="en-US" b="1" dirty="0" smtClean="0"/>
              <a:t>年代，计算机分为软件和硬件，分开售卖</a:t>
            </a:r>
            <a:endParaRPr lang="zh-CN" altLang="en-US" b="1" dirty="0"/>
          </a:p>
        </p:txBody>
      </p:sp>
      <p:sp>
        <p:nvSpPr>
          <p:cNvPr id="47" name="矩形 46"/>
          <p:cNvSpPr/>
          <p:nvPr/>
        </p:nvSpPr>
        <p:spPr>
          <a:xfrm>
            <a:off x="3280153" y="1381210"/>
            <a:ext cx="1699331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出现各种高级语言，形成软件系统</a:t>
            </a:r>
            <a:endParaRPr lang="zh-CN" altLang="en-US" b="1" dirty="0"/>
          </a:p>
        </p:txBody>
      </p:sp>
      <p:sp>
        <p:nvSpPr>
          <p:cNvPr id="48" name="矩形 47"/>
          <p:cNvSpPr/>
          <p:nvPr/>
        </p:nvSpPr>
        <p:spPr>
          <a:xfrm>
            <a:off x="4572000" y="3592636"/>
            <a:ext cx="133803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出现操作系统、数据库</a:t>
            </a:r>
            <a:endParaRPr lang="zh-CN" altLang="en-US" b="1" dirty="0"/>
          </a:p>
        </p:txBody>
      </p:sp>
      <p:sp>
        <p:nvSpPr>
          <p:cNvPr id="49" name="矩形 48"/>
          <p:cNvSpPr/>
          <p:nvPr/>
        </p:nvSpPr>
        <p:spPr>
          <a:xfrm>
            <a:off x="6054054" y="1525226"/>
            <a:ext cx="89421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互联网的发展</a:t>
            </a:r>
            <a:endParaRPr lang="zh-CN" altLang="en-US" b="1" dirty="0"/>
          </a:p>
        </p:txBody>
      </p:sp>
      <p:sp>
        <p:nvSpPr>
          <p:cNvPr id="50" name="矩形 49"/>
          <p:cNvSpPr/>
          <p:nvPr/>
        </p:nvSpPr>
        <p:spPr>
          <a:xfrm>
            <a:off x="7223825" y="3592636"/>
            <a:ext cx="91815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物联网的发展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23536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5870630" y="1471092"/>
            <a:ext cx="2160240" cy="22929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b="1" dirty="0" smtClean="0"/>
          </a:p>
        </p:txBody>
      </p:sp>
      <p:sp>
        <p:nvSpPr>
          <p:cNvPr id="37" name="矩形 36"/>
          <p:cNvSpPr/>
          <p:nvPr/>
        </p:nvSpPr>
        <p:spPr>
          <a:xfrm>
            <a:off x="611560" y="1502450"/>
            <a:ext cx="2160240" cy="191285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1" y="339503"/>
            <a:ext cx="291581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2634" y="339502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1.1.2 </a:t>
            </a:r>
            <a:r>
              <a:rPr lang="zh-CN" altLang="en-US" sz="2400" b="1" dirty="0">
                <a:solidFill>
                  <a:schemeClr val="bg1"/>
                </a:solidFill>
              </a:rPr>
              <a:t>通用信息处理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97174" y="1892932"/>
            <a:ext cx="19890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大型机</a:t>
            </a:r>
            <a:r>
              <a:rPr lang="zh-CN" altLang="en-US" sz="2000" b="1" dirty="0"/>
              <a:t>、巨型</a:t>
            </a:r>
            <a:r>
              <a:rPr lang="zh-CN" altLang="en-US" sz="2000" b="1" dirty="0" smtClean="0"/>
              <a:t>机</a:t>
            </a:r>
            <a:endParaRPr lang="en-US" altLang="zh-CN" sz="2000" b="1" dirty="0" smtClean="0"/>
          </a:p>
        </p:txBody>
      </p:sp>
      <p:sp>
        <p:nvSpPr>
          <p:cNvPr id="12" name="矩形 11"/>
          <p:cNvSpPr/>
          <p:nvPr/>
        </p:nvSpPr>
        <p:spPr>
          <a:xfrm>
            <a:off x="692551" y="2491321"/>
            <a:ext cx="21657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000" b="1" dirty="0"/>
              <a:t>单纯的</a:t>
            </a:r>
            <a:r>
              <a:rPr lang="zh-CN" altLang="en-US" sz="2000" b="1" dirty="0" smtClean="0"/>
              <a:t>数值计算</a:t>
            </a:r>
            <a:endParaRPr lang="zh-CN" altLang="en-US" sz="2000" b="1" dirty="0">
              <a:solidFill>
                <a:prstClr val="black"/>
              </a:solidFill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3057434" y="843558"/>
            <a:ext cx="2666694" cy="3291830"/>
          </a:xfrm>
          <a:prstGeom prst="rightArrow">
            <a:avLst>
              <a:gd name="adj1" fmla="val 59303"/>
              <a:gd name="adj2" fmla="val 30718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b="1" dirty="0" smtClean="0"/>
          </a:p>
        </p:txBody>
      </p:sp>
      <p:sp>
        <p:nvSpPr>
          <p:cNvPr id="16" name="矩形 15"/>
          <p:cNvSpPr/>
          <p:nvPr/>
        </p:nvSpPr>
        <p:spPr>
          <a:xfrm>
            <a:off x="6012160" y="2495147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</a:rPr>
              <a:t>通用的信息处理</a:t>
            </a:r>
            <a:endParaRPr lang="zh-CN" altLang="en-US" sz="2000" b="1" dirty="0"/>
          </a:p>
        </p:txBody>
      </p:sp>
      <p:sp>
        <p:nvSpPr>
          <p:cNvPr id="17" name="矩形 16"/>
          <p:cNvSpPr/>
          <p:nvPr/>
        </p:nvSpPr>
        <p:spPr>
          <a:xfrm>
            <a:off x="3418197" y="1554359"/>
            <a:ext cx="1475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</a:rPr>
              <a:t>硬件和软件</a:t>
            </a:r>
            <a:endParaRPr lang="zh-CN" altLang="en-US" sz="2000" b="1" dirty="0"/>
          </a:p>
        </p:txBody>
      </p:sp>
      <p:sp>
        <p:nvSpPr>
          <p:cNvPr id="18" name="矩形 17"/>
          <p:cNvSpPr/>
          <p:nvPr/>
        </p:nvSpPr>
        <p:spPr>
          <a:xfrm>
            <a:off x="3351346" y="1915594"/>
            <a:ext cx="1733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</a:rPr>
              <a:t>高级编程语言</a:t>
            </a:r>
            <a:endParaRPr lang="zh-CN" altLang="en-US" sz="2000" b="1" dirty="0"/>
          </a:p>
        </p:txBody>
      </p:sp>
      <p:sp>
        <p:nvSpPr>
          <p:cNvPr id="19" name="矩形 18"/>
          <p:cNvSpPr/>
          <p:nvPr/>
        </p:nvSpPr>
        <p:spPr>
          <a:xfrm>
            <a:off x="3071949" y="2293042"/>
            <a:ext cx="22493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</a:rPr>
              <a:t>操作系统和数据库</a:t>
            </a:r>
            <a:endParaRPr lang="zh-CN" altLang="en-US" sz="2000" b="1" dirty="0"/>
          </a:p>
        </p:txBody>
      </p:sp>
      <p:sp>
        <p:nvSpPr>
          <p:cNvPr id="38" name="矩形 37"/>
          <p:cNvSpPr/>
          <p:nvPr/>
        </p:nvSpPr>
        <p:spPr>
          <a:xfrm>
            <a:off x="3466762" y="2662374"/>
            <a:ext cx="1475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/>
              <a:t>计算机网络</a:t>
            </a:r>
            <a:endParaRPr lang="zh-CN" altLang="en-US" sz="2000" b="1" dirty="0"/>
          </a:p>
        </p:txBody>
      </p:sp>
      <p:sp>
        <p:nvSpPr>
          <p:cNvPr id="20" name="矩形 19"/>
          <p:cNvSpPr/>
          <p:nvPr/>
        </p:nvSpPr>
        <p:spPr>
          <a:xfrm>
            <a:off x="6012160" y="1809665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</a:rPr>
              <a:t>微型化、网络化</a:t>
            </a:r>
            <a:endParaRPr lang="zh-CN" altLang="en-US" sz="2000" b="1" dirty="0"/>
          </a:p>
        </p:txBody>
      </p:sp>
      <p:sp>
        <p:nvSpPr>
          <p:cNvPr id="36" name="矩形 35"/>
          <p:cNvSpPr/>
          <p:nvPr/>
        </p:nvSpPr>
        <p:spPr>
          <a:xfrm>
            <a:off x="3235929" y="3015198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</a:rPr>
              <a:t>嵌入式微处理器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84168" y="3115218"/>
            <a:ext cx="18085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物联网</a:t>
            </a:r>
            <a:r>
              <a:rPr lang="zh-CN" altLang="en-US" sz="2000" b="1" dirty="0" smtClean="0"/>
              <a:t>（</a:t>
            </a:r>
            <a:r>
              <a:rPr lang="en-GB" altLang="zh-CN" sz="2000" b="1" dirty="0" err="1" smtClean="0"/>
              <a:t>IoT</a:t>
            </a:r>
            <a:r>
              <a:rPr lang="zh-CN" altLang="en-GB" sz="2000" b="1" dirty="0"/>
              <a:t>）</a:t>
            </a:r>
            <a:endParaRPr lang="zh-CN" altLang="en-US" sz="2000" b="1" dirty="0"/>
          </a:p>
        </p:txBody>
      </p:sp>
      <p:sp>
        <p:nvSpPr>
          <p:cNvPr id="21" name="矩形 20"/>
          <p:cNvSpPr/>
          <p:nvPr/>
        </p:nvSpPr>
        <p:spPr>
          <a:xfrm>
            <a:off x="3057433" y="4222187"/>
            <a:ext cx="32811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000" b="1" dirty="0" smtClean="0"/>
              <a:t>计算机处理能力不断提升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2810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91581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2634" y="339502"/>
            <a:ext cx="21210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1.1.3 </a:t>
            </a:r>
            <a:r>
              <a:rPr lang="zh-CN" altLang="en-US" sz="2400" b="1" dirty="0">
                <a:solidFill>
                  <a:schemeClr val="bg1"/>
                </a:solidFill>
              </a:rPr>
              <a:t>人工智能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5522914" y="2068083"/>
            <a:ext cx="1424274" cy="258532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 smtClean="0"/>
              <a:t>“深蓝”</a:t>
            </a:r>
            <a:r>
              <a:rPr lang="zh-CN" altLang="en-US" b="1" dirty="0"/>
              <a:t>超级计算机战胜了国际象棋世界</a:t>
            </a:r>
            <a:r>
              <a:rPr lang="zh-CN" altLang="en-US" b="1" dirty="0" smtClean="0"/>
              <a:t>冠军，人工智能</a:t>
            </a:r>
            <a:r>
              <a:rPr lang="zh-CN" altLang="en-US" b="1" dirty="0"/>
              <a:t>在特定领域可以达到甚至超越人类的水平。</a:t>
            </a:r>
          </a:p>
        </p:txBody>
      </p:sp>
      <p:sp>
        <p:nvSpPr>
          <p:cNvPr id="46" name="Rounded Rectangle 32"/>
          <p:cNvSpPr/>
          <p:nvPr/>
        </p:nvSpPr>
        <p:spPr>
          <a:xfrm rot="10800000" flipV="1">
            <a:off x="557808" y="1203598"/>
            <a:ext cx="1348325" cy="436762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b="1" dirty="0" smtClean="0">
                <a:solidFill>
                  <a:schemeClr val="bg1"/>
                </a:solidFill>
                <a:latin typeface="Agency FB" panose="020B0503020202020204" pitchFamily="34" charset="0"/>
                <a:cs typeface="+mn-ea"/>
              </a:rPr>
              <a:t>1936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  <a:cs typeface="+mn-ea"/>
            </a:endParaRPr>
          </a:p>
        </p:txBody>
      </p:sp>
      <p:sp>
        <p:nvSpPr>
          <p:cNvPr id="49" name="Rounded Rectangle 91"/>
          <p:cNvSpPr/>
          <p:nvPr/>
        </p:nvSpPr>
        <p:spPr>
          <a:xfrm rot="10800000" flipV="1">
            <a:off x="2225971" y="1203598"/>
            <a:ext cx="1348325" cy="43676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b="1" dirty="0" smtClean="0">
                <a:solidFill>
                  <a:schemeClr val="bg1"/>
                </a:solidFill>
                <a:latin typeface="Agency FB" panose="020B0503020202020204" pitchFamily="34" charset="0"/>
                <a:cs typeface="+mn-ea"/>
              </a:rPr>
              <a:t>1950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  <a:cs typeface="+mn-ea"/>
            </a:endParaRPr>
          </a:p>
        </p:txBody>
      </p:sp>
      <p:sp>
        <p:nvSpPr>
          <p:cNvPr id="52" name="Rounded Rectangle 99"/>
          <p:cNvSpPr/>
          <p:nvPr/>
        </p:nvSpPr>
        <p:spPr>
          <a:xfrm rot="10800000" flipV="1">
            <a:off x="3895467" y="1203598"/>
            <a:ext cx="1348325" cy="43676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b="1" dirty="0" smtClean="0">
                <a:solidFill>
                  <a:schemeClr val="bg1"/>
                </a:solidFill>
                <a:latin typeface="Agency FB" panose="020B0503020202020204" pitchFamily="34" charset="0"/>
                <a:cs typeface="+mn-ea"/>
              </a:rPr>
              <a:t>1956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  <a:cs typeface="+mn-ea"/>
            </a:endParaRPr>
          </a:p>
        </p:txBody>
      </p:sp>
      <p:sp>
        <p:nvSpPr>
          <p:cNvPr id="55" name="Rounded Rectangle 107"/>
          <p:cNvSpPr/>
          <p:nvPr/>
        </p:nvSpPr>
        <p:spPr>
          <a:xfrm rot="10800000" flipV="1">
            <a:off x="5560887" y="1203598"/>
            <a:ext cx="1348325" cy="43676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b="1" dirty="0" smtClean="0">
                <a:solidFill>
                  <a:schemeClr val="bg1"/>
                </a:solidFill>
                <a:latin typeface="Agency FB" panose="020B0503020202020204" pitchFamily="34" charset="0"/>
                <a:cs typeface="+mn-ea"/>
              </a:rPr>
              <a:t>1997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  <a:cs typeface="+mn-ea"/>
            </a:endParaRPr>
          </a:p>
        </p:txBody>
      </p:sp>
      <p:sp>
        <p:nvSpPr>
          <p:cNvPr id="58" name="Rounded Rectangle 116"/>
          <p:cNvSpPr/>
          <p:nvPr/>
        </p:nvSpPr>
        <p:spPr>
          <a:xfrm rot="10800000" flipV="1">
            <a:off x="7237867" y="1203598"/>
            <a:ext cx="1348325" cy="43676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b="1" dirty="0">
                <a:solidFill>
                  <a:schemeClr val="bg1"/>
                </a:solidFill>
                <a:latin typeface="Agency FB" panose="020B0503020202020204" pitchFamily="34" charset="0"/>
                <a:cs typeface="+mn-ea"/>
              </a:rPr>
              <a:t>2016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  <a:cs typeface="+mn-ea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1231971" y="1680149"/>
            <a:ext cx="6680060" cy="323024"/>
            <a:chOff x="1231971" y="1640360"/>
            <a:chExt cx="6680060" cy="594770"/>
          </a:xfrm>
        </p:grpSpPr>
        <p:cxnSp>
          <p:nvCxnSpPr>
            <p:cNvPr id="47" name="Straight Connector 84"/>
            <p:cNvCxnSpPr/>
            <p:nvPr/>
          </p:nvCxnSpPr>
          <p:spPr>
            <a:xfrm flipH="1">
              <a:off x="1231971" y="1640361"/>
              <a:ext cx="1" cy="594769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4"/>
            <p:cNvCxnSpPr/>
            <p:nvPr/>
          </p:nvCxnSpPr>
          <p:spPr>
            <a:xfrm flipH="1">
              <a:off x="2900134" y="1640361"/>
              <a:ext cx="1" cy="594769"/>
            </a:xfrm>
            <a:prstGeom prst="line">
              <a:avLst/>
            </a:prstGeom>
            <a:ln w="19050">
              <a:solidFill>
                <a:schemeClr val="accent4"/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/>
          </p:nvCxnSpPr>
          <p:spPr>
            <a:xfrm flipH="1">
              <a:off x="4569630" y="1640360"/>
              <a:ext cx="1" cy="594769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/>
          </p:nvCxnSpPr>
          <p:spPr>
            <a:xfrm flipH="1">
              <a:off x="6235050" y="1640361"/>
              <a:ext cx="1" cy="594769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9"/>
            <p:cNvCxnSpPr/>
            <p:nvPr/>
          </p:nvCxnSpPr>
          <p:spPr>
            <a:xfrm flipH="1">
              <a:off x="7912030" y="1640361"/>
              <a:ext cx="1" cy="594769"/>
            </a:xfrm>
            <a:prstGeom prst="line">
              <a:avLst/>
            </a:prstGeom>
            <a:ln w="19050">
              <a:solidFill>
                <a:schemeClr val="accent3"/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矩形 60"/>
          <p:cNvSpPr/>
          <p:nvPr/>
        </p:nvSpPr>
        <p:spPr>
          <a:xfrm>
            <a:off x="510072" y="2068206"/>
            <a:ext cx="14385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阿</a:t>
            </a:r>
            <a:r>
              <a:rPr lang="zh-CN" altLang="en-US" b="1" dirty="0" smtClean="0">
                <a:solidFill>
                  <a:prstClr val="black"/>
                </a:solidFill>
              </a:rPr>
              <a:t>兰</a:t>
            </a:r>
            <a:r>
              <a:rPr lang="zh-CN" altLang="en-US" b="1" dirty="0" smtClean="0">
                <a:solidFill>
                  <a:prstClr val="black"/>
                </a:solidFill>
                <a:sym typeface="Wingdings 2"/>
              </a:rPr>
              <a:t></a:t>
            </a:r>
            <a:r>
              <a:rPr lang="zh-CN" altLang="en-US" b="1" dirty="0" smtClean="0">
                <a:solidFill>
                  <a:prstClr val="black"/>
                </a:solidFill>
              </a:rPr>
              <a:t>图灵提出</a:t>
            </a:r>
            <a:r>
              <a:rPr lang="zh-CN" altLang="en-US" b="1" dirty="0">
                <a:solidFill>
                  <a:prstClr val="black"/>
                </a:solidFill>
              </a:rPr>
              <a:t>了现代通用计算机的理论模型，即“图灵机”</a:t>
            </a:r>
            <a:endParaRPr lang="zh-CN" altLang="en-US" b="1" dirty="0"/>
          </a:p>
        </p:txBody>
      </p:sp>
      <p:sp>
        <p:nvSpPr>
          <p:cNvPr id="62" name="矩形 61"/>
          <p:cNvSpPr/>
          <p:nvPr/>
        </p:nvSpPr>
        <p:spPr>
          <a:xfrm>
            <a:off x="2167490" y="2069468"/>
            <a:ext cx="1465290" cy="258532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图灵发表了题为</a:t>
            </a:r>
            <a:r>
              <a:rPr lang="en-US" altLang="zh-CN" b="1" dirty="0">
                <a:solidFill>
                  <a:prstClr val="black"/>
                </a:solidFill>
              </a:rPr>
              <a:t>《</a:t>
            </a:r>
            <a:r>
              <a:rPr lang="zh-CN" altLang="en-US" b="1" dirty="0">
                <a:solidFill>
                  <a:prstClr val="black"/>
                </a:solidFill>
              </a:rPr>
              <a:t>机器能思考吗？</a:t>
            </a:r>
            <a:r>
              <a:rPr lang="en-US" altLang="zh-CN" b="1" dirty="0">
                <a:solidFill>
                  <a:prstClr val="black"/>
                </a:solidFill>
              </a:rPr>
              <a:t>》</a:t>
            </a:r>
            <a:r>
              <a:rPr lang="zh-CN" altLang="en-US" b="1" dirty="0">
                <a:solidFill>
                  <a:prstClr val="black"/>
                </a:solidFill>
              </a:rPr>
              <a:t>的论文，为人工智能的建立奠定了基础</a:t>
            </a:r>
            <a:r>
              <a:rPr lang="zh-CN" altLang="en-US" b="1" dirty="0" smtClean="0">
                <a:solidFill>
                  <a:prstClr val="black"/>
                </a:solidFill>
              </a:rPr>
              <a:t>，提出</a:t>
            </a:r>
            <a:r>
              <a:rPr lang="zh-CN" altLang="en-US" b="1" dirty="0">
                <a:solidFill>
                  <a:prstClr val="black"/>
                </a:solidFill>
              </a:rPr>
              <a:t>了“图灵测试”</a:t>
            </a:r>
            <a:endParaRPr lang="zh-CN" altLang="en-US" b="1" dirty="0"/>
          </a:p>
        </p:txBody>
      </p:sp>
      <p:sp>
        <p:nvSpPr>
          <p:cNvPr id="63" name="矩形 62"/>
          <p:cNvSpPr/>
          <p:nvPr/>
        </p:nvSpPr>
        <p:spPr>
          <a:xfrm>
            <a:off x="3946797" y="2067694"/>
            <a:ext cx="1245663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正式提出了人工智能（</a:t>
            </a:r>
            <a:r>
              <a:rPr lang="en-US" altLang="zh-CN" b="1" dirty="0">
                <a:solidFill>
                  <a:prstClr val="black"/>
                </a:solidFill>
              </a:rPr>
              <a:t>Artificial Intelligence</a:t>
            </a:r>
            <a:r>
              <a:rPr lang="zh-CN" altLang="en-US" b="1" dirty="0">
                <a:solidFill>
                  <a:prstClr val="black"/>
                </a:solidFill>
              </a:rPr>
              <a:t>，</a:t>
            </a:r>
            <a:r>
              <a:rPr lang="en-US" altLang="zh-CN" b="1" dirty="0">
                <a:solidFill>
                  <a:prstClr val="black"/>
                </a:solidFill>
              </a:rPr>
              <a:t>AI</a:t>
            </a:r>
            <a:r>
              <a:rPr lang="zh-CN" altLang="en-US" b="1" dirty="0">
                <a:solidFill>
                  <a:prstClr val="black"/>
                </a:solidFill>
              </a:rPr>
              <a:t>）这一概念</a:t>
            </a:r>
            <a:endParaRPr lang="zh-CN" altLang="en-US" b="1" dirty="0"/>
          </a:p>
        </p:txBody>
      </p:sp>
      <p:sp>
        <p:nvSpPr>
          <p:cNvPr id="64" name="矩形 63"/>
          <p:cNvSpPr/>
          <p:nvPr/>
        </p:nvSpPr>
        <p:spPr>
          <a:xfrm>
            <a:off x="7309875" y="2068206"/>
            <a:ext cx="1222565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 smtClean="0"/>
              <a:t>基于深度学习的</a:t>
            </a:r>
            <a:r>
              <a:rPr lang="en-US" altLang="zh-CN" b="1" dirty="0" err="1" smtClean="0"/>
              <a:t>AlphaGo</a:t>
            </a:r>
            <a:r>
              <a:rPr lang="zh-CN" altLang="en-US" b="1" dirty="0"/>
              <a:t>战胜了围棋世界冠军。</a:t>
            </a:r>
          </a:p>
        </p:txBody>
      </p:sp>
    </p:spTree>
    <p:extLst>
      <p:ext uri="{BB962C8B-B14F-4D97-AF65-F5344CB8AC3E}">
        <p14:creationId xmlns:p14="http://schemas.microsoft.com/office/powerpoint/2010/main" val="2958618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lock Arc 5"/>
          <p:cNvSpPr/>
          <p:nvPr/>
        </p:nvSpPr>
        <p:spPr>
          <a:xfrm>
            <a:off x="-646325" y="843559"/>
            <a:ext cx="3819278" cy="3700594"/>
          </a:xfrm>
          <a:prstGeom prst="blockArc">
            <a:avLst>
              <a:gd name="adj1" fmla="val 18360970"/>
              <a:gd name="adj2" fmla="val 3364820"/>
              <a:gd name="adj3" fmla="val 0"/>
            </a:avLst>
          </a:prstGeom>
          <a:noFill/>
          <a:ln w="28575" cap="flat" cmpd="sng" algn="ctr">
            <a:solidFill>
              <a:srgbClr val="0FC7D3">
                <a:shade val="60000"/>
                <a:hueOff val="0"/>
                <a:satOff val="0"/>
                <a:lumOff val="0"/>
                <a:alphaOff val="0"/>
              </a:srgbClr>
            </a:solidFill>
            <a:prstDash val="sysDash"/>
            <a:miter lim="800000"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" y="339503"/>
            <a:ext cx="250568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7504" y="381893"/>
            <a:ext cx="2281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1.2 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嵌入式系统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Freeform 6"/>
          <p:cNvSpPr/>
          <p:nvPr/>
        </p:nvSpPr>
        <p:spPr>
          <a:xfrm>
            <a:off x="2780291" y="1376503"/>
            <a:ext cx="4175532" cy="749269"/>
          </a:xfrm>
          <a:custGeom>
            <a:avLst/>
            <a:gdLst>
              <a:gd name="connsiteX0" fmla="*/ 0 w 7301111"/>
              <a:gd name="connsiteY0" fmla="*/ 0 h 1083733"/>
              <a:gd name="connsiteX1" fmla="*/ 7301111 w 7301111"/>
              <a:gd name="connsiteY1" fmla="*/ 0 h 1083733"/>
              <a:gd name="connsiteX2" fmla="*/ 7301111 w 7301111"/>
              <a:gd name="connsiteY2" fmla="*/ 1083733 h 1083733"/>
              <a:gd name="connsiteX3" fmla="*/ 0 w 7301111"/>
              <a:gd name="connsiteY3" fmla="*/ 1083733 h 1083733"/>
              <a:gd name="connsiteX4" fmla="*/ 0 w 7301111"/>
              <a:gd name="connsiteY4" fmla="*/ 0 h 108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1111" h="1083733">
                <a:moveTo>
                  <a:pt x="0" y="0"/>
                </a:moveTo>
                <a:lnTo>
                  <a:pt x="7301111" y="0"/>
                </a:lnTo>
                <a:lnTo>
                  <a:pt x="7301111" y="1083733"/>
                </a:lnTo>
                <a:lnTo>
                  <a:pt x="0" y="10837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87848" tIns="130274" rIns="130274" bIns="130274" numCol="1" spcCol="1270" anchor="ctr" anchorCtr="0">
            <a:noAutofit/>
          </a:bodyPr>
          <a:lstStyle/>
          <a:p>
            <a:pPr marL="0" marR="0" lvl="0" indent="0" algn="just" defTabSz="2279793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2" name="Oval 7"/>
          <p:cNvSpPr/>
          <p:nvPr/>
        </p:nvSpPr>
        <p:spPr>
          <a:xfrm>
            <a:off x="2342378" y="1366684"/>
            <a:ext cx="787669" cy="749270"/>
          </a:xfrm>
          <a:prstGeom prst="ellipse">
            <a:avLst/>
          </a:prstGeom>
          <a:solidFill>
            <a:sysClr val="window" lastClr="FFFFFF">
              <a:hueOff val="0"/>
              <a:satOff val="0"/>
              <a:lumOff val="0"/>
              <a:alphaOff val="0"/>
            </a:sysClr>
          </a:solidFill>
          <a:ln w="12700" cap="flat" cmpd="sng" algn="ctr">
            <a:solidFill>
              <a:schemeClr val="accent4">
                <a:lumMod val="7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Freeform 8"/>
          <p:cNvSpPr/>
          <p:nvPr/>
        </p:nvSpPr>
        <p:spPr>
          <a:xfrm>
            <a:off x="3125661" y="2433721"/>
            <a:ext cx="3825229" cy="754623"/>
          </a:xfrm>
          <a:custGeom>
            <a:avLst/>
            <a:gdLst>
              <a:gd name="connsiteX0" fmla="*/ 0 w 6907174"/>
              <a:gd name="connsiteY0" fmla="*/ 0 h 1083733"/>
              <a:gd name="connsiteX1" fmla="*/ 6907174 w 6907174"/>
              <a:gd name="connsiteY1" fmla="*/ 0 h 1083733"/>
              <a:gd name="connsiteX2" fmla="*/ 6907174 w 6907174"/>
              <a:gd name="connsiteY2" fmla="*/ 1083733 h 1083733"/>
              <a:gd name="connsiteX3" fmla="*/ 0 w 6907174"/>
              <a:gd name="connsiteY3" fmla="*/ 1083733 h 1083733"/>
              <a:gd name="connsiteX4" fmla="*/ 0 w 6907174"/>
              <a:gd name="connsiteY4" fmla="*/ 0 h 108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7174" h="1083733">
                <a:moveTo>
                  <a:pt x="0" y="0"/>
                </a:moveTo>
                <a:lnTo>
                  <a:pt x="6907174" y="0"/>
                </a:lnTo>
                <a:lnTo>
                  <a:pt x="6907174" y="1083733"/>
                </a:lnTo>
                <a:lnTo>
                  <a:pt x="0" y="1083733"/>
                </a:lnTo>
                <a:lnTo>
                  <a:pt x="0" y="0"/>
                </a:lnTo>
                <a:close/>
              </a:path>
            </a:pathLst>
          </a:custGeom>
          <a:solidFill>
            <a:srgbClr val="113A5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87848" tIns="130274" rIns="130274" bIns="130274" numCol="1" spcCol="1270" anchor="ctr" anchorCtr="0">
            <a:noAutofit/>
          </a:bodyPr>
          <a:lstStyle/>
          <a:p>
            <a:pPr marL="0" marR="0" lvl="0" indent="0" algn="just" defTabSz="2279793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4" name="Oval 9"/>
          <p:cNvSpPr/>
          <p:nvPr/>
        </p:nvSpPr>
        <p:spPr>
          <a:xfrm>
            <a:off x="2770972" y="2433721"/>
            <a:ext cx="797370" cy="754624"/>
          </a:xfrm>
          <a:prstGeom prst="ellipse">
            <a:avLst/>
          </a:prstGeom>
          <a:solidFill>
            <a:sysClr val="window" lastClr="FFFFFF">
              <a:hueOff val="0"/>
              <a:satOff val="0"/>
              <a:lumOff val="0"/>
              <a:alphaOff val="0"/>
            </a:sysClr>
          </a:solidFill>
          <a:ln w="12700" cap="flat" cmpd="sng" algn="ctr">
            <a:solidFill>
              <a:srgbClr val="113A52"/>
            </a:solidFill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Freeform 10"/>
          <p:cNvSpPr/>
          <p:nvPr/>
        </p:nvSpPr>
        <p:spPr>
          <a:xfrm>
            <a:off x="2669536" y="3491200"/>
            <a:ext cx="4281354" cy="736733"/>
          </a:xfrm>
          <a:custGeom>
            <a:avLst/>
            <a:gdLst>
              <a:gd name="connsiteX0" fmla="*/ 0 w 7301111"/>
              <a:gd name="connsiteY0" fmla="*/ 0 h 1083733"/>
              <a:gd name="connsiteX1" fmla="*/ 7301111 w 7301111"/>
              <a:gd name="connsiteY1" fmla="*/ 0 h 1083733"/>
              <a:gd name="connsiteX2" fmla="*/ 7301111 w 7301111"/>
              <a:gd name="connsiteY2" fmla="*/ 1083733 h 1083733"/>
              <a:gd name="connsiteX3" fmla="*/ 0 w 7301111"/>
              <a:gd name="connsiteY3" fmla="*/ 1083733 h 1083733"/>
              <a:gd name="connsiteX4" fmla="*/ 0 w 7301111"/>
              <a:gd name="connsiteY4" fmla="*/ 0 h 108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1111" h="1083733">
                <a:moveTo>
                  <a:pt x="0" y="0"/>
                </a:moveTo>
                <a:lnTo>
                  <a:pt x="7301111" y="0"/>
                </a:lnTo>
                <a:lnTo>
                  <a:pt x="7301111" y="1083733"/>
                </a:lnTo>
                <a:lnTo>
                  <a:pt x="0" y="10837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87848" tIns="130274" rIns="130274" bIns="130274" numCol="1" spcCol="1270" anchor="ctr" anchorCtr="0">
            <a:noAutofit/>
          </a:bodyPr>
          <a:lstStyle/>
          <a:p>
            <a:pPr marL="0" marR="0" lvl="0" indent="0" algn="just" defTabSz="2279793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6" name="Oval 11"/>
          <p:cNvSpPr/>
          <p:nvPr/>
        </p:nvSpPr>
        <p:spPr>
          <a:xfrm>
            <a:off x="2314847" y="3491201"/>
            <a:ext cx="785806" cy="736733"/>
          </a:xfrm>
          <a:prstGeom prst="ellipse">
            <a:avLst/>
          </a:prstGeom>
          <a:solidFill>
            <a:sysClr val="window" lastClr="FFFFFF">
              <a:hueOff val="0"/>
              <a:satOff val="0"/>
              <a:lumOff val="0"/>
              <a:alphaOff val="0"/>
            </a:sysClr>
          </a:solidFill>
          <a:ln w="12700" cap="flat" cmpd="sng" algn="ctr">
            <a:solidFill>
              <a:srgbClr val="113A52"/>
            </a:solidFill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524144" y="1533215"/>
            <a:ext cx="441146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999475" y="2583178"/>
            <a:ext cx="335714" cy="3131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13A52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113A52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05686" y="3635216"/>
            <a:ext cx="441146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Rectangle 25"/>
          <p:cNvSpPr/>
          <p:nvPr/>
        </p:nvSpPr>
        <p:spPr>
          <a:xfrm>
            <a:off x="3137319" y="1479454"/>
            <a:ext cx="3672408" cy="432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en-US" altLang="zh-CN" sz="20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1.2.1 </a:t>
            </a:r>
            <a:r>
              <a:rPr lang="zh-CN" altLang="en-US" sz="20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嵌入式系统案例分析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Arial" panose="020B0604020202020204" pitchFamily="34" charset="0"/>
            </a:endParaRPr>
          </a:p>
        </p:txBody>
      </p:sp>
      <p:sp>
        <p:nvSpPr>
          <p:cNvPr id="41" name="Rectangle 27"/>
          <p:cNvSpPr/>
          <p:nvPr/>
        </p:nvSpPr>
        <p:spPr>
          <a:xfrm>
            <a:off x="3175836" y="3635216"/>
            <a:ext cx="3665135" cy="432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0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1.2.3 </a:t>
            </a:r>
            <a:r>
              <a:rPr lang="zh-CN" altLang="en-US" sz="20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嵌入式系统与物联网</a:t>
            </a:r>
            <a:endParaRPr lang="en-GB" sz="2000" b="1" kern="0" dirty="0">
              <a:solidFill>
                <a:schemeClr val="bg1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42" name="Rectangle 25"/>
          <p:cNvSpPr/>
          <p:nvPr/>
        </p:nvSpPr>
        <p:spPr>
          <a:xfrm>
            <a:off x="3644395" y="2552116"/>
            <a:ext cx="2943829" cy="432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en-US" altLang="zh-CN" sz="20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1.2.2 </a:t>
            </a:r>
            <a:r>
              <a:rPr lang="zh-CN" altLang="en-US" sz="20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嵌入式</a:t>
            </a:r>
            <a:r>
              <a:rPr lang="zh-CN" altLang="en-US" sz="2000" b="1" kern="0" dirty="0" smtClean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系统概念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4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92392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634" y="339502"/>
            <a:ext cx="3667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1.2.1 </a:t>
            </a:r>
            <a:r>
              <a:rPr lang="zh-CN" altLang="en-US" sz="2400" b="1" dirty="0">
                <a:solidFill>
                  <a:schemeClr val="bg1"/>
                </a:solidFill>
              </a:rPr>
              <a:t>嵌入式系统案例分析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99123" y="2931790"/>
            <a:ext cx="329379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zh-CN" altLang="en-US" b="1" dirty="0"/>
              <a:t>微控制器主要承担两个任务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接收</a:t>
            </a:r>
            <a:r>
              <a:rPr lang="zh-CN" altLang="en-US" b="1" dirty="0"/>
              <a:t>服务器指令，控制家居系统中的各电器</a:t>
            </a:r>
            <a:r>
              <a:rPr lang="zh-CN" altLang="en-US" b="1" dirty="0" smtClean="0"/>
              <a:t>设备；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采集</a:t>
            </a:r>
            <a:r>
              <a:rPr lang="zh-CN" altLang="en-US" b="1" dirty="0"/>
              <a:t>传感器数据并进行处理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598297" y="411044"/>
            <a:ext cx="32816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/>
              <a:t>【</a:t>
            </a:r>
            <a:r>
              <a:rPr lang="zh-CN" altLang="en-US" sz="2000" b="1" dirty="0" smtClean="0"/>
              <a:t>案例分析一：智能家居</a:t>
            </a:r>
            <a:r>
              <a:rPr lang="en-US" altLang="zh-CN" sz="2000" b="1" dirty="0" smtClean="0"/>
              <a:t>】</a:t>
            </a:r>
            <a:endParaRPr lang="zh-CN" altLang="en-US" sz="2000" b="1" dirty="0"/>
          </a:p>
        </p:txBody>
      </p:sp>
      <p:sp>
        <p:nvSpPr>
          <p:cNvPr id="9" name="Rectangle 1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545324"/>
              </p:ext>
            </p:extLst>
          </p:nvPr>
        </p:nvGraphicFramePr>
        <p:xfrm>
          <a:off x="4499991" y="1131590"/>
          <a:ext cx="3954821" cy="3064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05" name="Visio" r:id="rId3" imgW="2669363" imgH="2063771" progId="Visio.Drawing.11">
                  <p:embed/>
                </p:oleObj>
              </mc:Choice>
              <mc:Fallback>
                <p:oleObj name="Visio" r:id="rId3" imgW="2669363" imgH="2063771" progId="Visio.Drawing.11">
                  <p:embed/>
                  <p:pic>
                    <p:nvPicPr>
                      <p:cNvPr id="0" name="Object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1" y="1131590"/>
                        <a:ext cx="3954821" cy="30649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422472" y="1000274"/>
            <a:ext cx="3447098" cy="1793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 在</a:t>
            </a:r>
            <a:r>
              <a:rPr lang="zh-CN" altLang="en-US" b="1" dirty="0"/>
              <a:t>基本居住功能基础上，融入门禁系统、远程控制、移动终端控制以及家居环境智能检测和监测等技术手段，实现家居系统的自动化、</a:t>
            </a:r>
            <a:r>
              <a:rPr lang="zh-CN" altLang="en-US" b="1" dirty="0" smtClean="0"/>
              <a:t>智能化。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78201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92392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634" y="339502"/>
            <a:ext cx="3667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1.2.1 </a:t>
            </a:r>
            <a:r>
              <a:rPr lang="zh-CN" altLang="en-US" sz="2400" b="1" dirty="0">
                <a:solidFill>
                  <a:schemeClr val="bg1"/>
                </a:solidFill>
              </a:rPr>
              <a:t>嵌入式系统案例分析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27584" y="915566"/>
            <a:ext cx="7488832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zh-CN" altLang="en-US" b="1" dirty="0" smtClean="0"/>
              <a:t>     智能</a:t>
            </a:r>
            <a:r>
              <a:rPr lang="zh-CN" altLang="en-US" b="1" dirty="0"/>
              <a:t>手</a:t>
            </a:r>
            <a:r>
              <a:rPr lang="zh-CN" altLang="en-US" b="1" dirty="0" smtClean="0"/>
              <a:t>环可以</a:t>
            </a:r>
            <a:r>
              <a:rPr lang="zh-CN" altLang="en-US" b="1" dirty="0"/>
              <a:t>记录人们日常生活中的运动、睡眠、甚至饮食等实时数据，并将这些数据与手机、平板等设备同步</a:t>
            </a:r>
            <a:r>
              <a:rPr lang="zh-CN" altLang="en-US" b="1" dirty="0" smtClean="0"/>
              <a:t>，对</a:t>
            </a:r>
            <a:r>
              <a:rPr lang="zh-CN" altLang="en-US" b="1" dirty="0"/>
              <a:t>采集的日常数据进行大</a:t>
            </a:r>
            <a:r>
              <a:rPr lang="zh-CN" altLang="en-US" b="1" dirty="0" smtClean="0"/>
              <a:t>数据分析，发挥</a:t>
            </a:r>
            <a:r>
              <a:rPr lang="zh-CN" altLang="en-US" b="1" dirty="0"/>
              <a:t>指导健康生活的作用。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598297" y="411044"/>
            <a:ext cx="32816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/>
              <a:t>【</a:t>
            </a:r>
            <a:r>
              <a:rPr lang="zh-CN" altLang="en-US" sz="2000" b="1" dirty="0"/>
              <a:t>案例分析二：智能手环</a:t>
            </a:r>
            <a:r>
              <a:rPr lang="en-US" altLang="zh-CN" sz="2000" b="1" dirty="0" smtClean="0"/>
              <a:t>】</a:t>
            </a:r>
            <a:endParaRPr lang="zh-CN" altLang="en-US" sz="2000" b="1" dirty="0"/>
          </a:p>
        </p:txBody>
      </p:sp>
      <p:sp>
        <p:nvSpPr>
          <p:cNvPr id="9" name="Rectangle 1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2" name="图片 11" descr="C:\Users\锋\Desktop\Img464675383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313366"/>
            <a:ext cx="1440160" cy="2195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4490751" y="2211710"/>
            <a:ext cx="3240360" cy="21602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481628" y="4443958"/>
            <a:ext cx="20485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小米</a:t>
            </a:r>
            <a:r>
              <a:rPr lang="en-GB" altLang="zh-CN" b="1" dirty="0" err="1"/>
              <a:t>Fitbit</a:t>
            </a:r>
            <a:r>
              <a:rPr lang="en-GB" altLang="zh-CN" b="1" dirty="0"/>
              <a:t> Flex</a:t>
            </a:r>
            <a:r>
              <a:rPr lang="zh-CN" altLang="en-US" b="1" dirty="0"/>
              <a:t>手环</a:t>
            </a:r>
          </a:p>
        </p:txBody>
      </p:sp>
    </p:spTree>
    <p:extLst>
      <p:ext uri="{BB962C8B-B14F-4D97-AF65-F5344CB8AC3E}">
        <p14:creationId xmlns:p14="http://schemas.microsoft.com/office/powerpoint/2010/main" val="3870364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92392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634" y="339502"/>
            <a:ext cx="3667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1.2.1 </a:t>
            </a:r>
            <a:r>
              <a:rPr lang="zh-CN" altLang="en-US" sz="2400" b="1" dirty="0">
                <a:solidFill>
                  <a:schemeClr val="bg1"/>
                </a:solidFill>
              </a:rPr>
              <a:t>嵌入式系统案例分析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55576" y="1635646"/>
            <a:ext cx="2808312" cy="2139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zh-CN" altLang="en-US" b="1" dirty="0" smtClean="0"/>
              <a:t>      智能</a:t>
            </a:r>
            <a:r>
              <a:rPr lang="zh-CN" altLang="en-US" b="1" dirty="0"/>
              <a:t>手环一般由微控制器、蓝牙模块、</a:t>
            </a:r>
            <a:r>
              <a:rPr lang="en-US" altLang="zh-CN" b="1" dirty="0"/>
              <a:t>Wi-Fi</a:t>
            </a:r>
            <a:r>
              <a:rPr lang="zh-CN" altLang="en-US" b="1" dirty="0"/>
              <a:t>电路、</a:t>
            </a:r>
            <a:r>
              <a:rPr lang="en-US" altLang="zh-CN" b="1" dirty="0"/>
              <a:t>OLED</a:t>
            </a:r>
            <a:r>
              <a:rPr lang="zh-CN" altLang="en-US" b="1" dirty="0"/>
              <a:t>显示屏、心率传感器、加速度传感器、锂电池等模块组成，实现显示时间、监测睡眠、运动等功能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598297" y="411044"/>
            <a:ext cx="32816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/>
              <a:t>【</a:t>
            </a:r>
            <a:r>
              <a:rPr lang="zh-CN" altLang="en-US" sz="2000" b="1" dirty="0"/>
              <a:t>案例分析二：智能手环</a:t>
            </a:r>
            <a:r>
              <a:rPr lang="en-US" altLang="zh-CN" sz="2000" b="1" dirty="0" smtClean="0"/>
              <a:t>】</a:t>
            </a:r>
            <a:endParaRPr lang="zh-CN" altLang="en-US" sz="2000" b="1" dirty="0"/>
          </a:p>
        </p:txBody>
      </p:sp>
      <p:sp>
        <p:nvSpPr>
          <p:cNvPr id="9" name="Rectangle 1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530202" y="4429330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智能手环系统框图</a:t>
            </a:r>
            <a:endParaRPr lang="zh-CN" altLang="en-US" b="1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814073"/>
              </p:ext>
            </p:extLst>
          </p:nvPr>
        </p:nvGraphicFramePr>
        <p:xfrm>
          <a:off x="4289539" y="915566"/>
          <a:ext cx="4140460" cy="3312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52" name="Visio" r:id="rId3" imgW="4096715" imgH="3283518" progId="Visio.Drawing.11">
                  <p:embed/>
                </p:oleObj>
              </mc:Choice>
              <mc:Fallback>
                <p:oleObj name="Visio" r:id="rId3" imgW="4096715" imgH="328351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9539" y="915566"/>
                        <a:ext cx="4140460" cy="33123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947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92392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634" y="339502"/>
            <a:ext cx="3667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1.2.1 </a:t>
            </a:r>
            <a:r>
              <a:rPr lang="zh-CN" altLang="en-US" sz="2400" b="1" dirty="0">
                <a:solidFill>
                  <a:schemeClr val="bg1"/>
                </a:solidFill>
              </a:rPr>
              <a:t>嵌入式系统案例分析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71600" y="987574"/>
            <a:ext cx="7704856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zh-CN" altLang="en-US" b="1" dirty="0" smtClean="0"/>
              <a:t>      无人机</a:t>
            </a:r>
            <a:r>
              <a:rPr lang="zh-CN" altLang="en-US" b="1" dirty="0"/>
              <a:t>因体型小、结构简单、控制灵活、造价低廉，常用于航拍、环境监测、农情监测、地形勘测、灾后环境监测、电力巡线、森林火情监测和植物保护等领域。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598297" y="411044"/>
            <a:ext cx="3778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/>
              <a:t>【</a:t>
            </a:r>
            <a:r>
              <a:rPr lang="zh-CN" altLang="zh-CN" sz="2000" b="1" dirty="0"/>
              <a:t>案例分析三：四旋翼无人机</a:t>
            </a:r>
            <a:r>
              <a:rPr lang="en-US" altLang="zh-CN" sz="2000" b="1" dirty="0" smtClean="0"/>
              <a:t>】</a:t>
            </a:r>
            <a:endParaRPr lang="zh-CN" altLang="en-US" sz="2000" b="1" dirty="0"/>
          </a:p>
        </p:txBody>
      </p:sp>
      <p:sp>
        <p:nvSpPr>
          <p:cNvPr id="9" name="Rectangle 1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403455" y="4250850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大疆</a:t>
            </a:r>
            <a:r>
              <a:rPr lang="zh-CN" altLang="en-US" b="1" dirty="0" smtClean="0"/>
              <a:t>御无人机</a:t>
            </a:r>
            <a:endParaRPr lang="zh-CN" altLang="en-US" b="1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139702"/>
            <a:ext cx="3061062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图片 14"/>
          <p:cNvPicPr/>
          <p:nvPr/>
        </p:nvPicPr>
        <p:blipFill>
          <a:blip r:embed="rId3"/>
          <a:stretch>
            <a:fillRect/>
          </a:stretch>
        </p:blipFill>
        <p:spPr>
          <a:xfrm>
            <a:off x="5011432" y="1851670"/>
            <a:ext cx="2952328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51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92392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634" y="339502"/>
            <a:ext cx="3667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1.2.1 </a:t>
            </a:r>
            <a:r>
              <a:rPr lang="zh-CN" altLang="en-US" sz="2400" b="1" dirty="0">
                <a:solidFill>
                  <a:schemeClr val="bg1"/>
                </a:solidFill>
              </a:rPr>
              <a:t>嵌入式系统案例分析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940152" y="1090701"/>
            <a:ext cx="2736304" cy="3524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zh-CN" altLang="en-US" b="1" dirty="0" smtClean="0"/>
              <a:t>    微</a:t>
            </a:r>
            <a:r>
              <a:rPr lang="zh-CN" altLang="en-US" b="1" dirty="0"/>
              <a:t>控制器</a:t>
            </a:r>
            <a:r>
              <a:rPr lang="zh-CN" altLang="en-US" b="1" dirty="0" smtClean="0"/>
              <a:t>是控制系统</a:t>
            </a:r>
            <a:r>
              <a:rPr lang="zh-CN" altLang="en-US" b="1" dirty="0"/>
              <a:t>的核心，负责飞行过程中的导航、通信、控制等核心任务，根据各传感器模块采集到的当前的飞行姿态和空间位置</a:t>
            </a:r>
            <a:r>
              <a:rPr lang="zh-CN" altLang="en-US" b="1" dirty="0" smtClean="0"/>
              <a:t>，计算相关</a:t>
            </a:r>
            <a:r>
              <a:rPr lang="zh-CN" altLang="en-US" b="1" dirty="0"/>
              <a:t>的运动参数，将控制信号发送给机载执行机构从而改变无人机的位置和速度，同时保持飞行姿态的</a:t>
            </a:r>
            <a:r>
              <a:rPr lang="zh-CN" altLang="en-US" b="1" dirty="0" smtClean="0"/>
              <a:t>稳定。</a:t>
            </a:r>
            <a:endParaRPr lang="zh-CN" altLang="en-US" b="1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598297" y="411044"/>
            <a:ext cx="3778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/>
              <a:t>【</a:t>
            </a:r>
            <a:r>
              <a:rPr lang="zh-CN" altLang="zh-CN" sz="2000" b="1" dirty="0"/>
              <a:t>案例分析三：四旋翼无人机</a:t>
            </a:r>
            <a:r>
              <a:rPr lang="en-US" altLang="zh-CN" sz="2000" b="1" dirty="0" smtClean="0"/>
              <a:t>】</a:t>
            </a:r>
            <a:endParaRPr lang="zh-CN" altLang="en-US" sz="2000" b="1" dirty="0"/>
          </a:p>
        </p:txBody>
      </p:sp>
      <p:sp>
        <p:nvSpPr>
          <p:cNvPr id="9" name="Rectangle 1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985530"/>
              </p:ext>
            </p:extLst>
          </p:nvPr>
        </p:nvGraphicFramePr>
        <p:xfrm>
          <a:off x="251520" y="1347614"/>
          <a:ext cx="5553424" cy="2617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1" name="Visio" r:id="rId3" imgW="4142627" imgH="1947541" progId="Visio.Drawing.11">
                  <p:embed/>
                </p:oleObj>
              </mc:Choice>
              <mc:Fallback>
                <p:oleObj name="Visio" r:id="rId3" imgW="4142627" imgH="1947541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347614"/>
                        <a:ext cx="5553424" cy="26171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1627559" y="4237266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/>
              <a:t>四旋翼无人机系统总体框图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43429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空心弧 20"/>
          <p:cNvSpPr/>
          <p:nvPr/>
        </p:nvSpPr>
        <p:spPr>
          <a:xfrm rot="3836788">
            <a:off x="2353497" y="918754"/>
            <a:ext cx="4248472" cy="4226587"/>
          </a:xfrm>
          <a:prstGeom prst="blockArc">
            <a:avLst>
              <a:gd name="adj1" fmla="val 3109334"/>
              <a:gd name="adj2" fmla="val 21375413"/>
              <a:gd name="adj3" fmla="val 9541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" y="339503"/>
            <a:ext cx="392392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634" y="339502"/>
            <a:ext cx="3667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1.2.1 </a:t>
            </a:r>
            <a:r>
              <a:rPr lang="zh-CN" altLang="en-US" sz="2400" b="1" dirty="0">
                <a:solidFill>
                  <a:schemeClr val="bg1"/>
                </a:solidFill>
              </a:rPr>
              <a:t>嵌入式系统案例分析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1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764662" y="2420183"/>
            <a:ext cx="150306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4BACC6">
                  <a:lumMod val="75000"/>
                </a:srgbClr>
              </a:buClr>
            </a:pPr>
            <a:r>
              <a:rPr lang="zh-CN" altLang="en-US" sz="2000" b="1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嵌入式</a:t>
            </a:r>
            <a:endParaRPr lang="en-US" altLang="zh-CN" sz="2000" b="1" dirty="0" smtClean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0" algn="ctr">
              <a:buClr>
                <a:srgbClr val="4BACC6">
                  <a:lumMod val="75000"/>
                </a:srgbClr>
              </a:buClr>
            </a:pPr>
            <a:r>
              <a:rPr lang="zh-CN" altLang="en-US" sz="2000" b="1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系统</a:t>
            </a:r>
            <a:endParaRPr lang="en-US" altLang="zh-CN" sz="2000" b="1" dirty="0" smtClean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0" algn="ctr">
              <a:buClr>
                <a:srgbClr val="4BACC6">
                  <a:lumMod val="75000"/>
                </a:srgbClr>
              </a:buClr>
            </a:pPr>
            <a:r>
              <a:rPr lang="zh-CN" altLang="en-US" sz="2000" b="1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的共性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空心弧 14"/>
          <p:cNvSpPr/>
          <p:nvPr/>
        </p:nvSpPr>
        <p:spPr>
          <a:xfrm>
            <a:off x="3563887" y="2039459"/>
            <a:ext cx="1827695" cy="1828435"/>
          </a:xfrm>
          <a:prstGeom prst="blockArc">
            <a:avLst>
              <a:gd name="adj1" fmla="val 1226329"/>
              <a:gd name="adj2" fmla="val 21363263"/>
              <a:gd name="adj3" fmla="val 9624"/>
            </a:avLst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gradFill flip="none" rotWithShape="1">
                <a:gsLst>
                  <a:gs pos="0">
                    <a:schemeClr val="tx1">
                      <a:tint val="66000"/>
                      <a:satMod val="160000"/>
                    </a:schemeClr>
                  </a:gs>
                  <a:gs pos="50000">
                    <a:schemeClr val="tx1">
                      <a:tint val="44500"/>
                      <a:satMod val="160000"/>
                    </a:schemeClr>
                  </a:gs>
                  <a:gs pos="100000">
                    <a:schemeClr val="tx1"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11199" y="1123546"/>
            <a:ext cx="3142882" cy="1823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Blip>
                <a:blip r:embed="rId3"/>
              </a:buBlip>
            </a:pPr>
            <a:r>
              <a:rPr lang="zh-CN" altLang="en-US" b="1" dirty="0" smtClean="0">
                <a:solidFill>
                  <a:prstClr val="black"/>
                </a:solidFill>
              </a:rPr>
              <a:t>特定的使用场合或工作环境，</a:t>
            </a:r>
            <a:r>
              <a:rPr lang="zh-CN" altLang="en-US" b="1" dirty="0">
                <a:solidFill>
                  <a:prstClr val="black"/>
                </a:solidFill>
              </a:rPr>
              <a:t>是某个大型系统的一部分</a:t>
            </a:r>
            <a:r>
              <a:rPr lang="zh-CN" altLang="en-US" b="1" dirty="0" smtClean="0">
                <a:solidFill>
                  <a:prstClr val="black"/>
                </a:solidFill>
              </a:rPr>
              <a:t>，完成</a:t>
            </a:r>
            <a:r>
              <a:rPr lang="zh-CN" altLang="en-US" b="1" dirty="0">
                <a:solidFill>
                  <a:prstClr val="black"/>
                </a:solidFill>
              </a:rPr>
              <a:t>一个具体的功能</a:t>
            </a:r>
            <a:r>
              <a:rPr lang="zh-CN" altLang="en-US" b="1" dirty="0" smtClean="0">
                <a:solidFill>
                  <a:prstClr val="black"/>
                </a:solidFill>
              </a:rPr>
              <a:t>，专用性</a:t>
            </a:r>
            <a:r>
              <a:rPr lang="zh-CN" altLang="en-US" b="1" dirty="0">
                <a:solidFill>
                  <a:prstClr val="black"/>
                </a:solidFill>
              </a:rPr>
              <a:t>强</a:t>
            </a:r>
            <a:r>
              <a:rPr lang="zh-CN" altLang="en-US" b="1" dirty="0" smtClean="0">
                <a:solidFill>
                  <a:prstClr val="black"/>
                </a:solidFill>
              </a:rPr>
              <a:t>，应用</a:t>
            </a:r>
            <a:r>
              <a:rPr lang="zh-CN" altLang="en-US" b="1" dirty="0">
                <a:solidFill>
                  <a:prstClr val="black"/>
                </a:solidFill>
              </a:rPr>
              <a:t>于特定的平台</a:t>
            </a:r>
            <a:endParaRPr lang="zh-CN" altLang="en-US" sz="2400" dirty="0"/>
          </a:p>
        </p:txBody>
      </p:sp>
      <p:sp>
        <p:nvSpPr>
          <p:cNvPr id="17" name="矩形 16"/>
          <p:cNvSpPr/>
          <p:nvPr/>
        </p:nvSpPr>
        <p:spPr>
          <a:xfrm>
            <a:off x="5724128" y="1203598"/>
            <a:ext cx="2736304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spcBef>
                <a:spcPts val="600"/>
              </a:spcBef>
              <a:buClr>
                <a:srgbClr val="4BACC6">
                  <a:lumMod val="75000"/>
                </a:srgbClr>
              </a:buClr>
              <a:buBlip>
                <a:blip r:embed="rId3"/>
              </a:buBlip>
            </a:pPr>
            <a:r>
              <a:rPr lang="zh-CN" altLang="en-US" b="1" dirty="0">
                <a:solidFill>
                  <a:prstClr val="black"/>
                </a:solidFill>
              </a:rPr>
              <a:t>功能单一，模块的设计和实现较为</a:t>
            </a:r>
            <a:r>
              <a:rPr lang="zh-CN" altLang="en-US" b="1" dirty="0" smtClean="0">
                <a:solidFill>
                  <a:prstClr val="black"/>
                </a:solidFill>
              </a:rPr>
              <a:t>简单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29229" y="2916986"/>
            <a:ext cx="30963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spcBef>
                <a:spcPts val="600"/>
              </a:spcBef>
              <a:buClr>
                <a:srgbClr val="4BACC6">
                  <a:lumMod val="75000"/>
                </a:srgbClr>
              </a:buClr>
              <a:buBlip>
                <a:blip r:embed="rId3"/>
              </a:buBlip>
            </a:pPr>
            <a:r>
              <a:rPr lang="zh-CN" altLang="en-US" b="1" dirty="0">
                <a:solidFill>
                  <a:prstClr val="black"/>
                </a:solidFill>
              </a:rPr>
              <a:t>功耗低，且一般要求高实时性和高可靠性，系统程序一般都是固化在内存中，以提高运行速度和可靠性。</a:t>
            </a:r>
          </a:p>
        </p:txBody>
      </p:sp>
      <p:sp>
        <p:nvSpPr>
          <p:cNvPr id="19" name="矩形 18"/>
          <p:cNvSpPr/>
          <p:nvPr/>
        </p:nvSpPr>
        <p:spPr>
          <a:xfrm>
            <a:off x="3454081" y="4283973"/>
            <a:ext cx="2664296" cy="408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spcBef>
                <a:spcPts val="600"/>
              </a:spcBef>
              <a:buClr>
                <a:srgbClr val="4BACC6">
                  <a:lumMod val="75000"/>
                </a:srgbClr>
              </a:buClr>
              <a:buBlip>
                <a:blip r:embed="rId3"/>
              </a:buBlip>
            </a:pPr>
            <a:r>
              <a:rPr lang="zh-CN" altLang="en-US" b="1" dirty="0">
                <a:solidFill>
                  <a:prstClr val="black"/>
                </a:solidFill>
              </a:rPr>
              <a:t>人机交互界面</a:t>
            </a:r>
            <a:r>
              <a:rPr lang="zh-CN" altLang="en-US" b="1" dirty="0" smtClean="0">
                <a:solidFill>
                  <a:prstClr val="black"/>
                </a:solidFill>
              </a:rPr>
              <a:t>简单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652120" y="2330081"/>
            <a:ext cx="2808312" cy="2139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spcBef>
                <a:spcPts val="600"/>
              </a:spcBef>
              <a:buClr>
                <a:srgbClr val="4BACC6">
                  <a:lumMod val="75000"/>
                </a:srgbClr>
              </a:buClr>
              <a:buBlip>
                <a:blip r:embed="rId3"/>
              </a:buBlip>
            </a:pPr>
            <a:r>
              <a:rPr lang="zh-CN" altLang="en-US" b="1" dirty="0">
                <a:solidFill>
                  <a:prstClr val="black"/>
                </a:solidFill>
              </a:rPr>
              <a:t>开发时往往有上位机和下位机或主机和目标机的概念，主机用于程序的开发，目标机作为最后的执行机，开发时需要交替结合进行。</a:t>
            </a:r>
          </a:p>
        </p:txBody>
      </p:sp>
    </p:spTree>
    <p:extLst>
      <p:ext uri="{BB962C8B-B14F-4D97-AF65-F5344CB8AC3E}">
        <p14:creationId xmlns:p14="http://schemas.microsoft.com/office/powerpoint/2010/main" val="70238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波形 14"/>
          <p:cNvSpPr/>
          <p:nvPr/>
        </p:nvSpPr>
        <p:spPr>
          <a:xfrm>
            <a:off x="395536" y="1707654"/>
            <a:ext cx="8568952" cy="2016224"/>
          </a:xfrm>
          <a:prstGeom prst="wave">
            <a:avLst>
              <a:gd name="adj1" fmla="val 20000"/>
              <a:gd name="adj2" fmla="val 414"/>
            </a:avLst>
          </a:prstGeom>
          <a:solidFill>
            <a:srgbClr val="E8F4F8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2" name="圆角矩形 11"/>
          <p:cNvSpPr/>
          <p:nvPr/>
        </p:nvSpPr>
        <p:spPr>
          <a:xfrm>
            <a:off x="6254118" y="1059582"/>
            <a:ext cx="2592288" cy="3744416"/>
          </a:xfrm>
          <a:prstGeom prst="roundRect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1" name="圆角矩形 10"/>
          <p:cNvSpPr/>
          <p:nvPr/>
        </p:nvSpPr>
        <p:spPr>
          <a:xfrm>
            <a:off x="3432839" y="1059582"/>
            <a:ext cx="2592288" cy="3744416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0" name="圆角矩形 9"/>
          <p:cNvSpPr/>
          <p:nvPr/>
        </p:nvSpPr>
        <p:spPr>
          <a:xfrm>
            <a:off x="611560" y="1059582"/>
            <a:ext cx="2592288" cy="1849416"/>
          </a:xfrm>
          <a:prstGeom prst="round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5" name="矩形 4"/>
          <p:cNvSpPr/>
          <p:nvPr/>
        </p:nvSpPr>
        <p:spPr>
          <a:xfrm>
            <a:off x="1" y="339503"/>
            <a:ext cx="356388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33586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1.2.2 </a:t>
            </a:r>
            <a:r>
              <a:rPr lang="zh-CN" altLang="en-US" sz="2400" b="1" dirty="0">
                <a:solidFill>
                  <a:schemeClr val="bg1"/>
                </a:solidFill>
              </a:rPr>
              <a:t>嵌入式系统的概念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516216" y="1131590"/>
            <a:ext cx="216024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</a:rPr>
              <a:t>泛</a:t>
            </a:r>
            <a:r>
              <a:rPr lang="zh-CN" altLang="en-US" b="1" dirty="0">
                <a:solidFill>
                  <a:srgbClr val="C00000"/>
                </a:solidFill>
              </a:rPr>
              <a:t>在的嵌入式系统</a:t>
            </a:r>
            <a:r>
              <a:rPr lang="zh-CN" altLang="en-US" b="1" dirty="0"/>
              <a:t>的定义：除通用</a:t>
            </a:r>
            <a:r>
              <a:rPr lang="en-US" altLang="zh-CN" b="1" dirty="0"/>
              <a:t>PC</a:t>
            </a:r>
            <a:r>
              <a:rPr lang="zh-CN" altLang="en-US" b="1" dirty="0"/>
              <a:t>机和服务器之外的一切计算机系统都可以叫嵌入式</a:t>
            </a:r>
            <a:r>
              <a:rPr lang="zh-CN" altLang="en-US" b="1" dirty="0" smtClean="0"/>
              <a:t>系统。</a:t>
            </a:r>
            <a:r>
              <a:rPr lang="zh-CN" altLang="en-US" b="1" dirty="0">
                <a:solidFill>
                  <a:prstClr val="black"/>
                </a:solidFill>
              </a:rPr>
              <a:t>典型应用产品有智能手机、工业机器人、无人机</a:t>
            </a:r>
            <a:r>
              <a:rPr lang="zh-CN" altLang="en-US" b="1" dirty="0" smtClean="0">
                <a:solidFill>
                  <a:prstClr val="black"/>
                </a:solidFill>
              </a:rPr>
              <a:t>、无人</a:t>
            </a:r>
            <a:r>
              <a:rPr lang="zh-CN" altLang="en-US" b="1" dirty="0">
                <a:solidFill>
                  <a:prstClr val="black"/>
                </a:solidFill>
              </a:rPr>
              <a:t>驾驶</a:t>
            </a:r>
            <a:r>
              <a:rPr lang="zh-CN" altLang="en-US" b="1" dirty="0" smtClean="0">
                <a:solidFill>
                  <a:prstClr val="black"/>
                </a:solidFill>
              </a:rPr>
              <a:t>汽车、心电监护仪</a:t>
            </a:r>
            <a:r>
              <a:rPr lang="zh-CN" altLang="en-US" b="1" dirty="0">
                <a:solidFill>
                  <a:prstClr val="black"/>
                </a:solidFill>
              </a:rPr>
              <a:t>、人工耳蜗</a:t>
            </a:r>
            <a:r>
              <a:rPr lang="zh-CN" altLang="en-US" b="1" dirty="0" smtClean="0">
                <a:solidFill>
                  <a:prstClr val="black"/>
                </a:solidFill>
              </a:rPr>
              <a:t>等。</a:t>
            </a:r>
            <a:endParaRPr lang="zh-CN" altLang="en-US" b="1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3568" y="1268575"/>
            <a:ext cx="2448272" cy="1447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5000"/>
              </a:lnSpc>
            </a:pPr>
            <a:r>
              <a:rPr lang="zh-CN" altLang="en-US" b="1" dirty="0" smtClean="0">
                <a:solidFill>
                  <a:srgbClr val="FF0000"/>
                </a:solidFill>
              </a:rPr>
              <a:t>国外定义</a:t>
            </a:r>
            <a:r>
              <a:rPr lang="zh-CN" altLang="en-US" b="1" dirty="0" smtClean="0">
                <a:solidFill>
                  <a:prstClr val="black"/>
                </a:solidFill>
              </a:rPr>
              <a:t> 嵌入式</a:t>
            </a:r>
            <a:r>
              <a:rPr lang="zh-CN" altLang="en-US" b="1" dirty="0">
                <a:solidFill>
                  <a:prstClr val="black"/>
                </a:solidFill>
              </a:rPr>
              <a:t>系统是控制、监视或辅助设备、机器和车间运行的装置。</a:t>
            </a:r>
            <a:endParaRPr lang="en-GB" altLang="zh-CN" b="1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563888" y="1146657"/>
            <a:ext cx="2286000" cy="352468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行业内</a:t>
            </a:r>
            <a:r>
              <a:rPr lang="zh-CN" altLang="en-US" b="1" dirty="0">
                <a:solidFill>
                  <a:prstClr val="black"/>
                </a:solidFill>
              </a:rPr>
              <a:t>普遍认同的定义为：以应用为中心、以计算机技术为基础，软、硬件可剪裁，适合应用系统对功能、可靠性、成本、体积、功耗严格要求的专用计算机系统，用于对其他设备的控制、监视或管理等功能。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2534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27585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30492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1.2.2 </a:t>
            </a:r>
            <a:r>
              <a:rPr lang="zh-CN" altLang="en-US" sz="2400" b="1" dirty="0">
                <a:solidFill>
                  <a:schemeClr val="bg1"/>
                </a:solidFill>
              </a:rPr>
              <a:t>嵌入式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系统概念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088309"/>
              </p:ext>
            </p:extLst>
          </p:nvPr>
        </p:nvGraphicFramePr>
        <p:xfrm>
          <a:off x="919580" y="1347614"/>
          <a:ext cx="7288316" cy="336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02" name="Visio" r:id="rId3" imgW="3466762" imgH="1602227" progId="Visio.Drawing.11">
                  <p:embed/>
                </p:oleObj>
              </mc:Choice>
              <mc:Fallback>
                <p:oleObj name="Visio" r:id="rId3" imgW="3466762" imgH="1602227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580" y="1347614"/>
                        <a:ext cx="7288316" cy="33638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4139952" y="479748"/>
            <a:ext cx="4148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/>
              <a:t>通用</a:t>
            </a:r>
            <a:r>
              <a:rPr lang="en-US" altLang="zh-CN" b="1" dirty="0"/>
              <a:t>PC</a:t>
            </a:r>
            <a:r>
              <a:rPr lang="zh-CN" altLang="zh-CN" b="1" dirty="0"/>
              <a:t>机系统与嵌入式系统有何区别？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6751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92392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3667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1.2.3 </a:t>
            </a:r>
            <a:r>
              <a:rPr lang="zh-CN" altLang="en-US" sz="2400" b="1" dirty="0">
                <a:solidFill>
                  <a:schemeClr val="bg1"/>
                </a:solidFill>
              </a:rPr>
              <a:t>嵌入式系统与物联网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526880" y="1184220"/>
            <a:ext cx="1512168" cy="792088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/>
              <a:t>大量的</a:t>
            </a:r>
            <a:endParaRPr lang="en-US" altLang="zh-CN" sz="1600" b="1" dirty="0" smtClean="0"/>
          </a:p>
          <a:p>
            <a:pPr algn="ctr"/>
            <a:r>
              <a:rPr lang="zh-CN" altLang="en-US" sz="1600" b="1" dirty="0" smtClean="0"/>
              <a:t>传感器节点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3651116" y="1184220"/>
            <a:ext cx="1512168" cy="792088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有线</a:t>
            </a:r>
            <a:r>
              <a:rPr lang="zh-CN" altLang="en-US" sz="1600" b="1" dirty="0" smtClean="0"/>
              <a:t>或</a:t>
            </a:r>
            <a:endParaRPr lang="en-US" altLang="zh-CN" sz="1600" b="1" dirty="0" smtClean="0"/>
          </a:p>
          <a:p>
            <a:pPr algn="ctr"/>
            <a:r>
              <a:rPr lang="zh-CN" altLang="en-US" sz="1600" b="1" dirty="0" smtClean="0"/>
              <a:t>无线</a:t>
            </a:r>
            <a:r>
              <a:rPr lang="zh-CN" altLang="en-US" sz="1600" b="1" dirty="0"/>
              <a:t>网络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5847360" y="1184220"/>
            <a:ext cx="1512168" cy="792088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大数据、云计算、模式识别等智能技术</a:t>
            </a:r>
          </a:p>
        </p:txBody>
      </p:sp>
      <p:sp>
        <p:nvSpPr>
          <p:cNvPr id="16" name="下箭头 15"/>
          <p:cNvSpPr/>
          <p:nvPr/>
        </p:nvSpPr>
        <p:spPr>
          <a:xfrm>
            <a:off x="2144706" y="2178863"/>
            <a:ext cx="324036" cy="365917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1647643" y="2607496"/>
            <a:ext cx="131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/>
              <a:t>海量信息</a:t>
            </a:r>
            <a:endParaRPr lang="zh-CN" altLang="en-US" b="1" dirty="0"/>
          </a:p>
        </p:txBody>
      </p:sp>
      <p:sp>
        <p:nvSpPr>
          <p:cNvPr id="18" name="下箭头 17"/>
          <p:cNvSpPr/>
          <p:nvPr/>
        </p:nvSpPr>
        <p:spPr>
          <a:xfrm>
            <a:off x="4276452" y="2178863"/>
            <a:ext cx="324036" cy="365917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9" name="TextBox 18"/>
          <p:cNvSpPr txBox="1"/>
          <p:nvPr/>
        </p:nvSpPr>
        <p:spPr>
          <a:xfrm>
            <a:off x="3687120" y="2607496"/>
            <a:ext cx="1446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/>
              <a:t>传输与交换</a:t>
            </a:r>
            <a:endParaRPr lang="zh-CN" altLang="en-US" b="1" dirty="0"/>
          </a:p>
        </p:txBody>
      </p:sp>
      <p:sp>
        <p:nvSpPr>
          <p:cNvPr id="20" name="下箭头 19"/>
          <p:cNvSpPr/>
          <p:nvPr/>
        </p:nvSpPr>
        <p:spPr>
          <a:xfrm>
            <a:off x="6451403" y="2178863"/>
            <a:ext cx="324036" cy="365917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5436096" y="2607496"/>
            <a:ext cx="2412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/>
              <a:t>分析、加工和处理</a:t>
            </a:r>
            <a:endParaRPr lang="zh-CN" altLang="en-US" b="1" dirty="0"/>
          </a:p>
        </p:txBody>
      </p:sp>
      <p:sp>
        <p:nvSpPr>
          <p:cNvPr id="22" name="矩形 21"/>
          <p:cNvSpPr/>
          <p:nvPr/>
        </p:nvSpPr>
        <p:spPr>
          <a:xfrm>
            <a:off x="847176" y="987574"/>
            <a:ext cx="7416824" cy="288032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23" name="矩形 22"/>
          <p:cNvSpPr/>
          <p:nvPr/>
        </p:nvSpPr>
        <p:spPr>
          <a:xfrm>
            <a:off x="5106064" y="349358"/>
            <a:ext cx="18085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</a:rPr>
              <a:t>物</a:t>
            </a:r>
            <a:r>
              <a:rPr lang="zh-CN" altLang="en-US" sz="2000" b="1" dirty="0" smtClean="0">
                <a:solidFill>
                  <a:prstClr val="black"/>
                </a:solidFill>
              </a:rPr>
              <a:t>联网（</a:t>
            </a:r>
            <a:r>
              <a:rPr lang="en-US" altLang="zh-CN" sz="2000" b="1" dirty="0" err="1" smtClean="0">
                <a:solidFill>
                  <a:prstClr val="black"/>
                </a:solidFill>
              </a:rPr>
              <a:t>IoT</a:t>
            </a:r>
            <a:r>
              <a:rPr lang="zh-CN" altLang="en-US" sz="2000" b="1" dirty="0" smtClean="0">
                <a:solidFill>
                  <a:prstClr val="black"/>
                </a:solidFill>
              </a:rPr>
              <a:t>）</a:t>
            </a:r>
            <a:endParaRPr lang="zh-CN" altLang="en-US" sz="2000" b="1" dirty="0"/>
          </a:p>
        </p:txBody>
      </p:sp>
      <p:sp>
        <p:nvSpPr>
          <p:cNvPr id="24" name="矩形 23"/>
          <p:cNvSpPr/>
          <p:nvPr/>
        </p:nvSpPr>
        <p:spPr>
          <a:xfrm>
            <a:off x="2866899" y="3451771"/>
            <a:ext cx="32200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使应用更加智能化、个性化</a:t>
            </a:r>
            <a:endParaRPr lang="zh-CN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1078136" y="4048989"/>
            <a:ext cx="677046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物</a:t>
            </a:r>
            <a:r>
              <a:rPr lang="zh-CN" altLang="en-US" b="1" dirty="0">
                <a:solidFill>
                  <a:prstClr val="black"/>
                </a:solidFill>
              </a:rPr>
              <a:t>联网是互联网与嵌入式系统高度融合发展的产物，是互联网在应用上的拓展，是嵌入式技术在网络互连的延伸和应用。</a:t>
            </a:r>
          </a:p>
        </p:txBody>
      </p:sp>
      <p:sp>
        <p:nvSpPr>
          <p:cNvPr id="27" name="左大括号 26"/>
          <p:cNvSpPr/>
          <p:nvPr/>
        </p:nvSpPr>
        <p:spPr>
          <a:xfrm rot="16200000">
            <a:off x="4317570" y="900032"/>
            <a:ext cx="381076" cy="4534667"/>
          </a:xfrm>
          <a:prstGeom prst="leftBrace">
            <a:avLst>
              <a:gd name="adj1" fmla="val 19672"/>
              <a:gd name="adj2" fmla="val 50000"/>
            </a:avLst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682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92392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3667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1.2.3 </a:t>
            </a:r>
            <a:r>
              <a:rPr lang="zh-CN" altLang="en-US" sz="2400" b="1" dirty="0">
                <a:solidFill>
                  <a:schemeClr val="bg1"/>
                </a:solidFill>
              </a:rPr>
              <a:t>嵌入式系统与物联网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55576" y="1491630"/>
            <a:ext cx="2880320" cy="25930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</a:rPr>
              <a:t>基本功能：</a:t>
            </a:r>
            <a:r>
              <a:rPr lang="zh-CN" altLang="en-US" b="1" dirty="0" smtClean="0"/>
              <a:t>加热</a:t>
            </a:r>
            <a:r>
              <a:rPr lang="zh-CN" altLang="en-US" b="1" dirty="0"/>
              <a:t>、保温、杀菌、除臭、</a:t>
            </a:r>
            <a:r>
              <a:rPr lang="zh-CN" altLang="en-US" b="1" dirty="0" smtClean="0"/>
              <a:t>烘干；</a:t>
            </a:r>
            <a:endParaRPr lang="en-US" altLang="zh-CN" b="1" dirty="0" smtClean="0"/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b="1" dirty="0" smtClean="0">
                <a:solidFill>
                  <a:srgbClr val="C00000"/>
                </a:solidFill>
              </a:rPr>
              <a:t>未来功能：</a:t>
            </a:r>
            <a:r>
              <a:rPr lang="zh-CN" altLang="en-US" b="1" dirty="0" smtClean="0"/>
              <a:t>通过</a:t>
            </a:r>
            <a:r>
              <a:rPr lang="zh-CN" altLang="en-US" b="1" dirty="0"/>
              <a:t>物联网、大数据和人工智能可以对排泄物进行化验分析，并将分析结果实时传送给医生，及时发现病情。</a:t>
            </a:r>
          </a:p>
        </p:txBody>
      </p:sp>
      <p:sp>
        <p:nvSpPr>
          <p:cNvPr id="8" name="矩形 7"/>
          <p:cNvSpPr/>
          <p:nvPr/>
        </p:nvSpPr>
        <p:spPr>
          <a:xfrm>
            <a:off x="4283968" y="391476"/>
            <a:ext cx="39055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【</a:t>
            </a:r>
            <a:r>
              <a:rPr lang="zh-CN" altLang="en-US" sz="2000" b="1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物联网的应用案例</a:t>
            </a:r>
            <a:r>
              <a:rPr lang="en-US" altLang="zh-CN" sz="2000" b="1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：智能</a:t>
            </a:r>
            <a:r>
              <a:rPr lang="zh-CN" altLang="en-US" sz="2000" b="1" dirty="0" smtClean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马桶</a:t>
            </a:r>
            <a:r>
              <a:rPr lang="en-US" altLang="zh-CN" sz="2000" b="1" dirty="0" smtClean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】</a:t>
            </a:r>
            <a:endParaRPr lang="zh-CN" altLang="en-US" sz="2000" b="1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846" y="1203598"/>
            <a:ext cx="4762500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972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92392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3667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1.2.3 </a:t>
            </a:r>
            <a:r>
              <a:rPr lang="zh-CN" altLang="en-US" sz="2400" b="1" dirty="0">
                <a:solidFill>
                  <a:schemeClr val="bg1"/>
                </a:solidFill>
              </a:rPr>
              <a:t>嵌入式系统与物联网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202519" y="429592"/>
            <a:ext cx="4392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【</a:t>
            </a:r>
            <a:r>
              <a:rPr lang="zh-CN" altLang="zh-CN" sz="2000" b="1" dirty="0"/>
              <a:t>物联网的应用案例</a:t>
            </a:r>
            <a:r>
              <a:rPr lang="en-US" altLang="zh-CN" sz="2000" b="1" dirty="0"/>
              <a:t>2</a:t>
            </a:r>
            <a:r>
              <a:rPr lang="zh-CN" altLang="zh-CN" sz="2000" b="1" dirty="0" smtClean="0"/>
              <a:t>：</a:t>
            </a:r>
            <a:endParaRPr lang="en-US" altLang="zh-CN" sz="2000" b="1" dirty="0" smtClean="0"/>
          </a:p>
          <a:p>
            <a:r>
              <a:rPr lang="en-US" altLang="zh-CN" sz="2000" b="1" dirty="0"/>
              <a:t> </a:t>
            </a:r>
            <a:r>
              <a:rPr lang="en-US" altLang="zh-CN" sz="2000" b="1" dirty="0" smtClean="0"/>
              <a:t>           </a:t>
            </a:r>
            <a:r>
              <a:rPr lang="zh-CN" altLang="zh-CN" sz="2000" b="1" dirty="0" smtClean="0"/>
              <a:t>农业</a:t>
            </a:r>
            <a:r>
              <a:rPr lang="zh-CN" altLang="zh-CN" sz="2000" b="1" dirty="0"/>
              <a:t>病虫害防治（精准农业</a:t>
            </a:r>
            <a:r>
              <a:rPr lang="zh-CN" altLang="zh-CN" sz="2000" b="1" dirty="0" smtClean="0"/>
              <a:t>）</a:t>
            </a:r>
            <a:r>
              <a:rPr lang="en-US" altLang="zh-CN" sz="2000" b="1" dirty="0" smtClean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】</a:t>
            </a:r>
            <a:endParaRPr lang="zh-CN" altLang="en-US" sz="2000" b="1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571750"/>
            <a:ext cx="8213852" cy="2207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467544" y="1113646"/>
            <a:ext cx="20162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/>
              <a:t>捕捉害虫啃噬农作物时的细微振动或昆虫翅膀的振动频率；</a:t>
            </a:r>
            <a:endParaRPr lang="en-US" altLang="zh-CN" b="1" dirty="0"/>
          </a:p>
        </p:txBody>
      </p:sp>
      <p:sp>
        <p:nvSpPr>
          <p:cNvPr id="7" name="矩形 6"/>
          <p:cNvSpPr/>
          <p:nvPr/>
        </p:nvSpPr>
        <p:spPr>
          <a:xfrm>
            <a:off x="2857085" y="1529144"/>
            <a:ext cx="228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/>
              <a:t>上传并分析出昆虫的种类，判断其是否是害虫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5799714" y="1667644"/>
            <a:ext cx="2808312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 smtClean="0"/>
              <a:t>确认为</a:t>
            </a:r>
            <a:r>
              <a:rPr lang="zh-CN" altLang="en-US" b="1" dirty="0"/>
              <a:t>害虫后，自动调用无人机去喷洒相应农药；</a:t>
            </a:r>
            <a:endParaRPr lang="en-US" altLang="zh-CN" b="1" dirty="0"/>
          </a:p>
        </p:txBody>
      </p:sp>
      <p:sp>
        <p:nvSpPr>
          <p:cNvPr id="10" name="右箭头 9"/>
          <p:cNvSpPr/>
          <p:nvPr/>
        </p:nvSpPr>
        <p:spPr>
          <a:xfrm>
            <a:off x="2353029" y="1852310"/>
            <a:ext cx="432048" cy="35940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5305357" y="1865291"/>
            <a:ext cx="432048" cy="35940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69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339503"/>
            <a:ext cx="34035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7504" y="381893"/>
            <a:ext cx="32960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1.3 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嵌入式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初学者杂谈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4157742929"/>
              </p:ext>
            </p:extLst>
          </p:nvPr>
        </p:nvGraphicFramePr>
        <p:xfrm>
          <a:off x="1701799" y="1419622"/>
          <a:ext cx="6096000" cy="3096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429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608416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5824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1.3.1 </a:t>
            </a:r>
            <a:r>
              <a:rPr lang="en-US" altLang="zh-CN" sz="2400" b="1" dirty="0" err="1">
                <a:solidFill>
                  <a:schemeClr val="bg1"/>
                </a:solidFill>
              </a:rPr>
              <a:t>MCU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MPU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</a:rPr>
              <a:t>ARM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FPGA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DSP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概念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498158" y="1475641"/>
            <a:ext cx="2286000" cy="320857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b="1" dirty="0" err="1" smtClean="0">
                <a:solidFill>
                  <a:prstClr val="black"/>
                </a:solidFill>
              </a:rPr>
              <a:t>Renesas</a:t>
            </a:r>
            <a:r>
              <a:rPr lang="zh-CN" altLang="en-US" b="1" dirty="0">
                <a:solidFill>
                  <a:prstClr val="black"/>
                </a:solidFill>
              </a:rPr>
              <a:t>（瑞萨</a:t>
            </a:r>
            <a:r>
              <a:rPr lang="zh-CN" altLang="en-US" b="1" dirty="0" smtClean="0">
                <a:solidFill>
                  <a:prstClr val="black"/>
                </a:solidFill>
              </a:rPr>
              <a:t>）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b="1" dirty="0" err="1" smtClean="0">
                <a:solidFill>
                  <a:prstClr val="black"/>
                </a:solidFill>
              </a:rPr>
              <a:t>NXP</a:t>
            </a:r>
            <a:r>
              <a:rPr lang="zh-CN" altLang="en-US" b="1" dirty="0">
                <a:solidFill>
                  <a:prstClr val="black"/>
                </a:solidFill>
              </a:rPr>
              <a:t>（恩智浦</a:t>
            </a:r>
            <a:r>
              <a:rPr lang="zh-CN" altLang="en-US" b="1" dirty="0" smtClean="0">
                <a:solidFill>
                  <a:prstClr val="black"/>
                </a:solidFill>
              </a:rPr>
              <a:t>）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Microchip</a:t>
            </a:r>
            <a:r>
              <a:rPr lang="zh-CN" altLang="en-US" b="1" dirty="0">
                <a:solidFill>
                  <a:prstClr val="black"/>
                </a:solidFill>
              </a:rPr>
              <a:t>（微芯</a:t>
            </a:r>
            <a:r>
              <a:rPr lang="zh-CN" altLang="en-US" b="1" dirty="0" smtClean="0">
                <a:solidFill>
                  <a:prstClr val="black"/>
                </a:solidFill>
              </a:rPr>
              <a:t>）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ST</a:t>
            </a:r>
            <a:r>
              <a:rPr lang="zh-CN" altLang="en-US" b="1" dirty="0">
                <a:solidFill>
                  <a:prstClr val="black"/>
                </a:solidFill>
              </a:rPr>
              <a:t>（意法半导体</a:t>
            </a:r>
            <a:r>
              <a:rPr lang="zh-CN" altLang="en-US" b="1" dirty="0" smtClean="0">
                <a:solidFill>
                  <a:prstClr val="black"/>
                </a:solidFill>
              </a:rPr>
              <a:t>）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Atmel</a:t>
            </a:r>
            <a:r>
              <a:rPr lang="zh-CN" altLang="en-US" b="1" dirty="0">
                <a:solidFill>
                  <a:prstClr val="black"/>
                </a:solidFill>
              </a:rPr>
              <a:t>（爱特梅尔</a:t>
            </a:r>
            <a:r>
              <a:rPr lang="zh-CN" altLang="en-US" b="1" dirty="0" smtClean="0">
                <a:solidFill>
                  <a:prstClr val="black"/>
                </a:solidFill>
              </a:rPr>
              <a:t>）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TI</a:t>
            </a:r>
            <a:r>
              <a:rPr lang="zh-CN" altLang="en-US" b="1" dirty="0">
                <a:solidFill>
                  <a:prstClr val="black"/>
                </a:solidFill>
              </a:rPr>
              <a:t>（德州仪器</a:t>
            </a:r>
            <a:r>
              <a:rPr lang="zh-CN" altLang="en-US" b="1" dirty="0" smtClean="0">
                <a:solidFill>
                  <a:prstClr val="black"/>
                </a:solidFill>
              </a:rPr>
              <a:t>）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Toshiba</a:t>
            </a:r>
            <a:r>
              <a:rPr lang="zh-CN" altLang="en-US" b="1" dirty="0">
                <a:solidFill>
                  <a:prstClr val="black"/>
                </a:solidFill>
              </a:rPr>
              <a:t>（东芝</a:t>
            </a:r>
            <a:r>
              <a:rPr lang="zh-CN" altLang="en-US" b="1" dirty="0" smtClean="0">
                <a:solidFill>
                  <a:prstClr val="black"/>
                </a:solidFill>
              </a:rPr>
              <a:t>）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Samsung</a:t>
            </a:r>
            <a:r>
              <a:rPr lang="zh-CN" altLang="en-US" b="1" dirty="0">
                <a:solidFill>
                  <a:prstClr val="black"/>
                </a:solidFill>
              </a:rPr>
              <a:t>（三星</a:t>
            </a:r>
            <a:r>
              <a:rPr lang="zh-CN" altLang="en-US" b="1" dirty="0" smtClean="0">
                <a:solidFill>
                  <a:prstClr val="black"/>
                </a:solidFill>
              </a:rPr>
              <a:t>）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宏</a:t>
            </a:r>
            <a:r>
              <a:rPr lang="zh-CN" altLang="en-US" b="1" dirty="0">
                <a:solidFill>
                  <a:prstClr val="black"/>
                </a:solidFill>
              </a:rPr>
              <a:t>晶、凌阳、新唐</a:t>
            </a:r>
            <a:r>
              <a:rPr lang="zh-CN" altLang="en-US" b="1" dirty="0" smtClean="0">
                <a:solidFill>
                  <a:prstClr val="black"/>
                </a:solidFill>
              </a:rPr>
              <a:t>等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46440" y="1602014"/>
            <a:ext cx="2286000" cy="28321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err="1" smtClean="0">
                <a:solidFill>
                  <a:prstClr val="black"/>
                </a:solidFill>
              </a:rPr>
              <a:t>80C51</a:t>
            </a:r>
            <a:r>
              <a:rPr lang="zh-CN" altLang="en-US" b="1" dirty="0">
                <a:solidFill>
                  <a:prstClr val="black"/>
                </a:solidFill>
              </a:rPr>
              <a:t>系列单片机、</a:t>
            </a:r>
            <a:r>
              <a:rPr lang="en-US" altLang="zh-CN" b="1" dirty="0">
                <a:solidFill>
                  <a:prstClr val="black"/>
                </a:solidFill>
              </a:rPr>
              <a:t>Atmel</a:t>
            </a:r>
            <a:r>
              <a:rPr lang="zh-CN" altLang="en-US" b="1" dirty="0">
                <a:solidFill>
                  <a:prstClr val="black"/>
                </a:solidFill>
              </a:rPr>
              <a:t>公司的</a:t>
            </a:r>
            <a:r>
              <a:rPr lang="en-US" altLang="zh-CN" b="1" dirty="0" err="1">
                <a:solidFill>
                  <a:prstClr val="black"/>
                </a:solidFill>
              </a:rPr>
              <a:t>AVR</a:t>
            </a:r>
            <a:r>
              <a:rPr lang="zh-CN" altLang="en-US" b="1" dirty="0">
                <a:solidFill>
                  <a:prstClr val="black"/>
                </a:solidFill>
              </a:rPr>
              <a:t>单片机、</a:t>
            </a:r>
            <a:r>
              <a:rPr lang="en-US" altLang="zh-CN" b="1" dirty="0">
                <a:solidFill>
                  <a:prstClr val="black"/>
                </a:solidFill>
              </a:rPr>
              <a:t>Microchip</a:t>
            </a:r>
            <a:r>
              <a:rPr lang="zh-CN" altLang="en-US" b="1" dirty="0">
                <a:solidFill>
                  <a:prstClr val="black"/>
                </a:solidFill>
              </a:rPr>
              <a:t>公司的</a:t>
            </a:r>
            <a:r>
              <a:rPr lang="en-US" altLang="zh-CN" b="1" dirty="0">
                <a:solidFill>
                  <a:prstClr val="black"/>
                </a:solidFill>
              </a:rPr>
              <a:t>PIC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TI</a:t>
            </a:r>
            <a:r>
              <a:rPr lang="zh-CN" altLang="en-US" b="1" dirty="0">
                <a:solidFill>
                  <a:prstClr val="black"/>
                </a:solidFill>
              </a:rPr>
              <a:t>公司的</a:t>
            </a:r>
            <a:r>
              <a:rPr lang="en-US" altLang="zh-CN" b="1" dirty="0" err="1">
                <a:solidFill>
                  <a:prstClr val="black"/>
                </a:solidFill>
              </a:rPr>
              <a:t>MSP430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ST</a:t>
            </a:r>
            <a:r>
              <a:rPr lang="zh-CN" altLang="en-US" b="1" dirty="0">
                <a:solidFill>
                  <a:prstClr val="black"/>
                </a:solidFill>
              </a:rPr>
              <a:t>公司的</a:t>
            </a:r>
            <a:r>
              <a:rPr lang="en-US" altLang="zh-CN" b="1" dirty="0" err="1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系列、</a:t>
            </a:r>
            <a:r>
              <a:rPr lang="en-US" altLang="zh-CN" b="1" dirty="0" err="1">
                <a:solidFill>
                  <a:prstClr val="black"/>
                </a:solidFill>
              </a:rPr>
              <a:t>NXP</a:t>
            </a:r>
            <a:r>
              <a:rPr lang="zh-CN" altLang="en-US" b="1" dirty="0">
                <a:solidFill>
                  <a:prstClr val="black"/>
                </a:solidFill>
              </a:rPr>
              <a:t>公司的</a:t>
            </a:r>
            <a:r>
              <a:rPr lang="en-US" altLang="zh-CN" b="1" dirty="0" err="1">
                <a:solidFill>
                  <a:prstClr val="black"/>
                </a:solidFill>
              </a:rPr>
              <a:t>LPC1700</a:t>
            </a:r>
            <a:r>
              <a:rPr lang="zh-CN" altLang="en-US" b="1" dirty="0">
                <a:solidFill>
                  <a:prstClr val="black"/>
                </a:solidFill>
              </a:rPr>
              <a:t>系列芯片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11560" y="1364128"/>
            <a:ext cx="2304256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spcAft>
                <a:spcPts val="600"/>
              </a:spcAft>
            </a:pPr>
            <a:r>
              <a:rPr lang="en-US" altLang="zh-CN" b="1" dirty="0" smtClean="0">
                <a:solidFill>
                  <a:prstClr val="black"/>
                </a:solidFill>
              </a:rPr>
              <a:t>Micro </a:t>
            </a:r>
            <a:r>
              <a:rPr lang="en-US" altLang="zh-CN" b="1" dirty="0">
                <a:solidFill>
                  <a:prstClr val="black"/>
                </a:solidFill>
              </a:rPr>
              <a:t>Control Unit</a:t>
            </a:r>
            <a:r>
              <a:rPr lang="zh-CN" altLang="en-US" b="1" dirty="0">
                <a:solidFill>
                  <a:prstClr val="black"/>
                </a:solidFill>
              </a:rPr>
              <a:t>，嵌入式微控制器（俗称单片机），把</a:t>
            </a:r>
            <a:r>
              <a:rPr lang="en-US" altLang="zh-CN" b="1" dirty="0">
                <a:solidFill>
                  <a:prstClr val="black"/>
                </a:solidFill>
              </a:rPr>
              <a:t>CPU</a:t>
            </a:r>
            <a:r>
              <a:rPr lang="zh-CN" altLang="en-US" b="1" dirty="0">
                <a:solidFill>
                  <a:prstClr val="black"/>
                </a:solidFill>
              </a:rPr>
              <a:t>、随机存储器</a:t>
            </a:r>
            <a:r>
              <a:rPr lang="en-US" altLang="zh-CN" b="1" dirty="0">
                <a:solidFill>
                  <a:prstClr val="black"/>
                </a:solidFill>
              </a:rPr>
              <a:t>RAM</a:t>
            </a:r>
            <a:r>
              <a:rPr lang="zh-CN" altLang="en-US" b="1" dirty="0">
                <a:solidFill>
                  <a:prstClr val="black"/>
                </a:solidFill>
              </a:rPr>
              <a:t>、只读存储器</a:t>
            </a:r>
            <a:r>
              <a:rPr lang="en-US" altLang="zh-CN" b="1" dirty="0">
                <a:solidFill>
                  <a:prstClr val="black"/>
                </a:solidFill>
              </a:rPr>
              <a:t>ROM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I/O</a:t>
            </a:r>
            <a:r>
              <a:rPr lang="zh-CN" altLang="en-US" b="1" dirty="0">
                <a:solidFill>
                  <a:prstClr val="black"/>
                </a:solidFill>
              </a:rPr>
              <a:t>、中断系统、定时器</a:t>
            </a:r>
            <a:r>
              <a:rPr lang="en-US" altLang="zh-CN" b="1" dirty="0">
                <a:solidFill>
                  <a:prstClr val="black"/>
                </a:solidFill>
              </a:rPr>
              <a:t>/</a:t>
            </a:r>
            <a:r>
              <a:rPr lang="zh-CN" altLang="en-US" b="1" dirty="0">
                <a:solidFill>
                  <a:prstClr val="black"/>
                </a:solidFill>
              </a:rPr>
              <a:t>计时器、各种功能外设等资源集成到一个芯片上的微型计算机系统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362102" y="978282"/>
            <a:ext cx="6591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C00000"/>
                </a:solidFill>
              </a:rPr>
              <a:t>MCU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16912" y="978282"/>
            <a:ext cx="1821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典型的</a:t>
            </a:r>
            <a:r>
              <a:rPr lang="en-US" altLang="zh-CN" b="1" dirty="0" err="1">
                <a:solidFill>
                  <a:prstClr val="black"/>
                </a:solidFill>
              </a:rPr>
              <a:t>MCU</a:t>
            </a:r>
            <a:r>
              <a:rPr lang="zh-CN" altLang="en-US" b="1" dirty="0">
                <a:solidFill>
                  <a:prstClr val="black"/>
                </a:solidFill>
              </a:rPr>
              <a:t>厂商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6451615" y="978282"/>
            <a:ext cx="15888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典型</a:t>
            </a:r>
            <a:r>
              <a:rPr lang="en-US" altLang="zh-CN" b="1" dirty="0" err="1">
                <a:solidFill>
                  <a:prstClr val="black"/>
                </a:solidFill>
              </a:rPr>
              <a:t>MCU</a:t>
            </a:r>
            <a:r>
              <a:rPr lang="zh-CN" altLang="en-US" b="1" dirty="0">
                <a:solidFill>
                  <a:prstClr val="black"/>
                </a:solidFill>
              </a:rPr>
              <a:t>芯片</a:t>
            </a:r>
            <a:endParaRPr lang="zh-CN" altLang="en-US" dirty="0"/>
          </a:p>
        </p:txBody>
      </p:sp>
      <p:sp>
        <p:nvSpPr>
          <p:cNvPr id="17" name="圆角矩形 16"/>
          <p:cNvSpPr/>
          <p:nvPr/>
        </p:nvSpPr>
        <p:spPr>
          <a:xfrm>
            <a:off x="467544" y="1364128"/>
            <a:ext cx="2448272" cy="3554819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noFill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3275856" y="1347614"/>
            <a:ext cx="2448272" cy="3554819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noFill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6084168" y="1364128"/>
            <a:ext cx="2448272" cy="3554819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972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6"/>
          <p:cNvSpPr>
            <a:spLocks/>
          </p:cNvSpPr>
          <p:nvPr/>
        </p:nvSpPr>
        <p:spPr bwMode="auto">
          <a:xfrm>
            <a:off x="3030239" y="1286640"/>
            <a:ext cx="5831339" cy="3024336"/>
          </a:xfrm>
          <a:custGeom>
            <a:avLst/>
            <a:gdLst>
              <a:gd name="T0" fmla="*/ 0 w 2926"/>
              <a:gd name="T1" fmla="*/ 1135 h 2051"/>
              <a:gd name="T2" fmla="*/ 2430 w 2926"/>
              <a:gd name="T3" fmla="*/ 219 h 2051"/>
              <a:gd name="T4" fmla="*/ 2299 w 2926"/>
              <a:gd name="T5" fmla="*/ 184 h 2051"/>
              <a:gd name="T6" fmla="*/ 2830 w 2926"/>
              <a:gd name="T7" fmla="*/ 0 h 2051"/>
              <a:gd name="T8" fmla="*/ 2926 w 2926"/>
              <a:gd name="T9" fmla="*/ 347 h 2051"/>
              <a:gd name="T10" fmla="*/ 2759 w 2926"/>
              <a:gd name="T11" fmla="*/ 297 h 2051"/>
              <a:gd name="T12" fmla="*/ 0 w 2926"/>
              <a:gd name="T13" fmla="*/ 2051 h 2051"/>
              <a:gd name="T14" fmla="*/ 0 w 2926"/>
              <a:gd name="T15" fmla="*/ 1135 h 2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26" h="2051">
                <a:moveTo>
                  <a:pt x="0" y="1135"/>
                </a:moveTo>
                <a:cubicBezTo>
                  <a:pt x="0" y="1135"/>
                  <a:pt x="1636" y="928"/>
                  <a:pt x="2430" y="219"/>
                </a:cubicBezTo>
                <a:cubicBezTo>
                  <a:pt x="2299" y="184"/>
                  <a:pt x="2299" y="184"/>
                  <a:pt x="2299" y="184"/>
                </a:cubicBezTo>
                <a:cubicBezTo>
                  <a:pt x="2830" y="0"/>
                  <a:pt x="2830" y="0"/>
                  <a:pt x="2830" y="0"/>
                </a:cubicBezTo>
                <a:cubicBezTo>
                  <a:pt x="2926" y="347"/>
                  <a:pt x="2926" y="347"/>
                  <a:pt x="2926" y="347"/>
                </a:cubicBezTo>
                <a:cubicBezTo>
                  <a:pt x="2759" y="297"/>
                  <a:pt x="2759" y="297"/>
                  <a:pt x="2759" y="297"/>
                </a:cubicBezTo>
                <a:cubicBezTo>
                  <a:pt x="2759" y="297"/>
                  <a:pt x="2100" y="1316"/>
                  <a:pt x="0" y="2051"/>
                </a:cubicBezTo>
                <a:lnTo>
                  <a:pt x="0" y="1135"/>
                </a:lnTo>
                <a:close/>
              </a:path>
            </a:pathLst>
          </a:custGeom>
          <a:solidFill>
            <a:schemeClr val="bg1">
              <a:lumMod val="65000"/>
              <a:alpha val="3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339503"/>
            <a:ext cx="616932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5824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1.3.1 </a:t>
            </a:r>
            <a:r>
              <a:rPr lang="en-US" altLang="zh-CN" sz="2400" b="1" dirty="0" err="1">
                <a:solidFill>
                  <a:schemeClr val="bg1"/>
                </a:solidFill>
              </a:rPr>
              <a:t>MCU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MPU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</a:rPr>
              <a:t>ARM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FPGA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DSP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概念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73238" y="4293408"/>
            <a:ext cx="5745339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zh-CN" altLang="en-US" b="1" dirty="0" smtClean="0"/>
              <a:t>在</a:t>
            </a:r>
            <a:r>
              <a:rPr lang="zh-CN" altLang="en-US" b="1" dirty="0"/>
              <a:t>主频、</a:t>
            </a:r>
            <a:r>
              <a:rPr lang="en-US" altLang="zh-CN" b="1" dirty="0"/>
              <a:t>ROM</a:t>
            </a:r>
            <a:r>
              <a:rPr lang="zh-CN" altLang="en-US" b="1" dirty="0"/>
              <a:t>大小及外设接口方面有了翻天覆地的</a:t>
            </a:r>
            <a:r>
              <a:rPr lang="zh-CN" altLang="en-US" b="1" dirty="0" smtClean="0"/>
              <a:t>变化</a:t>
            </a:r>
            <a:endParaRPr lang="zh-CN" altLang="en-US" b="1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11835" y="1244239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典型</a:t>
            </a:r>
            <a:r>
              <a:rPr lang="zh-CN" altLang="en-US" b="1" dirty="0" smtClean="0">
                <a:solidFill>
                  <a:prstClr val="black"/>
                </a:solidFill>
              </a:rPr>
              <a:t>应用产品</a:t>
            </a:r>
            <a:endParaRPr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467544" y="1715108"/>
            <a:ext cx="2267860" cy="1401339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noFill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9552" y="1815614"/>
            <a:ext cx="20874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prstClr val="black"/>
                </a:solidFill>
              </a:rPr>
              <a:t>工业控制器、智能手环、血糖仪、智能消费电子、家电等</a:t>
            </a:r>
            <a:endParaRPr lang="en-US" altLang="zh-CN" b="1" dirty="0" smtClean="0">
              <a:solidFill>
                <a:prstClr val="black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357611" y="1345776"/>
            <a:ext cx="1811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微控制器的发展</a:t>
            </a:r>
            <a:endParaRPr lang="zh-CN" altLang="en-US" dirty="0"/>
          </a:p>
        </p:txBody>
      </p:sp>
      <p:sp>
        <p:nvSpPr>
          <p:cNvPr id="23" name="椭圆 22"/>
          <p:cNvSpPr/>
          <p:nvPr/>
        </p:nvSpPr>
        <p:spPr>
          <a:xfrm>
            <a:off x="3419872" y="2961408"/>
            <a:ext cx="1004987" cy="1002302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4" name="矩形 13"/>
          <p:cNvSpPr/>
          <p:nvPr/>
        </p:nvSpPr>
        <p:spPr>
          <a:xfrm>
            <a:off x="3567013" y="3033416"/>
            <a:ext cx="10049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8</a:t>
            </a:r>
            <a:r>
              <a:rPr lang="zh-CN" altLang="en-US" b="1" dirty="0">
                <a:solidFill>
                  <a:prstClr val="black"/>
                </a:solidFill>
              </a:rPr>
              <a:t>位机（</a:t>
            </a:r>
            <a:r>
              <a:rPr lang="en-US" altLang="zh-CN" b="1" dirty="0">
                <a:solidFill>
                  <a:prstClr val="black"/>
                </a:solidFill>
              </a:rPr>
              <a:t>51</a:t>
            </a:r>
            <a:r>
              <a:rPr lang="zh-CN" altLang="en-US" b="1" dirty="0">
                <a:solidFill>
                  <a:prstClr val="black"/>
                </a:solidFill>
              </a:rPr>
              <a:t>单片机）</a:t>
            </a:r>
            <a:endParaRPr lang="zh-CN" altLang="en-US" dirty="0"/>
          </a:p>
        </p:txBody>
      </p:sp>
      <p:sp>
        <p:nvSpPr>
          <p:cNvPr id="24" name="椭圆 23"/>
          <p:cNvSpPr/>
          <p:nvPr/>
        </p:nvSpPr>
        <p:spPr>
          <a:xfrm>
            <a:off x="5076056" y="2300562"/>
            <a:ext cx="1254383" cy="1236909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25" name="椭圆 24"/>
          <p:cNvSpPr/>
          <p:nvPr/>
        </p:nvSpPr>
        <p:spPr>
          <a:xfrm>
            <a:off x="6732240" y="1347614"/>
            <a:ext cx="1533847" cy="152033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5" name="矩形 14"/>
          <p:cNvSpPr/>
          <p:nvPr/>
        </p:nvSpPr>
        <p:spPr>
          <a:xfrm>
            <a:off x="5261512" y="2337143"/>
            <a:ext cx="10196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16</a:t>
            </a:r>
            <a:r>
              <a:rPr lang="zh-CN" altLang="en-US" b="1" dirty="0">
                <a:solidFill>
                  <a:prstClr val="black"/>
                </a:solidFill>
              </a:rPr>
              <a:t>位</a:t>
            </a:r>
            <a:r>
              <a:rPr lang="zh-CN" altLang="en-US" b="1" dirty="0" smtClean="0">
                <a:solidFill>
                  <a:prstClr val="black"/>
                </a:solidFill>
              </a:rPr>
              <a:t>机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r>
              <a:rPr lang="zh-CN" altLang="en-US" b="1" dirty="0" smtClean="0">
                <a:solidFill>
                  <a:prstClr val="black"/>
                </a:solidFill>
              </a:rPr>
              <a:t>（</a:t>
            </a:r>
            <a:r>
              <a:rPr lang="en-US" altLang="zh-CN" b="1" dirty="0">
                <a:solidFill>
                  <a:prstClr val="black"/>
                </a:solidFill>
              </a:rPr>
              <a:t>PIC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MSP430</a:t>
            </a:r>
            <a:r>
              <a:rPr lang="zh-CN" altLang="en-US" b="1" dirty="0">
                <a:solidFill>
                  <a:prstClr val="black"/>
                </a:solidFill>
              </a:rPr>
              <a:t>等）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6876256" y="1480608"/>
            <a:ext cx="13898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solidFill>
                  <a:prstClr val="black"/>
                </a:solidFill>
              </a:rPr>
              <a:t>高性能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algn="ctr"/>
            <a:r>
              <a:rPr lang="zh-CN" altLang="en-US" b="1" dirty="0" smtClean="0">
                <a:solidFill>
                  <a:prstClr val="black"/>
                </a:solidFill>
              </a:rPr>
              <a:t>的</a:t>
            </a:r>
            <a:r>
              <a:rPr lang="en-US" altLang="zh-CN" b="1" dirty="0">
                <a:solidFill>
                  <a:prstClr val="black"/>
                </a:solidFill>
              </a:rPr>
              <a:t>32</a:t>
            </a:r>
            <a:r>
              <a:rPr lang="zh-CN" altLang="en-US" b="1" dirty="0">
                <a:solidFill>
                  <a:prstClr val="black"/>
                </a:solidFill>
              </a:rPr>
              <a:t>位机（</a:t>
            </a:r>
            <a:r>
              <a:rPr lang="en-US" altLang="zh-CN" b="1" dirty="0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LPC2000</a:t>
            </a:r>
            <a:r>
              <a:rPr lang="zh-CN" altLang="en-US" b="1" dirty="0">
                <a:solidFill>
                  <a:prstClr val="black"/>
                </a:solidFill>
              </a:rPr>
              <a:t>等）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576885" y="3365579"/>
            <a:ext cx="19788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 smtClean="0">
                <a:solidFill>
                  <a:prstClr val="black"/>
                </a:solidFill>
              </a:rPr>
              <a:t> 应用</a:t>
            </a:r>
            <a:r>
              <a:rPr lang="zh-CN" altLang="en-US" b="1" dirty="0">
                <a:solidFill>
                  <a:prstClr val="black"/>
                </a:solidFill>
              </a:rPr>
              <a:t>领域和</a:t>
            </a:r>
            <a:r>
              <a:rPr lang="zh-CN" altLang="en-US" b="1" dirty="0" smtClean="0">
                <a:solidFill>
                  <a:prstClr val="black"/>
                </a:solidFill>
              </a:rPr>
              <a:t>场合不断</a:t>
            </a:r>
            <a:r>
              <a:rPr lang="zh-CN" altLang="en-US" b="1" dirty="0">
                <a:solidFill>
                  <a:prstClr val="black"/>
                </a:solidFill>
              </a:rPr>
              <a:t>扩展和</a:t>
            </a:r>
            <a:r>
              <a:rPr lang="zh-CN" altLang="en-US" b="1" dirty="0" smtClean="0">
                <a:solidFill>
                  <a:prstClr val="black"/>
                </a:solidFill>
              </a:rPr>
              <a:t>更新</a:t>
            </a:r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91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612448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5824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1.3.1 </a:t>
            </a:r>
            <a:r>
              <a:rPr lang="en-US" altLang="zh-CN" sz="2400" b="1" dirty="0" err="1">
                <a:solidFill>
                  <a:schemeClr val="bg1"/>
                </a:solidFill>
              </a:rPr>
              <a:t>MCU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MPU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</a:rPr>
              <a:t>ARM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FPGA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DSP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概念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979712" y="915566"/>
            <a:ext cx="859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rgbClr val="C00000"/>
                </a:solidFill>
              </a:rPr>
              <a:t>MPU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11561" y="1315676"/>
            <a:ext cx="3816423" cy="1599749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noFill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59352" y="1438097"/>
            <a:ext cx="36616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b="1" dirty="0">
                <a:solidFill>
                  <a:prstClr val="black"/>
                </a:solidFill>
              </a:rPr>
              <a:t>Micro Processor Unit</a:t>
            </a:r>
            <a:r>
              <a:rPr lang="zh-CN" altLang="en-US" b="1" dirty="0">
                <a:solidFill>
                  <a:prstClr val="black"/>
                </a:solidFill>
              </a:rPr>
              <a:t>，嵌入式微处理器。</a:t>
            </a:r>
            <a:r>
              <a:rPr lang="en-US" altLang="zh-CN" b="1" dirty="0">
                <a:solidFill>
                  <a:prstClr val="black"/>
                </a:solidFill>
              </a:rPr>
              <a:t>MPU</a:t>
            </a:r>
            <a:r>
              <a:rPr lang="zh-CN" altLang="en-US" b="1" dirty="0">
                <a:solidFill>
                  <a:prstClr val="black"/>
                </a:solidFill>
              </a:rPr>
              <a:t>是由通用计算机中的</a:t>
            </a:r>
            <a:r>
              <a:rPr lang="en-US" altLang="zh-CN" b="1" dirty="0">
                <a:solidFill>
                  <a:prstClr val="black"/>
                </a:solidFill>
              </a:rPr>
              <a:t>CPU</a:t>
            </a:r>
            <a:r>
              <a:rPr lang="zh-CN" altLang="en-US" b="1" dirty="0">
                <a:solidFill>
                  <a:prstClr val="black"/>
                </a:solidFill>
              </a:rPr>
              <a:t>（微处理器）演变而来，可以理解为增强版的</a:t>
            </a:r>
            <a:r>
              <a:rPr lang="en-US" altLang="zh-CN" b="1" dirty="0">
                <a:solidFill>
                  <a:prstClr val="black"/>
                </a:solidFill>
              </a:rPr>
              <a:t>CPU</a:t>
            </a:r>
            <a:r>
              <a:rPr lang="zh-CN" altLang="en-US" b="1" dirty="0">
                <a:solidFill>
                  <a:prstClr val="black"/>
                </a:solidFill>
              </a:rPr>
              <a:t>，即不带外围功能器件</a:t>
            </a:r>
            <a:r>
              <a:rPr lang="zh-CN" altLang="en-US" b="1" dirty="0" smtClean="0">
                <a:solidFill>
                  <a:prstClr val="black"/>
                </a:solidFill>
              </a:rPr>
              <a:t>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903684" y="978282"/>
            <a:ext cx="37444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 smtClean="0">
                <a:solidFill>
                  <a:prstClr val="black"/>
                </a:solidFill>
              </a:rPr>
              <a:t>    一</a:t>
            </a:r>
            <a:r>
              <a:rPr lang="zh-CN" altLang="en-US" b="1" dirty="0">
                <a:solidFill>
                  <a:prstClr val="black"/>
                </a:solidFill>
              </a:rPr>
              <a:t>个嵌入式微处理器系统需要</a:t>
            </a:r>
            <a:r>
              <a:rPr lang="zh-CN" altLang="en-US" b="1" dirty="0" smtClean="0">
                <a:solidFill>
                  <a:prstClr val="black"/>
                </a:solidFill>
              </a:rPr>
              <a:t>在的</a:t>
            </a:r>
            <a:r>
              <a:rPr lang="zh-CN" altLang="en-US" b="1" dirty="0">
                <a:solidFill>
                  <a:prstClr val="black"/>
                </a:solidFill>
              </a:rPr>
              <a:t>基础上，</a:t>
            </a:r>
            <a:r>
              <a:rPr lang="zh-CN" altLang="en-US" b="1" dirty="0" smtClean="0">
                <a:solidFill>
                  <a:prstClr val="black"/>
                </a:solidFill>
              </a:rPr>
              <a:t>添加外围</a:t>
            </a:r>
            <a:r>
              <a:rPr lang="zh-CN" altLang="en-US" b="1" dirty="0">
                <a:solidFill>
                  <a:prstClr val="black"/>
                </a:solidFill>
              </a:rPr>
              <a:t>电路</a:t>
            </a:r>
            <a:r>
              <a:rPr lang="zh-CN" altLang="en-US" b="1" dirty="0" smtClean="0">
                <a:solidFill>
                  <a:prstClr val="black"/>
                </a:solidFill>
              </a:rPr>
              <a:t>和外部设备</a:t>
            </a:r>
            <a:r>
              <a:rPr lang="zh-CN" altLang="en-US" b="1" dirty="0">
                <a:solidFill>
                  <a:prstClr val="black"/>
                </a:solidFill>
              </a:rPr>
              <a:t>才得以</a:t>
            </a:r>
            <a:r>
              <a:rPr lang="zh-CN" altLang="en-US" b="1" dirty="0" smtClean="0">
                <a:solidFill>
                  <a:prstClr val="black"/>
                </a:solidFill>
              </a:rPr>
              <a:t>构成。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551757" y="1986394"/>
            <a:ext cx="2952328" cy="2440818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noFill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75892" y="3022137"/>
            <a:ext cx="66075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MPU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806129" y="2461861"/>
            <a:ext cx="655949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RAM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5792343" y="3092727"/>
            <a:ext cx="669735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ROM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5786893" y="3723592"/>
            <a:ext cx="675185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Flash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711996" y="2274426"/>
            <a:ext cx="649537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电源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7711996" y="2811123"/>
            <a:ext cx="5741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USB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7711996" y="3884517"/>
            <a:ext cx="547329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LCD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7711996" y="3347820"/>
            <a:ext cx="649537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键盘</a:t>
            </a:r>
            <a:endParaRPr lang="zh-CN" altLang="en-US" dirty="0"/>
          </a:p>
        </p:txBody>
      </p:sp>
      <p:cxnSp>
        <p:nvCxnSpPr>
          <p:cNvPr id="29" name="直接连接符 28"/>
          <p:cNvCxnSpPr>
            <a:stCxn id="10" idx="1"/>
            <a:endCxn id="12" idx="3"/>
          </p:cNvCxnSpPr>
          <p:nvPr/>
        </p:nvCxnSpPr>
        <p:spPr>
          <a:xfrm flipH="1" flipV="1">
            <a:off x="6462078" y="2646527"/>
            <a:ext cx="313814" cy="560276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10" idx="1"/>
            <a:endCxn id="13" idx="3"/>
          </p:cNvCxnSpPr>
          <p:nvPr/>
        </p:nvCxnSpPr>
        <p:spPr>
          <a:xfrm flipH="1">
            <a:off x="6462078" y="3206803"/>
            <a:ext cx="313814" cy="7059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stCxn id="10" idx="1"/>
            <a:endCxn id="17" idx="3"/>
          </p:cNvCxnSpPr>
          <p:nvPr/>
        </p:nvCxnSpPr>
        <p:spPr>
          <a:xfrm flipH="1">
            <a:off x="6462078" y="3206803"/>
            <a:ext cx="313814" cy="701455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10" idx="3"/>
            <a:endCxn id="18" idx="1"/>
          </p:cNvCxnSpPr>
          <p:nvPr/>
        </p:nvCxnSpPr>
        <p:spPr>
          <a:xfrm flipV="1">
            <a:off x="7436650" y="2459092"/>
            <a:ext cx="275346" cy="747711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10" idx="3"/>
            <a:endCxn id="20" idx="1"/>
          </p:cNvCxnSpPr>
          <p:nvPr/>
        </p:nvCxnSpPr>
        <p:spPr>
          <a:xfrm flipV="1">
            <a:off x="7436650" y="2995789"/>
            <a:ext cx="275346" cy="211014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10" idx="3"/>
            <a:endCxn id="27" idx="1"/>
          </p:cNvCxnSpPr>
          <p:nvPr/>
        </p:nvCxnSpPr>
        <p:spPr>
          <a:xfrm>
            <a:off x="7436650" y="3206803"/>
            <a:ext cx="275346" cy="325683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10" idx="3"/>
            <a:endCxn id="21" idx="1"/>
          </p:cNvCxnSpPr>
          <p:nvPr/>
        </p:nvCxnSpPr>
        <p:spPr>
          <a:xfrm>
            <a:off x="7436650" y="3206803"/>
            <a:ext cx="275346" cy="86238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5967978" y="4506674"/>
            <a:ext cx="2276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嵌入式微处理器系统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749043" y="3022137"/>
            <a:ext cx="2773460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GB" altLang="zh-CN" b="1" dirty="0" smtClean="0">
                <a:solidFill>
                  <a:prstClr val="black"/>
                </a:solidFill>
              </a:rPr>
              <a:t>Motorola</a:t>
            </a:r>
            <a:r>
              <a:rPr lang="zh-CN" altLang="en-US" b="1" dirty="0">
                <a:solidFill>
                  <a:prstClr val="black"/>
                </a:solidFill>
              </a:rPr>
              <a:t>的</a:t>
            </a:r>
            <a:r>
              <a:rPr lang="en-US" altLang="zh-CN" b="1" dirty="0">
                <a:solidFill>
                  <a:prstClr val="black"/>
                </a:solidFill>
              </a:rPr>
              <a:t>68</a:t>
            </a:r>
            <a:r>
              <a:rPr lang="en-GB" altLang="zh-CN" b="1" dirty="0">
                <a:solidFill>
                  <a:prstClr val="black"/>
                </a:solidFill>
              </a:rPr>
              <a:t>K</a:t>
            </a:r>
            <a:r>
              <a:rPr lang="zh-CN" altLang="en-US" b="1" dirty="0" smtClean="0">
                <a:solidFill>
                  <a:prstClr val="black"/>
                </a:solidFill>
              </a:rPr>
              <a:t>系列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GB" altLang="zh-CN" b="1" dirty="0" smtClean="0">
                <a:solidFill>
                  <a:prstClr val="black"/>
                </a:solidFill>
              </a:rPr>
              <a:t>Intel</a:t>
            </a:r>
            <a:r>
              <a:rPr lang="zh-CN" altLang="en-US" b="1" dirty="0">
                <a:solidFill>
                  <a:prstClr val="black"/>
                </a:solidFill>
              </a:rPr>
              <a:t>的</a:t>
            </a:r>
            <a:r>
              <a:rPr lang="en-GB" altLang="zh-CN" b="1" dirty="0">
                <a:solidFill>
                  <a:prstClr val="black"/>
                </a:solidFill>
              </a:rPr>
              <a:t>X86</a:t>
            </a:r>
            <a:r>
              <a:rPr lang="zh-CN" altLang="en-US" b="1" dirty="0" smtClean="0">
                <a:solidFill>
                  <a:prstClr val="black"/>
                </a:solidFill>
              </a:rPr>
              <a:t>系列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prstClr val="black"/>
                </a:solidFill>
              </a:rPr>
              <a:t>飞</a:t>
            </a:r>
            <a:r>
              <a:rPr lang="zh-CN" altLang="en-US" b="1" dirty="0">
                <a:solidFill>
                  <a:prstClr val="black"/>
                </a:solidFill>
              </a:rPr>
              <a:t>思卡尔的</a:t>
            </a:r>
            <a:r>
              <a:rPr lang="en-GB" altLang="zh-CN" b="1" dirty="0" smtClean="0">
                <a:solidFill>
                  <a:prstClr val="black"/>
                </a:solidFill>
              </a:rPr>
              <a:t>i.MX6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GB" altLang="zh-CN" b="1" dirty="0" smtClean="0">
                <a:solidFill>
                  <a:prstClr val="black"/>
                </a:solidFill>
              </a:rPr>
              <a:t>TI</a:t>
            </a:r>
            <a:r>
              <a:rPr lang="zh-CN" altLang="en-US" b="1" dirty="0">
                <a:solidFill>
                  <a:prstClr val="black"/>
                </a:solidFill>
              </a:rPr>
              <a:t>公司的</a:t>
            </a:r>
            <a:r>
              <a:rPr lang="en-GB" altLang="zh-CN" b="1" dirty="0" smtClean="0">
                <a:solidFill>
                  <a:prstClr val="black"/>
                </a:solidFill>
              </a:rPr>
              <a:t>AM335X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GB" altLang="zh-CN" b="1" dirty="0" smtClean="0">
                <a:solidFill>
                  <a:prstClr val="black"/>
                </a:solidFill>
              </a:rPr>
              <a:t>Samsung</a:t>
            </a:r>
            <a:r>
              <a:rPr lang="zh-CN" altLang="en-US" b="1" dirty="0">
                <a:solidFill>
                  <a:prstClr val="black"/>
                </a:solidFill>
              </a:rPr>
              <a:t>的</a:t>
            </a:r>
            <a:r>
              <a:rPr lang="en-GB" altLang="zh-CN" b="1" dirty="0">
                <a:solidFill>
                  <a:prstClr val="black"/>
                </a:solidFill>
              </a:rPr>
              <a:t>S3C2410</a:t>
            </a:r>
            <a:r>
              <a:rPr lang="zh-CN" altLang="en-US" b="1" dirty="0">
                <a:solidFill>
                  <a:prstClr val="black"/>
                </a:solidFill>
              </a:rPr>
              <a:t>和</a:t>
            </a:r>
            <a:r>
              <a:rPr lang="en-GB" altLang="zh-CN" b="1" dirty="0" smtClean="0">
                <a:solidFill>
                  <a:prstClr val="black"/>
                </a:solidFill>
              </a:rPr>
              <a:t>S3C6410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995937" y="3031095"/>
            <a:ext cx="1152126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应用产品</a:t>
            </a:r>
            <a:r>
              <a:rPr lang="zh-CN" altLang="en-US" b="1" dirty="0"/>
              <a:t>有智能手机、平板电脑、路由器、数码相机等</a:t>
            </a:r>
          </a:p>
        </p:txBody>
      </p:sp>
    </p:spTree>
    <p:extLst>
      <p:ext uri="{BB962C8B-B14F-4D97-AF65-F5344CB8AC3E}">
        <p14:creationId xmlns:p14="http://schemas.microsoft.com/office/powerpoint/2010/main" val="235814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608416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5824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1.3.1 </a:t>
            </a:r>
            <a:r>
              <a:rPr lang="en-US" altLang="zh-CN" sz="2400" b="1" dirty="0" err="1">
                <a:solidFill>
                  <a:schemeClr val="bg1"/>
                </a:solidFill>
              </a:rPr>
              <a:t>MCU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MPU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</a:rPr>
              <a:t>ARM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FPGA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DSP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概念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731300" y="1019440"/>
            <a:ext cx="8596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C00000"/>
                </a:solidFill>
              </a:rPr>
              <a:t>ARM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39552" y="1563637"/>
            <a:ext cx="3312368" cy="2841123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noFill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56991" y="1718849"/>
            <a:ext cx="3022919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是一家公司，也是一类技术和产品的统称。</a:t>
            </a:r>
            <a:r>
              <a:rPr lang="en-US" altLang="zh-CN" b="1" dirty="0" smtClean="0">
                <a:solidFill>
                  <a:prstClr val="black"/>
                </a:solidFill>
              </a:rPr>
              <a:t>ARM</a:t>
            </a:r>
            <a:r>
              <a:rPr lang="zh-CN" altLang="en-US" b="1" dirty="0" smtClean="0">
                <a:solidFill>
                  <a:prstClr val="black"/>
                </a:solidFill>
              </a:rPr>
              <a:t>公司设计的芯片主要涉及嵌入式移动设备领域，指令集更加紧凑简单，功耗和成本更低，在移动消费电子领域占据着很大的市场份额。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528" y="2158151"/>
            <a:ext cx="4153360" cy="2246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4799459" y="4527951"/>
            <a:ext cx="34730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b="1" dirty="0">
                <a:solidFill>
                  <a:prstClr val="black"/>
                </a:solidFill>
              </a:rPr>
              <a:t>ARM Cortex-A15</a:t>
            </a:r>
            <a:r>
              <a:rPr lang="zh-CN" altLang="en-US" b="1" dirty="0">
                <a:solidFill>
                  <a:prstClr val="black"/>
                </a:solidFill>
              </a:rPr>
              <a:t>内核设计的</a:t>
            </a:r>
            <a:r>
              <a:rPr lang="zh-CN" altLang="en-US" b="1" dirty="0" smtClean="0">
                <a:solidFill>
                  <a:prstClr val="black"/>
                </a:solidFill>
              </a:rPr>
              <a:t>芯片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39952" y="915566"/>
            <a:ext cx="4824536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     ARM</a:t>
            </a:r>
            <a:r>
              <a:rPr lang="zh-CN" altLang="en-US" b="1" dirty="0">
                <a:solidFill>
                  <a:prstClr val="black"/>
                </a:solidFill>
              </a:rPr>
              <a:t>公司目前主要授权三个系列的芯片设计</a:t>
            </a:r>
            <a:r>
              <a:rPr lang="en-US" altLang="zh-CN" b="1" dirty="0">
                <a:solidFill>
                  <a:prstClr val="black"/>
                </a:solidFill>
              </a:rPr>
              <a:t>——ARM9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ARM11</a:t>
            </a:r>
            <a:r>
              <a:rPr lang="zh-CN" altLang="en-US" b="1" dirty="0">
                <a:solidFill>
                  <a:prstClr val="black"/>
                </a:solidFill>
              </a:rPr>
              <a:t>和</a:t>
            </a:r>
            <a:r>
              <a:rPr lang="en-US" altLang="zh-CN" b="1" dirty="0">
                <a:solidFill>
                  <a:prstClr val="black"/>
                </a:solidFill>
              </a:rPr>
              <a:t>Cortex</a:t>
            </a:r>
            <a:r>
              <a:rPr lang="zh-CN" altLang="en-US" b="1" dirty="0" smtClean="0">
                <a:solidFill>
                  <a:prstClr val="black"/>
                </a:solidFill>
              </a:rPr>
              <a:t>，涉及</a:t>
            </a:r>
            <a:r>
              <a:rPr lang="zh-CN" altLang="en-US" b="1" dirty="0">
                <a:solidFill>
                  <a:prstClr val="black"/>
                </a:solidFill>
              </a:rPr>
              <a:t>微控制器系列、微处理器系列以及更高端的产品</a:t>
            </a:r>
            <a:r>
              <a:rPr lang="zh-CN" altLang="en-US" b="1" dirty="0" smtClean="0">
                <a:solidFill>
                  <a:prstClr val="black"/>
                </a:solidFill>
              </a:rPr>
              <a:t>系列。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29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>
            <a:off x="4311554" y="2024623"/>
            <a:ext cx="567764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327694" y="4343569"/>
            <a:ext cx="567764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311554" y="3202725"/>
            <a:ext cx="567764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4"/>
          <p:cNvSpPr>
            <a:spLocks/>
          </p:cNvSpPr>
          <p:nvPr/>
        </p:nvSpPr>
        <p:spPr bwMode="auto">
          <a:xfrm>
            <a:off x="4644008" y="3986307"/>
            <a:ext cx="623004" cy="701424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33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5" name="Freeform 4"/>
          <p:cNvSpPr>
            <a:spLocks/>
          </p:cNvSpPr>
          <p:nvPr/>
        </p:nvSpPr>
        <p:spPr bwMode="auto">
          <a:xfrm>
            <a:off x="3735381" y="3986307"/>
            <a:ext cx="623004" cy="701424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33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6" name="Freeform 4"/>
          <p:cNvSpPr>
            <a:spLocks/>
          </p:cNvSpPr>
          <p:nvPr/>
        </p:nvSpPr>
        <p:spPr bwMode="auto">
          <a:xfrm>
            <a:off x="4644008" y="2844472"/>
            <a:ext cx="623004" cy="701424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33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7" name="Freeform 4"/>
          <p:cNvSpPr>
            <a:spLocks/>
          </p:cNvSpPr>
          <p:nvPr/>
        </p:nvSpPr>
        <p:spPr bwMode="auto">
          <a:xfrm>
            <a:off x="3735381" y="2844472"/>
            <a:ext cx="623004" cy="701424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33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8" name="Freeform 4"/>
          <p:cNvSpPr>
            <a:spLocks/>
          </p:cNvSpPr>
          <p:nvPr/>
        </p:nvSpPr>
        <p:spPr bwMode="auto">
          <a:xfrm>
            <a:off x="4644008" y="1671241"/>
            <a:ext cx="623004" cy="701424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33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9" name="Freeform 4"/>
          <p:cNvSpPr>
            <a:spLocks/>
          </p:cNvSpPr>
          <p:nvPr/>
        </p:nvSpPr>
        <p:spPr bwMode="auto">
          <a:xfrm>
            <a:off x="3735381" y="1671241"/>
            <a:ext cx="623004" cy="701424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33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894812" y="3048806"/>
            <a:ext cx="304143" cy="292755"/>
            <a:chOff x="8905876" y="3073401"/>
            <a:chExt cx="720725" cy="693738"/>
          </a:xfrm>
          <a:solidFill>
            <a:srgbClr val="FEFEFE"/>
          </a:solidFill>
        </p:grpSpPr>
        <p:sp>
          <p:nvSpPr>
            <p:cNvPr id="21" name="Oval 585"/>
            <p:cNvSpPr>
              <a:spLocks noChangeArrowheads="1"/>
            </p:cNvSpPr>
            <p:nvPr/>
          </p:nvSpPr>
          <p:spPr bwMode="auto">
            <a:xfrm>
              <a:off x="9037638" y="3092451"/>
              <a:ext cx="101600" cy="1238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22" name="Oval 586"/>
            <p:cNvSpPr>
              <a:spLocks noChangeArrowheads="1"/>
            </p:cNvSpPr>
            <p:nvPr/>
          </p:nvSpPr>
          <p:spPr bwMode="auto">
            <a:xfrm>
              <a:off x="9437688" y="3092451"/>
              <a:ext cx="98425" cy="1238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25" name="Freeform 587"/>
            <p:cNvSpPr>
              <a:spLocks noEditPoints="1"/>
            </p:cNvSpPr>
            <p:nvPr/>
          </p:nvSpPr>
          <p:spPr bwMode="auto">
            <a:xfrm>
              <a:off x="8905876" y="3227388"/>
              <a:ext cx="261938" cy="501650"/>
            </a:xfrm>
            <a:custGeom>
              <a:avLst/>
              <a:gdLst>
                <a:gd name="T0" fmla="*/ 65 w 70"/>
                <a:gd name="T1" fmla="*/ 79 h 134"/>
                <a:gd name="T2" fmla="*/ 60 w 70"/>
                <a:gd name="T3" fmla="*/ 79 h 134"/>
                <a:gd name="T4" fmla="*/ 66 w 70"/>
                <a:gd name="T5" fmla="*/ 7 h 134"/>
                <a:gd name="T6" fmla="*/ 68 w 70"/>
                <a:gd name="T7" fmla="*/ 2 h 134"/>
                <a:gd name="T8" fmla="*/ 67 w 70"/>
                <a:gd name="T9" fmla="*/ 1 h 134"/>
                <a:gd name="T10" fmla="*/ 66 w 70"/>
                <a:gd name="T11" fmla="*/ 1 h 134"/>
                <a:gd name="T12" fmla="*/ 60 w 70"/>
                <a:gd name="T13" fmla="*/ 1 h 134"/>
                <a:gd name="T14" fmla="*/ 60 w 70"/>
                <a:gd name="T15" fmla="*/ 1 h 134"/>
                <a:gd name="T16" fmla="*/ 65 w 70"/>
                <a:gd name="T17" fmla="*/ 6 h 134"/>
                <a:gd name="T18" fmla="*/ 58 w 70"/>
                <a:gd name="T19" fmla="*/ 9 h 134"/>
                <a:gd name="T20" fmla="*/ 62 w 70"/>
                <a:gd name="T21" fmla="*/ 14 h 134"/>
                <a:gd name="T22" fmla="*/ 53 w 70"/>
                <a:gd name="T23" fmla="*/ 33 h 134"/>
                <a:gd name="T24" fmla="*/ 52 w 70"/>
                <a:gd name="T25" fmla="*/ 6 h 134"/>
                <a:gd name="T26" fmla="*/ 53 w 70"/>
                <a:gd name="T27" fmla="*/ 5 h 134"/>
                <a:gd name="T28" fmla="*/ 51 w 70"/>
                <a:gd name="T29" fmla="*/ 0 h 134"/>
                <a:gd name="T30" fmla="*/ 46 w 70"/>
                <a:gd name="T31" fmla="*/ 0 h 134"/>
                <a:gd name="T32" fmla="*/ 44 w 70"/>
                <a:gd name="T33" fmla="*/ 5 h 134"/>
                <a:gd name="T34" fmla="*/ 45 w 70"/>
                <a:gd name="T35" fmla="*/ 6 h 134"/>
                <a:gd name="T36" fmla="*/ 44 w 70"/>
                <a:gd name="T37" fmla="*/ 33 h 134"/>
                <a:gd name="T38" fmla="*/ 35 w 70"/>
                <a:gd name="T39" fmla="*/ 14 h 134"/>
                <a:gd name="T40" fmla="*/ 39 w 70"/>
                <a:gd name="T41" fmla="*/ 9 h 134"/>
                <a:gd name="T42" fmla="*/ 32 w 70"/>
                <a:gd name="T43" fmla="*/ 6 h 134"/>
                <a:gd name="T44" fmla="*/ 37 w 70"/>
                <a:gd name="T45" fmla="*/ 1 h 134"/>
                <a:gd name="T46" fmla="*/ 37 w 70"/>
                <a:gd name="T47" fmla="*/ 1 h 134"/>
                <a:gd name="T48" fmla="*/ 31 w 70"/>
                <a:gd name="T49" fmla="*/ 1 h 134"/>
                <a:gd name="T50" fmla="*/ 30 w 70"/>
                <a:gd name="T51" fmla="*/ 1 h 134"/>
                <a:gd name="T52" fmla="*/ 25 w 70"/>
                <a:gd name="T53" fmla="*/ 4 h 134"/>
                <a:gd name="T54" fmla="*/ 2 w 70"/>
                <a:gd name="T55" fmla="*/ 28 h 134"/>
                <a:gd name="T56" fmla="*/ 2 w 70"/>
                <a:gd name="T57" fmla="*/ 28 h 134"/>
                <a:gd name="T58" fmla="*/ 2 w 70"/>
                <a:gd name="T59" fmla="*/ 28 h 134"/>
                <a:gd name="T60" fmla="*/ 1 w 70"/>
                <a:gd name="T61" fmla="*/ 38 h 134"/>
                <a:gd name="T62" fmla="*/ 1 w 70"/>
                <a:gd name="T63" fmla="*/ 38 h 134"/>
                <a:gd name="T64" fmla="*/ 1 w 70"/>
                <a:gd name="T65" fmla="*/ 38 h 134"/>
                <a:gd name="T66" fmla="*/ 1 w 70"/>
                <a:gd name="T67" fmla="*/ 38 h 134"/>
                <a:gd name="T68" fmla="*/ 2 w 70"/>
                <a:gd name="T69" fmla="*/ 38 h 134"/>
                <a:gd name="T70" fmla="*/ 2 w 70"/>
                <a:gd name="T71" fmla="*/ 39 h 134"/>
                <a:gd name="T72" fmla="*/ 3 w 70"/>
                <a:gd name="T73" fmla="*/ 41 h 134"/>
                <a:gd name="T74" fmla="*/ 5 w 70"/>
                <a:gd name="T75" fmla="*/ 45 h 134"/>
                <a:gd name="T76" fmla="*/ 9 w 70"/>
                <a:gd name="T77" fmla="*/ 52 h 134"/>
                <a:gd name="T78" fmla="*/ 16 w 70"/>
                <a:gd name="T79" fmla="*/ 67 h 134"/>
                <a:gd name="T80" fmla="*/ 26 w 70"/>
                <a:gd name="T81" fmla="*/ 61 h 134"/>
                <a:gd name="T82" fmla="*/ 26 w 70"/>
                <a:gd name="T83" fmla="*/ 71 h 134"/>
                <a:gd name="T84" fmla="*/ 26 w 70"/>
                <a:gd name="T85" fmla="*/ 71 h 134"/>
                <a:gd name="T86" fmla="*/ 28 w 70"/>
                <a:gd name="T87" fmla="*/ 71 h 134"/>
                <a:gd name="T88" fmla="*/ 29 w 70"/>
                <a:gd name="T89" fmla="*/ 134 h 134"/>
                <a:gd name="T90" fmla="*/ 47 w 70"/>
                <a:gd name="T91" fmla="*/ 134 h 134"/>
                <a:gd name="T92" fmla="*/ 48 w 70"/>
                <a:gd name="T93" fmla="*/ 71 h 134"/>
                <a:gd name="T94" fmla="*/ 49 w 70"/>
                <a:gd name="T95" fmla="*/ 71 h 134"/>
                <a:gd name="T96" fmla="*/ 51 w 70"/>
                <a:gd name="T97" fmla="*/ 134 h 134"/>
                <a:gd name="T98" fmla="*/ 69 w 70"/>
                <a:gd name="T99" fmla="*/ 134 h 134"/>
                <a:gd name="T100" fmla="*/ 70 w 70"/>
                <a:gd name="T101" fmla="*/ 79 h 134"/>
                <a:gd name="T102" fmla="*/ 65 w 70"/>
                <a:gd name="T103" fmla="*/ 79 h 134"/>
                <a:gd name="T104" fmla="*/ 26 w 70"/>
                <a:gd name="T105" fmla="*/ 47 h 134"/>
                <a:gd name="T106" fmla="*/ 24 w 70"/>
                <a:gd name="T107" fmla="*/ 44 h 134"/>
                <a:gd name="T108" fmla="*/ 20 w 70"/>
                <a:gd name="T109" fmla="*/ 37 h 134"/>
                <a:gd name="T110" fmla="*/ 19 w 70"/>
                <a:gd name="T111" fmla="*/ 35 h 134"/>
                <a:gd name="T112" fmla="*/ 27 w 70"/>
                <a:gd name="T113" fmla="*/ 25 h 134"/>
                <a:gd name="T114" fmla="*/ 26 w 70"/>
                <a:gd name="T115" fmla="*/ 47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0" h="134">
                  <a:moveTo>
                    <a:pt x="65" y="79"/>
                  </a:moveTo>
                  <a:cubicBezTo>
                    <a:pt x="60" y="79"/>
                    <a:pt x="60" y="79"/>
                    <a:pt x="60" y="79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6" y="5"/>
                    <a:pt x="67" y="3"/>
                    <a:pt x="68" y="2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66" y="1"/>
                    <a:pt x="66" y="1"/>
                    <a:pt x="66" y="1"/>
                  </a:cubicBezTo>
                  <a:cubicBezTo>
                    <a:pt x="64" y="1"/>
                    <a:pt x="62" y="1"/>
                    <a:pt x="60" y="1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53" y="33"/>
                    <a:pt x="53" y="33"/>
                    <a:pt x="53" y="33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5" y="1"/>
                    <a:pt x="33" y="1"/>
                    <a:pt x="31" y="1"/>
                  </a:cubicBezTo>
                  <a:cubicBezTo>
                    <a:pt x="31" y="1"/>
                    <a:pt x="31" y="1"/>
                    <a:pt x="30" y="1"/>
                  </a:cubicBezTo>
                  <a:cubicBezTo>
                    <a:pt x="28" y="1"/>
                    <a:pt x="26" y="2"/>
                    <a:pt x="25" y="4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0" y="47"/>
                    <a:pt x="2" y="33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9" y="65"/>
                    <a:pt x="23" y="63"/>
                    <a:pt x="26" y="61"/>
                  </a:cubicBezTo>
                  <a:cubicBezTo>
                    <a:pt x="26" y="64"/>
                    <a:pt x="26" y="68"/>
                    <a:pt x="26" y="71"/>
                  </a:cubicBezTo>
                  <a:cubicBezTo>
                    <a:pt x="26" y="71"/>
                    <a:pt x="26" y="71"/>
                    <a:pt x="26" y="71"/>
                  </a:cubicBezTo>
                  <a:cubicBezTo>
                    <a:pt x="26" y="71"/>
                    <a:pt x="27" y="71"/>
                    <a:pt x="28" y="71"/>
                  </a:cubicBezTo>
                  <a:cubicBezTo>
                    <a:pt x="29" y="134"/>
                    <a:pt x="29" y="134"/>
                    <a:pt x="29" y="134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8" y="116"/>
                    <a:pt x="48" y="84"/>
                    <a:pt x="48" y="71"/>
                  </a:cubicBezTo>
                  <a:cubicBezTo>
                    <a:pt x="48" y="71"/>
                    <a:pt x="49" y="71"/>
                    <a:pt x="49" y="71"/>
                  </a:cubicBezTo>
                  <a:cubicBezTo>
                    <a:pt x="51" y="134"/>
                    <a:pt x="51" y="134"/>
                    <a:pt x="51" y="134"/>
                  </a:cubicBezTo>
                  <a:cubicBezTo>
                    <a:pt x="69" y="134"/>
                    <a:pt x="69" y="134"/>
                    <a:pt x="69" y="134"/>
                  </a:cubicBezTo>
                  <a:cubicBezTo>
                    <a:pt x="70" y="119"/>
                    <a:pt x="70" y="95"/>
                    <a:pt x="70" y="79"/>
                  </a:cubicBezTo>
                  <a:cubicBezTo>
                    <a:pt x="68" y="79"/>
                    <a:pt x="66" y="79"/>
                    <a:pt x="65" y="79"/>
                  </a:cubicBezTo>
                  <a:close/>
                  <a:moveTo>
                    <a:pt x="26" y="47"/>
                  </a:moveTo>
                  <a:cubicBezTo>
                    <a:pt x="24" y="44"/>
                    <a:pt x="24" y="44"/>
                    <a:pt x="24" y="44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32"/>
                    <a:pt x="26" y="40"/>
                    <a:pt x="26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26" name="Freeform 588"/>
            <p:cNvSpPr>
              <a:spLocks/>
            </p:cNvSpPr>
            <p:nvPr/>
          </p:nvSpPr>
          <p:spPr bwMode="auto">
            <a:xfrm>
              <a:off x="9401176" y="3227388"/>
              <a:ext cx="225425" cy="501650"/>
            </a:xfrm>
            <a:custGeom>
              <a:avLst/>
              <a:gdLst>
                <a:gd name="T0" fmla="*/ 60 w 60"/>
                <a:gd name="T1" fmla="*/ 39 h 134"/>
                <a:gd name="T2" fmla="*/ 60 w 60"/>
                <a:gd name="T3" fmla="*/ 39 h 134"/>
                <a:gd name="T4" fmla="*/ 60 w 60"/>
                <a:gd name="T5" fmla="*/ 39 h 134"/>
                <a:gd name="T6" fmla="*/ 60 w 60"/>
                <a:gd name="T7" fmla="*/ 39 h 134"/>
                <a:gd name="T8" fmla="*/ 60 w 60"/>
                <a:gd name="T9" fmla="*/ 38 h 134"/>
                <a:gd name="T10" fmla="*/ 48 w 60"/>
                <a:gd name="T11" fmla="*/ 7 h 134"/>
                <a:gd name="T12" fmla="*/ 41 w 60"/>
                <a:gd name="T13" fmla="*/ 1 h 134"/>
                <a:gd name="T14" fmla="*/ 41 w 60"/>
                <a:gd name="T15" fmla="*/ 1 h 134"/>
                <a:gd name="T16" fmla="*/ 34 w 60"/>
                <a:gd name="T17" fmla="*/ 1 h 134"/>
                <a:gd name="T18" fmla="*/ 34 w 60"/>
                <a:gd name="T19" fmla="*/ 1 h 134"/>
                <a:gd name="T20" fmla="*/ 40 w 60"/>
                <a:gd name="T21" fmla="*/ 6 h 134"/>
                <a:gd name="T22" fmla="*/ 33 w 60"/>
                <a:gd name="T23" fmla="*/ 9 h 134"/>
                <a:gd name="T24" fmla="*/ 36 w 60"/>
                <a:gd name="T25" fmla="*/ 14 h 134"/>
                <a:gd name="T26" fmla="*/ 28 w 60"/>
                <a:gd name="T27" fmla="*/ 33 h 134"/>
                <a:gd name="T28" fmla="*/ 26 w 60"/>
                <a:gd name="T29" fmla="*/ 6 h 134"/>
                <a:gd name="T30" fmla="*/ 27 w 60"/>
                <a:gd name="T31" fmla="*/ 5 h 134"/>
                <a:gd name="T32" fmla="*/ 26 w 60"/>
                <a:gd name="T33" fmla="*/ 0 h 134"/>
                <a:gd name="T34" fmla="*/ 20 w 60"/>
                <a:gd name="T35" fmla="*/ 0 h 134"/>
                <a:gd name="T36" fmla="*/ 19 w 60"/>
                <a:gd name="T37" fmla="*/ 5 h 134"/>
                <a:gd name="T38" fmla="*/ 20 w 60"/>
                <a:gd name="T39" fmla="*/ 6 h 134"/>
                <a:gd name="T40" fmla="*/ 19 w 60"/>
                <a:gd name="T41" fmla="*/ 33 h 134"/>
                <a:gd name="T42" fmla="*/ 10 w 60"/>
                <a:gd name="T43" fmla="*/ 14 h 134"/>
                <a:gd name="T44" fmla="*/ 13 w 60"/>
                <a:gd name="T45" fmla="*/ 9 h 134"/>
                <a:gd name="T46" fmla="*/ 6 w 60"/>
                <a:gd name="T47" fmla="*/ 6 h 134"/>
                <a:gd name="T48" fmla="*/ 12 w 60"/>
                <a:gd name="T49" fmla="*/ 1 h 134"/>
                <a:gd name="T50" fmla="*/ 12 w 60"/>
                <a:gd name="T51" fmla="*/ 1 h 134"/>
                <a:gd name="T52" fmla="*/ 6 w 60"/>
                <a:gd name="T53" fmla="*/ 1 h 134"/>
                <a:gd name="T54" fmla="*/ 5 w 60"/>
                <a:gd name="T55" fmla="*/ 1 h 134"/>
                <a:gd name="T56" fmla="*/ 0 w 60"/>
                <a:gd name="T57" fmla="*/ 3 h 134"/>
                <a:gd name="T58" fmla="*/ 1 w 60"/>
                <a:gd name="T59" fmla="*/ 7 h 134"/>
                <a:gd name="T60" fmla="*/ 7 w 60"/>
                <a:gd name="T61" fmla="*/ 79 h 134"/>
                <a:gd name="T62" fmla="*/ 2 w 60"/>
                <a:gd name="T63" fmla="*/ 79 h 134"/>
                <a:gd name="T64" fmla="*/ 4 w 60"/>
                <a:gd name="T65" fmla="*/ 134 h 134"/>
                <a:gd name="T66" fmla="*/ 22 w 60"/>
                <a:gd name="T67" fmla="*/ 134 h 134"/>
                <a:gd name="T68" fmla="*/ 22 w 60"/>
                <a:gd name="T69" fmla="*/ 71 h 134"/>
                <a:gd name="T70" fmla="*/ 24 w 60"/>
                <a:gd name="T71" fmla="*/ 71 h 134"/>
                <a:gd name="T72" fmla="*/ 26 w 60"/>
                <a:gd name="T73" fmla="*/ 134 h 134"/>
                <a:gd name="T74" fmla="*/ 44 w 60"/>
                <a:gd name="T75" fmla="*/ 134 h 134"/>
                <a:gd name="T76" fmla="*/ 44 w 60"/>
                <a:gd name="T77" fmla="*/ 73 h 134"/>
                <a:gd name="T78" fmla="*/ 47 w 60"/>
                <a:gd name="T79" fmla="*/ 75 h 134"/>
                <a:gd name="T80" fmla="*/ 54 w 60"/>
                <a:gd name="T81" fmla="*/ 59 h 134"/>
                <a:gd name="T82" fmla="*/ 57 w 60"/>
                <a:gd name="T83" fmla="*/ 52 h 134"/>
                <a:gd name="T84" fmla="*/ 59 w 60"/>
                <a:gd name="T85" fmla="*/ 48 h 134"/>
                <a:gd name="T86" fmla="*/ 59 w 60"/>
                <a:gd name="T87" fmla="*/ 46 h 134"/>
                <a:gd name="T88" fmla="*/ 60 w 60"/>
                <a:gd name="T89" fmla="*/ 46 h 134"/>
                <a:gd name="T90" fmla="*/ 60 w 60"/>
                <a:gd name="T91" fmla="*/ 45 h 134"/>
                <a:gd name="T92" fmla="*/ 60 w 60"/>
                <a:gd name="T93" fmla="*/ 45 h 134"/>
                <a:gd name="T94" fmla="*/ 60 w 60"/>
                <a:gd name="T95" fmla="*/ 39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0" h="134"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7" y="4"/>
                    <a:pt x="44" y="2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39" y="1"/>
                    <a:pt x="36" y="1"/>
                    <a:pt x="34" y="1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1"/>
                    <a:pt x="8" y="1"/>
                    <a:pt x="6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3" y="1"/>
                    <a:pt x="2" y="2"/>
                    <a:pt x="0" y="3"/>
                  </a:cubicBezTo>
                  <a:cubicBezTo>
                    <a:pt x="0" y="5"/>
                    <a:pt x="1" y="6"/>
                    <a:pt x="1" y="7"/>
                  </a:cubicBezTo>
                  <a:cubicBezTo>
                    <a:pt x="7" y="79"/>
                    <a:pt x="7" y="79"/>
                    <a:pt x="7" y="79"/>
                  </a:cubicBezTo>
                  <a:cubicBezTo>
                    <a:pt x="2" y="79"/>
                    <a:pt x="2" y="79"/>
                    <a:pt x="2" y="79"/>
                  </a:cubicBezTo>
                  <a:cubicBezTo>
                    <a:pt x="4" y="134"/>
                    <a:pt x="4" y="134"/>
                    <a:pt x="4" y="134"/>
                  </a:cubicBezTo>
                  <a:cubicBezTo>
                    <a:pt x="22" y="134"/>
                    <a:pt x="22" y="134"/>
                    <a:pt x="22" y="134"/>
                  </a:cubicBezTo>
                  <a:cubicBezTo>
                    <a:pt x="23" y="116"/>
                    <a:pt x="22" y="84"/>
                    <a:pt x="22" y="71"/>
                  </a:cubicBezTo>
                  <a:cubicBezTo>
                    <a:pt x="23" y="71"/>
                    <a:pt x="23" y="71"/>
                    <a:pt x="24" y="71"/>
                  </a:cubicBezTo>
                  <a:cubicBezTo>
                    <a:pt x="26" y="134"/>
                    <a:pt x="26" y="134"/>
                    <a:pt x="26" y="134"/>
                  </a:cubicBezTo>
                  <a:cubicBezTo>
                    <a:pt x="44" y="134"/>
                    <a:pt x="44" y="134"/>
                    <a:pt x="44" y="134"/>
                  </a:cubicBezTo>
                  <a:cubicBezTo>
                    <a:pt x="45" y="117"/>
                    <a:pt x="44" y="87"/>
                    <a:pt x="44" y="73"/>
                  </a:cubicBezTo>
                  <a:cubicBezTo>
                    <a:pt x="45" y="74"/>
                    <a:pt x="46" y="74"/>
                    <a:pt x="47" y="75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7" y="52"/>
                    <a:pt x="57" y="52"/>
                    <a:pt x="57" y="52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3"/>
                    <a:pt x="59" y="52"/>
                    <a:pt x="60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30" name="Oval 589"/>
            <p:cNvSpPr>
              <a:spLocks noChangeArrowheads="1"/>
            </p:cNvSpPr>
            <p:nvPr/>
          </p:nvSpPr>
          <p:spPr bwMode="auto">
            <a:xfrm>
              <a:off x="9224963" y="3073401"/>
              <a:ext cx="107950" cy="134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31" name="Freeform 590"/>
            <p:cNvSpPr>
              <a:spLocks/>
            </p:cNvSpPr>
            <p:nvPr/>
          </p:nvSpPr>
          <p:spPr bwMode="auto">
            <a:xfrm>
              <a:off x="9150351" y="3219451"/>
              <a:ext cx="258763" cy="547688"/>
            </a:xfrm>
            <a:custGeom>
              <a:avLst/>
              <a:gdLst>
                <a:gd name="T0" fmla="*/ 54 w 69"/>
                <a:gd name="T1" fmla="*/ 1 h 146"/>
                <a:gd name="T2" fmla="*/ 54 w 69"/>
                <a:gd name="T3" fmla="*/ 1 h 146"/>
                <a:gd name="T4" fmla="*/ 47 w 69"/>
                <a:gd name="T5" fmla="*/ 0 h 146"/>
                <a:gd name="T6" fmla="*/ 46 w 69"/>
                <a:gd name="T7" fmla="*/ 1 h 146"/>
                <a:gd name="T8" fmla="*/ 53 w 69"/>
                <a:gd name="T9" fmla="*/ 6 h 146"/>
                <a:gd name="T10" fmla="*/ 45 w 69"/>
                <a:gd name="T11" fmla="*/ 9 h 146"/>
                <a:gd name="T12" fmla="*/ 49 w 69"/>
                <a:gd name="T13" fmla="*/ 15 h 146"/>
                <a:gd name="T14" fmla="*/ 39 w 69"/>
                <a:gd name="T15" fmla="*/ 36 h 146"/>
                <a:gd name="T16" fmla="*/ 38 w 69"/>
                <a:gd name="T17" fmla="*/ 7 h 146"/>
                <a:gd name="T18" fmla="*/ 39 w 69"/>
                <a:gd name="T19" fmla="*/ 6 h 146"/>
                <a:gd name="T20" fmla="*/ 37 w 69"/>
                <a:gd name="T21" fmla="*/ 0 h 146"/>
                <a:gd name="T22" fmla="*/ 32 w 69"/>
                <a:gd name="T23" fmla="*/ 0 h 146"/>
                <a:gd name="T24" fmla="*/ 30 w 69"/>
                <a:gd name="T25" fmla="*/ 6 h 146"/>
                <a:gd name="T26" fmla="*/ 31 w 69"/>
                <a:gd name="T27" fmla="*/ 7 h 146"/>
                <a:gd name="T28" fmla="*/ 30 w 69"/>
                <a:gd name="T29" fmla="*/ 36 h 146"/>
                <a:gd name="T30" fmla="*/ 20 w 69"/>
                <a:gd name="T31" fmla="*/ 15 h 146"/>
                <a:gd name="T32" fmla="*/ 24 w 69"/>
                <a:gd name="T33" fmla="*/ 9 h 146"/>
                <a:gd name="T34" fmla="*/ 16 w 69"/>
                <a:gd name="T35" fmla="*/ 6 h 146"/>
                <a:gd name="T36" fmla="*/ 22 w 69"/>
                <a:gd name="T37" fmla="*/ 1 h 146"/>
                <a:gd name="T38" fmla="*/ 22 w 69"/>
                <a:gd name="T39" fmla="*/ 0 h 146"/>
                <a:gd name="T40" fmla="*/ 15 w 69"/>
                <a:gd name="T41" fmla="*/ 1 h 146"/>
                <a:gd name="T42" fmla="*/ 15 w 69"/>
                <a:gd name="T43" fmla="*/ 1 h 146"/>
                <a:gd name="T44" fmla="*/ 7 w 69"/>
                <a:gd name="T45" fmla="*/ 9 h 146"/>
                <a:gd name="T46" fmla="*/ 0 w 69"/>
                <a:gd name="T47" fmla="*/ 76 h 146"/>
                <a:gd name="T48" fmla="*/ 10 w 69"/>
                <a:gd name="T49" fmla="*/ 77 h 146"/>
                <a:gd name="T50" fmla="*/ 10 w 69"/>
                <a:gd name="T51" fmla="*/ 77 h 146"/>
                <a:gd name="T52" fmla="*/ 11 w 69"/>
                <a:gd name="T53" fmla="*/ 77 h 146"/>
                <a:gd name="T54" fmla="*/ 12 w 69"/>
                <a:gd name="T55" fmla="*/ 77 h 146"/>
                <a:gd name="T56" fmla="*/ 14 w 69"/>
                <a:gd name="T57" fmla="*/ 146 h 146"/>
                <a:gd name="T58" fmla="*/ 33 w 69"/>
                <a:gd name="T59" fmla="*/ 146 h 146"/>
                <a:gd name="T60" fmla="*/ 33 w 69"/>
                <a:gd name="T61" fmla="*/ 77 h 146"/>
                <a:gd name="T62" fmla="*/ 35 w 69"/>
                <a:gd name="T63" fmla="*/ 77 h 146"/>
                <a:gd name="T64" fmla="*/ 38 w 69"/>
                <a:gd name="T65" fmla="*/ 146 h 146"/>
                <a:gd name="T66" fmla="*/ 57 w 69"/>
                <a:gd name="T67" fmla="*/ 146 h 146"/>
                <a:gd name="T68" fmla="*/ 57 w 69"/>
                <a:gd name="T69" fmla="*/ 77 h 146"/>
                <a:gd name="T70" fmla="*/ 59 w 69"/>
                <a:gd name="T71" fmla="*/ 77 h 146"/>
                <a:gd name="T72" fmla="*/ 59 w 69"/>
                <a:gd name="T73" fmla="*/ 77 h 146"/>
                <a:gd name="T74" fmla="*/ 59 w 69"/>
                <a:gd name="T75" fmla="*/ 77 h 146"/>
                <a:gd name="T76" fmla="*/ 69 w 69"/>
                <a:gd name="T77" fmla="*/ 76 h 146"/>
                <a:gd name="T78" fmla="*/ 62 w 69"/>
                <a:gd name="T79" fmla="*/ 9 h 146"/>
                <a:gd name="T80" fmla="*/ 54 w 69"/>
                <a:gd name="T81" fmla="*/ 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9" h="146">
                  <a:moveTo>
                    <a:pt x="54" y="1"/>
                  </a:moveTo>
                  <a:cubicBezTo>
                    <a:pt x="54" y="1"/>
                    <a:pt x="54" y="1"/>
                    <a:pt x="54" y="1"/>
                  </a:cubicBezTo>
                  <a:cubicBezTo>
                    <a:pt x="51" y="1"/>
                    <a:pt x="49" y="1"/>
                    <a:pt x="47" y="0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0" y="1"/>
                    <a:pt x="18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1" y="1"/>
                    <a:pt x="7" y="4"/>
                    <a:pt x="7" y="9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3" y="77"/>
                    <a:pt x="7" y="77"/>
                    <a:pt x="10" y="77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0" y="77"/>
                    <a:pt x="10" y="77"/>
                    <a:pt x="11" y="77"/>
                  </a:cubicBezTo>
                  <a:cubicBezTo>
                    <a:pt x="11" y="77"/>
                    <a:pt x="11" y="77"/>
                    <a:pt x="12" y="7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4" y="126"/>
                    <a:pt x="34" y="91"/>
                    <a:pt x="33" y="77"/>
                  </a:cubicBezTo>
                  <a:cubicBezTo>
                    <a:pt x="34" y="77"/>
                    <a:pt x="35" y="77"/>
                    <a:pt x="35" y="77"/>
                  </a:cubicBezTo>
                  <a:cubicBezTo>
                    <a:pt x="38" y="146"/>
                    <a:pt x="38" y="146"/>
                    <a:pt x="38" y="146"/>
                  </a:cubicBezTo>
                  <a:cubicBezTo>
                    <a:pt x="57" y="146"/>
                    <a:pt x="57" y="146"/>
                    <a:pt x="57" y="146"/>
                  </a:cubicBezTo>
                  <a:cubicBezTo>
                    <a:pt x="58" y="126"/>
                    <a:pt x="57" y="91"/>
                    <a:pt x="57" y="77"/>
                  </a:cubicBezTo>
                  <a:cubicBezTo>
                    <a:pt x="58" y="77"/>
                    <a:pt x="58" y="77"/>
                    <a:pt x="59" y="77"/>
                  </a:cubicBezTo>
                  <a:cubicBezTo>
                    <a:pt x="59" y="77"/>
                    <a:pt x="59" y="77"/>
                    <a:pt x="59" y="77"/>
                  </a:cubicBezTo>
                  <a:cubicBezTo>
                    <a:pt x="59" y="77"/>
                    <a:pt x="59" y="77"/>
                    <a:pt x="59" y="77"/>
                  </a:cubicBezTo>
                  <a:cubicBezTo>
                    <a:pt x="62" y="77"/>
                    <a:pt x="66" y="77"/>
                    <a:pt x="69" y="76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4"/>
                    <a:pt x="58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790376" y="3061535"/>
            <a:ext cx="330271" cy="267298"/>
            <a:chOff x="7286626" y="1281113"/>
            <a:chExt cx="782638" cy="633413"/>
          </a:xfrm>
          <a:solidFill>
            <a:srgbClr val="FEFEFE"/>
          </a:solidFill>
        </p:grpSpPr>
        <p:sp>
          <p:nvSpPr>
            <p:cNvPr id="33" name="Freeform 754"/>
            <p:cNvSpPr>
              <a:spLocks noEditPoints="1"/>
            </p:cNvSpPr>
            <p:nvPr/>
          </p:nvSpPr>
          <p:spPr bwMode="auto">
            <a:xfrm>
              <a:off x="7286626" y="1281113"/>
              <a:ext cx="782638" cy="633413"/>
            </a:xfrm>
            <a:custGeom>
              <a:avLst/>
              <a:gdLst>
                <a:gd name="T0" fmla="*/ 200 w 209"/>
                <a:gd name="T1" fmla="*/ 140 h 169"/>
                <a:gd name="T2" fmla="*/ 159 w 209"/>
                <a:gd name="T3" fmla="*/ 114 h 169"/>
                <a:gd name="T4" fmla="*/ 148 w 209"/>
                <a:gd name="T5" fmla="*/ 112 h 169"/>
                <a:gd name="T6" fmla="*/ 144 w 209"/>
                <a:gd name="T7" fmla="*/ 114 h 169"/>
                <a:gd name="T8" fmla="*/ 137 w 209"/>
                <a:gd name="T9" fmla="*/ 109 h 169"/>
                <a:gd name="T10" fmla="*/ 144 w 209"/>
                <a:gd name="T11" fmla="*/ 60 h 169"/>
                <a:gd name="T12" fmla="*/ 60 w 209"/>
                <a:gd name="T13" fmla="*/ 9 h 169"/>
                <a:gd name="T14" fmla="*/ 9 w 209"/>
                <a:gd name="T15" fmla="*/ 93 h 169"/>
                <a:gd name="T16" fmla="*/ 93 w 209"/>
                <a:gd name="T17" fmla="*/ 144 h 169"/>
                <a:gd name="T18" fmla="*/ 129 w 209"/>
                <a:gd name="T19" fmla="*/ 121 h 169"/>
                <a:gd name="T20" fmla="*/ 136 w 209"/>
                <a:gd name="T21" fmla="*/ 126 h 169"/>
                <a:gd name="T22" fmla="*/ 143 w 209"/>
                <a:gd name="T23" fmla="*/ 139 h 169"/>
                <a:gd name="T24" fmla="*/ 183 w 209"/>
                <a:gd name="T25" fmla="*/ 166 h 169"/>
                <a:gd name="T26" fmla="*/ 195 w 209"/>
                <a:gd name="T27" fmla="*/ 168 h 169"/>
                <a:gd name="T28" fmla="*/ 204 w 209"/>
                <a:gd name="T29" fmla="*/ 161 h 169"/>
                <a:gd name="T30" fmla="*/ 200 w 209"/>
                <a:gd name="T31" fmla="*/ 140 h 169"/>
                <a:gd name="T32" fmla="*/ 90 w 209"/>
                <a:gd name="T33" fmla="*/ 131 h 169"/>
                <a:gd name="T34" fmla="*/ 22 w 209"/>
                <a:gd name="T35" fmla="*/ 90 h 169"/>
                <a:gd name="T36" fmla="*/ 63 w 209"/>
                <a:gd name="T37" fmla="*/ 22 h 169"/>
                <a:gd name="T38" fmla="*/ 131 w 209"/>
                <a:gd name="T39" fmla="*/ 63 h 169"/>
                <a:gd name="T40" fmla="*/ 90 w 209"/>
                <a:gd name="T41" fmla="*/ 13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9" h="169">
                  <a:moveTo>
                    <a:pt x="200" y="140"/>
                  </a:moveTo>
                  <a:cubicBezTo>
                    <a:pt x="159" y="114"/>
                    <a:pt x="159" y="114"/>
                    <a:pt x="159" y="114"/>
                  </a:cubicBezTo>
                  <a:cubicBezTo>
                    <a:pt x="156" y="112"/>
                    <a:pt x="152" y="111"/>
                    <a:pt x="148" y="112"/>
                  </a:cubicBezTo>
                  <a:cubicBezTo>
                    <a:pt x="146" y="113"/>
                    <a:pt x="145" y="113"/>
                    <a:pt x="144" y="114"/>
                  </a:cubicBezTo>
                  <a:cubicBezTo>
                    <a:pt x="137" y="109"/>
                    <a:pt x="137" y="109"/>
                    <a:pt x="137" y="109"/>
                  </a:cubicBezTo>
                  <a:cubicBezTo>
                    <a:pt x="145" y="95"/>
                    <a:pt x="148" y="77"/>
                    <a:pt x="144" y="60"/>
                  </a:cubicBezTo>
                  <a:cubicBezTo>
                    <a:pt x="135" y="23"/>
                    <a:pt x="97" y="0"/>
                    <a:pt x="60" y="9"/>
                  </a:cubicBezTo>
                  <a:cubicBezTo>
                    <a:pt x="23" y="18"/>
                    <a:pt x="0" y="56"/>
                    <a:pt x="9" y="93"/>
                  </a:cubicBezTo>
                  <a:cubicBezTo>
                    <a:pt x="18" y="130"/>
                    <a:pt x="56" y="153"/>
                    <a:pt x="93" y="144"/>
                  </a:cubicBezTo>
                  <a:cubicBezTo>
                    <a:pt x="108" y="140"/>
                    <a:pt x="120" y="132"/>
                    <a:pt x="129" y="121"/>
                  </a:cubicBezTo>
                  <a:cubicBezTo>
                    <a:pt x="136" y="126"/>
                    <a:pt x="136" y="126"/>
                    <a:pt x="136" y="126"/>
                  </a:cubicBezTo>
                  <a:cubicBezTo>
                    <a:pt x="136" y="131"/>
                    <a:pt x="138" y="136"/>
                    <a:pt x="143" y="139"/>
                  </a:cubicBezTo>
                  <a:cubicBezTo>
                    <a:pt x="183" y="166"/>
                    <a:pt x="183" y="166"/>
                    <a:pt x="183" y="166"/>
                  </a:cubicBezTo>
                  <a:cubicBezTo>
                    <a:pt x="187" y="168"/>
                    <a:pt x="191" y="169"/>
                    <a:pt x="195" y="168"/>
                  </a:cubicBezTo>
                  <a:cubicBezTo>
                    <a:pt x="199" y="167"/>
                    <a:pt x="202" y="165"/>
                    <a:pt x="204" y="161"/>
                  </a:cubicBezTo>
                  <a:cubicBezTo>
                    <a:pt x="209" y="154"/>
                    <a:pt x="207" y="145"/>
                    <a:pt x="200" y="140"/>
                  </a:cubicBezTo>
                  <a:close/>
                  <a:moveTo>
                    <a:pt x="90" y="131"/>
                  </a:moveTo>
                  <a:cubicBezTo>
                    <a:pt x="60" y="139"/>
                    <a:pt x="29" y="120"/>
                    <a:pt x="22" y="90"/>
                  </a:cubicBezTo>
                  <a:cubicBezTo>
                    <a:pt x="14" y="59"/>
                    <a:pt x="33" y="29"/>
                    <a:pt x="63" y="22"/>
                  </a:cubicBezTo>
                  <a:cubicBezTo>
                    <a:pt x="94" y="14"/>
                    <a:pt x="124" y="33"/>
                    <a:pt x="131" y="63"/>
                  </a:cubicBezTo>
                  <a:cubicBezTo>
                    <a:pt x="139" y="93"/>
                    <a:pt x="120" y="124"/>
                    <a:pt x="90" y="1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34" name="Freeform 755"/>
            <p:cNvSpPr>
              <a:spLocks noEditPoints="1"/>
            </p:cNvSpPr>
            <p:nvPr/>
          </p:nvSpPr>
          <p:spPr bwMode="auto">
            <a:xfrm>
              <a:off x="7432676" y="1441451"/>
              <a:ext cx="280988" cy="228600"/>
            </a:xfrm>
            <a:custGeom>
              <a:avLst/>
              <a:gdLst>
                <a:gd name="T0" fmla="*/ 123 w 177"/>
                <a:gd name="T1" fmla="*/ 116 h 144"/>
                <a:gd name="T2" fmla="*/ 54 w 177"/>
                <a:gd name="T3" fmla="*/ 116 h 144"/>
                <a:gd name="T4" fmla="*/ 42 w 177"/>
                <a:gd name="T5" fmla="*/ 144 h 144"/>
                <a:gd name="T6" fmla="*/ 0 w 177"/>
                <a:gd name="T7" fmla="*/ 144 h 144"/>
                <a:gd name="T8" fmla="*/ 64 w 177"/>
                <a:gd name="T9" fmla="*/ 0 h 144"/>
                <a:gd name="T10" fmla="*/ 113 w 177"/>
                <a:gd name="T11" fmla="*/ 0 h 144"/>
                <a:gd name="T12" fmla="*/ 177 w 177"/>
                <a:gd name="T13" fmla="*/ 144 h 144"/>
                <a:gd name="T14" fmla="*/ 134 w 177"/>
                <a:gd name="T15" fmla="*/ 144 h 144"/>
                <a:gd name="T16" fmla="*/ 123 w 177"/>
                <a:gd name="T17" fmla="*/ 116 h 144"/>
                <a:gd name="T18" fmla="*/ 87 w 177"/>
                <a:gd name="T19" fmla="*/ 31 h 144"/>
                <a:gd name="T20" fmla="*/ 66 w 177"/>
                <a:gd name="T21" fmla="*/ 88 h 144"/>
                <a:gd name="T22" fmla="*/ 111 w 177"/>
                <a:gd name="T23" fmla="*/ 88 h 144"/>
                <a:gd name="T24" fmla="*/ 87 w 177"/>
                <a:gd name="T25" fmla="*/ 3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144">
                  <a:moveTo>
                    <a:pt x="123" y="116"/>
                  </a:moveTo>
                  <a:lnTo>
                    <a:pt x="54" y="116"/>
                  </a:lnTo>
                  <a:lnTo>
                    <a:pt x="42" y="144"/>
                  </a:lnTo>
                  <a:lnTo>
                    <a:pt x="0" y="144"/>
                  </a:lnTo>
                  <a:lnTo>
                    <a:pt x="64" y="0"/>
                  </a:lnTo>
                  <a:lnTo>
                    <a:pt x="113" y="0"/>
                  </a:lnTo>
                  <a:lnTo>
                    <a:pt x="177" y="144"/>
                  </a:lnTo>
                  <a:lnTo>
                    <a:pt x="134" y="144"/>
                  </a:lnTo>
                  <a:lnTo>
                    <a:pt x="123" y="116"/>
                  </a:lnTo>
                  <a:close/>
                  <a:moveTo>
                    <a:pt x="87" y="31"/>
                  </a:moveTo>
                  <a:lnTo>
                    <a:pt x="66" y="88"/>
                  </a:lnTo>
                  <a:lnTo>
                    <a:pt x="111" y="88"/>
                  </a:lnTo>
                  <a:lnTo>
                    <a:pt x="8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802770" y="4187627"/>
            <a:ext cx="305483" cy="298784"/>
            <a:chOff x="8905875" y="4843463"/>
            <a:chExt cx="723900" cy="708025"/>
          </a:xfrm>
          <a:solidFill>
            <a:srgbClr val="FEFEFE"/>
          </a:solidFill>
        </p:grpSpPr>
        <p:sp>
          <p:nvSpPr>
            <p:cNvPr id="36" name="Freeform 797"/>
            <p:cNvSpPr>
              <a:spLocks/>
            </p:cNvSpPr>
            <p:nvPr/>
          </p:nvSpPr>
          <p:spPr bwMode="auto">
            <a:xfrm>
              <a:off x="8905875" y="4843463"/>
              <a:ext cx="723900" cy="465138"/>
            </a:xfrm>
            <a:custGeom>
              <a:avLst/>
              <a:gdLst>
                <a:gd name="T0" fmla="*/ 193 w 193"/>
                <a:gd name="T1" fmla="*/ 84 h 124"/>
                <a:gd name="T2" fmla="*/ 153 w 193"/>
                <a:gd name="T3" fmla="*/ 44 h 124"/>
                <a:gd name="T4" fmla="*/ 141 w 193"/>
                <a:gd name="T5" fmla="*/ 46 h 124"/>
                <a:gd name="T6" fmla="*/ 91 w 193"/>
                <a:gd name="T7" fmla="*/ 0 h 124"/>
                <a:gd name="T8" fmla="*/ 40 w 193"/>
                <a:gd name="T9" fmla="*/ 51 h 124"/>
                <a:gd name="T10" fmla="*/ 41 w 193"/>
                <a:gd name="T11" fmla="*/ 61 h 124"/>
                <a:gd name="T12" fmla="*/ 31 w 193"/>
                <a:gd name="T13" fmla="*/ 61 h 124"/>
                <a:gd name="T14" fmla="*/ 0 w 193"/>
                <a:gd name="T15" fmla="*/ 92 h 124"/>
                <a:gd name="T16" fmla="*/ 31 w 193"/>
                <a:gd name="T17" fmla="*/ 124 h 124"/>
                <a:gd name="T18" fmla="*/ 157 w 193"/>
                <a:gd name="T19" fmla="*/ 124 h 124"/>
                <a:gd name="T20" fmla="*/ 180 w 193"/>
                <a:gd name="T21" fmla="*/ 113 h 124"/>
                <a:gd name="T22" fmla="*/ 193 w 193"/>
                <a:gd name="T23" fmla="*/ 8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124">
                  <a:moveTo>
                    <a:pt x="193" y="84"/>
                  </a:moveTo>
                  <a:cubicBezTo>
                    <a:pt x="193" y="62"/>
                    <a:pt x="176" y="44"/>
                    <a:pt x="153" y="44"/>
                  </a:cubicBezTo>
                  <a:cubicBezTo>
                    <a:pt x="149" y="44"/>
                    <a:pt x="145" y="44"/>
                    <a:pt x="141" y="46"/>
                  </a:cubicBezTo>
                  <a:cubicBezTo>
                    <a:pt x="139" y="20"/>
                    <a:pt x="117" y="0"/>
                    <a:pt x="91" y="0"/>
                  </a:cubicBezTo>
                  <a:cubicBezTo>
                    <a:pt x="62" y="0"/>
                    <a:pt x="40" y="23"/>
                    <a:pt x="40" y="51"/>
                  </a:cubicBezTo>
                  <a:cubicBezTo>
                    <a:pt x="40" y="54"/>
                    <a:pt x="40" y="57"/>
                    <a:pt x="41" y="61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14" y="61"/>
                    <a:pt x="0" y="75"/>
                    <a:pt x="0" y="92"/>
                  </a:cubicBezTo>
                  <a:cubicBezTo>
                    <a:pt x="0" y="109"/>
                    <a:pt x="14" y="124"/>
                    <a:pt x="31" y="124"/>
                  </a:cubicBezTo>
                  <a:cubicBezTo>
                    <a:pt x="157" y="124"/>
                    <a:pt x="157" y="124"/>
                    <a:pt x="157" y="124"/>
                  </a:cubicBezTo>
                  <a:cubicBezTo>
                    <a:pt x="166" y="124"/>
                    <a:pt x="175" y="120"/>
                    <a:pt x="180" y="113"/>
                  </a:cubicBezTo>
                  <a:cubicBezTo>
                    <a:pt x="188" y="106"/>
                    <a:pt x="193" y="95"/>
                    <a:pt x="193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37" name="Freeform 798"/>
            <p:cNvSpPr>
              <a:spLocks/>
            </p:cNvSpPr>
            <p:nvPr/>
          </p:nvSpPr>
          <p:spPr bwMode="auto">
            <a:xfrm>
              <a:off x="9097963" y="5443538"/>
              <a:ext cx="339725" cy="107950"/>
            </a:xfrm>
            <a:custGeom>
              <a:avLst/>
              <a:gdLst>
                <a:gd name="T0" fmla="*/ 46 w 91"/>
                <a:gd name="T1" fmla="*/ 29 h 29"/>
                <a:gd name="T2" fmla="*/ 0 w 91"/>
                <a:gd name="T3" fmla="*/ 10 h 29"/>
                <a:gd name="T4" fmla="*/ 11 w 91"/>
                <a:gd name="T5" fmla="*/ 0 h 29"/>
                <a:gd name="T6" fmla="*/ 80 w 91"/>
                <a:gd name="T7" fmla="*/ 0 h 29"/>
                <a:gd name="T8" fmla="*/ 91 w 91"/>
                <a:gd name="T9" fmla="*/ 10 h 29"/>
                <a:gd name="T10" fmla="*/ 46 w 91"/>
                <a:gd name="T1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29">
                  <a:moveTo>
                    <a:pt x="46" y="29"/>
                  </a:moveTo>
                  <a:cubicBezTo>
                    <a:pt x="29" y="29"/>
                    <a:pt x="13" y="23"/>
                    <a:pt x="0" y="1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30" y="19"/>
                    <a:pt x="61" y="19"/>
                    <a:pt x="80" y="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78" y="23"/>
                    <a:pt x="62" y="29"/>
                    <a:pt x="46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38" name="Freeform 799"/>
            <p:cNvSpPr>
              <a:spLocks/>
            </p:cNvSpPr>
            <p:nvPr/>
          </p:nvSpPr>
          <p:spPr bwMode="auto">
            <a:xfrm>
              <a:off x="9175750" y="5364163"/>
              <a:ext cx="184150" cy="79375"/>
            </a:xfrm>
            <a:custGeom>
              <a:avLst/>
              <a:gdLst>
                <a:gd name="T0" fmla="*/ 25 w 49"/>
                <a:gd name="T1" fmla="*/ 21 h 21"/>
                <a:gd name="T2" fmla="*/ 0 w 49"/>
                <a:gd name="T3" fmla="*/ 11 h 21"/>
                <a:gd name="T4" fmla="*/ 10 w 49"/>
                <a:gd name="T5" fmla="*/ 0 h 21"/>
                <a:gd name="T6" fmla="*/ 39 w 49"/>
                <a:gd name="T7" fmla="*/ 0 h 21"/>
                <a:gd name="T8" fmla="*/ 49 w 49"/>
                <a:gd name="T9" fmla="*/ 11 h 21"/>
                <a:gd name="T10" fmla="*/ 25 w 49"/>
                <a:gd name="T11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21">
                  <a:moveTo>
                    <a:pt x="25" y="21"/>
                  </a:moveTo>
                  <a:cubicBezTo>
                    <a:pt x="16" y="21"/>
                    <a:pt x="7" y="17"/>
                    <a:pt x="0" y="1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8" y="8"/>
                    <a:pt x="31" y="8"/>
                    <a:pt x="39" y="0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2" y="17"/>
                    <a:pt x="34" y="21"/>
                    <a:pt x="2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906870" y="1876581"/>
            <a:ext cx="280026" cy="290745"/>
            <a:chOff x="10518775" y="3081338"/>
            <a:chExt cx="663575" cy="688975"/>
          </a:xfrm>
          <a:solidFill>
            <a:srgbClr val="FEFEFE"/>
          </a:solidFill>
        </p:grpSpPr>
        <p:sp>
          <p:nvSpPr>
            <p:cNvPr id="40" name="Oval 800"/>
            <p:cNvSpPr>
              <a:spLocks noChangeArrowheads="1"/>
            </p:cNvSpPr>
            <p:nvPr/>
          </p:nvSpPr>
          <p:spPr bwMode="auto">
            <a:xfrm>
              <a:off x="10590213" y="3433763"/>
              <a:ext cx="127000" cy="1603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41" name="Freeform 801"/>
            <p:cNvSpPr>
              <a:spLocks/>
            </p:cNvSpPr>
            <p:nvPr/>
          </p:nvSpPr>
          <p:spPr bwMode="auto">
            <a:xfrm>
              <a:off x="10518775" y="3609975"/>
              <a:ext cx="112713" cy="160338"/>
            </a:xfrm>
            <a:custGeom>
              <a:avLst/>
              <a:gdLst>
                <a:gd name="T0" fmla="*/ 19 w 30"/>
                <a:gd name="T1" fmla="*/ 18 h 43"/>
                <a:gd name="T2" fmla="*/ 23 w 30"/>
                <a:gd name="T3" fmla="*/ 11 h 43"/>
                <a:gd name="T4" fmla="*/ 14 w 30"/>
                <a:gd name="T5" fmla="*/ 6 h 43"/>
                <a:gd name="T6" fmla="*/ 22 w 30"/>
                <a:gd name="T7" fmla="*/ 0 h 43"/>
                <a:gd name="T8" fmla="*/ 22 w 30"/>
                <a:gd name="T9" fmla="*/ 0 h 43"/>
                <a:gd name="T10" fmla="*/ 13 w 30"/>
                <a:gd name="T11" fmla="*/ 1 h 43"/>
                <a:gd name="T12" fmla="*/ 12 w 30"/>
                <a:gd name="T13" fmla="*/ 1 h 43"/>
                <a:gd name="T14" fmla="*/ 12 w 30"/>
                <a:gd name="T15" fmla="*/ 1 h 43"/>
                <a:gd name="T16" fmla="*/ 2 w 30"/>
                <a:gd name="T17" fmla="*/ 11 h 43"/>
                <a:gd name="T18" fmla="*/ 0 w 30"/>
                <a:gd name="T19" fmla="*/ 31 h 43"/>
                <a:gd name="T20" fmla="*/ 30 w 30"/>
                <a:gd name="T21" fmla="*/ 43 h 43"/>
                <a:gd name="T22" fmla="*/ 30 w 30"/>
                <a:gd name="T23" fmla="*/ 42 h 43"/>
                <a:gd name="T24" fmla="*/ 19 w 30"/>
                <a:gd name="T25" fmla="*/ 1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43">
                  <a:moveTo>
                    <a:pt x="19" y="18"/>
                  </a:moveTo>
                  <a:cubicBezTo>
                    <a:pt x="23" y="11"/>
                    <a:pt x="23" y="11"/>
                    <a:pt x="23" y="11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3" y="1"/>
                    <a:pt x="13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7" y="1"/>
                    <a:pt x="2" y="5"/>
                    <a:pt x="2" y="1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9" y="37"/>
                    <a:pt x="19" y="42"/>
                    <a:pt x="30" y="43"/>
                  </a:cubicBezTo>
                  <a:cubicBezTo>
                    <a:pt x="30" y="42"/>
                    <a:pt x="30" y="42"/>
                    <a:pt x="30" y="42"/>
                  </a:cubicBez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42" name="Freeform 802"/>
            <p:cNvSpPr>
              <a:spLocks/>
            </p:cNvSpPr>
            <p:nvPr/>
          </p:nvSpPr>
          <p:spPr bwMode="auto">
            <a:xfrm>
              <a:off x="10675938" y="3609975"/>
              <a:ext cx="112713" cy="160338"/>
            </a:xfrm>
            <a:custGeom>
              <a:avLst/>
              <a:gdLst>
                <a:gd name="T0" fmla="*/ 29 w 30"/>
                <a:gd name="T1" fmla="*/ 11 h 43"/>
                <a:gd name="T2" fmla="*/ 18 w 30"/>
                <a:gd name="T3" fmla="*/ 1 h 43"/>
                <a:gd name="T4" fmla="*/ 18 w 30"/>
                <a:gd name="T5" fmla="*/ 1 h 43"/>
                <a:gd name="T6" fmla="*/ 17 w 30"/>
                <a:gd name="T7" fmla="*/ 1 h 43"/>
                <a:gd name="T8" fmla="*/ 8 w 30"/>
                <a:gd name="T9" fmla="*/ 0 h 43"/>
                <a:gd name="T10" fmla="*/ 8 w 30"/>
                <a:gd name="T11" fmla="*/ 0 h 43"/>
                <a:gd name="T12" fmla="*/ 16 w 30"/>
                <a:gd name="T13" fmla="*/ 6 h 43"/>
                <a:gd name="T14" fmla="*/ 7 w 30"/>
                <a:gd name="T15" fmla="*/ 11 h 43"/>
                <a:gd name="T16" fmla="*/ 11 w 30"/>
                <a:gd name="T17" fmla="*/ 18 h 43"/>
                <a:gd name="T18" fmla="*/ 0 w 30"/>
                <a:gd name="T19" fmla="*/ 42 h 43"/>
                <a:gd name="T20" fmla="*/ 0 w 30"/>
                <a:gd name="T21" fmla="*/ 43 h 43"/>
                <a:gd name="T22" fmla="*/ 30 w 30"/>
                <a:gd name="T23" fmla="*/ 30 h 43"/>
                <a:gd name="T24" fmla="*/ 29 w 30"/>
                <a:gd name="T25" fmla="*/ 1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43">
                  <a:moveTo>
                    <a:pt x="29" y="11"/>
                  </a:moveTo>
                  <a:cubicBezTo>
                    <a:pt x="28" y="5"/>
                    <a:pt x="23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4" y="0"/>
                    <a:pt x="11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11" y="42"/>
                    <a:pt x="22" y="37"/>
                    <a:pt x="30" y="30"/>
                  </a:cubicBezTo>
                  <a:lnTo>
                    <a:pt x="29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45" name="Freeform 803"/>
            <p:cNvSpPr>
              <a:spLocks/>
            </p:cNvSpPr>
            <p:nvPr/>
          </p:nvSpPr>
          <p:spPr bwMode="auto">
            <a:xfrm>
              <a:off x="10631488" y="3602038"/>
              <a:ext cx="44450" cy="168275"/>
            </a:xfrm>
            <a:custGeom>
              <a:avLst/>
              <a:gdLst>
                <a:gd name="T0" fmla="*/ 10 w 12"/>
                <a:gd name="T1" fmla="*/ 10 h 45"/>
                <a:gd name="T2" fmla="*/ 12 w 12"/>
                <a:gd name="T3" fmla="*/ 8 h 45"/>
                <a:gd name="T4" fmla="*/ 9 w 12"/>
                <a:gd name="T5" fmla="*/ 0 h 45"/>
                <a:gd name="T6" fmla="*/ 2 w 12"/>
                <a:gd name="T7" fmla="*/ 0 h 45"/>
                <a:gd name="T8" fmla="*/ 0 w 12"/>
                <a:gd name="T9" fmla="*/ 8 h 45"/>
                <a:gd name="T10" fmla="*/ 2 w 12"/>
                <a:gd name="T11" fmla="*/ 10 h 45"/>
                <a:gd name="T12" fmla="*/ 0 w 12"/>
                <a:gd name="T13" fmla="*/ 44 h 45"/>
                <a:gd name="T14" fmla="*/ 0 w 12"/>
                <a:gd name="T15" fmla="*/ 45 h 45"/>
                <a:gd name="T16" fmla="*/ 6 w 12"/>
                <a:gd name="T17" fmla="*/ 45 h 45"/>
                <a:gd name="T18" fmla="*/ 12 w 12"/>
                <a:gd name="T19" fmla="*/ 45 h 45"/>
                <a:gd name="T20" fmla="*/ 12 w 12"/>
                <a:gd name="T21" fmla="*/ 44 h 45"/>
                <a:gd name="T22" fmla="*/ 10 w 12"/>
                <a:gd name="T23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45">
                  <a:moveTo>
                    <a:pt x="10" y="10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2" y="45"/>
                    <a:pt x="4" y="45"/>
                    <a:pt x="6" y="45"/>
                  </a:cubicBezTo>
                  <a:cubicBezTo>
                    <a:pt x="8" y="45"/>
                    <a:pt x="10" y="45"/>
                    <a:pt x="12" y="45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46" name="Freeform 804"/>
            <p:cNvSpPr>
              <a:spLocks noEditPoints="1"/>
            </p:cNvSpPr>
            <p:nvPr/>
          </p:nvSpPr>
          <p:spPr bwMode="auto">
            <a:xfrm>
              <a:off x="10690225" y="3081338"/>
              <a:ext cx="492125" cy="427038"/>
            </a:xfrm>
            <a:custGeom>
              <a:avLst/>
              <a:gdLst>
                <a:gd name="T0" fmla="*/ 113 w 131"/>
                <a:gd name="T1" fmla="*/ 0 h 114"/>
                <a:gd name="T2" fmla="*/ 18 w 131"/>
                <a:gd name="T3" fmla="*/ 0 h 114"/>
                <a:gd name="T4" fmla="*/ 0 w 131"/>
                <a:gd name="T5" fmla="*/ 18 h 114"/>
                <a:gd name="T6" fmla="*/ 0 w 131"/>
                <a:gd name="T7" fmla="*/ 68 h 114"/>
                <a:gd name="T8" fmla="*/ 18 w 131"/>
                <a:gd name="T9" fmla="*/ 86 h 114"/>
                <a:gd name="T10" fmla="*/ 33 w 131"/>
                <a:gd name="T11" fmla="*/ 86 h 114"/>
                <a:gd name="T12" fmla="*/ 14 w 131"/>
                <a:gd name="T13" fmla="*/ 114 h 114"/>
                <a:gd name="T14" fmla="*/ 69 w 131"/>
                <a:gd name="T15" fmla="*/ 86 h 114"/>
                <a:gd name="T16" fmla="*/ 113 w 131"/>
                <a:gd name="T17" fmla="*/ 86 h 114"/>
                <a:gd name="T18" fmla="*/ 131 w 131"/>
                <a:gd name="T19" fmla="*/ 68 h 114"/>
                <a:gd name="T20" fmla="*/ 131 w 131"/>
                <a:gd name="T21" fmla="*/ 18 h 114"/>
                <a:gd name="T22" fmla="*/ 113 w 131"/>
                <a:gd name="T23" fmla="*/ 0 h 114"/>
                <a:gd name="T24" fmla="*/ 37 w 131"/>
                <a:gd name="T25" fmla="*/ 52 h 114"/>
                <a:gd name="T26" fmla="*/ 29 w 131"/>
                <a:gd name="T27" fmla="*/ 44 h 114"/>
                <a:gd name="T28" fmla="*/ 37 w 131"/>
                <a:gd name="T29" fmla="*/ 36 h 114"/>
                <a:gd name="T30" fmla="*/ 45 w 131"/>
                <a:gd name="T31" fmla="*/ 44 h 114"/>
                <a:gd name="T32" fmla="*/ 37 w 131"/>
                <a:gd name="T33" fmla="*/ 52 h 114"/>
                <a:gd name="T34" fmla="*/ 65 w 131"/>
                <a:gd name="T35" fmla="*/ 52 h 114"/>
                <a:gd name="T36" fmla="*/ 57 w 131"/>
                <a:gd name="T37" fmla="*/ 44 h 114"/>
                <a:gd name="T38" fmla="*/ 65 w 131"/>
                <a:gd name="T39" fmla="*/ 36 h 114"/>
                <a:gd name="T40" fmla="*/ 73 w 131"/>
                <a:gd name="T41" fmla="*/ 44 h 114"/>
                <a:gd name="T42" fmla="*/ 65 w 131"/>
                <a:gd name="T43" fmla="*/ 52 h 114"/>
                <a:gd name="T44" fmla="*/ 93 w 131"/>
                <a:gd name="T45" fmla="*/ 52 h 114"/>
                <a:gd name="T46" fmla="*/ 85 w 131"/>
                <a:gd name="T47" fmla="*/ 44 h 114"/>
                <a:gd name="T48" fmla="*/ 93 w 131"/>
                <a:gd name="T49" fmla="*/ 36 h 114"/>
                <a:gd name="T50" fmla="*/ 101 w 131"/>
                <a:gd name="T51" fmla="*/ 44 h 114"/>
                <a:gd name="T52" fmla="*/ 93 w 131"/>
                <a:gd name="T53" fmla="*/ 5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1" h="114">
                  <a:moveTo>
                    <a:pt x="113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8"/>
                    <a:pt x="8" y="86"/>
                    <a:pt x="18" y="86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14" y="114"/>
                    <a:pt x="14" y="114"/>
                    <a:pt x="14" y="114"/>
                  </a:cubicBezTo>
                  <a:cubicBezTo>
                    <a:pt x="69" y="86"/>
                    <a:pt x="69" y="86"/>
                    <a:pt x="69" y="86"/>
                  </a:cubicBezTo>
                  <a:cubicBezTo>
                    <a:pt x="113" y="86"/>
                    <a:pt x="113" y="86"/>
                    <a:pt x="113" y="86"/>
                  </a:cubicBezTo>
                  <a:cubicBezTo>
                    <a:pt x="123" y="86"/>
                    <a:pt x="131" y="78"/>
                    <a:pt x="131" y="68"/>
                  </a:cubicBezTo>
                  <a:cubicBezTo>
                    <a:pt x="131" y="18"/>
                    <a:pt x="131" y="18"/>
                    <a:pt x="131" y="18"/>
                  </a:cubicBezTo>
                  <a:cubicBezTo>
                    <a:pt x="131" y="8"/>
                    <a:pt x="123" y="0"/>
                    <a:pt x="113" y="0"/>
                  </a:cubicBezTo>
                  <a:close/>
                  <a:moveTo>
                    <a:pt x="37" y="52"/>
                  </a:moveTo>
                  <a:cubicBezTo>
                    <a:pt x="33" y="52"/>
                    <a:pt x="29" y="48"/>
                    <a:pt x="29" y="44"/>
                  </a:cubicBezTo>
                  <a:cubicBezTo>
                    <a:pt x="29" y="40"/>
                    <a:pt x="33" y="36"/>
                    <a:pt x="37" y="36"/>
                  </a:cubicBezTo>
                  <a:cubicBezTo>
                    <a:pt x="41" y="36"/>
                    <a:pt x="45" y="40"/>
                    <a:pt x="45" y="44"/>
                  </a:cubicBezTo>
                  <a:cubicBezTo>
                    <a:pt x="45" y="48"/>
                    <a:pt x="41" y="52"/>
                    <a:pt x="37" y="52"/>
                  </a:cubicBezTo>
                  <a:close/>
                  <a:moveTo>
                    <a:pt x="65" y="52"/>
                  </a:moveTo>
                  <a:cubicBezTo>
                    <a:pt x="61" y="52"/>
                    <a:pt x="57" y="48"/>
                    <a:pt x="57" y="44"/>
                  </a:cubicBezTo>
                  <a:cubicBezTo>
                    <a:pt x="57" y="40"/>
                    <a:pt x="61" y="36"/>
                    <a:pt x="65" y="36"/>
                  </a:cubicBezTo>
                  <a:cubicBezTo>
                    <a:pt x="69" y="36"/>
                    <a:pt x="73" y="40"/>
                    <a:pt x="73" y="44"/>
                  </a:cubicBezTo>
                  <a:cubicBezTo>
                    <a:pt x="73" y="48"/>
                    <a:pt x="69" y="52"/>
                    <a:pt x="65" y="52"/>
                  </a:cubicBezTo>
                  <a:close/>
                  <a:moveTo>
                    <a:pt x="93" y="52"/>
                  </a:moveTo>
                  <a:cubicBezTo>
                    <a:pt x="89" y="52"/>
                    <a:pt x="85" y="48"/>
                    <a:pt x="85" y="44"/>
                  </a:cubicBezTo>
                  <a:cubicBezTo>
                    <a:pt x="85" y="40"/>
                    <a:pt x="89" y="36"/>
                    <a:pt x="93" y="36"/>
                  </a:cubicBezTo>
                  <a:cubicBezTo>
                    <a:pt x="97" y="36"/>
                    <a:pt x="101" y="40"/>
                    <a:pt x="101" y="44"/>
                  </a:cubicBezTo>
                  <a:cubicBezTo>
                    <a:pt x="101" y="48"/>
                    <a:pt x="97" y="52"/>
                    <a:pt x="93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47" name="Oval 805"/>
            <p:cNvSpPr>
              <a:spLocks noChangeArrowheads="1"/>
            </p:cNvSpPr>
            <p:nvPr/>
          </p:nvSpPr>
          <p:spPr bwMode="auto">
            <a:xfrm>
              <a:off x="10871200" y="3478213"/>
              <a:ext cx="85725" cy="1079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48" name="Freeform 806"/>
            <p:cNvSpPr>
              <a:spLocks/>
            </p:cNvSpPr>
            <p:nvPr/>
          </p:nvSpPr>
          <p:spPr bwMode="auto">
            <a:xfrm>
              <a:off x="10825163" y="3594100"/>
              <a:ext cx="176213" cy="90488"/>
            </a:xfrm>
            <a:custGeom>
              <a:avLst/>
              <a:gdLst>
                <a:gd name="T0" fmla="*/ 23 w 47"/>
                <a:gd name="T1" fmla="*/ 24 h 24"/>
                <a:gd name="T2" fmla="*/ 47 w 47"/>
                <a:gd name="T3" fmla="*/ 18 h 24"/>
                <a:gd name="T4" fmla="*/ 46 w 47"/>
                <a:gd name="T5" fmla="*/ 8 h 24"/>
                <a:gd name="T6" fmla="*/ 40 w 47"/>
                <a:gd name="T7" fmla="*/ 1 h 24"/>
                <a:gd name="T8" fmla="*/ 39 w 47"/>
                <a:gd name="T9" fmla="*/ 1 h 24"/>
                <a:gd name="T10" fmla="*/ 38 w 47"/>
                <a:gd name="T11" fmla="*/ 1 h 24"/>
                <a:gd name="T12" fmla="*/ 8 w 47"/>
                <a:gd name="T13" fmla="*/ 1 h 24"/>
                <a:gd name="T14" fmla="*/ 7 w 47"/>
                <a:gd name="T15" fmla="*/ 1 h 24"/>
                <a:gd name="T16" fmla="*/ 7 w 47"/>
                <a:gd name="T17" fmla="*/ 1 h 24"/>
                <a:gd name="T18" fmla="*/ 0 w 47"/>
                <a:gd name="T19" fmla="*/ 8 h 24"/>
                <a:gd name="T20" fmla="*/ 0 w 47"/>
                <a:gd name="T21" fmla="*/ 18 h 24"/>
                <a:gd name="T22" fmla="*/ 23 w 47"/>
                <a:gd name="T2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24">
                  <a:moveTo>
                    <a:pt x="23" y="24"/>
                  </a:moveTo>
                  <a:cubicBezTo>
                    <a:pt x="32" y="24"/>
                    <a:pt x="40" y="21"/>
                    <a:pt x="47" y="18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6" y="4"/>
                    <a:pt x="43" y="1"/>
                    <a:pt x="40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9" y="1"/>
                    <a:pt x="39" y="1"/>
                    <a:pt x="38" y="1"/>
                  </a:cubicBezTo>
                  <a:cubicBezTo>
                    <a:pt x="28" y="0"/>
                    <a:pt x="18" y="0"/>
                    <a:pt x="8" y="1"/>
                  </a:cubicBezTo>
                  <a:cubicBezTo>
                    <a:pt x="8" y="1"/>
                    <a:pt x="8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4" y="1"/>
                    <a:pt x="1" y="4"/>
                    <a:pt x="0" y="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7" y="21"/>
                    <a:pt x="15" y="24"/>
                    <a:pt x="23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3886438" y="4180593"/>
            <a:ext cx="320891" cy="312852"/>
            <a:chOff x="5753100" y="4821238"/>
            <a:chExt cx="760413" cy="741362"/>
          </a:xfrm>
          <a:solidFill>
            <a:srgbClr val="FEFEFE"/>
          </a:solidFill>
        </p:grpSpPr>
        <p:sp>
          <p:nvSpPr>
            <p:cNvPr id="50" name="Freeform 915"/>
            <p:cNvSpPr>
              <a:spLocks/>
            </p:cNvSpPr>
            <p:nvPr/>
          </p:nvSpPr>
          <p:spPr bwMode="auto">
            <a:xfrm>
              <a:off x="6064250" y="4821238"/>
              <a:ext cx="104775" cy="123825"/>
            </a:xfrm>
            <a:custGeom>
              <a:avLst/>
              <a:gdLst>
                <a:gd name="T0" fmla="*/ 11 w 28"/>
                <a:gd name="T1" fmla="*/ 32 h 33"/>
                <a:gd name="T2" fmla="*/ 26 w 28"/>
                <a:gd name="T3" fmla="*/ 19 h 33"/>
                <a:gd name="T4" fmla="*/ 17 w 28"/>
                <a:gd name="T5" fmla="*/ 1 h 33"/>
                <a:gd name="T6" fmla="*/ 1 w 28"/>
                <a:gd name="T7" fmla="*/ 14 h 33"/>
                <a:gd name="T8" fmla="*/ 11 w 28"/>
                <a:gd name="T9" fmla="*/ 3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3">
                  <a:moveTo>
                    <a:pt x="11" y="32"/>
                  </a:moveTo>
                  <a:cubicBezTo>
                    <a:pt x="18" y="33"/>
                    <a:pt x="24" y="27"/>
                    <a:pt x="26" y="19"/>
                  </a:cubicBezTo>
                  <a:cubicBezTo>
                    <a:pt x="28" y="10"/>
                    <a:pt x="24" y="2"/>
                    <a:pt x="17" y="1"/>
                  </a:cubicBezTo>
                  <a:cubicBezTo>
                    <a:pt x="10" y="0"/>
                    <a:pt x="3" y="6"/>
                    <a:pt x="1" y="14"/>
                  </a:cubicBezTo>
                  <a:cubicBezTo>
                    <a:pt x="0" y="22"/>
                    <a:pt x="4" y="30"/>
                    <a:pt x="11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51" name="Freeform 916"/>
            <p:cNvSpPr>
              <a:spLocks/>
            </p:cNvSpPr>
            <p:nvPr/>
          </p:nvSpPr>
          <p:spPr bwMode="auto">
            <a:xfrm>
              <a:off x="5838825" y="4929188"/>
              <a:ext cx="471488" cy="492125"/>
            </a:xfrm>
            <a:custGeom>
              <a:avLst/>
              <a:gdLst>
                <a:gd name="T0" fmla="*/ 27 w 126"/>
                <a:gd name="T1" fmla="*/ 32 h 131"/>
                <a:gd name="T2" fmla="*/ 40 w 126"/>
                <a:gd name="T3" fmla="*/ 22 h 131"/>
                <a:gd name="T4" fmla="*/ 26 w 126"/>
                <a:gd name="T5" fmla="*/ 62 h 131"/>
                <a:gd name="T6" fmla="*/ 26 w 126"/>
                <a:gd name="T7" fmla="*/ 62 h 131"/>
                <a:gd name="T8" fmla="*/ 36 w 126"/>
                <a:gd name="T9" fmla="*/ 66 h 131"/>
                <a:gd name="T10" fmla="*/ 31 w 126"/>
                <a:gd name="T11" fmla="*/ 91 h 131"/>
                <a:gd name="T12" fmla="*/ 17 w 126"/>
                <a:gd name="T13" fmla="*/ 123 h 131"/>
                <a:gd name="T14" fmla="*/ 32 w 126"/>
                <a:gd name="T15" fmla="*/ 131 h 131"/>
                <a:gd name="T16" fmla="*/ 51 w 126"/>
                <a:gd name="T17" fmla="*/ 88 h 131"/>
                <a:gd name="T18" fmla="*/ 54 w 126"/>
                <a:gd name="T19" fmla="*/ 74 h 131"/>
                <a:gd name="T20" fmla="*/ 75 w 126"/>
                <a:gd name="T21" fmla="*/ 75 h 131"/>
                <a:gd name="T22" fmla="*/ 73 w 126"/>
                <a:gd name="T23" fmla="*/ 79 h 131"/>
                <a:gd name="T24" fmla="*/ 70 w 126"/>
                <a:gd name="T25" fmla="*/ 96 h 131"/>
                <a:gd name="T26" fmla="*/ 86 w 126"/>
                <a:gd name="T27" fmla="*/ 100 h 131"/>
                <a:gd name="T28" fmla="*/ 92 w 126"/>
                <a:gd name="T29" fmla="*/ 80 h 131"/>
                <a:gd name="T30" fmla="*/ 95 w 126"/>
                <a:gd name="T31" fmla="*/ 69 h 131"/>
                <a:gd name="T32" fmla="*/ 86 w 126"/>
                <a:gd name="T33" fmla="*/ 57 h 131"/>
                <a:gd name="T34" fmla="*/ 86 w 126"/>
                <a:gd name="T35" fmla="*/ 57 h 131"/>
                <a:gd name="T36" fmla="*/ 85 w 126"/>
                <a:gd name="T37" fmla="*/ 57 h 131"/>
                <a:gd name="T38" fmla="*/ 84 w 126"/>
                <a:gd name="T39" fmla="*/ 57 h 131"/>
                <a:gd name="T40" fmla="*/ 81 w 126"/>
                <a:gd name="T41" fmla="*/ 56 h 131"/>
                <a:gd name="T42" fmla="*/ 76 w 126"/>
                <a:gd name="T43" fmla="*/ 56 h 131"/>
                <a:gd name="T44" fmla="*/ 66 w 126"/>
                <a:gd name="T45" fmla="*/ 55 h 131"/>
                <a:gd name="T46" fmla="*/ 74 w 126"/>
                <a:gd name="T47" fmla="*/ 27 h 131"/>
                <a:gd name="T48" fmla="*/ 78 w 126"/>
                <a:gd name="T49" fmla="*/ 33 h 131"/>
                <a:gd name="T50" fmla="*/ 83 w 126"/>
                <a:gd name="T51" fmla="*/ 39 h 131"/>
                <a:gd name="T52" fmla="*/ 84 w 126"/>
                <a:gd name="T53" fmla="*/ 40 h 131"/>
                <a:gd name="T54" fmla="*/ 91 w 126"/>
                <a:gd name="T55" fmla="*/ 45 h 131"/>
                <a:gd name="T56" fmla="*/ 91 w 126"/>
                <a:gd name="T57" fmla="*/ 45 h 131"/>
                <a:gd name="T58" fmla="*/ 91 w 126"/>
                <a:gd name="T59" fmla="*/ 45 h 131"/>
                <a:gd name="T60" fmla="*/ 92 w 126"/>
                <a:gd name="T61" fmla="*/ 45 h 131"/>
                <a:gd name="T62" fmla="*/ 95 w 126"/>
                <a:gd name="T63" fmla="*/ 45 h 131"/>
                <a:gd name="T64" fmla="*/ 126 w 126"/>
                <a:gd name="T65" fmla="*/ 45 h 131"/>
                <a:gd name="T66" fmla="*/ 126 w 126"/>
                <a:gd name="T67" fmla="*/ 28 h 131"/>
                <a:gd name="T68" fmla="*/ 95 w 126"/>
                <a:gd name="T69" fmla="*/ 29 h 131"/>
                <a:gd name="T70" fmla="*/ 94 w 126"/>
                <a:gd name="T71" fmla="*/ 29 h 131"/>
                <a:gd name="T72" fmla="*/ 91 w 126"/>
                <a:gd name="T73" fmla="*/ 24 h 131"/>
                <a:gd name="T74" fmla="*/ 81 w 126"/>
                <a:gd name="T75" fmla="*/ 12 h 131"/>
                <a:gd name="T76" fmla="*/ 75 w 126"/>
                <a:gd name="T77" fmla="*/ 9 h 131"/>
                <a:gd name="T78" fmla="*/ 74 w 126"/>
                <a:gd name="T79" fmla="*/ 8 h 131"/>
                <a:gd name="T80" fmla="*/ 76 w 126"/>
                <a:gd name="T81" fmla="*/ 14 h 131"/>
                <a:gd name="T82" fmla="*/ 71 w 126"/>
                <a:gd name="T83" fmla="*/ 16 h 131"/>
                <a:gd name="T84" fmla="*/ 71 w 126"/>
                <a:gd name="T85" fmla="*/ 21 h 131"/>
                <a:gd name="T86" fmla="*/ 61 w 126"/>
                <a:gd name="T87" fmla="*/ 37 h 131"/>
                <a:gd name="T88" fmla="*/ 68 w 126"/>
                <a:gd name="T89" fmla="*/ 12 h 131"/>
                <a:gd name="T90" fmla="*/ 69 w 126"/>
                <a:gd name="T91" fmla="*/ 11 h 131"/>
                <a:gd name="T92" fmla="*/ 70 w 126"/>
                <a:gd name="T93" fmla="*/ 6 h 131"/>
                <a:gd name="T94" fmla="*/ 68 w 126"/>
                <a:gd name="T95" fmla="*/ 5 h 131"/>
                <a:gd name="T96" fmla="*/ 65 w 126"/>
                <a:gd name="T97" fmla="*/ 10 h 131"/>
                <a:gd name="T98" fmla="*/ 65 w 126"/>
                <a:gd name="T99" fmla="*/ 11 h 131"/>
                <a:gd name="T100" fmla="*/ 57 w 126"/>
                <a:gd name="T101" fmla="*/ 35 h 131"/>
                <a:gd name="T102" fmla="*/ 58 w 126"/>
                <a:gd name="T103" fmla="*/ 17 h 131"/>
                <a:gd name="T104" fmla="*/ 61 w 126"/>
                <a:gd name="T105" fmla="*/ 12 h 131"/>
                <a:gd name="T106" fmla="*/ 59 w 126"/>
                <a:gd name="T107" fmla="*/ 8 h 131"/>
                <a:gd name="T108" fmla="*/ 63 w 126"/>
                <a:gd name="T109" fmla="*/ 4 h 131"/>
                <a:gd name="T110" fmla="*/ 53 w 126"/>
                <a:gd name="T111" fmla="*/ 1 h 131"/>
                <a:gd name="T112" fmla="*/ 44 w 126"/>
                <a:gd name="T113" fmla="*/ 1 h 131"/>
                <a:gd name="T114" fmla="*/ 18 w 126"/>
                <a:gd name="T115" fmla="*/ 19 h 131"/>
                <a:gd name="T116" fmla="*/ 0 w 126"/>
                <a:gd name="T117" fmla="*/ 49 h 131"/>
                <a:gd name="T118" fmla="*/ 15 w 126"/>
                <a:gd name="T119" fmla="*/ 57 h 131"/>
                <a:gd name="T120" fmla="*/ 27 w 126"/>
                <a:gd name="T121" fmla="*/ 3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6" h="131">
                  <a:moveTo>
                    <a:pt x="27" y="32"/>
                  </a:moveTo>
                  <a:cubicBezTo>
                    <a:pt x="40" y="22"/>
                    <a:pt x="40" y="22"/>
                    <a:pt x="40" y="22"/>
                  </a:cubicBezTo>
                  <a:cubicBezTo>
                    <a:pt x="35" y="36"/>
                    <a:pt x="30" y="49"/>
                    <a:pt x="26" y="62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9" y="64"/>
                    <a:pt x="33" y="65"/>
                    <a:pt x="36" y="66"/>
                  </a:cubicBezTo>
                  <a:cubicBezTo>
                    <a:pt x="35" y="75"/>
                    <a:pt x="33" y="85"/>
                    <a:pt x="31" y="91"/>
                  </a:cubicBezTo>
                  <a:cubicBezTo>
                    <a:pt x="17" y="123"/>
                    <a:pt x="17" y="123"/>
                    <a:pt x="17" y="123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37" y="119"/>
                    <a:pt x="46" y="107"/>
                    <a:pt x="51" y="88"/>
                  </a:cubicBezTo>
                  <a:cubicBezTo>
                    <a:pt x="52" y="83"/>
                    <a:pt x="53" y="78"/>
                    <a:pt x="54" y="74"/>
                  </a:cubicBezTo>
                  <a:cubicBezTo>
                    <a:pt x="75" y="75"/>
                    <a:pt x="75" y="75"/>
                    <a:pt x="75" y="75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86" y="100"/>
                    <a:pt x="86" y="100"/>
                    <a:pt x="86" y="100"/>
                  </a:cubicBezTo>
                  <a:cubicBezTo>
                    <a:pt x="88" y="95"/>
                    <a:pt x="90" y="88"/>
                    <a:pt x="92" y="80"/>
                  </a:cubicBezTo>
                  <a:cubicBezTo>
                    <a:pt x="95" y="69"/>
                    <a:pt x="95" y="69"/>
                    <a:pt x="95" y="69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1" y="56"/>
                    <a:pt x="81" y="56"/>
                    <a:pt x="81" y="56"/>
                  </a:cubicBezTo>
                  <a:cubicBezTo>
                    <a:pt x="76" y="56"/>
                    <a:pt x="76" y="56"/>
                    <a:pt x="76" y="56"/>
                  </a:cubicBezTo>
                  <a:cubicBezTo>
                    <a:pt x="72" y="56"/>
                    <a:pt x="69" y="56"/>
                    <a:pt x="66" y="55"/>
                  </a:cubicBezTo>
                  <a:cubicBezTo>
                    <a:pt x="69" y="46"/>
                    <a:pt x="72" y="36"/>
                    <a:pt x="74" y="27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39"/>
                    <a:pt x="126" y="34"/>
                    <a:pt x="126" y="28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91" y="24"/>
                    <a:pt x="91" y="24"/>
                    <a:pt x="91" y="24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0" y="10"/>
                    <a:pt x="78" y="9"/>
                    <a:pt x="75" y="9"/>
                  </a:cubicBezTo>
                  <a:cubicBezTo>
                    <a:pt x="75" y="8"/>
                    <a:pt x="75" y="8"/>
                    <a:pt x="74" y="8"/>
                  </a:cubicBezTo>
                  <a:cubicBezTo>
                    <a:pt x="76" y="14"/>
                    <a:pt x="76" y="14"/>
                    <a:pt x="76" y="14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1" y="21"/>
                    <a:pt x="71" y="21"/>
                    <a:pt x="71" y="21"/>
                  </a:cubicBezTo>
                  <a:cubicBezTo>
                    <a:pt x="61" y="37"/>
                    <a:pt x="61" y="37"/>
                    <a:pt x="61" y="37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70" y="6"/>
                    <a:pt x="70" y="6"/>
                    <a:pt x="70" y="6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0" y="3"/>
                    <a:pt x="56" y="2"/>
                    <a:pt x="53" y="1"/>
                  </a:cubicBezTo>
                  <a:cubicBezTo>
                    <a:pt x="48" y="0"/>
                    <a:pt x="47" y="0"/>
                    <a:pt x="44" y="1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7" y="34"/>
                    <a:pt x="6" y="39"/>
                    <a:pt x="0" y="49"/>
                  </a:cubicBezTo>
                  <a:cubicBezTo>
                    <a:pt x="5" y="52"/>
                    <a:pt x="10" y="55"/>
                    <a:pt x="15" y="57"/>
                  </a:cubicBezTo>
                  <a:cubicBezTo>
                    <a:pt x="19" y="49"/>
                    <a:pt x="27" y="35"/>
                    <a:pt x="27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52" name="Freeform 917"/>
            <p:cNvSpPr>
              <a:spLocks noEditPoints="1"/>
            </p:cNvSpPr>
            <p:nvPr/>
          </p:nvSpPr>
          <p:spPr bwMode="auto">
            <a:xfrm>
              <a:off x="5753100" y="5135563"/>
              <a:ext cx="168275" cy="153988"/>
            </a:xfrm>
            <a:custGeom>
              <a:avLst/>
              <a:gdLst>
                <a:gd name="T0" fmla="*/ 5 w 45"/>
                <a:gd name="T1" fmla="*/ 33 h 41"/>
                <a:gd name="T2" fmla="*/ 7 w 45"/>
                <a:gd name="T3" fmla="*/ 32 h 41"/>
                <a:gd name="T4" fmla="*/ 7 w 45"/>
                <a:gd name="T5" fmla="*/ 32 h 41"/>
                <a:gd name="T6" fmla="*/ 29 w 45"/>
                <a:gd name="T7" fmla="*/ 39 h 41"/>
                <a:gd name="T8" fmla="*/ 29 w 45"/>
                <a:gd name="T9" fmla="*/ 39 h 41"/>
                <a:gd name="T10" fmla="*/ 30 w 45"/>
                <a:gd name="T11" fmla="*/ 41 h 41"/>
                <a:gd name="T12" fmla="*/ 32 w 45"/>
                <a:gd name="T13" fmla="*/ 41 h 41"/>
                <a:gd name="T14" fmla="*/ 33 w 45"/>
                <a:gd name="T15" fmla="*/ 40 h 41"/>
                <a:gd name="T16" fmla="*/ 33 w 45"/>
                <a:gd name="T17" fmla="*/ 40 h 41"/>
                <a:gd name="T18" fmla="*/ 38 w 45"/>
                <a:gd name="T19" fmla="*/ 37 h 41"/>
                <a:gd name="T20" fmla="*/ 44 w 45"/>
                <a:gd name="T21" fmla="*/ 18 h 41"/>
                <a:gd name="T22" fmla="*/ 41 w 45"/>
                <a:gd name="T23" fmla="*/ 13 h 41"/>
                <a:gd name="T24" fmla="*/ 36 w 45"/>
                <a:gd name="T25" fmla="*/ 11 h 41"/>
                <a:gd name="T26" fmla="*/ 36 w 45"/>
                <a:gd name="T27" fmla="*/ 11 h 41"/>
                <a:gd name="T28" fmla="*/ 32 w 45"/>
                <a:gd name="T29" fmla="*/ 4 h 41"/>
                <a:gd name="T30" fmla="*/ 25 w 45"/>
                <a:gd name="T31" fmla="*/ 1 h 41"/>
                <a:gd name="T32" fmla="*/ 17 w 45"/>
                <a:gd name="T33" fmla="*/ 5 h 41"/>
                <a:gd name="T34" fmla="*/ 17 w 45"/>
                <a:gd name="T35" fmla="*/ 6 h 41"/>
                <a:gd name="T36" fmla="*/ 12 w 45"/>
                <a:gd name="T37" fmla="*/ 4 h 41"/>
                <a:gd name="T38" fmla="*/ 7 w 45"/>
                <a:gd name="T39" fmla="*/ 7 h 41"/>
                <a:gd name="T40" fmla="*/ 1 w 45"/>
                <a:gd name="T41" fmla="*/ 25 h 41"/>
                <a:gd name="T42" fmla="*/ 3 w 45"/>
                <a:gd name="T43" fmla="*/ 30 h 41"/>
                <a:gd name="T44" fmla="*/ 3 w 45"/>
                <a:gd name="T45" fmla="*/ 31 h 41"/>
                <a:gd name="T46" fmla="*/ 3 w 45"/>
                <a:gd name="T47" fmla="*/ 32 h 41"/>
                <a:gd name="T48" fmla="*/ 5 w 45"/>
                <a:gd name="T49" fmla="*/ 33 h 41"/>
                <a:gd name="T50" fmla="*/ 20 w 45"/>
                <a:gd name="T51" fmla="*/ 6 h 41"/>
                <a:gd name="T52" fmla="*/ 24 w 45"/>
                <a:gd name="T53" fmla="*/ 4 h 41"/>
                <a:gd name="T54" fmla="*/ 31 w 45"/>
                <a:gd name="T55" fmla="*/ 7 h 41"/>
                <a:gd name="T56" fmla="*/ 33 w 45"/>
                <a:gd name="T57" fmla="*/ 10 h 41"/>
                <a:gd name="T58" fmla="*/ 33 w 45"/>
                <a:gd name="T59" fmla="*/ 10 h 41"/>
                <a:gd name="T60" fmla="*/ 20 w 45"/>
                <a:gd name="T61" fmla="*/ 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5" h="41">
                  <a:moveTo>
                    <a:pt x="5" y="33"/>
                  </a:moveTo>
                  <a:cubicBezTo>
                    <a:pt x="6" y="33"/>
                    <a:pt x="7" y="33"/>
                    <a:pt x="7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41"/>
                    <a:pt x="33" y="41"/>
                    <a:pt x="33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5" y="40"/>
                    <a:pt x="37" y="39"/>
                    <a:pt x="38" y="37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5" y="16"/>
                    <a:pt x="43" y="14"/>
                    <a:pt x="41" y="13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8"/>
                    <a:pt x="35" y="4"/>
                    <a:pt x="32" y="4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2" y="0"/>
                    <a:pt x="18" y="2"/>
                    <a:pt x="17" y="5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0" y="3"/>
                    <a:pt x="7" y="4"/>
                    <a:pt x="7" y="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0" y="27"/>
                    <a:pt x="1" y="30"/>
                    <a:pt x="3" y="30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2" y="31"/>
                    <a:pt x="3" y="32"/>
                    <a:pt x="3" y="32"/>
                  </a:cubicBezTo>
                  <a:lnTo>
                    <a:pt x="5" y="33"/>
                  </a:lnTo>
                  <a:close/>
                  <a:moveTo>
                    <a:pt x="20" y="6"/>
                  </a:moveTo>
                  <a:cubicBezTo>
                    <a:pt x="21" y="4"/>
                    <a:pt x="22" y="4"/>
                    <a:pt x="24" y="4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3" y="7"/>
                    <a:pt x="33" y="8"/>
                    <a:pt x="3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20" y="6"/>
                    <a:pt x="20" y="6"/>
                    <a:pt x="2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53" name="Freeform 918"/>
            <p:cNvSpPr>
              <a:spLocks/>
            </p:cNvSpPr>
            <p:nvPr/>
          </p:nvSpPr>
          <p:spPr bwMode="auto">
            <a:xfrm>
              <a:off x="5764213" y="5105400"/>
              <a:ext cx="749300" cy="457200"/>
            </a:xfrm>
            <a:custGeom>
              <a:avLst/>
              <a:gdLst>
                <a:gd name="T0" fmla="*/ 472 w 472"/>
                <a:gd name="T1" fmla="*/ 0 h 288"/>
                <a:gd name="T2" fmla="*/ 389 w 472"/>
                <a:gd name="T3" fmla="*/ 33 h 288"/>
                <a:gd name="T4" fmla="*/ 406 w 472"/>
                <a:gd name="T5" fmla="*/ 45 h 288"/>
                <a:gd name="T6" fmla="*/ 302 w 472"/>
                <a:gd name="T7" fmla="*/ 156 h 288"/>
                <a:gd name="T8" fmla="*/ 210 w 472"/>
                <a:gd name="T9" fmla="*/ 147 h 288"/>
                <a:gd name="T10" fmla="*/ 137 w 472"/>
                <a:gd name="T11" fmla="*/ 222 h 288"/>
                <a:gd name="T12" fmla="*/ 61 w 472"/>
                <a:gd name="T13" fmla="*/ 184 h 288"/>
                <a:gd name="T14" fmla="*/ 0 w 472"/>
                <a:gd name="T15" fmla="*/ 262 h 288"/>
                <a:gd name="T16" fmla="*/ 33 w 472"/>
                <a:gd name="T17" fmla="*/ 288 h 288"/>
                <a:gd name="T18" fmla="*/ 73 w 472"/>
                <a:gd name="T19" fmla="*/ 239 h 288"/>
                <a:gd name="T20" fmla="*/ 146 w 472"/>
                <a:gd name="T21" fmla="*/ 274 h 288"/>
                <a:gd name="T22" fmla="*/ 226 w 472"/>
                <a:gd name="T23" fmla="*/ 191 h 288"/>
                <a:gd name="T24" fmla="*/ 318 w 472"/>
                <a:gd name="T25" fmla="*/ 201 h 288"/>
                <a:gd name="T26" fmla="*/ 441 w 472"/>
                <a:gd name="T27" fmla="*/ 71 h 288"/>
                <a:gd name="T28" fmla="*/ 465 w 472"/>
                <a:gd name="T29" fmla="*/ 88 h 288"/>
                <a:gd name="T30" fmla="*/ 472 w 472"/>
                <a:gd name="T3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2" h="288">
                  <a:moveTo>
                    <a:pt x="472" y="0"/>
                  </a:moveTo>
                  <a:lnTo>
                    <a:pt x="389" y="33"/>
                  </a:lnTo>
                  <a:lnTo>
                    <a:pt x="406" y="45"/>
                  </a:lnTo>
                  <a:lnTo>
                    <a:pt x="302" y="156"/>
                  </a:lnTo>
                  <a:lnTo>
                    <a:pt x="210" y="147"/>
                  </a:lnTo>
                  <a:lnTo>
                    <a:pt x="137" y="222"/>
                  </a:lnTo>
                  <a:lnTo>
                    <a:pt x="61" y="184"/>
                  </a:lnTo>
                  <a:lnTo>
                    <a:pt x="0" y="262"/>
                  </a:lnTo>
                  <a:lnTo>
                    <a:pt x="33" y="288"/>
                  </a:lnTo>
                  <a:lnTo>
                    <a:pt x="73" y="239"/>
                  </a:lnTo>
                  <a:lnTo>
                    <a:pt x="146" y="274"/>
                  </a:lnTo>
                  <a:lnTo>
                    <a:pt x="226" y="191"/>
                  </a:lnTo>
                  <a:lnTo>
                    <a:pt x="318" y="201"/>
                  </a:lnTo>
                  <a:lnTo>
                    <a:pt x="441" y="71"/>
                  </a:lnTo>
                  <a:lnTo>
                    <a:pt x="465" y="88"/>
                  </a:lnTo>
                  <a:lnTo>
                    <a:pt x="47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</p:grpSp>
      <p:sp>
        <p:nvSpPr>
          <p:cNvPr id="54" name="Freeform 954"/>
          <p:cNvSpPr>
            <a:spLocks noEditPoints="1"/>
          </p:cNvSpPr>
          <p:nvPr/>
        </p:nvSpPr>
        <p:spPr bwMode="auto">
          <a:xfrm>
            <a:off x="4841234" y="1858302"/>
            <a:ext cx="291860" cy="327302"/>
          </a:xfrm>
          <a:custGeom>
            <a:avLst/>
            <a:gdLst>
              <a:gd name="T0" fmla="*/ 141 w 697"/>
              <a:gd name="T1" fmla="*/ 217 h 782"/>
              <a:gd name="T2" fmla="*/ 141 w 697"/>
              <a:gd name="T3" fmla="*/ 314 h 782"/>
              <a:gd name="T4" fmla="*/ 121 w 697"/>
              <a:gd name="T5" fmla="*/ 288 h 782"/>
              <a:gd name="T6" fmla="*/ 138 w 697"/>
              <a:gd name="T7" fmla="*/ 282 h 782"/>
              <a:gd name="T8" fmla="*/ 137 w 697"/>
              <a:gd name="T9" fmla="*/ 269 h 782"/>
              <a:gd name="T10" fmla="*/ 136 w 697"/>
              <a:gd name="T11" fmla="*/ 238 h 782"/>
              <a:gd name="T12" fmla="*/ 145 w 697"/>
              <a:gd name="T13" fmla="*/ 230 h 782"/>
              <a:gd name="T14" fmla="*/ 157 w 697"/>
              <a:gd name="T15" fmla="*/ 241 h 782"/>
              <a:gd name="T16" fmla="*/ 142 w 697"/>
              <a:gd name="T17" fmla="*/ 247 h 782"/>
              <a:gd name="T18" fmla="*/ 145 w 697"/>
              <a:gd name="T19" fmla="*/ 259 h 782"/>
              <a:gd name="T20" fmla="*/ 144 w 697"/>
              <a:gd name="T21" fmla="*/ 291 h 782"/>
              <a:gd name="T22" fmla="*/ 136 w 697"/>
              <a:gd name="T23" fmla="*/ 300 h 782"/>
              <a:gd name="T24" fmla="*/ 121 w 697"/>
              <a:gd name="T25" fmla="*/ 288 h 782"/>
              <a:gd name="T26" fmla="*/ 248 w 697"/>
              <a:gd name="T27" fmla="*/ 233 h 782"/>
              <a:gd name="T28" fmla="*/ 456 w 697"/>
              <a:gd name="T29" fmla="*/ 233 h 782"/>
              <a:gd name="T30" fmla="*/ 359 w 697"/>
              <a:gd name="T31" fmla="*/ 289 h 782"/>
              <a:gd name="T32" fmla="*/ 340 w 697"/>
              <a:gd name="T33" fmla="*/ 308 h 782"/>
              <a:gd name="T34" fmla="*/ 309 w 697"/>
              <a:gd name="T35" fmla="*/ 283 h 782"/>
              <a:gd name="T36" fmla="*/ 345 w 697"/>
              <a:gd name="T37" fmla="*/ 269 h 782"/>
              <a:gd name="T38" fmla="*/ 343 w 697"/>
              <a:gd name="T39" fmla="*/ 242 h 782"/>
              <a:gd name="T40" fmla="*/ 341 w 697"/>
              <a:gd name="T41" fmla="*/ 175 h 782"/>
              <a:gd name="T42" fmla="*/ 359 w 697"/>
              <a:gd name="T43" fmla="*/ 158 h 782"/>
              <a:gd name="T44" fmla="*/ 386 w 697"/>
              <a:gd name="T45" fmla="*/ 180 h 782"/>
              <a:gd name="T46" fmla="*/ 354 w 697"/>
              <a:gd name="T47" fmla="*/ 194 h 782"/>
              <a:gd name="T48" fmla="*/ 361 w 697"/>
              <a:gd name="T49" fmla="*/ 221 h 782"/>
              <a:gd name="T50" fmla="*/ 359 w 697"/>
              <a:gd name="T51" fmla="*/ 289 h 782"/>
              <a:gd name="T52" fmla="*/ 122 w 697"/>
              <a:gd name="T53" fmla="*/ 426 h 782"/>
              <a:gd name="T54" fmla="*/ 255 w 697"/>
              <a:gd name="T55" fmla="*/ 426 h 782"/>
              <a:gd name="T56" fmla="*/ 193 w 697"/>
              <a:gd name="T57" fmla="*/ 462 h 782"/>
              <a:gd name="T58" fmla="*/ 181 w 697"/>
              <a:gd name="T59" fmla="*/ 474 h 782"/>
              <a:gd name="T60" fmla="*/ 161 w 697"/>
              <a:gd name="T61" fmla="*/ 458 h 782"/>
              <a:gd name="T62" fmla="*/ 184 w 697"/>
              <a:gd name="T63" fmla="*/ 449 h 782"/>
              <a:gd name="T64" fmla="*/ 183 w 697"/>
              <a:gd name="T65" fmla="*/ 431 h 782"/>
              <a:gd name="T66" fmla="*/ 182 w 697"/>
              <a:gd name="T67" fmla="*/ 389 h 782"/>
              <a:gd name="T68" fmla="*/ 194 w 697"/>
              <a:gd name="T69" fmla="*/ 378 h 782"/>
              <a:gd name="T70" fmla="*/ 211 w 697"/>
              <a:gd name="T71" fmla="*/ 392 h 782"/>
              <a:gd name="T72" fmla="*/ 190 w 697"/>
              <a:gd name="T73" fmla="*/ 401 h 782"/>
              <a:gd name="T74" fmla="*/ 194 w 697"/>
              <a:gd name="T75" fmla="*/ 418 h 782"/>
              <a:gd name="T76" fmla="*/ 193 w 697"/>
              <a:gd name="T77" fmla="*/ 462 h 782"/>
              <a:gd name="T78" fmla="*/ 601 w 697"/>
              <a:gd name="T79" fmla="*/ 366 h 782"/>
              <a:gd name="T80" fmla="*/ 585 w 697"/>
              <a:gd name="T81" fmla="*/ 182 h 782"/>
              <a:gd name="T82" fmla="*/ 298 w 697"/>
              <a:gd name="T83" fmla="*/ 0 h 782"/>
              <a:gd name="T84" fmla="*/ 2 w 697"/>
              <a:gd name="T85" fmla="*/ 302 h 782"/>
              <a:gd name="T86" fmla="*/ 0 w 697"/>
              <a:gd name="T87" fmla="*/ 781 h 782"/>
              <a:gd name="T88" fmla="*/ 433 w 697"/>
              <a:gd name="T89" fmla="*/ 674 h 782"/>
              <a:gd name="T90" fmla="*/ 563 w 697"/>
              <a:gd name="T91" fmla="*/ 673 h 782"/>
              <a:gd name="T92" fmla="*/ 564 w 697"/>
              <a:gd name="T93" fmla="*/ 673 h 782"/>
              <a:gd name="T94" fmla="*/ 595 w 697"/>
              <a:gd name="T95" fmla="*/ 577 h 782"/>
              <a:gd name="T96" fmla="*/ 561 w 697"/>
              <a:gd name="T97" fmla="*/ 554 h 782"/>
              <a:gd name="T98" fmla="*/ 598 w 697"/>
              <a:gd name="T99" fmla="*/ 536 h 782"/>
              <a:gd name="T100" fmla="*/ 595 w 697"/>
              <a:gd name="T101" fmla="*/ 527 h 782"/>
              <a:gd name="T102" fmla="*/ 652 w 697"/>
              <a:gd name="T103" fmla="*/ 426 h 782"/>
              <a:gd name="T104" fmla="*/ 141 w 697"/>
              <a:gd name="T105" fmla="*/ 201 h 782"/>
              <a:gd name="T106" fmla="*/ 141 w 697"/>
              <a:gd name="T107" fmla="*/ 329 h 782"/>
              <a:gd name="T108" fmla="*/ 189 w 697"/>
              <a:gd name="T109" fmla="*/ 514 h 782"/>
              <a:gd name="T110" fmla="*/ 189 w 697"/>
              <a:gd name="T111" fmla="*/ 337 h 782"/>
              <a:gd name="T112" fmla="*/ 189 w 697"/>
              <a:gd name="T113" fmla="*/ 514 h 782"/>
              <a:gd name="T114" fmla="*/ 215 w 697"/>
              <a:gd name="T115" fmla="*/ 233 h 782"/>
              <a:gd name="T116" fmla="*/ 489 w 697"/>
              <a:gd name="T117" fmla="*/ 233 h 7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697" h="782">
                <a:moveTo>
                  <a:pt x="189" y="265"/>
                </a:moveTo>
                <a:cubicBezTo>
                  <a:pt x="189" y="238"/>
                  <a:pt x="168" y="217"/>
                  <a:pt x="141" y="217"/>
                </a:cubicBezTo>
                <a:cubicBezTo>
                  <a:pt x="115" y="217"/>
                  <a:pt x="93" y="238"/>
                  <a:pt x="93" y="265"/>
                </a:cubicBezTo>
                <a:cubicBezTo>
                  <a:pt x="93" y="292"/>
                  <a:pt x="115" y="314"/>
                  <a:pt x="141" y="314"/>
                </a:cubicBezTo>
                <a:cubicBezTo>
                  <a:pt x="168" y="314"/>
                  <a:pt x="189" y="292"/>
                  <a:pt x="189" y="265"/>
                </a:cubicBezTo>
                <a:moveTo>
                  <a:pt x="121" y="288"/>
                </a:moveTo>
                <a:cubicBezTo>
                  <a:pt x="124" y="278"/>
                  <a:pt x="124" y="278"/>
                  <a:pt x="124" y="278"/>
                </a:cubicBezTo>
                <a:cubicBezTo>
                  <a:pt x="127" y="280"/>
                  <a:pt x="132" y="282"/>
                  <a:pt x="138" y="282"/>
                </a:cubicBezTo>
                <a:cubicBezTo>
                  <a:pt x="143" y="282"/>
                  <a:pt x="146" y="280"/>
                  <a:pt x="146" y="277"/>
                </a:cubicBezTo>
                <a:cubicBezTo>
                  <a:pt x="146" y="273"/>
                  <a:pt x="144" y="271"/>
                  <a:pt x="137" y="269"/>
                </a:cubicBezTo>
                <a:cubicBezTo>
                  <a:pt x="128" y="266"/>
                  <a:pt x="122" y="262"/>
                  <a:pt x="122" y="254"/>
                </a:cubicBezTo>
                <a:cubicBezTo>
                  <a:pt x="122" y="246"/>
                  <a:pt x="127" y="240"/>
                  <a:pt x="136" y="238"/>
                </a:cubicBezTo>
                <a:cubicBezTo>
                  <a:pt x="136" y="230"/>
                  <a:pt x="136" y="230"/>
                  <a:pt x="136" y="230"/>
                </a:cubicBezTo>
                <a:cubicBezTo>
                  <a:pt x="145" y="230"/>
                  <a:pt x="145" y="230"/>
                  <a:pt x="145" y="230"/>
                </a:cubicBezTo>
                <a:cubicBezTo>
                  <a:pt x="145" y="238"/>
                  <a:pt x="145" y="238"/>
                  <a:pt x="145" y="238"/>
                </a:cubicBezTo>
                <a:cubicBezTo>
                  <a:pt x="150" y="238"/>
                  <a:pt x="154" y="239"/>
                  <a:pt x="157" y="241"/>
                </a:cubicBezTo>
                <a:cubicBezTo>
                  <a:pt x="155" y="250"/>
                  <a:pt x="155" y="250"/>
                  <a:pt x="155" y="250"/>
                </a:cubicBezTo>
                <a:cubicBezTo>
                  <a:pt x="152" y="249"/>
                  <a:pt x="148" y="247"/>
                  <a:pt x="142" y="247"/>
                </a:cubicBezTo>
                <a:cubicBezTo>
                  <a:pt x="137" y="247"/>
                  <a:pt x="135" y="250"/>
                  <a:pt x="135" y="252"/>
                </a:cubicBezTo>
                <a:cubicBezTo>
                  <a:pt x="135" y="255"/>
                  <a:pt x="138" y="257"/>
                  <a:pt x="145" y="259"/>
                </a:cubicBezTo>
                <a:cubicBezTo>
                  <a:pt x="155" y="263"/>
                  <a:pt x="159" y="268"/>
                  <a:pt x="159" y="275"/>
                </a:cubicBezTo>
                <a:cubicBezTo>
                  <a:pt x="159" y="283"/>
                  <a:pt x="154" y="290"/>
                  <a:pt x="144" y="291"/>
                </a:cubicBezTo>
                <a:cubicBezTo>
                  <a:pt x="144" y="300"/>
                  <a:pt x="144" y="300"/>
                  <a:pt x="144" y="300"/>
                </a:cubicBezTo>
                <a:cubicBezTo>
                  <a:pt x="136" y="300"/>
                  <a:pt x="136" y="300"/>
                  <a:pt x="136" y="300"/>
                </a:cubicBezTo>
                <a:cubicBezTo>
                  <a:pt x="136" y="292"/>
                  <a:pt x="136" y="292"/>
                  <a:pt x="136" y="292"/>
                </a:cubicBezTo>
                <a:cubicBezTo>
                  <a:pt x="130" y="292"/>
                  <a:pt x="125" y="290"/>
                  <a:pt x="121" y="288"/>
                </a:cubicBezTo>
                <a:moveTo>
                  <a:pt x="352" y="128"/>
                </a:moveTo>
                <a:cubicBezTo>
                  <a:pt x="295" y="128"/>
                  <a:pt x="248" y="175"/>
                  <a:pt x="248" y="233"/>
                </a:cubicBezTo>
                <a:cubicBezTo>
                  <a:pt x="248" y="291"/>
                  <a:pt x="295" y="338"/>
                  <a:pt x="352" y="338"/>
                </a:cubicBezTo>
                <a:cubicBezTo>
                  <a:pt x="410" y="338"/>
                  <a:pt x="456" y="291"/>
                  <a:pt x="456" y="233"/>
                </a:cubicBezTo>
                <a:cubicBezTo>
                  <a:pt x="456" y="175"/>
                  <a:pt x="410" y="128"/>
                  <a:pt x="352" y="128"/>
                </a:cubicBezTo>
                <a:moveTo>
                  <a:pt x="359" y="289"/>
                </a:moveTo>
                <a:cubicBezTo>
                  <a:pt x="359" y="308"/>
                  <a:pt x="359" y="308"/>
                  <a:pt x="359" y="308"/>
                </a:cubicBezTo>
                <a:cubicBezTo>
                  <a:pt x="340" y="308"/>
                  <a:pt x="340" y="308"/>
                  <a:pt x="340" y="308"/>
                </a:cubicBezTo>
                <a:cubicBezTo>
                  <a:pt x="340" y="291"/>
                  <a:pt x="340" y="291"/>
                  <a:pt x="340" y="291"/>
                </a:cubicBezTo>
                <a:cubicBezTo>
                  <a:pt x="328" y="290"/>
                  <a:pt x="316" y="287"/>
                  <a:pt x="309" y="283"/>
                </a:cubicBezTo>
                <a:cubicBezTo>
                  <a:pt x="314" y="261"/>
                  <a:pt x="314" y="261"/>
                  <a:pt x="314" y="261"/>
                </a:cubicBezTo>
                <a:cubicBezTo>
                  <a:pt x="322" y="266"/>
                  <a:pt x="333" y="269"/>
                  <a:pt x="345" y="269"/>
                </a:cubicBezTo>
                <a:cubicBezTo>
                  <a:pt x="356" y="269"/>
                  <a:pt x="363" y="265"/>
                  <a:pt x="363" y="258"/>
                </a:cubicBezTo>
                <a:cubicBezTo>
                  <a:pt x="363" y="251"/>
                  <a:pt x="357" y="246"/>
                  <a:pt x="343" y="242"/>
                </a:cubicBezTo>
                <a:cubicBezTo>
                  <a:pt x="324" y="235"/>
                  <a:pt x="310" y="226"/>
                  <a:pt x="310" y="208"/>
                </a:cubicBezTo>
                <a:cubicBezTo>
                  <a:pt x="310" y="192"/>
                  <a:pt x="322" y="179"/>
                  <a:pt x="341" y="175"/>
                </a:cubicBezTo>
                <a:cubicBezTo>
                  <a:pt x="341" y="158"/>
                  <a:pt x="341" y="158"/>
                  <a:pt x="341" y="158"/>
                </a:cubicBezTo>
                <a:cubicBezTo>
                  <a:pt x="359" y="158"/>
                  <a:pt x="359" y="158"/>
                  <a:pt x="359" y="158"/>
                </a:cubicBezTo>
                <a:cubicBezTo>
                  <a:pt x="359" y="174"/>
                  <a:pt x="359" y="174"/>
                  <a:pt x="359" y="174"/>
                </a:cubicBezTo>
                <a:cubicBezTo>
                  <a:pt x="372" y="174"/>
                  <a:pt x="380" y="177"/>
                  <a:pt x="386" y="180"/>
                </a:cubicBezTo>
                <a:cubicBezTo>
                  <a:pt x="381" y="201"/>
                  <a:pt x="381" y="201"/>
                  <a:pt x="381" y="201"/>
                </a:cubicBezTo>
                <a:cubicBezTo>
                  <a:pt x="376" y="199"/>
                  <a:pt x="368" y="194"/>
                  <a:pt x="354" y="194"/>
                </a:cubicBezTo>
                <a:cubicBezTo>
                  <a:pt x="342" y="194"/>
                  <a:pt x="338" y="200"/>
                  <a:pt x="338" y="205"/>
                </a:cubicBezTo>
                <a:cubicBezTo>
                  <a:pt x="338" y="211"/>
                  <a:pt x="345" y="215"/>
                  <a:pt x="361" y="221"/>
                </a:cubicBezTo>
                <a:cubicBezTo>
                  <a:pt x="383" y="228"/>
                  <a:pt x="391" y="239"/>
                  <a:pt x="391" y="255"/>
                </a:cubicBezTo>
                <a:cubicBezTo>
                  <a:pt x="391" y="272"/>
                  <a:pt x="380" y="286"/>
                  <a:pt x="359" y="289"/>
                </a:cubicBezTo>
                <a:moveTo>
                  <a:pt x="189" y="358"/>
                </a:moveTo>
                <a:cubicBezTo>
                  <a:pt x="152" y="358"/>
                  <a:pt x="122" y="389"/>
                  <a:pt x="122" y="426"/>
                </a:cubicBezTo>
                <a:cubicBezTo>
                  <a:pt x="122" y="463"/>
                  <a:pt x="152" y="493"/>
                  <a:pt x="189" y="493"/>
                </a:cubicBezTo>
                <a:cubicBezTo>
                  <a:pt x="226" y="493"/>
                  <a:pt x="255" y="463"/>
                  <a:pt x="255" y="426"/>
                </a:cubicBezTo>
                <a:cubicBezTo>
                  <a:pt x="255" y="389"/>
                  <a:pt x="226" y="358"/>
                  <a:pt x="189" y="358"/>
                </a:cubicBezTo>
                <a:moveTo>
                  <a:pt x="193" y="462"/>
                </a:moveTo>
                <a:cubicBezTo>
                  <a:pt x="193" y="474"/>
                  <a:pt x="193" y="474"/>
                  <a:pt x="193" y="474"/>
                </a:cubicBezTo>
                <a:cubicBezTo>
                  <a:pt x="181" y="474"/>
                  <a:pt x="181" y="474"/>
                  <a:pt x="181" y="474"/>
                </a:cubicBezTo>
                <a:cubicBezTo>
                  <a:pt x="181" y="463"/>
                  <a:pt x="181" y="463"/>
                  <a:pt x="181" y="463"/>
                </a:cubicBezTo>
                <a:cubicBezTo>
                  <a:pt x="173" y="462"/>
                  <a:pt x="166" y="460"/>
                  <a:pt x="161" y="458"/>
                </a:cubicBezTo>
                <a:cubicBezTo>
                  <a:pt x="165" y="444"/>
                  <a:pt x="165" y="444"/>
                  <a:pt x="165" y="444"/>
                </a:cubicBezTo>
                <a:cubicBezTo>
                  <a:pt x="170" y="446"/>
                  <a:pt x="177" y="449"/>
                  <a:pt x="184" y="449"/>
                </a:cubicBezTo>
                <a:cubicBezTo>
                  <a:pt x="191" y="449"/>
                  <a:pt x="196" y="446"/>
                  <a:pt x="196" y="442"/>
                </a:cubicBezTo>
                <a:cubicBezTo>
                  <a:pt x="196" y="437"/>
                  <a:pt x="192" y="434"/>
                  <a:pt x="183" y="431"/>
                </a:cubicBezTo>
                <a:cubicBezTo>
                  <a:pt x="171" y="427"/>
                  <a:pt x="162" y="421"/>
                  <a:pt x="162" y="410"/>
                </a:cubicBezTo>
                <a:cubicBezTo>
                  <a:pt x="162" y="399"/>
                  <a:pt x="169" y="391"/>
                  <a:pt x="182" y="389"/>
                </a:cubicBezTo>
                <a:cubicBezTo>
                  <a:pt x="182" y="378"/>
                  <a:pt x="182" y="378"/>
                  <a:pt x="182" y="378"/>
                </a:cubicBezTo>
                <a:cubicBezTo>
                  <a:pt x="194" y="378"/>
                  <a:pt x="194" y="378"/>
                  <a:pt x="194" y="378"/>
                </a:cubicBezTo>
                <a:cubicBezTo>
                  <a:pt x="194" y="388"/>
                  <a:pt x="194" y="388"/>
                  <a:pt x="194" y="388"/>
                </a:cubicBezTo>
                <a:cubicBezTo>
                  <a:pt x="201" y="388"/>
                  <a:pt x="207" y="390"/>
                  <a:pt x="211" y="392"/>
                </a:cubicBezTo>
                <a:cubicBezTo>
                  <a:pt x="207" y="405"/>
                  <a:pt x="207" y="405"/>
                  <a:pt x="207" y="405"/>
                </a:cubicBezTo>
                <a:cubicBezTo>
                  <a:pt x="204" y="404"/>
                  <a:pt x="199" y="401"/>
                  <a:pt x="190" y="401"/>
                </a:cubicBezTo>
                <a:cubicBezTo>
                  <a:pt x="183" y="401"/>
                  <a:pt x="180" y="404"/>
                  <a:pt x="180" y="408"/>
                </a:cubicBezTo>
                <a:cubicBezTo>
                  <a:pt x="180" y="412"/>
                  <a:pt x="184" y="414"/>
                  <a:pt x="194" y="418"/>
                </a:cubicBezTo>
                <a:cubicBezTo>
                  <a:pt x="208" y="423"/>
                  <a:pt x="214" y="429"/>
                  <a:pt x="214" y="440"/>
                </a:cubicBezTo>
                <a:cubicBezTo>
                  <a:pt x="214" y="451"/>
                  <a:pt x="207" y="459"/>
                  <a:pt x="193" y="462"/>
                </a:cubicBezTo>
                <a:moveTo>
                  <a:pt x="652" y="426"/>
                </a:moveTo>
                <a:cubicBezTo>
                  <a:pt x="636" y="408"/>
                  <a:pt x="611" y="388"/>
                  <a:pt x="601" y="366"/>
                </a:cubicBezTo>
                <a:cubicBezTo>
                  <a:pt x="587" y="333"/>
                  <a:pt x="603" y="301"/>
                  <a:pt x="603" y="267"/>
                </a:cubicBezTo>
                <a:cubicBezTo>
                  <a:pt x="602" y="240"/>
                  <a:pt x="594" y="207"/>
                  <a:pt x="585" y="182"/>
                </a:cubicBezTo>
                <a:cubicBezTo>
                  <a:pt x="570" y="141"/>
                  <a:pt x="543" y="107"/>
                  <a:pt x="509" y="80"/>
                </a:cubicBezTo>
                <a:cubicBezTo>
                  <a:pt x="456" y="31"/>
                  <a:pt x="381" y="0"/>
                  <a:pt x="298" y="0"/>
                </a:cubicBezTo>
                <a:cubicBezTo>
                  <a:pt x="133" y="0"/>
                  <a:pt x="0" y="122"/>
                  <a:pt x="0" y="273"/>
                </a:cubicBezTo>
                <a:cubicBezTo>
                  <a:pt x="0" y="283"/>
                  <a:pt x="1" y="293"/>
                  <a:pt x="2" y="302"/>
                </a:cubicBezTo>
                <a:cubicBezTo>
                  <a:pt x="3" y="368"/>
                  <a:pt x="23" y="446"/>
                  <a:pt x="82" y="533"/>
                </a:cubicBezTo>
                <a:cubicBezTo>
                  <a:pt x="82" y="533"/>
                  <a:pt x="164" y="697"/>
                  <a:pt x="0" y="781"/>
                </a:cubicBezTo>
                <a:cubicBezTo>
                  <a:pt x="362" y="782"/>
                  <a:pt x="362" y="782"/>
                  <a:pt x="362" y="782"/>
                </a:cubicBezTo>
                <a:cubicBezTo>
                  <a:pt x="362" y="782"/>
                  <a:pt x="389" y="674"/>
                  <a:pt x="433" y="674"/>
                </a:cubicBezTo>
                <a:cubicBezTo>
                  <a:pt x="470" y="674"/>
                  <a:pt x="508" y="677"/>
                  <a:pt x="545" y="675"/>
                </a:cubicBezTo>
                <a:cubicBezTo>
                  <a:pt x="553" y="676"/>
                  <a:pt x="558" y="675"/>
                  <a:pt x="563" y="673"/>
                </a:cubicBezTo>
                <a:cubicBezTo>
                  <a:pt x="563" y="673"/>
                  <a:pt x="563" y="673"/>
                  <a:pt x="564" y="673"/>
                </a:cubicBezTo>
                <a:cubicBezTo>
                  <a:pt x="564" y="673"/>
                  <a:pt x="564" y="673"/>
                  <a:pt x="564" y="673"/>
                </a:cubicBezTo>
                <a:cubicBezTo>
                  <a:pt x="589" y="660"/>
                  <a:pt x="571" y="601"/>
                  <a:pt x="571" y="601"/>
                </a:cubicBezTo>
                <a:cubicBezTo>
                  <a:pt x="586" y="595"/>
                  <a:pt x="595" y="585"/>
                  <a:pt x="595" y="577"/>
                </a:cubicBezTo>
                <a:cubicBezTo>
                  <a:pt x="595" y="575"/>
                  <a:pt x="595" y="575"/>
                  <a:pt x="595" y="575"/>
                </a:cubicBezTo>
                <a:cubicBezTo>
                  <a:pt x="595" y="565"/>
                  <a:pt x="581" y="557"/>
                  <a:pt x="561" y="554"/>
                </a:cubicBezTo>
                <a:cubicBezTo>
                  <a:pt x="570" y="554"/>
                  <a:pt x="570" y="554"/>
                  <a:pt x="570" y="554"/>
                </a:cubicBezTo>
                <a:cubicBezTo>
                  <a:pt x="585" y="554"/>
                  <a:pt x="598" y="546"/>
                  <a:pt x="598" y="536"/>
                </a:cubicBezTo>
                <a:cubicBezTo>
                  <a:pt x="598" y="535"/>
                  <a:pt x="598" y="535"/>
                  <a:pt x="598" y="535"/>
                </a:cubicBezTo>
                <a:cubicBezTo>
                  <a:pt x="598" y="532"/>
                  <a:pt x="597" y="529"/>
                  <a:pt x="595" y="527"/>
                </a:cubicBezTo>
                <a:cubicBezTo>
                  <a:pt x="598" y="514"/>
                  <a:pt x="609" y="461"/>
                  <a:pt x="611" y="461"/>
                </a:cubicBezTo>
                <a:cubicBezTo>
                  <a:pt x="697" y="457"/>
                  <a:pt x="652" y="426"/>
                  <a:pt x="652" y="426"/>
                </a:cubicBezTo>
                <a:moveTo>
                  <a:pt x="78" y="265"/>
                </a:moveTo>
                <a:cubicBezTo>
                  <a:pt x="78" y="230"/>
                  <a:pt x="106" y="201"/>
                  <a:pt x="141" y="201"/>
                </a:cubicBezTo>
                <a:cubicBezTo>
                  <a:pt x="176" y="201"/>
                  <a:pt x="205" y="230"/>
                  <a:pt x="205" y="265"/>
                </a:cubicBezTo>
                <a:cubicBezTo>
                  <a:pt x="205" y="300"/>
                  <a:pt x="176" y="329"/>
                  <a:pt x="141" y="329"/>
                </a:cubicBezTo>
                <a:cubicBezTo>
                  <a:pt x="106" y="329"/>
                  <a:pt x="78" y="300"/>
                  <a:pt x="78" y="265"/>
                </a:cubicBezTo>
                <a:moveTo>
                  <a:pt x="189" y="514"/>
                </a:moveTo>
                <a:cubicBezTo>
                  <a:pt x="141" y="514"/>
                  <a:pt x="101" y="474"/>
                  <a:pt x="101" y="426"/>
                </a:cubicBezTo>
                <a:cubicBezTo>
                  <a:pt x="101" y="377"/>
                  <a:pt x="141" y="337"/>
                  <a:pt x="189" y="337"/>
                </a:cubicBezTo>
                <a:cubicBezTo>
                  <a:pt x="237" y="337"/>
                  <a:pt x="276" y="377"/>
                  <a:pt x="276" y="426"/>
                </a:cubicBezTo>
                <a:cubicBezTo>
                  <a:pt x="276" y="474"/>
                  <a:pt x="237" y="514"/>
                  <a:pt x="189" y="514"/>
                </a:cubicBezTo>
                <a:moveTo>
                  <a:pt x="352" y="371"/>
                </a:moveTo>
                <a:cubicBezTo>
                  <a:pt x="276" y="371"/>
                  <a:pt x="215" y="309"/>
                  <a:pt x="215" y="233"/>
                </a:cubicBezTo>
                <a:cubicBezTo>
                  <a:pt x="215" y="157"/>
                  <a:pt x="276" y="95"/>
                  <a:pt x="352" y="95"/>
                </a:cubicBezTo>
                <a:cubicBezTo>
                  <a:pt x="428" y="95"/>
                  <a:pt x="489" y="157"/>
                  <a:pt x="489" y="233"/>
                </a:cubicBezTo>
                <a:cubicBezTo>
                  <a:pt x="489" y="309"/>
                  <a:pt x="428" y="371"/>
                  <a:pt x="352" y="37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0" y="339503"/>
            <a:ext cx="614346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25188" y="339503"/>
            <a:ext cx="5824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1.3.1 </a:t>
            </a:r>
            <a:r>
              <a:rPr lang="en-US" altLang="zh-CN" sz="2400" b="1" dirty="0" err="1">
                <a:solidFill>
                  <a:schemeClr val="bg1"/>
                </a:solidFill>
              </a:rPr>
              <a:t>MCU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MPU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</a:rPr>
              <a:t>ARM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FPGA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DSP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概念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428969" y="1849097"/>
            <a:ext cx="3168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prstClr val="black"/>
                </a:solidFill>
              </a:rPr>
              <a:t>体积</a:t>
            </a:r>
            <a:r>
              <a:rPr lang="zh-CN" altLang="en-US" b="1" dirty="0">
                <a:solidFill>
                  <a:prstClr val="black"/>
                </a:solidFill>
              </a:rPr>
              <a:t>小、功耗低、价格</a:t>
            </a:r>
            <a:r>
              <a:rPr lang="zh-CN" altLang="en-US" b="1" dirty="0" smtClean="0">
                <a:solidFill>
                  <a:prstClr val="black"/>
                </a:solidFill>
              </a:rPr>
              <a:t>低廉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115616" y="1127126"/>
            <a:ext cx="15888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MCU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微控制器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5462547" y="1563638"/>
            <a:ext cx="29523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prstClr val="black"/>
                </a:solidFill>
              </a:rPr>
              <a:t>处理能力强，可扩展</a:t>
            </a:r>
            <a:r>
              <a:rPr lang="zh-CN" altLang="en-US" b="1" dirty="0">
                <a:solidFill>
                  <a:prstClr val="black"/>
                </a:solidFill>
              </a:rPr>
              <a:t>更大的内存空间</a:t>
            </a:r>
            <a:r>
              <a:rPr lang="zh-CN" altLang="en-US" b="1" dirty="0" smtClean="0">
                <a:solidFill>
                  <a:prstClr val="black"/>
                </a:solidFill>
              </a:rPr>
              <a:t>，主频</a:t>
            </a:r>
            <a:r>
              <a:rPr lang="zh-CN" altLang="en-US" b="1" dirty="0">
                <a:solidFill>
                  <a:prstClr val="black"/>
                </a:solidFill>
              </a:rPr>
              <a:t>、功耗、体积及价格方面相对</a:t>
            </a:r>
            <a:r>
              <a:rPr lang="zh-CN" altLang="en-US" b="1" dirty="0" smtClean="0">
                <a:solidFill>
                  <a:prstClr val="black"/>
                </a:solidFill>
              </a:rPr>
              <a:t>较高</a:t>
            </a:r>
            <a:endParaRPr lang="en-US" altLang="zh-CN" b="1" dirty="0" smtClean="0">
              <a:solidFill>
                <a:prstClr val="black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43461" y="1059582"/>
            <a:ext cx="17443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</a:rPr>
              <a:t>MPU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</a:rPr>
              <a:t>微处理器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05819" y="2733519"/>
            <a:ext cx="30530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 smtClean="0">
                <a:solidFill>
                  <a:prstClr val="black"/>
                </a:solidFill>
              </a:rPr>
              <a:t>搭载</a:t>
            </a:r>
            <a:r>
              <a:rPr lang="zh-CN" altLang="en-US" b="1" dirty="0">
                <a:solidFill>
                  <a:prstClr val="black"/>
                </a:solidFill>
              </a:rPr>
              <a:t>操作系统的</a:t>
            </a:r>
            <a:r>
              <a:rPr lang="en-US" altLang="zh-CN" b="1" dirty="0">
                <a:solidFill>
                  <a:prstClr val="black"/>
                </a:solidFill>
              </a:rPr>
              <a:t>MPU</a:t>
            </a:r>
            <a:r>
              <a:rPr lang="zh-CN" altLang="en-US" b="1" dirty="0">
                <a:solidFill>
                  <a:prstClr val="black"/>
                </a:solidFill>
              </a:rPr>
              <a:t>功能更为强大，</a:t>
            </a:r>
            <a:r>
              <a:rPr lang="zh-CN" altLang="en-US" b="1" dirty="0" smtClean="0">
                <a:solidFill>
                  <a:prstClr val="black"/>
                </a:solidFill>
              </a:rPr>
              <a:t>人机界面更为</a:t>
            </a:r>
            <a:r>
              <a:rPr lang="zh-CN" altLang="en-US" b="1" dirty="0">
                <a:solidFill>
                  <a:prstClr val="black"/>
                </a:solidFill>
              </a:rPr>
              <a:t>人性化、美观</a:t>
            </a:r>
            <a:r>
              <a:rPr lang="zh-CN" altLang="en-US" b="1" dirty="0" smtClean="0">
                <a:solidFill>
                  <a:prstClr val="black"/>
                </a:solidFill>
              </a:rPr>
              <a:t>化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428969" y="4084195"/>
            <a:ext cx="31683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prstClr val="black"/>
                </a:solidFill>
              </a:rPr>
              <a:t>微波炉</a:t>
            </a:r>
            <a:r>
              <a:rPr lang="zh-CN" altLang="en-US" b="1" dirty="0">
                <a:solidFill>
                  <a:prstClr val="black"/>
                </a:solidFill>
              </a:rPr>
              <a:t>、智能手环以及电动车上的电机控制器等</a:t>
            </a:r>
            <a:endParaRPr lang="zh-CN" altLang="en-US" dirty="0"/>
          </a:p>
        </p:txBody>
      </p:sp>
      <p:sp>
        <p:nvSpPr>
          <p:cNvPr id="73" name="矩形 72"/>
          <p:cNvSpPr/>
          <p:nvPr/>
        </p:nvSpPr>
        <p:spPr>
          <a:xfrm>
            <a:off x="428969" y="2715766"/>
            <a:ext cx="31683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 smtClean="0">
                <a:solidFill>
                  <a:prstClr val="black"/>
                </a:solidFill>
              </a:rPr>
              <a:t>适用于功能单一</a:t>
            </a:r>
            <a:r>
              <a:rPr lang="zh-CN" altLang="en-US" b="1" dirty="0">
                <a:solidFill>
                  <a:prstClr val="black"/>
                </a:solidFill>
              </a:rPr>
              <a:t>、耗电量低、对价格敏感、便携式</a:t>
            </a:r>
            <a:r>
              <a:rPr lang="zh-CN" altLang="en-US" b="1" dirty="0" smtClean="0">
                <a:solidFill>
                  <a:prstClr val="black"/>
                </a:solidFill>
              </a:rPr>
              <a:t>的、人机界面</a:t>
            </a:r>
            <a:r>
              <a:rPr lang="zh-CN" altLang="en-US" b="1" dirty="0">
                <a:solidFill>
                  <a:prstClr val="black"/>
                </a:solidFill>
              </a:rPr>
              <a:t>简单的产品应用。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5462547" y="3840692"/>
            <a:ext cx="33123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prstClr val="black"/>
                </a:solidFill>
              </a:rPr>
              <a:t>应用</a:t>
            </a:r>
            <a:r>
              <a:rPr lang="zh-CN" altLang="en-US" b="1" dirty="0">
                <a:solidFill>
                  <a:prstClr val="black"/>
                </a:solidFill>
              </a:rPr>
              <a:t>于功能</a:t>
            </a:r>
            <a:r>
              <a:rPr lang="zh-CN" altLang="en-US" b="1" dirty="0" smtClean="0">
                <a:solidFill>
                  <a:prstClr val="black"/>
                </a:solidFill>
              </a:rPr>
              <a:t>多样、人机交互</a:t>
            </a:r>
            <a:r>
              <a:rPr lang="zh-CN" altLang="en-US" b="1" dirty="0">
                <a:solidFill>
                  <a:prstClr val="black"/>
                </a:solidFill>
              </a:rPr>
              <a:t>系统较为强大，对运算速度有较高要求的</a:t>
            </a:r>
            <a:r>
              <a:rPr lang="zh-CN" altLang="en-US" b="1" dirty="0" smtClean="0">
                <a:solidFill>
                  <a:prstClr val="black"/>
                </a:solidFill>
              </a:rPr>
              <a:t>应用场合，</a:t>
            </a:r>
            <a:r>
              <a:rPr lang="zh-CN" altLang="en-US" b="1" dirty="0">
                <a:solidFill>
                  <a:prstClr val="black"/>
                </a:solidFill>
              </a:rPr>
              <a:t>比如多媒体</a:t>
            </a:r>
            <a:r>
              <a:rPr lang="zh-CN" altLang="en-US" b="1" dirty="0" smtClean="0">
                <a:solidFill>
                  <a:prstClr val="black"/>
                </a:solidFill>
              </a:rPr>
              <a:t>设备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471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608416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5824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1.3.1 </a:t>
            </a:r>
            <a:r>
              <a:rPr lang="en-US" altLang="zh-CN" sz="2400" b="1" dirty="0" err="1">
                <a:solidFill>
                  <a:schemeClr val="bg1"/>
                </a:solidFill>
              </a:rPr>
              <a:t>MCU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MPU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</a:rPr>
              <a:t>ARM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FPGA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DSP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概念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08441" y="928408"/>
            <a:ext cx="688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</a:rPr>
              <a:t>DSP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996450" y="995924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两种含义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361774" y="1390986"/>
            <a:ext cx="3011706" cy="352468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en-US" altLang="zh-CN" b="1" dirty="0">
                <a:solidFill>
                  <a:prstClr val="black"/>
                </a:solidFill>
              </a:rPr>
              <a:t>Digital Signal Processing</a:t>
            </a:r>
            <a:r>
              <a:rPr lang="zh-CN" altLang="en-US" b="1" dirty="0">
                <a:solidFill>
                  <a:prstClr val="black"/>
                </a:solidFill>
              </a:rPr>
              <a:t>（</a:t>
            </a:r>
            <a:r>
              <a:rPr lang="zh-CN" altLang="en-US" b="1" dirty="0" smtClean="0">
                <a:solidFill>
                  <a:prstClr val="black"/>
                </a:solidFill>
              </a:rPr>
              <a:t>数字信号处理），</a:t>
            </a:r>
            <a:r>
              <a:rPr lang="zh-CN" altLang="en-US" b="1" dirty="0">
                <a:solidFill>
                  <a:prstClr val="black"/>
                </a:solidFill>
              </a:rPr>
              <a:t>是用数值计算的方式对信号进行加工处理的</a:t>
            </a:r>
            <a:r>
              <a:rPr lang="zh-CN" altLang="en-US" b="1" dirty="0">
                <a:solidFill>
                  <a:srgbClr val="C00000"/>
                </a:solidFill>
              </a:rPr>
              <a:t>理论和技术</a:t>
            </a:r>
            <a:r>
              <a:rPr lang="zh-CN" altLang="en-US" b="1" dirty="0">
                <a:solidFill>
                  <a:prstClr val="black"/>
                </a:solidFill>
              </a:rPr>
              <a:t>。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en-US" altLang="zh-CN" b="1" dirty="0">
                <a:solidFill>
                  <a:prstClr val="black"/>
                </a:solidFill>
              </a:rPr>
              <a:t>Digital Signal Processor</a:t>
            </a:r>
            <a:r>
              <a:rPr lang="zh-CN" altLang="en-US" b="1" dirty="0">
                <a:solidFill>
                  <a:prstClr val="black"/>
                </a:solidFill>
              </a:rPr>
              <a:t>（数字信号处理</a:t>
            </a:r>
            <a:r>
              <a:rPr lang="zh-CN" altLang="en-US" b="1" dirty="0" smtClean="0">
                <a:solidFill>
                  <a:prstClr val="black"/>
                </a:solidFill>
              </a:rPr>
              <a:t>器），</a:t>
            </a:r>
            <a:r>
              <a:rPr lang="zh-CN" altLang="en-US" b="1" dirty="0">
                <a:solidFill>
                  <a:prstClr val="black"/>
                </a:solidFill>
              </a:rPr>
              <a:t>是一种专用于数字信号处理领域的</a:t>
            </a:r>
            <a:r>
              <a:rPr lang="zh-CN" altLang="en-US" b="1" dirty="0">
                <a:solidFill>
                  <a:srgbClr val="C00000"/>
                </a:solidFill>
              </a:rPr>
              <a:t>微处理器芯片</a:t>
            </a:r>
            <a:r>
              <a:rPr lang="zh-CN" altLang="en-US" b="1" dirty="0">
                <a:solidFill>
                  <a:prstClr val="black"/>
                </a:solidFill>
              </a:rPr>
              <a:t>，将数字信号处理算法用具体的器件实现。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4408085" y="1612270"/>
            <a:ext cx="4255411" cy="182357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prstClr val="black"/>
                </a:solidFill>
              </a:rPr>
              <a:t>专用</a:t>
            </a:r>
            <a:r>
              <a:rPr lang="zh-CN" altLang="en-US" b="1" dirty="0">
                <a:solidFill>
                  <a:prstClr val="black"/>
                </a:solidFill>
              </a:rPr>
              <a:t>的硬件乘法器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>
                <a:solidFill>
                  <a:prstClr val="black"/>
                </a:solidFill>
              </a:rPr>
              <a:t>专门的</a:t>
            </a:r>
            <a:r>
              <a:rPr lang="en-US" altLang="zh-CN" b="1" dirty="0">
                <a:solidFill>
                  <a:prstClr val="black"/>
                </a:solidFill>
              </a:rPr>
              <a:t>DSP</a:t>
            </a:r>
            <a:r>
              <a:rPr lang="zh-CN" altLang="en-US" b="1" dirty="0">
                <a:solidFill>
                  <a:prstClr val="black"/>
                </a:solidFill>
              </a:rPr>
              <a:t>指令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>
                <a:solidFill>
                  <a:prstClr val="black"/>
                </a:solidFill>
              </a:rPr>
              <a:t>程序和数据分开存储的哈佛体系结构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>
                <a:solidFill>
                  <a:prstClr val="black"/>
                </a:solidFill>
              </a:rPr>
              <a:t>支持流水线操作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>
                <a:solidFill>
                  <a:prstClr val="black"/>
                </a:solidFill>
              </a:rPr>
              <a:t>允许取指令和执行指令同时进行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03510" y="3795886"/>
            <a:ext cx="4176464" cy="110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提高</a:t>
            </a:r>
            <a:r>
              <a:rPr lang="zh-CN" altLang="en-US" b="1" dirty="0">
                <a:solidFill>
                  <a:prstClr val="black"/>
                </a:solidFill>
              </a:rPr>
              <a:t>了微处理器的速度，其实时运行速度可达每秒数以千万条复杂指令程序，远远超过通用微处理器。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3923928" y="1242938"/>
            <a:ext cx="1569660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b="1" dirty="0" smtClean="0"/>
              <a:t>所采用的技术</a:t>
            </a:r>
            <a:endParaRPr lang="zh-CN" altLang="en-US" b="1" dirty="0"/>
          </a:p>
        </p:txBody>
      </p:sp>
      <p:sp>
        <p:nvSpPr>
          <p:cNvPr id="12" name="下箭头 11"/>
          <p:cNvSpPr/>
          <p:nvPr/>
        </p:nvSpPr>
        <p:spPr>
          <a:xfrm>
            <a:off x="6401265" y="3507854"/>
            <a:ext cx="258967" cy="288032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420088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608416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5824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1.3.1 </a:t>
            </a:r>
            <a:r>
              <a:rPr lang="en-US" altLang="zh-CN" sz="2400" b="1" dirty="0" err="1">
                <a:solidFill>
                  <a:schemeClr val="bg1"/>
                </a:solidFill>
              </a:rPr>
              <a:t>MCU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MPU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</a:rPr>
              <a:t>ARM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FPGA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DSP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概念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03931" y="3939902"/>
            <a:ext cx="4660538" cy="7848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prstClr val="black"/>
                </a:solidFill>
              </a:rPr>
              <a:t>应用于低端市场的，如</a:t>
            </a:r>
            <a:r>
              <a:rPr lang="en-US" altLang="zh-CN" b="1" dirty="0">
                <a:solidFill>
                  <a:prstClr val="black"/>
                </a:solidFill>
              </a:rPr>
              <a:t>TMS320C2000</a:t>
            </a:r>
            <a:r>
              <a:rPr lang="zh-CN" altLang="en-US" b="1" dirty="0">
                <a:solidFill>
                  <a:prstClr val="black"/>
                </a:solidFill>
              </a:rPr>
              <a:t>系列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prstClr val="black"/>
                </a:solidFill>
              </a:rPr>
              <a:t>高端的</a:t>
            </a:r>
            <a:r>
              <a:rPr lang="en-US" altLang="zh-CN" b="1" dirty="0">
                <a:solidFill>
                  <a:prstClr val="black"/>
                </a:solidFill>
              </a:rPr>
              <a:t>DSP</a:t>
            </a:r>
            <a:r>
              <a:rPr lang="zh-CN" altLang="en-US" b="1" dirty="0">
                <a:solidFill>
                  <a:prstClr val="black"/>
                </a:solidFill>
              </a:rPr>
              <a:t>，如</a:t>
            </a:r>
            <a:r>
              <a:rPr lang="en-US" altLang="zh-CN" b="1" dirty="0">
                <a:solidFill>
                  <a:prstClr val="black"/>
                </a:solidFill>
              </a:rPr>
              <a:t>TMS320C5000/C6000</a:t>
            </a:r>
            <a:r>
              <a:rPr lang="zh-CN" altLang="en-US" b="1" dirty="0">
                <a:solidFill>
                  <a:prstClr val="black"/>
                </a:solidFill>
              </a:rPr>
              <a:t>系列</a:t>
            </a:r>
          </a:p>
        </p:txBody>
      </p:sp>
      <p:sp>
        <p:nvSpPr>
          <p:cNvPr id="16" name="矩形 15"/>
          <p:cNvSpPr/>
          <p:nvPr/>
        </p:nvSpPr>
        <p:spPr>
          <a:xfrm>
            <a:off x="524038" y="1540262"/>
            <a:ext cx="2785113" cy="182357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prstClr val="black"/>
                </a:solidFill>
              </a:rPr>
              <a:t>TI</a:t>
            </a:r>
            <a:r>
              <a:rPr lang="zh-CN" altLang="en-US" b="1" dirty="0">
                <a:solidFill>
                  <a:prstClr val="black"/>
                </a:solidFill>
              </a:rPr>
              <a:t>（德州仪器）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prstClr val="black"/>
                </a:solidFill>
              </a:rPr>
              <a:t>ADI</a:t>
            </a:r>
            <a:r>
              <a:rPr lang="zh-CN" altLang="en-US" b="1" dirty="0">
                <a:solidFill>
                  <a:prstClr val="black"/>
                </a:solidFill>
              </a:rPr>
              <a:t>（</a:t>
            </a:r>
            <a:r>
              <a:rPr lang="zh-CN" altLang="en-US" b="1" dirty="0" smtClean="0">
                <a:solidFill>
                  <a:prstClr val="black"/>
                </a:solidFill>
              </a:rPr>
              <a:t>美国模拟器件）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prstClr val="black"/>
                </a:solidFill>
              </a:rPr>
              <a:t>Motorola</a:t>
            </a:r>
            <a:r>
              <a:rPr lang="zh-CN" altLang="en-US" b="1" dirty="0">
                <a:solidFill>
                  <a:prstClr val="black"/>
                </a:solidFill>
              </a:rPr>
              <a:t>（摩托罗拉）</a:t>
            </a:r>
            <a:endParaRPr lang="en-US" altLang="zh-CN" b="1" dirty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prstClr val="black"/>
                </a:solidFill>
              </a:rPr>
              <a:t>Lucent</a:t>
            </a:r>
            <a:r>
              <a:rPr lang="zh-CN" altLang="en-US" b="1" dirty="0">
                <a:solidFill>
                  <a:prstClr val="black"/>
                </a:solidFill>
              </a:rPr>
              <a:t>（朗讯科技</a:t>
            </a:r>
            <a:r>
              <a:rPr lang="zh-CN" altLang="en-US" b="1" dirty="0" smtClean="0">
                <a:solidFill>
                  <a:prstClr val="black"/>
                </a:solidFill>
              </a:rPr>
              <a:t>）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err="1" smtClean="0">
                <a:solidFill>
                  <a:prstClr val="black"/>
                </a:solidFill>
              </a:rPr>
              <a:t>Zilog</a:t>
            </a:r>
            <a:r>
              <a:rPr lang="zh-CN" altLang="en-US" b="1" dirty="0">
                <a:solidFill>
                  <a:prstClr val="black"/>
                </a:solidFill>
              </a:rPr>
              <a:t>（齐格洛）</a:t>
            </a:r>
          </a:p>
        </p:txBody>
      </p:sp>
      <p:sp>
        <p:nvSpPr>
          <p:cNvPr id="18" name="矩形 17"/>
          <p:cNvSpPr/>
          <p:nvPr/>
        </p:nvSpPr>
        <p:spPr>
          <a:xfrm>
            <a:off x="648072" y="1086922"/>
            <a:ext cx="2190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DSP</a:t>
            </a:r>
            <a:r>
              <a:rPr lang="zh-CN" altLang="en-US" b="1" dirty="0">
                <a:solidFill>
                  <a:prstClr val="black"/>
                </a:solidFill>
              </a:rPr>
              <a:t>芯片的主要厂商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625670" y="3498562"/>
            <a:ext cx="1521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TI</a:t>
            </a:r>
            <a:r>
              <a:rPr lang="zh-CN" altLang="en-US" b="1" dirty="0">
                <a:solidFill>
                  <a:prstClr val="black"/>
                </a:solidFill>
              </a:rPr>
              <a:t>的典型产品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3563888" y="1540261"/>
            <a:ext cx="2664296" cy="21698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数字信号处理领域</a:t>
            </a:r>
            <a:r>
              <a:rPr lang="zh-CN" altLang="en-US" b="1" dirty="0">
                <a:solidFill>
                  <a:prstClr val="black"/>
                </a:solidFill>
              </a:rPr>
              <a:t>，例如调制解调、数字加密解密、图像处理中的卷积、数字滤波、</a:t>
            </a:r>
            <a:r>
              <a:rPr lang="en-US" altLang="zh-CN" b="1" dirty="0" smtClean="0">
                <a:solidFill>
                  <a:prstClr val="black"/>
                </a:solidFill>
              </a:rPr>
              <a:t>FFT</a:t>
            </a:r>
            <a:r>
              <a:rPr lang="zh-CN" altLang="en-US" b="1" dirty="0" smtClean="0">
                <a:solidFill>
                  <a:prstClr val="black"/>
                </a:solidFill>
              </a:rPr>
              <a:t>、</a:t>
            </a:r>
            <a:r>
              <a:rPr lang="zh-CN" altLang="en-US" b="1" dirty="0">
                <a:solidFill>
                  <a:prstClr val="black"/>
                </a:solidFill>
              </a:rPr>
              <a:t>语音处理等数字信号处理的算法</a:t>
            </a:r>
            <a:r>
              <a:rPr lang="zh-CN" altLang="en-US" b="1" dirty="0" smtClean="0">
                <a:solidFill>
                  <a:prstClr val="black"/>
                </a:solidFill>
              </a:rPr>
              <a:t>实现等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342038" y="108692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主要应用</a:t>
            </a:r>
            <a:endParaRPr lang="zh-CN" altLang="en-US" b="1" dirty="0"/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540262"/>
            <a:ext cx="2554287" cy="2097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矩形 21"/>
          <p:cNvSpPr/>
          <p:nvPr/>
        </p:nvSpPr>
        <p:spPr>
          <a:xfrm>
            <a:off x="7099225" y="3939902"/>
            <a:ext cx="1260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/>
              <a:t>DSP</a:t>
            </a:r>
            <a:r>
              <a:rPr lang="zh-CN" altLang="en-US" b="1" dirty="0"/>
              <a:t>处理器</a:t>
            </a:r>
          </a:p>
        </p:txBody>
      </p:sp>
    </p:spTree>
    <p:extLst>
      <p:ext uri="{BB962C8B-B14F-4D97-AF65-F5344CB8AC3E}">
        <p14:creationId xmlns:p14="http://schemas.microsoft.com/office/powerpoint/2010/main" val="200612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/>
          <p:cNvSpPr/>
          <p:nvPr/>
        </p:nvSpPr>
        <p:spPr>
          <a:xfrm>
            <a:off x="539552" y="1707832"/>
            <a:ext cx="2664296" cy="107994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5" name="矩形 4"/>
          <p:cNvSpPr/>
          <p:nvPr/>
        </p:nvSpPr>
        <p:spPr>
          <a:xfrm>
            <a:off x="1" y="339503"/>
            <a:ext cx="608416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5824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1.3.1 </a:t>
            </a:r>
            <a:r>
              <a:rPr lang="en-US" altLang="zh-CN" sz="2400" b="1" dirty="0" err="1">
                <a:solidFill>
                  <a:schemeClr val="bg1"/>
                </a:solidFill>
              </a:rPr>
              <a:t>MCU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MPU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</a:rPr>
              <a:t>ARM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FPGA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DSP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概念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71712" y="1771576"/>
            <a:ext cx="2410161" cy="92333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altLang="zh-CN" b="1" dirty="0" smtClean="0">
                <a:solidFill>
                  <a:prstClr val="black"/>
                </a:solidFill>
              </a:rPr>
              <a:t>Field-Programmable </a:t>
            </a:r>
            <a:r>
              <a:rPr lang="en-US" altLang="zh-CN" b="1" dirty="0">
                <a:solidFill>
                  <a:prstClr val="black"/>
                </a:solidFill>
              </a:rPr>
              <a:t>Gate Array</a:t>
            </a:r>
            <a:r>
              <a:rPr lang="zh-CN" altLang="en-US" b="1" dirty="0" smtClean="0">
                <a:solidFill>
                  <a:prstClr val="black"/>
                </a:solidFill>
              </a:rPr>
              <a:t>，</a:t>
            </a:r>
            <a:r>
              <a:rPr lang="zh-CN" altLang="en-US" b="1" dirty="0" smtClean="0">
                <a:solidFill>
                  <a:prstClr val="black"/>
                </a:solidFill>
              </a:rPr>
              <a:t>现场可编程门阵列。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9552" y="3160542"/>
            <a:ext cx="5830199" cy="147732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突出的优势：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rgbClr val="C00000"/>
                </a:solidFill>
              </a:rPr>
              <a:t>灵活性：</a:t>
            </a:r>
            <a:r>
              <a:rPr lang="zh-CN" altLang="en-US" b="1" dirty="0" smtClean="0">
                <a:solidFill>
                  <a:prstClr val="black"/>
                </a:solidFill>
              </a:rPr>
              <a:t>可以</a:t>
            </a:r>
            <a:r>
              <a:rPr lang="zh-CN" altLang="en-US" b="1" dirty="0">
                <a:solidFill>
                  <a:prstClr val="black"/>
                </a:solidFill>
              </a:rPr>
              <a:t>现场配置器件功能，不再受硬件的</a:t>
            </a:r>
            <a:r>
              <a:rPr lang="zh-CN" altLang="en-US" b="1" dirty="0" smtClean="0">
                <a:solidFill>
                  <a:prstClr val="black"/>
                </a:solidFill>
              </a:rPr>
              <a:t>制约；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rgbClr val="C00000"/>
                </a:solidFill>
              </a:rPr>
              <a:t>高性能</a:t>
            </a:r>
            <a:r>
              <a:rPr lang="zh-CN" altLang="en-US" b="1" dirty="0">
                <a:solidFill>
                  <a:srgbClr val="C00000"/>
                </a:solidFill>
              </a:rPr>
              <a:t>（速度快</a:t>
            </a:r>
            <a:r>
              <a:rPr lang="zh-CN" altLang="en-US" b="1" dirty="0" smtClean="0">
                <a:solidFill>
                  <a:srgbClr val="C00000"/>
                </a:solidFill>
              </a:rPr>
              <a:t>）</a:t>
            </a:r>
            <a:r>
              <a:rPr lang="zh-CN" altLang="en-US" b="1" dirty="0" smtClean="0">
                <a:solidFill>
                  <a:prstClr val="black"/>
                </a:solidFill>
              </a:rPr>
              <a:t>：</a:t>
            </a:r>
            <a:r>
              <a:rPr lang="en-US" altLang="zh-CN" b="1" dirty="0" smtClean="0">
                <a:solidFill>
                  <a:prstClr val="black"/>
                </a:solidFill>
              </a:rPr>
              <a:t>FPGA</a:t>
            </a:r>
            <a:r>
              <a:rPr lang="zh-CN" altLang="en-US" b="1" dirty="0">
                <a:solidFill>
                  <a:prstClr val="black"/>
                </a:solidFill>
              </a:rPr>
              <a:t>用硬件处理数据，采用并发和流水两种技术，多个模块之间可以同时并行执行</a:t>
            </a:r>
            <a:r>
              <a:rPr lang="zh-CN" altLang="en-US" b="1" dirty="0" smtClean="0">
                <a:solidFill>
                  <a:prstClr val="black"/>
                </a:solidFill>
              </a:rPr>
              <a:t>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97009" y="1282328"/>
            <a:ext cx="7569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FPGA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995936" y="1223598"/>
            <a:ext cx="1346844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逻辑</a:t>
            </a:r>
            <a:r>
              <a:rPr lang="zh-CN" altLang="en-US" b="1" dirty="0">
                <a:solidFill>
                  <a:schemeClr val="bg1"/>
                </a:solidFill>
              </a:rPr>
              <a:t>单元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95936" y="1716040"/>
            <a:ext cx="1346844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触发器资源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019330" y="2237258"/>
            <a:ext cx="1323450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I/O</a:t>
            </a:r>
            <a:r>
              <a:rPr lang="zh-CN" altLang="en-US" b="1" dirty="0">
                <a:solidFill>
                  <a:schemeClr val="bg1"/>
                </a:solidFill>
              </a:rPr>
              <a:t>引脚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右大括号 15"/>
          <p:cNvSpPr/>
          <p:nvPr/>
        </p:nvSpPr>
        <p:spPr>
          <a:xfrm>
            <a:off x="5400092" y="1257123"/>
            <a:ext cx="108012" cy="1382992"/>
          </a:xfrm>
          <a:prstGeom prst="rightBrace">
            <a:avLst>
              <a:gd name="adj1" fmla="val 38567"/>
              <a:gd name="adj2" fmla="val 50000"/>
            </a:avLst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n w="38100">
                <a:solidFill>
                  <a:schemeClr val="accent5">
                    <a:lumMod val="75000"/>
                  </a:schemeClr>
                </a:solidFill>
              </a:ln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549579" y="1473147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硬件描述语言</a:t>
            </a:r>
            <a:endParaRPr lang="zh-CN" altLang="en-US" dirty="0"/>
          </a:p>
        </p:txBody>
      </p:sp>
      <p:sp>
        <p:nvSpPr>
          <p:cNvPr id="19" name="右箭头 18"/>
          <p:cNvSpPr/>
          <p:nvPr/>
        </p:nvSpPr>
        <p:spPr>
          <a:xfrm>
            <a:off x="5549579" y="1763953"/>
            <a:ext cx="1686717" cy="36933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20" name="矩形 19"/>
          <p:cNvSpPr/>
          <p:nvPr/>
        </p:nvSpPr>
        <p:spPr>
          <a:xfrm>
            <a:off x="7380311" y="1577540"/>
            <a:ext cx="905857" cy="6463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    硬件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（芯片）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055959" y="2606590"/>
            <a:ext cx="1584176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zh-CN" altLang="en-US" b="1" dirty="0" smtClean="0">
                <a:solidFill>
                  <a:prstClr val="black"/>
                </a:solidFill>
              </a:rPr>
              <a:t>任何</a:t>
            </a:r>
            <a:r>
              <a:rPr lang="zh-CN" altLang="en-US" b="1" dirty="0">
                <a:solidFill>
                  <a:prstClr val="black"/>
                </a:solidFill>
              </a:rPr>
              <a:t>数字器件的功能，上至复杂的</a:t>
            </a:r>
            <a:r>
              <a:rPr lang="en-US" altLang="zh-CN" b="1" dirty="0">
                <a:solidFill>
                  <a:prstClr val="black"/>
                </a:solidFill>
              </a:rPr>
              <a:t>CPU</a:t>
            </a:r>
            <a:r>
              <a:rPr lang="zh-CN" altLang="en-US" b="1" dirty="0">
                <a:solidFill>
                  <a:prstClr val="black"/>
                </a:solidFill>
              </a:rPr>
              <a:t>，下至简单的数字逻辑电路。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23" name="下箭头 22"/>
          <p:cNvSpPr/>
          <p:nvPr/>
        </p:nvSpPr>
        <p:spPr>
          <a:xfrm>
            <a:off x="7740352" y="2314879"/>
            <a:ext cx="288032" cy="212266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94581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615617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5824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1.3.1 </a:t>
            </a:r>
            <a:r>
              <a:rPr lang="en-US" altLang="zh-CN" sz="2400" b="1" dirty="0" err="1">
                <a:solidFill>
                  <a:schemeClr val="bg1"/>
                </a:solidFill>
              </a:rPr>
              <a:t>MCU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MPU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</a:rPr>
              <a:t>ARM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FPGA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DSP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概念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85800" y="1512745"/>
            <a:ext cx="2286000" cy="2862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28575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prstClr val="black"/>
                </a:solidFill>
              </a:rPr>
              <a:t>Altera</a:t>
            </a:r>
            <a:r>
              <a:rPr lang="zh-CN" altLang="en-US" b="1" dirty="0">
                <a:solidFill>
                  <a:prstClr val="black"/>
                </a:solidFill>
              </a:rPr>
              <a:t>（阿尔特拉</a:t>
            </a:r>
            <a:r>
              <a:rPr lang="zh-CN" altLang="en-US" b="1" dirty="0" smtClean="0">
                <a:solidFill>
                  <a:prstClr val="black"/>
                </a:solidFill>
              </a:rPr>
              <a:t>）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prstClr val="black"/>
                </a:solidFill>
              </a:rPr>
              <a:t>Xilinx</a:t>
            </a:r>
            <a:r>
              <a:rPr lang="zh-CN" altLang="en-US" b="1" dirty="0">
                <a:solidFill>
                  <a:prstClr val="black"/>
                </a:solidFill>
              </a:rPr>
              <a:t>（赛灵思</a:t>
            </a:r>
            <a:r>
              <a:rPr lang="zh-CN" altLang="en-US" b="1" dirty="0" smtClean="0">
                <a:solidFill>
                  <a:prstClr val="black"/>
                </a:solidFill>
              </a:rPr>
              <a:t>）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prstClr val="black"/>
                </a:solidFill>
              </a:rPr>
              <a:t>Lattice</a:t>
            </a:r>
            <a:r>
              <a:rPr lang="zh-CN" altLang="en-US" b="1" dirty="0">
                <a:solidFill>
                  <a:prstClr val="black"/>
                </a:solidFill>
              </a:rPr>
              <a:t>（莱迪思</a:t>
            </a:r>
            <a:r>
              <a:rPr lang="zh-CN" altLang="en-US" b="1" dirty="0" smtClean="0">
                <a:solidFill>
                  <a:prstClr val="black"/>
                </a:solidFill>
              </a:rPr>
              <a:t>）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prstClr val="black"/>
                </a:solidFill>
              </a:rPr>
              <a:t>Atmel</a:t>
            </a:r>
            <a:r>
              <a:rPr lang="zh-CN" altLang="en-US" b="1" dirty="0" smtClean="0">
                <a:solidFill>
                  <a:prstClr val="black"/>
                </a:solidFill>
              </a:rPr>
              <a:t>（爱特梅尔）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prstClr val="black"/>
                </a:solidFill>
              </a:rPr>
              <a:t>TI</a:t>
            </a:r>
            <a:r>
              <a:rPr lang="zh-CN" altLang="en-US" b="1" dirty="0" smtClean="0">
                <a:solidFill>
                  <a:prstClr val="black"/>
                </a:solidFill>
              </a:rPr>
              <a:t>（德州仪器）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err="1" smtClean="0">
                <a:solidFill>
                  <a:prstClr val="black"/>
                </a:solidFill>
              </a:rPr>
              <a:t>Actel</a:t>
            </a:r>
            <a:r>
              <a:rPr lang="zh-CN" altLang="en-US" b="1" dirty="0">
                <a:solidFill>
                  <a:prstClr val="black"/>
                </a:solidFill>
              </a:rPr>
              <a:t>（爱特</a:t>
            </a:r>
            <a:r>
              <a:rPr lang="zh-CN" altLang="en-US" b="1" dirty="0" smtClean="0">
                <a:solidFill>
                  <a:prstClr val="black"/>
                </a:solidFill>
              </a:rPr>
              <a:t>）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prstClr val="black"/>
                </a:solidFill>
              </a:rPr>
              <a:t>Cypress</a:t>
            </a:r>
            <a:r>
              <a:rPr lang="zh-CN" altLang="en-US" b="1" dirty="0" smtClean="0">
                <a:solidFill>
                  <a:prstClr val="black"/>
                </a:solidFill>
              </a:rPr>
              <a:t>（赛普拉斯）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00632" y="1512745"/>
            <a:ext cx="1925960" cy="329320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prstClr val="black"/>
                </a:solidFill>
              </a:rPr>
              <a:t>Altera</a:t>
            </a:r>
            <a:r>
              <a:rPr lang="zh-CN" altLang="en-US" b="1" dirty="0">
                <a:solidFill>
                  <a:prstClr val="black"/>
                </a:solidFill>
              </a:rPr>
              <a:t>公司的侧重于低成本应用的</a:t>
            </a:r>
            <a:r>
              <a:rPr lang="en-US" altLang="zh-CN" b="1" dirty="0">
                <a:solidFill>
                  <a:prstClr val="black"/>
                </a:solidFill>
              </a:rPr>
              <a:t>Cyclone</a:t>
            </a:r>
            <a:r>
              <a:rPr lang="zh-CN" altLang="en-US" b="1" dirty="0">
                <a:solidFill>
                  <a:prstClr val="black"/>
                </a:solidFill>
              </a:rPr>
              <a:t>系列、侧重于高性能应用的</a:t>
            </a:r>
            <a:r>
              <a:rPr lang="en-US" altLang="zh-CN" b="1" dirty="0" err="1">
                <a:solidFill>
                  <a:prstClr val="black"/>
                </a:solidFill>
              </a:rPr>
              <a:t>Stratix</a:t>
            </a:r>
            <a:r>
              <a:rPr lang="zh-CN" altLang="en-US" b="1" dirty="0" smtClean="0">
                <a:solidFill>
                  <a:prstClr val="black"/>
                </a:solidFill>
              </a:rPr>
              <a:t>系列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indent="-285750"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prstClr val="black"/>
                </a:solidFill>
              </a:rPr>
              <a:t>Xilinx</a:t>
            </a:r>
            <a:r>
              <a:rPr lang="zh-CN" altLang="en-US" b="1" dirty="0">
                <a:solidFill>
                  <a:prstClr val="black"/>
                </a:solidFill>
              </a:rPr>
              <a:t>公司的</a:t>
            </a:r>
            <a:r>
              <a:rPr lang="en-US" altLang="zh-CN" b="1" dirty="0">
                <a:solidFill>
                  <a:prstClr val="black"/>
                </a:solidFill>
              </a:rPr>
              <a:t>Spartan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 err="1">
                <a:solidFill>
                  <a:prstClr val="black"/>
                </a:solidFill>
              </a:rPr>
              <a:t>Virtex</a:t>
            </a:r>
            <a:r>
              <a:rPr lang="zh-CN" altLang="en-US" b="1" dirty="0" smtClean="0">
                <a:solidFill>
                  <a:prstClr val="black"/>
                </a:solidFill>
              </a:rPr>
              <a:t>系列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indent="-285750"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prstClr val="black"/>
                </a:solidFill>
              </a:rPr>
              <a:t>Lattice</a:t>
            </a:r>
            <a:r>
              <a:rPr lang="zh-CN" altLang="en-US" b="1" dirty="0" smtClean="0">
                <a:solidFill>
                  <a:prstClr val="black"/>
                </a:solidFill>
              </a:rPr>
              <a:t>公司的</a:t>
            </a:r>
            <a:r>
              <a:rPr lang="en-US" altLang="zh-CN" b="1" dirty="0" smtClean="0">
                <a:solidFill>
                  <a:prstClr val="black"/>
                </a:solidFill>
              </a:rPr>
              <a:t>EPC</a:t>
            </a:r>
            <a:r>
              <a:rPr lang="zh-CN" altLang="en-US" b="1" dirty="0" smtClean="0">
                <a:solidFill>
                  <a:prstClr val="black"/>
                </a:solidFill>
              </a:rPr>
              <a:t>、</a:t>
            </a:r>
            <a:r>
              <a:rPr lang="en-US" altLang="zh-CN" b="1" dirty="0" err="1" smtClean="0">
                <a:solidFill>
                  <a:prstClr val="black"/>
                </a:solidFill>
              </a:rPr>
              <a:t>iCE</a:t>
            </a:r>
            <a:r>
              <a:rPr lang="zh-CN" altLang="en-US" b="1" dirty="0" smtClean="0">
                <a:solidFill>
                  <a:prstClr val="black"/>
                </a:solidFill>
              </a:rPr>
              <a:t>系列</a:t>
            </a:r>
            <a:endParaRPr lang="zh-CN" altLang="en-US" dirty="0"/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776253"/>
            <a:ext cx="3103563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矩形 10"/>
          <p:cNvSpPr/>
          <p:nvPr/>
        </p:nvSpPr>
        <p:spPr>
          <a:xfrm>
            <a:off x="697293" y="1059582"/>
            <a:ext cx="18630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典型的</a:t>
            </a:r>
            <a:r>
              <a:rPr lang="en-US" altLang="zh-CN" b="1" dirty="0">
                <a:solidFill>
                  <a:prstClr val="black"/>
                </a:solidFill>
              </a:rPr>
              <a:t>FPGA</a:t>
            </a:r>
            <a:r>
              <a:rPr lang="zh-CN" altLang="en-US" b="1" dirty="0">
                <a:solidFill>
                  <a:prstClr val="black"/>
                </a:solidFill>
              </a:rPr>
              <a:t>厂商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606408" y="1059582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典型产品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940152" y="4048266"/>
            <a:ext cx="24978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/>
              <a:t>Lattice</a:t>
            </a:r>
            <a:r>
              <a:rPr lang="zh-CN" altLang="en-US" b="1" dirty="0"/>
              <a:t>公司的</a:t>
            </a:r>
            <a:r>
              <a:rPr lang="en-GB" altLang="zh-CN" b="1" dirty="0"/>
              <a:t>FPGA</a:t>
            </a:r>
            <a:r>
              <a:rPr lang="zh-CN" altLang="en-US" b="1" dirty="0"/>
              <a:t>芯片</a:t>
            </a:r>
          </a:p>
        </p:txBody>
      </p:sp>
    </p:spTree>
    <p:extLst>
      <p:ext uri="{BB962C8B-B14F-4D97-AF65-F5344CB8AC3E}">
        <p14:creationId xmlns:p14="http://schemas.microsoft.com/office/powerpoint/2010/main" val="3255549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608416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5824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1.3.1 </a:t>
            </a:r>
            <a:r>
              <a:rPr lang="en-US" altLang="zh-CN" sz="2400" b="1" dirty="0" err="1">
                <a:solidFill>
                  <a:schemeClr val="bg1"/>
                </a:solidFill>
              </a:rPr>
              <a:t>MCU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MPU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</a:rPr>
              <a:t>ARM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</a:rPr>
              <a:t>FPGA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DSP</a:t>
            </a:r>
            <a:r>
              <a:rPr lang="zh-CN" altLang="en-US" sz="2400" b="1" dirty="0">
                <a:solidFill>
                  <a:schemeClr val="bg1"/>
                </a:solidFill>
              </a:rPr>
              <a:t>概念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71" y="1209796"/>
            <a:ext cx="7234386" cy="2946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3477441" y="4227934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/>
              <a:t> DSP</a:t>
            </a:r>
            <a:r>
              <a:rPr lang="zh-CN" altLang="en-US" b="1" dirty="0"/>
              <a:t>或</a:t>
            </a:r>
            <a:r>
              <a:rPr lang="en-GB" altLang="zh-CN" b="1" dirty="0"/>
              <a:t>MCU</a:t>
            </a:r>
            <a:r>
              <a:rPr lang="zh-CN" altLang="en-US" b="1" dirty="0"/>
              <a:t>处理流程</a:t>
            </a:r>
          </a:p>
        </p:txBody>
      </p:sp>
    </p:spTree>
    <p:extLst>
      <p:ext uri="{BB962C8B-B14F-4D97-AF65-F5344CB8AC3E}">
        <p14:creationId xmlns:p14="http://schemas.microsoft.com/office/powerpoint/2010/main" val="227451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/>
          <p:cNvSpPr>
            <a:spLocks/>
          </p:cNvSpPr>
          <p:nvPr/>
        </p:nvSpPr>
        <p:spPr bwMode="auto">
          <a:xfrm>
            <a:off x="4024314" y="1230604"/>
            <a:ext cx="1060847" cy="919163"/>
          </a:xfrm>
          <a:custGeom>
            <a:avLst/>
            <a:gdLst>
              <a:gd name="T0" fmla="*/ 314 w 375"/>
              <a:gd name="T1" fmla="*/ 326 h 326"/>
              <a:gd name="T2" fmla="*/ 375 w 375"/>
              <a:gd name="T3" fmla="*/ 187 h 326"/>
              <a:gd name="T4" fmla="*/ 188 w 375"/>
              <a:gd name="T5" fmla="*/ 0 h 326"/>
              <a:gd name="T6" fmla="*/ 0 w 375"/>
              <a:gd name="T7" fmla="*/ 187 h 326"/>
              <a:gd name="T8" fmla="*/ 61 w 375"/>
              <a:gd name="T9" fmla="*/ 326 h 326"/>
              <a:gd name="T10" fmla="*/ 188 w 375"/>
              <a:gd name="T11" fmla="*/ 278 h 326"/>
              <a:gd name="T12" fmla="*/ 314 w 375"/>
              <a:gd name="T13" fmla="*/ 326 h 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5" h="326">
                <a:moveTo>
                  <a:pt x="314" y="326"/>
                </a:moveTo>
                <a:cubicBezTo>
                  <a:pt x="352" y="292"/>
                  <a:pt x="375" y="243"/>
                  <a:pt x="375" y="187"/>
                </a:cubicBezTo>
                <a:cubicBezTo>
                  <a:pt x="375" y="84"/>
                  <a:pt x="291" y="0"/>
                  <a:pt x="188" y="0"/>
                </a:cubicBezTo>
                <a:cubicBezTo>
                  <a:pt x="84" y="0"/>
                  <a:pt x="0" y="84"/>
                  <a:pt x="0" y="187"/>
                </a:cubicBezTo>
                <a:cubicBezTo>
                  <a:pt x="0" y="243"/>
                  <a:pt x="24" y="292"/>
                  <a:pt x="61" y="326"/>
                </a:cubicBezTo>
                <a:cubicBezTo>
                  <a:pt x="95" y="296"/>
                  <a:pt x="139" y="278"/>
                  <a:pt x="188" y="278"/>
                </a:cubicBezTo>
                <a:cubicBezTo>
                  <a:pt x="236" y="278"/>
                  <a:pt x="281" y="296"/>
                  <a:pt x="314" y="326"/>
                </a:cubicBezTo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4024314" y="2149769"/>
            <a:ext cx="1060847" cy="783431"/>
          </a:xfrm>
          <a:custGeom>
            <a:avLst/>
            <a:gdLst>
              <a:gd name="T0" fmla="*/ 375 w 375"/>
              <a:gd name="T1" fmla="*/ 139 h 278"/>
              <a:gd name="T2" fmla="*/ 314 w 375"/>
              <a:gd name="T3" fmla="*/ 0 h 278"/>
              <a:gd name="T4" fmla="*/ 188 w 375"/>
              <a:gd name="T5" fmla="*/ 49 h 278"/>
              <a:gd name="T6" fmla="*/ 61 w 375"/>
              <a:gd name="T7" fmla="*/ 0 h 278"/>
              <a:gd name="T8" fmla="*/ 0 w 375"/>
              <a:gd name="T9" fmla="*/ 139 h 278"/>
              <a:gd name="T10" fmla="*/ 61 w 375"/>
              <a:gd name="T11" fmla="*/ 278 h 278"/>
              <a:gd name="T12" fmla="*/ 188 w 375"/>
              <a:gd name="T13" fmla="*/ 230 h 278"/>
              <a:gd name="T14" fmla="*/ 314 w 375"/>
              <a:gd name="T15" fmla="*/ 278 h 278"/>
              <a:gd name="T16" fmla="*/ 375 w 375"/>
              <a:gd name="T17" fmla="*/ 139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5" h="278">
                <a:moveTo>
                  <a:pt x="375" y="139"/>
                </a:moveTo>
                <a:cubicBezTo>
                  <a:pt x="375" y="84"/>
                  <a:pt x="352" y="35"/>
                  <a:pt x="314" y="0"/>
                </a:cubicBezTo>
                <a:cubicBezTo>
                  <a:pt x="281" y="31"/>
                  <a:pt x="236" y="49"/>
                  <a:pt x="188" y="49"/>
                </a:cubicBezTo>
                <a:cubicBezTo>
                  <a:pt x="139" y="49"/>
                  <a:pt x="95" y="31"/>
                  <a:pt x="61" y="0"/>
                </a:cubicBezTo>
                <a:cubicBezTo>
                  <a:pt x="24" y="35"/>
                  <a:pt x="0" y="84"/>
                  <a:pt x="0" y="139"/>
                </a:cubicBezTo>
                <a:cubicBezTo>
                  <a:pt x="0" y="195"/>
                  <a:pt x="24" y="244"/>
                  <a:pt x="61" y="278"/>
                </a:cubicBezTo>
                <a:cubicBezTo>
                  <a:pt x="95" y="248"/>
                  <a:pt x="139" y="230"/>
                  <a:pt x="188" y="230"/>
                </a:cubicBezTo>
                <a:cubicBezTo>
                  <a:pt x="236" y="230"/>
                  <a:pt x="281" y="248"/>
                  <a:pt x="314" y="278"/>
                </a:cubicBezTo>
                <a:cubicBezTo>
                  <a:pt x="352" y="244"/>
                  <a:pt x="375" y="195"/>
                  <a:pt x="375" y="139"/>
                </a:cubicBezTo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4196954" y="2014038"/>
            <a:ext cx="715566" cy="273844"/>
          </a:xfrm>
          <a:custGeom>
            <a:avLst/>
            <a:gdLst>
              <a:gd name="T0" fmla="*/ 253 w 253"/>
              <a:gd name="T1" fmla="*/ 48 h 97"/>
              <a:gd name="T2" fmla="*/ 127 w 253"/>
              <a:gd name="T3" fmla="*/ 0 h 97"/>
              <a:gd name="T4" fmla="*/ 0 w 253"/>
              <a:gd name="T5" fmla="*/ 48 h 97"/>
              <a:gd name="T6" fmla="*/ 127 w 253"/>
              <a:gd name="T7" fmla="*/ 97 h 97"/>
              <a:gd name="T8" fmla="*/ 253 w 253"/>
              <a:gd name="T9" fmla="*/ 48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3" h="97">
                <a:moveTo>
                  <a:pt x="253" y="48"/>
                </a:moveTo>
                <a:cubicBezTo>
                  <a:pt x="220" y="18"/>
                  <a:pt x="175" y="0"/>
                  <a:pt x="127" y="0"/>
                </a:cubicBezTo>
                <a:cubicBezTo>
                  <a:pt x="78" y="0"/>
                  <a:pt x="34" y="18"/>
                  <a:pt x="0" y="48"/>
                </a:cubicBezTo>
                <a:cubicBezTo>
                  <a:pt x="34" y="79"/>
                  <a:pt x="78" y="97"/>
                  <a:pt x="127" y="97"/>
                </a:cubicBezTo>
                <a:cubicBezTo>
                  <a:pt x="175" y="97"/>
                  <a:pt x="220" y="79"/>
                  <a:pt x="253" y="48"/>
                </a:cubicBezTo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Freeform 8"/>
          <p:cNvSpPr>
            <a:spLocks/>
          </p:cNvSpPr>
          <p:nvPr/>
        </p:nvSpPr>
        <p:spPr bwMode="auto">
          <a:xfrm>
            <a:off x="4024314" y="2933198"/>
            <a:ext cx="1060847" cy="784622"/>
          </a:xfrm>
          <a:custGeom>
            <a:avLst/>
            <a:gdLst>
              <a:gd name="T0" fmla="*/ 61 w 375"/>
              <a:gd name="T1" fmla="*/ 0 h 278"/>
              <a:gd name="T2" fmla="*/ 0 w 375"/>
              <a:gd name="T3" fmla="*/ 139 h 278"/>
              <a:gd name="T4" fmla="*/ 61 w 375"/>
              <a:gd name="T5" fmla="*/ 278 h 278"/>
              <a:gd name="T6" fmla="*/ 188 w 375"/>
              <a:gd name="T7" fmla="*/ 230 h 278"/>
              <a:gd name="T8" fmla="*/ 314 w 375"/>
              <a:gd name="T9" fmla="*/ 278 h 278"/>
              <a:gd name="T10" fmla="*/ 375 w 375"/>
              <a:gd name="T11" fmla="*/ 139 h 278"/>
              <a:gd name="T12" fmla="*/ 314 w 375"/>
              <a:gd name="T13" fmla="*/ 0 h 278"/>
              <a:gd name="T14" fmla="*/ 188 w 375"/>
              <a:gd name="T15" fmla="*/ 49 h 278"/>
              <a:gd name="T16" fmla="*/ 61 w 375"/>
              <a:gd name="T17" fmla="*/ 0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5" h="278">
                <a:moveTo>
                  <a:pt x="61" y="0"/>
                </a:moveTo>
                <a:cubicBezTo>
                  <a:pt x="24" y="35"/>
                  <a:pt x="0" y="84"/>
                  <a:pt x="0" y="139"/>
                </a:cubicBezTo>
                <a:cubicBezTo>
                  <a:pt x="0" y="195"/>
                  <a:pt x="24" y="244"/>
                  <a:pt x="61" y="278"/>
                </a:cubicBezTo>
                <a:cubicBezTo>
                  <a:pt x="95" y="248"/>
                  <a:pt x="139" y="230"/>
                  <a:pt x="188" y="230"/>
                </a:cubicBezTo>
                <a:cubicBezTo>
                  <a:pt x="236" y="230"/>
                  <a:pt x="281" y="248"/>
                  <a:pt x="314" y="278"/>
                </a:cubicBezTo>
                <a:cubicBezTo>
                  <a:pt x="352" y="244"/>
                  <a:pt x="375" y="195"/>
                  <a:pt x="375" y="139"/>
                </a:cubicBezTo>
                <a:cubicBezTo>
                  <a:pt x="375" y="84"/>
                  <a:pt x="352" y="35"/>
                  <a:pt x="314" y="0"/>
                </a:cubicBezTo>
                <a:cubicBezTo>
                  <a:pt x="281" y="31"/>
                  <a:pt x="236" y="49"/>
                  <a:pt x="188" y="49"/>
                </a:cubicBezTo>
                <a:cubicBezTo>
                  <a:pt x="139" y="49"/>
                  <a:pt x="95" y="31"/>
                  <a:pt x="61" y="0"/>
                </a:cubicBezTo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Freeform 9"/>
          <p:cNvSpPr>
            <a:spLocks/>
          </p:cNvSpPr>
          <p:nvPr/>
        </p:nvSpPr>
        <p:spPr bwMode="auto">
          <a:xfrm>
            <a:off x="4196954" y="2798659"/>
            <a:ext cx="715566" cy="272653"/>
          </a:xfrm>
          <a:custGeom>
            <a:avLst/>
            <a:gdLst>
              <a:gd name="T0" fmla="*/ 0 w 253"/>
              <a:gd name="T1" fmla="*/ 48 h 97"/>
              <a:gd name="T2" fmla="*/ 127 w 253"/>
              <a:gd name="T3" fmla="*/ 97 h 97"/>
              <a:gd name="T4" fmla="*/ 253 w 253"/>
              <a:gd name="T5" fmla="*/ 48 h 97"/>
              <a:gd name="T6" fmla="*/ 127 w 253"/>
              <a:gd name="T7" fmla="*/ 0 h 97"/>
              <a:gd name="T8" fmla="*/ 0 w 253"/>
              <a:gd name="T9" fmla="*/ 48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3" h="97">
                <a:moveTo>
                  <a:pt x="0" y="48"/>
                </a:moveTo>
                <a:cubicBezTo>
                  <a:pt x="34" y="79"/>
                  <a:pt x="78" y="97"/>
                  <a:pt x="127" y="97"/>
                </a:cubicBezTo>
                <a:cubicBezTo>
                  <a:pt x="175" y="97"/>
                  <a:pt x="220" y="79"/>
                  <a:pt x="253" y="48"/>
                </a:cubicBezTo>
                <a:cubicBezTo>
                  <a:pt x="220" y="18"/>
                  <a:pt x="175" y="0"/>
                  <a:pt x="127" y="0"/>
                </a:cubicBezTo>
                <a:cubicBezTo>
                  <a:pt x="78" y="0"/>
                  <a:pt x="34" y="18"/>
                  <a:pt x="0" y="48"/>
                </a:cubicBezTo>
              </a:path>
            </a:pathLst>
          </a:cu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10"/>
          <p:cNvSpPr>
            <a:spLocks/>
          </p:cNvSpPr>
          <p:nvPr/>
        </p:nvSpPr>
        <p:spPr bwMode="auto">
          <a:xfrm>
            <a:off x="4024314" y="3717822"/>
            <a:ext cx="1060847" cy="921544"/>
          </a:xfrm>
          <a:custGeom>
            <a:avLst/>
            <a:gdLst>
              <a:gd name="T0" fmla="*/ 61 w 375"/>
              <a:gd name="T1" fmla="*/ 0 h 327"/>
              <a:gd name="T2" fmla="*/ 0 w 375"/>
              <a:gd name="T3" fmla="*/ 139 h 327"/>
              <a:gd name="T4" fmla="*/ 188 w 375"/>
              <a:gd name="T5" fmla="*/ 327 h 327"/>
              <a:gd name="T6" fmla="*/ 375 w 375"/>
              <a:gd name="T7" fmla="*/ 139 h 327"/>
              <a:gd name="T8" fmla="*/ 314 w 375"/>
              <a:gd name="T9" fmla="*/ 0 h 327"/>
              <a:gd name="T10" fmla="*/ 188 w 375"/>
              <a:gd name="T11" fmla="*/ 49 h 327"/>
              <a:gd name="T12" fmla="*/ 61 w 375"/>
              <a:gd name="T13" fmla="*/ 0 h 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5" h="327">
                <a:moveTo>
                  <a:pt x="61" y="0"/>
                </a:moveTo>
                <a:cubicBezTo>
                  <a:pt x="24" y="35"/>
                  <a:pt x="0" y="84"/>
                  <a:pt x="0" y="139"/>
                </a:cubicBezTo>
                <a:cubicBezTo>
                  <a:pt x="0" y="243"/>
                  <a:pt x="84" y="327"/>
                  <a:pt x="188" y="327"/>
                </a:cubicBezTo>
                <a:cubicBezTo>
                  <a:pt x="291" y="327"/>
                  <a:pt x="375" y="243"/>
                  <a:pt x="375" y="139"/>
                </a:cubicBezTo>
                <a:cubicBezTo>
                  <a:pt x="375" y="84"/>
                  <a:pt x="352" y="35"/>
                  <a:pt x="314" y="0"/>
                </a:cubicBezTo>
                <a:cubicBezTo>
                  <a:pt x="281" y="31"/>
                  <a:pt x="236" y="49"/>
                  <a:pt x="188" y="49"/>
                </a:cubicBezTo>
                <a:cubicBezTo>
                  <a:pt x="139" y="49"/>
                  <a:pt x="95" y="31"/>
                  <a:pt x="61" y="0"/>
                </a:cubicBezTo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0" name="Freeform 11"/>
          <p:cNvSpPr>
            <a:spLocks/>
          </p:cNvSpPr>
          <p:nvPr/>
        </p:nvSpPr>
        <p:spPr bwMode="auto">
          <a:xfrm>
            <a:off x="4196954" y="3582090"/>
            <a:ext cx="715566" cy="273844"/>
          </a:xfrm>
          <a:custGeom>
            <a:avLst/>
            <a:gdLst>
              <a:gd name="T0" fmla="*/ 0 w 253"/>
              <a:gd name="T1" fmla="*/ 48 h 97"/>
              <a:gd name="T2" fmla="*/ 127 w 253"/>
              <a:gd name="T3" fmla="*/ 97 h 97"/>
              <a:gd name="T4" fmla="*/ 253 w 253"/>
              <a:gd name="T5" fmla="*/ 48 h 97"/>
              <a:gd name="T6" fmla="*/ 127 w 253"/>
              <a:gd name="T7" fmla="*/ 0 h 97"/>
              <a:gd name="T8" fmla="*/ 0 w 253"/>
              <a:gd name="T9" fmla="*/ 48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3" h="97">
                <a:moveTo>
                  <a:pt x="0" y="48"/>
                </a:moveTo>
                <a:cubicBezTo>
                  <a:pt x="34" y="79"/>
                  <a:pt x="78" y="97"/>
                  <a:pt x="127" y="97"/>
                </a:cubicBezTo>
                <a:cubicBezTo>
                  <a:pt x="175" y="97"/>
                  <a:pt x="220" y="79"/>
                  <a:pt x="253" y="48"/>
                </a:cubicBezTo>
                <a:cubicBezTo>
                  <a:pt x="220" y="18"/>
                  <a:pt x="175" y="0"/>
                  <a:pt x="127" y="0"/>
                </a:cubicBezTo>
                <a:cubicBezTo>
                  <a:pt x="78" y="0"/>
                  <a:pt x="34" y="18"/>
                  <a:pt x="0" y="48"/>
                </a:cubicBezTo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4387652" y="1504328"/>
            <a:ext cx="334169" cy="321367"/>
            <a:chOff x="9791183" y="5224434"/>
            <a:chExt cx="645684" cy="620945"/>
          </a:xfrm>
          <a:solidFill>
            <a:schemeClr val="accent3">
              <a:lumMod val="75000"/>
            </a:schemeClr>
          </a:solidFill>
        </p:grpSpPr>
        <p:sp>
          <p:nvSpPr>
            <p:cNvPr id="22" name="Oval 131"/>
            <p:cNvSpPr>
              <a:spLocks noChangeArrowheads="1"/>
            </p:cNvSpPr>
            <p:nvPr/>
          </p:nvSpPr>
          <p:spPr bwMode="auto">
            <a:xfrm>
              <a:off x="9968746" y="5224434"/>
              <a:ext cx="290558" cy="2942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" name="Freeform 134"/>
            <p:cNvSpPr>
              <a:spLocks/>
            </p:cNvSpPr>
            <p:nvPr/>
          </p:nvSpPr>
          <p:spPr bwMode="auto">
            <a:xfrm>
              <a:off x="9791183" y="5564604"/>
              <a:ext cx="645684" cy="280775"/>
            </a:xfrm>
            <a:custGeom>
              <a:avLst/>
              <a:gdLst>
                <a:gd name="T0" fmla="*/ 35 w 200"/>
                <a:gd name="T1" fmla="*/ 87 h 87"/>
                <a:gd name="T2" fmla="*/ 35 w 200"/>
                <a:gd name="T3" fmla="*/ 72 h 87"/>
                <a:gd name="T4" fmla="*/ 46 w 200"/>
                <a:gd name="T5" fmla="*/ 72 h 87"/>
                <a:gd name="T6" fmla="*/ 46 w 200"/>
                <a:gd name="T7" fmla="*/ 87 h 87"/>
                <a:gd name="T8" fmla="*/ 155 w 200"/>
                <a:gd name="T9" fmla="*/ 87 h 87"/>
                <a:gd name="T10" fmla="*/ 155 w 200"/>
                <a:gd name="T11" fmla="*/ 72 h 87"/>
                <a:gd name="T12" fmla="*/ 166 w 200"/>
                <a:gd name="T13" fmla="*/ 72 h 87"/>
                <a:gd name="T14" fmla="*/ 166 w 200"/>
                <a:gd name="T15" fmla="*/ 87 h 87"/>
                <a:gd name="T16" fmla="*/ 199 w 200"/>
                <a:gd name="T17" fmla="*/ 87 h 87"/>
                <a:gd name="T18" fmla="*/ 200 w 200"/>
                <a:gd name="T19" fmla="*/ 43 h 87"/>
                <a:gd name="T20" fmla="*/ 156 w 200"/>
                <a:gd name="T21" fmla="*/ 0 h 87"/>
                <a:gd name="T22" fmla="*/ 156 w 200"/>
                <a:gd name="T23" fmla="*/ 0 h 87"/>
                <a:gd name="T24" fmla="*/ 156 w 200"/>
                <a:gd name="T25" fmla="*/ 0 h 87"/>
                <a:gd name="T26" fmla="*/ 140 w 200"/>
                <a:gd name="T27" fmla="*/ 0 h 87"/>
                <a:gd name="T28" fmla="*/ 100 w 200"/>
                <a:gd name="T29" fmla="*/ 80 h 87"/>
                <a:gd name="T30" fmla="*/ 60 w 200"/>
                <a:gd name="T31" fmla="*/ 0 h 87"/>
                <a:gd name="T32" fmla="*/ 45 w 200"/>
                <a:gd name="T33" fmla="*/ 0 h 87"/>
                <a:gd name="T34" fmla="*/ 45 w 200"/>
                <a:gd name="T35" fmla="*/ 0 h 87"/>
                <a:gd name="T36" fmla="*/ 44 w 200"/>
                <a:gd name="T37" fmla="*/ 0 h 87"/>
                <a:gd name="T38" fmla="*/ 1 w 200"/>
                <a:gd name="T39" fmla="*/ 43 h 87"/>
                <a:gd name="T40" fmla="*/ 0 w 200"/>
                <a:gd name="T41" fmla="*/ 87 h 87"/>
                <a:gd name="T42" fmla="*/ 35 w 200"/>
                <a:gd name="T43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0" h="87">
                  <a:moveTo>
                    <a:pt x="35" y="87"/>
                  </a:moveTo>
                  <a:cubicBezTo>
                    <a:pt x="35" y="72"/>
                    <a:pt x="35" y="72"/>
                    <a:pt x="35" y="72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155" y="87"/>
                    <a:pt x="155" y="87"/>
                    <a:pt x="155" y="87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66" y="72"/>
                    <a:pt x="166" y="72"/>
                    <a:pt x="166" y="72"/>
                  </a:cubicBezTo>
                  <a:cubicBezTo>
                    <a:pt x="166" y="87"/>
                    <a:pt x="166" y="87"/>
                    <a:pt x="166" y="87"/>
                  </a:cubicBezTo>
                  <a:cubicBezTo>
                    <a:pt x="199" y="87"/>
                    <a:pt x="199" y="87"/>
                    <a:pt x="199" y="87"/>
                  </a:cubicBezTo>
                  <a:cubicBezTo>
                    <a:pt x="199" y="47"/>
                    <a:pt x="200" y="43"/>
                    <a:pt x="200" y="43"/>
                  </a:cubicBezTo>
                  <a:cubicBezTo>
                    <a:pt x="200" y="19"/>
                    <a:pt x="180" y="0"/>
                    <a:pt x="156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4" y="0"/>
                    <a:pt x="44" y="0"/>
                  </a:cubicBezTo>
                  <a:cubicBezTo>
                    <a:pt x="20" y="0"/>
                    <a:pt x="1" y="19"/>
                    <a:pt x="1" y="43"/>
                  </a:cubicBezTo>
                  <a:cubicBezTo>
                    <a:pt x="1" y="43"/>
                    <a:pt x="0" y="47"/>
                    <a:pt x="0" y="87"/>
                  </a:cubicBezTo>
                  <a:lnTo>
                    <a:pt x="35" y="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336073" y="3178889"/>
            <a:ext cx="421071" cy="319931"/>
            <a:chOff x="4268086" y="4221191"/>
            <a:chExt cx="509646" cy="387231"/>
          </a:xfrm>
          <a:solidFill>
            <a:schemeClr val="accent5">
              <a:lumMod val="75000"/>
            </a:schemeClr>
          </a:solidFill>
        </p:grpSpPr>
        <p:sp>
          <p:nvSpPr>
            <p:cNvPr id="29" name="Freeform 20"/>
            <p:cNvSpPr>
              <a:spLocks noEditPoints="1"/>
            </p:cNvSpPr>
            <p:nvPr/>
          </p:nvSpPr>
          <p:spPr bwMode="auto">
            <a:xfrm>
              <a:off x="4268086" y="4273030"/>
              <a:ext cx="337890" cy="335392"/>
            </a:xfrm>
            <a:custGeom>
              <a:avLst/>
              <a:gdLst>
                <a:gd name="T0" fmla="*/ 229 w 229"/>
                <a:gd name="T1" fmla="*/ 128 h 227"/>
                <a:gd name="T2" fmla="*/ 229 w 229"/>
                <a:gd name="T3" fmla="*/ 98 h 227"/>
                <a:gd name="T4" fmla="*/ 206 w 229"/>
                <a:gd name="T5" fmla="*/ 93 h 227"/>
                <a:gd name="T6" fmla="*/ 200 w 229"/>
                <a:gd name="T7" fmla="*/ 76 h 227"/>
                <a:gd name="T8" fmla="*/ 216 w 229"/>
                <a:gd name="T9" fmla="*/ 58 h 227"/>
                <a:gd name="T10" fmla="*/ 198 w 229"/>
                <a:gd name="T11" fmla="*/ 34 h 227"/>
                <a:gd name="T12" fmla="*/ 176 w 229"/>
                <a:gd name="T13" fmla="*/ 44 h 227"/>
                <a:gd name="T14" fmla="*/ 161 w 229"/>
                <a:gd name="T15" fmla="*/ 33 h 227"/>
                <a:gd name="T16" fmla="*/ 164 w 229"/>
                <a:gd name="T17" fmla="*/ 9 h 227"/>
                <a:gd name="T18" fmla="*/ 135 w 229"/>
                <a:gd name="T19" fmla="*/ 0 h 227"/>
                <a:gd name="T20" fmla="*/ 123 w 229"/>
                <a:gd name="T21" fmla="*/ 20 h 227"/>
                <a:gd name="T22" fmla="*/ 114 w 229"/>
                <a:gd name="T23" fmla="*/ 20 h 227"/>
                <a:gd name="T24" fmla="*/ 105 w 229"/>
                <a:gd name="T25" fmla="*/ 20 h 227"/>
                <a:gd name="T26" fmla="*/ 93 w 229"/>
                <a:gd name="T27" fmla="*/ 0 h 227"/>
                <a:gd name="T28" fmla="*/ 65 w 229"/>
                <a:gd name="T29" fmla="*/ 9 h 227"/>
                <a:gd name="T30" fmla="*/ 67 w 229"/>
                <a:gd name="T31" fmla="*/ 33 h 227"/>
                <a:gd name="T32" fmla="*/ 52 w 229"/>
                <a:gd name="T33" fmla="*/ 44 h 227"/>
                <a:gd name="T34" fmla="*/ 30 w 229"/>
                <a:gd name="T35" fmla="*/ 34 h 227"/>
                <a:gd name="T36" fmla="*/ 13 w 229"/>
                <a:gd name="T37" fmla="*/ 58 h 227"/>
                <a:gd name="T38" fmla="*/ 29 w 229"/>
                <a:gd name="T39" fmla="*/ 76 h 227"/>
                <a:gd name="T40" fmla="*/ 23 w 229"/>
                <a:gd name="T41" fmla="*/ 94 h 227"/>
                <a:gd name="T42" fmla="*/ 0 w 229"/>
                <a:gd name="T43" fmla="*/ 98 h 227"/>
                <a:gd name="T44" fmla="*/ 0 w 229"/>
                <a:gd name="T45" fmla="*/ 128 h 227"/>
                <a:gd name="T46" fmla="*/ 23 w 229"/>
                <a:gd name="T47" fmla="*/ 133 h 227"/>
                <a:gd name="T48" fmla="*/ 29 w 229"/>
                <a:gd name="T49" fmla="*/ 151 h 227"/>
                <a:gd name="T50" fmla="*/ 13 w 229"/>
                <a:gd name="T51" fmla="*/ 169 h 227"/>
                <a:gd name="T52" fmla="*/ 31 w 229"/>
                <a:gd name="T53" fmla="*/ 193 h 227"/>
                <a:gd name="T54" fmla="*/ 52 w 229"/>
                <a:gd name="T55" fmla="*/ 183 h 227"/>
                <a:gd name="T56" fmla="*/ 67 w 229"/>
                <a:gd name="T57" fmla="*/ 194 h 227"/>
                <a:gd name="T58" fmla="*/ 65 w 229"/>
                <a:gd name="T59" fmla="*/ 218 h 227"/>
                <a:gd name="T60" fmla="*/ 93 w 229"/>
                <a:gd name="T61" fmla="*/ 227 h 227"/>
                <a:gd name="T62" fmla="*/ 105 w 229"/>
                <a:gd name="T63" fmla="*/ 206 h 227"/>
                <a:gd name="T64" fmla="*/ 114 w 229"/>
                <a:gd name="T65" fmla="*/ 207 h 227"/>
                <a:gd name="T66" fmla="*/ 124 w 229"/>
                <a:gd name="T67" fmla="*/ 206 h 227"/>
                <a:gd name="T68" fmla="*/ 135 w 229"/>
                <a:gd name="T69" fmla="*/ 227 h 227"/>
                <a:gd name="T70" fmla="*/ 164 w 229"/>
                <a:gd name="T71" fmla="*/ 217 h 227"/>
                <a:gd name="T72" fmla="*/ 161 w 229"/>
                <a:gd name="T73" fmla="*/ 194 h 227"/>
                <a:gd name="T74" fmla="*/ 176 w 229"/>
                <a:gd name="T75" fmla="*/ 183 h 227"/>
                <a:gd name="T76" fmla="*/ 198 w 229"/>
                <a:gd name="T77" fmla="*/ 193 h 227"/>
                <a:gd name="T78" fmla="*/ 216 w 229"/>
                <a:gd name="T79" fmla="*/ 168 h 227"/>
                <a:gd name="T80" fmla="*/ 200 w 229"/>
                <a:gd name="T81" fmla="*/ 151 h 227"/>
                <a:gd name="T82" fmla="*/ 206 w 229"/>
                <a:gd name="T83" fmla="*/ 133 h 227"/>
                <a:gd name="T84" fmla="*/ 229 w 229"/>
                <a:gd name="T85" fmla="*/ 128 h 227"/>
                <a:gd name="T86" fmla="*/ 114 w 229"/>
                <a:gd name="T87" fmla="*/ 180 h 227"/>
                <a:gd name="T88" fmla="*/ 47 w 229"/>
                <a:gd name="T89" fmla="*/ 113 h 227"/>
                <a:gd name="T90" fmla="*/ 114 w 229"/>
                <a:gd name="T91" fmla="*/ 46 h 227"/>
                <a:gd name="T92" fmla="*/ 181 w 229"/>
                <a:gd name="T93" fmla="*/ 113 h 227"/>
                <a:gd name="T94" fmla="*/ 114 w 229"/>
                <a:gd name="T95" fmla="*/ 18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29" h="227">
                  <a:moveTo>
                    <a:pt x="229" y="128"/>
                  </a:moveTo>
                  <a:cubicBezTo>
                    <a:pt x="229" y="98"/>
                    <a:pt x="229" y="98"/>
                    <a:pt x="229" y="98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4" y="87"/>
                    <a:pt x="202" y="81"/>
                    <a:pt x="200" y="76"/>
                  </a:cubicBezTo>
                  <a:cubicBezTo>
                    <a:pt x="216" y="58"/>
                    <a:pt x="216" y="58"/>
                    <a:pt x="216" y="58"/>
                  </a:cubicBezTo>
                  <a:cubicBezTo>
                    <a:pt x="198" y="34"/>
                    <a:pt x="198" y="34"/>
                    <a:pt x="198" y="3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2" y="39"/>
                    <a:pt x="167" y="36"/>
                    <a:pt x="161" y="33"/>
                  </a:cubicBezTo>
                  <a:cubicBezTo>
                    <a:pt x="164" y="9"/>
                    <a:pt x="164" y="9"/>
                    <a:pt x="164" y="9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0" y="20"/>
                    <a:pt x="117" y="20"/>
                    <a:pt x="114" y="20"/>
                  </a:cubicBezTo>
                  <a:cubicBezTo>
                    <a:pt x="111" y="20"/>
                    <a:pt x="108" y="20"/>
                    <a:pt x="105" y="2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62" y="36"/>
                    <a:pt x="57" y="39"/>
                    <a:pt x="52" y="4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26" y="81"/>
                    <a:pt x="24" y="87"/>
                    <a:pt x="23" y="94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23" y="133"/>
                    <a:pt x="23" y="133"/>
                    <a:pt x="23" y="133"/>
                  </a:cubicBezTo>
                  <a:cubicBezTo>
                    <a:pt x="24" y="139"/>
                    <a:pt x="26" y="145"/>
                    <a:pt x="29" y="151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31" y="193"/>
                    <a:pt x="31" y="193"/>
                    <a:pt x="31" y="19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7" y="187"/>
                    <a:pt x="62" y="191"/>
                    <a:pt x="67" y="194"/>
                  </a:cubicBezTo>
                  <a:cubicBezTo>
                    <a:pt x="65" y="218"/>
                    <a:pt x="65" y="218"/>
                    <a:pt x="65" y="218"/>
                  </a:cubicBezTo>
                  <a:cubicBezTo>
                    <a:pt x="93" y="227"/>
                    <a:pt x="93" y="227"/>
                    <a:pt x="93" y="227"/>
                  </a:cubicBezTo>
                  <a:cubicBezTo>
                    <a:pt x="105" y="206"/>
                    <a:pt x="105" y="206"/>
                    <a:pt x="105" y="206"/>
                  </a:cubicBezTo>
                  <a:cubicBezTo>
                    <a:pt x="108" y="207"/>
                    <a:pt x="111" y="207"/>
                    <a:pt x="114" y="207"/>
                  </a:cubicBezTo>
                  <a:cubicBezTo>
                    <a:pt x="117" y="207"/>
                    <a:pt x="121" y="207"/>
                    <a:pt x="124" y="206"/>
                  </a:cubicBezTo>
                  <a:cubicBezTo>
                    <a:pt x="135" y="227"/>
                    <a:pt x="135" y="227"/>
                    <a:pt x="135" y="227"/>
                  </a:cubicBezTo>
                  <a:cubicBezTo>
                    <a:pt x="164" y="217"/>
                    <a:pt x="164" y="217"/>
                    <a:pt x="164" y="217"/>
                  </a:cubicBezTo>
                  <a:cubicBezTo>
                    <a:pt x="161" y="194"/>
                    <a:pt x="161" y="194"/>
                    <a:pt x="161" y="194"/>
                  </a:cubicBezTo>
                  <a:cubicBezTo>
                    <a:pt x="167" y="191"/>
                    <a:pt x="172" y="187"/>
                    <a:pt x="176" y="183"/>
                  </a:cubicBezTo>
                  <a:cubicBezTo>
                    <a:pt x="198" y="193"/>
                    <a:pt x="198" y="193"/>
                    <a:pt x="198" y="193"/>
                  </a:cubicBezTo>
                  <a:cubicBezTo>
                    <a:pt x="216" y="168"/>
                    <a:pt x="216" y="168"/>
                    <a:pt x="216" y="168"/>
                  </a:cubicBezTo>
                  <a:cubicBezTo>
                    <a:pt x="200" y="151"/>
                    <a:pt x="200" y="151"/>
                    <a:pt x="200" y="151"/>
                  </a:cubicBezTo>
                  <a:cubicBezTo>
                    <a:pt x="202" y="145"/>
                    <a:pt x="204" y="139"/>
                    <a:pt x="206" y="133"/>
                  </a:cubicBezTo>
                  <a:lnTo>
                    <a:pt x="229" y="128"/>
                  </a:lnTo>
                  <a:close/>
                  <a:moveTo>
                    <a:pt x="114" y="180"/>
                  </a:moveTo>
                  <a:cubicBezTo>
                    <a:pt x="77" y="180"/>
                    <a:pt x="47" y="150"/>
                    <a:pt x="47" y="113"/>
                  </a:cubicBezTo>
                  <a:cubicBezTo>
                    <a:pt x="47" y="76"/>
                    <a:pt x="77" y="46"/>
                    <a:pt x="114" y="46"/>
                  </a:cubicBezTo>
                  <a:cubicBezTo>
                    <a:pt x="151" y="46"/>
                    <a:pt x="181" y="76"/>
                    <a:pt x="181" y="113"/>
                  </a:cubicBezTo>
                  <a:cubicBezTo>
                    <a:pt x="181" y="150"/>
                    <a:pt x="151" y="180"/>
                    <a:pt x="114" y="1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" name="Freeform 21"/>
            <p:cNvSpPr>
              <a:spLocks noEditPoints="1"/>
            </p:cNvSpPr>
            <p:nvPr/>
          </p:nvSpPr>
          <p:spPr bwMode="auto">
            <a:xfrm>
              <a:off x="4577871" y="4221191"/>
              <a:ext cx="199861" cy="199861"/>
            </a:xfrm>
            <a:custGeom>
              <a:avLst/>
              <a:gdLst>
                <a:gd name="T0" fmla="*/ 135 w 135"/>
                <a:gd name="T1" fmla="*/ 76 h 135"/>
                <a:gd name="T2" fmla="*/ 135 w 135"/>
                <a:gd name="T3" fmla="*/ 58 h 135"/>
                <a:gd name="T4" fmla="*/ 122 w 135"/>
                <a:gd name="T5" fmla="*/ 55 h 135"/>
                <a:gd name="T6" fmla="*/ 118 w 135"/>
                <a:gd name="T7" fmla="*/ 45 h 135"/>
                <a:gd name="T8" fmla="*/ 128 w 135"/>
                <a:gd name="T9" fmla="*/ 34 h 135"/>
                <a:gd name="T10" fmla="*/ 117 w 135"/>
                <a:gd name="T11" fmla="*/ 20 h 135"/>
                <a:gd name="T12" fmla="*/ 104 w 135"/>
                <a:gd name="T13" fmla="*/ 26 h 135"/>
                <a:gd name="T14" fmla="*/ 96 w 135"/>
                <a:gd name="T15" fmla="*/ 19 h 135"/>
                <a:gd name="T16" fmla="*/ 97 w 135"/>
                <a:gd name="T17" fmla="*/ 5 h 135"/>
                <a:gd name="T18" fmla="*/ 80 w 135"/>
                <a:gd name="T19" fmla="*/ 0 h 135"/>
                <a:gd name="T20" fmla="*/ 73 w 135"/>
                <a:gd name="T21" fmla="*/ 12 h 135"/>
                <a:gd name="T22" fmla="*/ 67 w 135"/>
                <a:gd name="T23" fmla="*/ 12 h 135"/>
                <a:gd name="T24" fmla="*/ 62 w 135"/>
                <a:gd name="T25" fmla="*/ 12 h 135"/>
                <a:gd name="T26" fmla="*/ 55 w 135"/>
                <a:gd name="T27" fmla="*/ 0 h 135"/>
                <a:gd name="T28" fmla="*/ 38 w 135"/>
                <a:gd name="T29" fmla="*/ 5 h 135"/>
                <a:gd name="T30" fmla="*/ 39 w 135"/>
                <a:gd name="T31" fmla="*/ 19 h 135"/>
                <a:gd name="T32" fmla="*/ 30 w 135"/>
                <a:gd name="T33" fmla="*/ 26 h 135"/>
                <a:gd name="T34" fmla="*/ 18 w 135"/>
                <a:gd name="T35" fmla="*/ 20 h 135"/>
                <a:gd name="T36" fmla="*/ 7 w 135"/>
                <a:gd name="T37" fmla="*/ 34 h 135"/>
                <a:gd name="T38" fmla="*/ 17 w 135"/>
                <a:gd name="T39" fmla="*/ 45 h 135"/>
                <a:gd name="T40" fmla="*/ 13 w 135"/>
                <a:gd name="T41" fmla="*/ 55 h 135"/>
                <a:gd name="T42" fmla="*/ 0 w 135"/>
                <a:gd name="T43" fmla="*/ 58 h 135"/>
                <a:gd name="T44" fmla="*/ 0 w 135"/>
                <a:gd name="T45" fmla="*/ 76 h 135"/>
                <a:gd name="T46" fmla="*/ 13 w 135"/>
                <a:gd name="T47" fmla="*/ 79 h 135"/>
                <a:gd name="T48" fmla="*/ 17 w 135"/>
                <a:gd name="T49" fmla="*/ 90 h 135"/>
                <a:gd name="T50" fmla="*/ 7 w 135"/>
                <a:gd name="T51" fmla="*/ 100 h 135"/>
                <a:gd name="T52" fmla="*/ 18 w 135"/>
                <a:gd name="T53" fmla="*/ 114 h 135"/>
                <a:gd name="T54" fmla="*/ 31 w 135"/>
                <a:gd name="T55" fmla="*/ 109 h 135"/>
                <a:gd name="T56" fmla="*/ 39 w 135"/>
                <a:gd name="T57" fmla="*/ 115 h 135"/>
                <a:gd name="T58" fmla="*/ 38 w 135"/>
                <a:gd name="T59" fmla="*/ 129 h 135"/>
                <a:gd name="T60" fmla="*/ 55 w 135"/>
                <a:gd name="T61" fmla="*/ 135 h 135"/>
                <a:gd name="T62" fmla="*/ 62 w 135"/>
                <a:gd name="T63" fmla="*/ 122 h 135"/>
                <a:gd name="T64" fmla="*/ 68 w 135"/>
                <a:gd name="T65" fmla="*/ 123 h 135"/>
                <a:gd name="T66" fmla="*/ 73 w 135"/>
                <a:gd name="T67" fmla="*/ 122 h 135"/>
                <a:gd name="T68" fmla="*/ 80 w 135"/>
                <a:gd name="T69" fmla="*/ 135 h 135"/>
                <a:gd name="T70" fmla="*/ 97 w 135"/>
                <a:gd name="T71" fmla="*/ 129 h 135"/>
                <a:gd name="T72" fmla="*/ 96 w 135"/>
                <a:gd name="T73" fmla="*/ 115 h 135"/>
                <a:gd name="T74" fmla="*/ 104 w 135"/>
                <a:gd name="T75" fmla="*/ 109 h 135"/>
                <a:gd name="T76" fmla="*/ 117 w 135"/>
                <a:gd name="T77" fmla="*/ 114 h 135"/>
                <a:gd name="T78" fmla="*/ 128 w 135"/>
                <a:gd name="T79" fmla="*/ 100 h 135"/>
                <a:gd name="T80" fmla="*/ 118 w 135"/>
                <a:gd name="T81" fmla="*/ 89 h 135"/>
                <a:gd name="T82" fmla="*/ 122 w 135"/>
                <a:gd name="T83" fmla="*/ 79 h 135"/>
                <a:gd name="T84" fmla="*/ 135 w 135"/>
                <a:gd name="T85" fmla="*/ 76 h 135"/>
                <a:gd name="T86" fmla="*/ 67 w 135"/>
                <a:gd name="T87" fmla="*/ 107 h 135"/>
                <a:gd name="T88" fmla="*/ 28 w 135"/>
                <a:gd name="T89" fmla="*/ 67 h 135"/>
                <a:gd name="T90" fmla="*/ 67 w 135"/>
                <a:gd name="T91" fmla="*/ 27 h 135"/>
                <a:gd name="T92" fmla="*/ 107 w 135"/>
                <a:gd name="T93" fmla="*/ 67 h 135"/>
                <a:gd name="T94" fmla="*/ 67 w 135"/>
                <a:gd name="T95" fmla="*/ 10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5" h="135">
                  <a:moveTo>
                    <a:pt x="135" y="76"/>
                  </a:moveTo>
                  <a:cubicBezTo>
                    <a:pt x="135" y="58"/>
                    <a:pt x="135" y="58"/>
                    <a:pt x="135" y="58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1" y="52"/>
                    <a:pt x="120" y="48"/>
                    <a:pt x="118" y="45"/>
                  </a:cubicBezTo>
                  <a:cubicBezTo>
                    <a:pt x="128" y="34"/>
                    <a:pt x="128" y="34"/>
                    <a:pt x="128" y="34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2" y="23"/>
                    <a:pt x="99" y="21"/>
                    <a:pt x="96" y="19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1" y="12"/>
                    <a:pt x="69" y="12"/>
                    <a:pt x="67" y="12"/>
                  </a:cubicBezTo>
                  <a:cubicBezTo>
                    <a:pt x="66" y="12"/>
                    <a:pt x="64" y="12"/>
                    <a:pt x="62" y="12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6" y="21"/>
                    <a:pt x="33" y="23"/>
                    <a:pt x="30" y="26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15" y="48"/>
                    <a:pt x="14" y="52"/>
                    <a:pt x="13" y="5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13" y="79"/>
                    <a:pt x="13" y="79"/>
                    <a:pt x="13" y="79"/>
                  </a:cubicBezTo>
                  <a:cubicBezTo>
                    <a:pt x="14" y="83"/>
                    <a:pt x="15" y="86"/>
                    <a:pt x="17" y="90"/>
                  </a:cubicBezTo>
                  <a:cubicBezTo>
                    <a:pt x="7" y="100"/>
                    <a:pt x="7" y="100"/>
                    <a:pt x="7" y="100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31" y="109"/>
                    <a:pt x="31" y="109"/>
                    <a:pt x="31" y="109"/>
                  </a:cubicBezTo>
                  <a:cubicBezTo>
                    <a:pt x="33" y="111"/>
                    <a:pt x="36" y="113"/>
                    <a:pt x="39" y="115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62" y="122"/>
                    <a:pt x="62" y="122"/>
                    <a:pt x="62" y="122"/>
                  </a:cubicBezTo>
                  <a:cubicBezTo>
                    <a:pt x="64" y="123"/>
                    <a:pt x="66" y="123"/>
                    <a:pt x="68" y="123"/>
                  </a:cubicBezTo>
                  <a:cubicBezTo>
                    <a:pt x="69" y="123"/>
                    <a:pt x="71" y="123"/>
                    <a:pt x="73" y="122"/>
                  </a:cubicBezTo>
                  <a:cubicBezTo>
                    <a:pt x="80" y="135"/>
                    <a:pt x="80" y="135"/>
                    <a:pt x="80" y="135"/>
                  </a:cubicBezTo>
                  <a:cubicBezTo>
                    <a:pt x="97" y="129"/>
                    <a:pt x="97" y="129"/>
                    <a:pt x="97" y="129"/>
                  </a:cubicBezTo>
                  <a:cubicBezTo>
                    <a:pt x="96" y="115"/>
                    <a:pt x="96" y="115"/>
                    <a:pt x="96" y="115"/>
                  </a:cubicBezTo>
                  <a:cubicBezTo>
                    <a:pt x="99" y="113"/>
                    <a:pt x="102" y="111"/>
                    <a:pt x="104" y="109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28" y="100"/>
                    <a:pt x="128" y="100"/>
                    <a:pt x="128" y="100"/>
                  </a:cubicBezTo>
                  <a:cubicBezTo>
                    <a:pt x="118" y="89"/>
                    <a:pt x="118" y="89"/>
                    <a:pt x="118" y="89"/>
                  </a:cubicBezTo>
                  <a:cubicBezTo>
                    <a:pt x="120" y="86"/>
                    <a:pt x="121" y="83"/>
                    <a:pt x="122" y="79"/>
                  </a:cubicBezTo>
                  <a:lnTo>
                    <a:pt x="135" y="76"/>
                  </a:lnTo>
                  <a:close/>
                  <a:moveTo>
                    <a:pt x="67" y="107"/>
                  </a:moveTo>
                  <a:cubicBezTo>
                    <a:pt x="46" y="107"/>
                    <a:pt x="28" y="89"/>
                    <a:pt x="28" y="67"/>
                  </a:cubicBezTo>
                  <a:cubicBezTo>
                    <a:pt x="28" y="45"/>
                    <a:pt x="46" y="27"/>
                    <a:pt x="67" y="27"/>
                  </a:cubicBezTo>
                  <a:cubicBezTo>
                    <a:pt x="89" y="27"/>
                    <a:pt x="107" y="45"/>
                    <a:pt x="107" y="67"/>
                  </a:cubicBezTo>
                  <a:cubicBezTo>
                    <a:pt x="107" y="89"/>
                    <a:pt x="89" y="107"/>
                    <a:pt x="67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435105" y="4106456"/>
            <a:ext cx="273579" cy="270758"/>
            <a:chOff x="6967126" y="4092464"/>
            <a:chExt cx="453105" cy="448433"/>
          </a:xfrm>
          <a:solidFill>
            <a:schemeClr val="accent1">
              <a:lumMod val="75000"/>
            </a:schemeClr>
          </a:solidFill>
        </p:grpSpPr>
        <p:sp>
          <p:nvSpPr>
            <p:cNvPr id="32" name="Freeform 136"/>
            <p:cNvSpPr>
              <a:spLocks/>
            </p:cNvSpPr>
            <p:nvPr/>
          </p:nvSpPr>
          <p:spPr bwMode="auto">
            <a:xfrm>
              <a:off x="6967126" y="4343773"/>
              <a:ext cx="453105" cy="197124"/>
            </a:xfrm>
            <a:custGeom>
              <a:avLst/>
              <a:gdLst>
                <a:gd name="T0" fmla="*/ 103 w 205"/>
                <a:gd name="T1" fmla="*/ 19 h 89"/>
                <a:gd name="T2" fmla="*/ 47 w 205"/>
                <a:gd name="T3" fmla="*/ 0 h 89"/>
                <a:gd name="T4" fmla="*/ 0 w 205"/>
                <a:gd name="T5" fmla="*/ 0 h 89"/>
                <a:gd name="T6" fmla="*/ 0 w 205"/>
                <a:gd name="T7" fmla="*/ 67 h 89"/>
                <a:gd name="T8" fmla="*/ 22 w 205"/>
                <a:gd name="T9" fmla="*/ 89 h 89"/>
                <a:gd name="T10" fmla="*/ 183 w 205"/>
                <a:gd name="T11" fmla="*/ 89 h 89"/>
                <a:gd name="T12" fmla="*/ 205 w 205"/>
                <a:gd name="T13" fmla="*/ 67 h 89"/>
                <a:gd name="T14" fmla="*/ 205 w 205"/>
                <a:gd name="T15" fmla="*/ 0 h 89"/>
                <a:gd name="T16" fmla="*/ 158 w 205"/>
                <a:gd name="T17" fmla="*/ 0 h 89"/>
                <a:gd name="T18" fmla="*/ 103 w 205"/>
                <a:gd name="T19" fmla="*/ 1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5" h="89">
                  <a:moveTo>
                    <a:pt x="103" y="19"/>
                  </a:moveTo>
                  <a:cubicBezTo>
                    <a:pt x="82" y="19"/>
                    <a:pt x="62" y="12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9"/>
                    <a:pt x="10" y="89"/>
                    <a:pt x="22" y="89"/>
                  </a:cubicBezTo>
                  <a:cubicBezTo>
                    <a:pt x="183" y="89"/>
                    <a:pt x="183" y="89"/>
                    <a:pt x="183" y="89"/>
                  </a:cubicBezTo>
                  <a:cubicBezTo>
                    <a:pt x="195" y="89"/>
                    <a:pt x="205" y="79"/>
                    <a:pt x="205" y="67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43" y="12"/>
                    <a:pt x="124" y="19"/>
                    <a:pt x="103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3" name="Freeform 137"/>
            <p:cNvSpPr>
              <a:spLocks noEditPoints="1"/>
            </p:cNvSpPr>
            <p:nvPr/>
          </p:nvSpPr>
          <p:spPr bwMode="auto">
            <a:xfrm>
              <a:off x="6967126" y="4092464"/>
              <a:ext cx="453105" cy="260652"/>
            </a:xfrm>
            <a:custGeom>
              <a:avLst/>
              <a:gdLst>
                <a:gd name="T0" fmla="*/ 183 w 205"/>
                <a:gd name="T1" fmla="*/ 42 h 118"/>
                <a:gd name="T2" fmla="*/ 180 w 205"/>
                <a:gd name="T3" fmla="*/ 42 h 118"/>
                <a:gd name="T4" fmla="*/ 154 w 205"/>
                <a:gd name="T5" fmla="*/ 42 h 118"/>
                <a:gd name="T6" fmla="*/ 154 w 205"/>
                <a:gd name="T7" fmla="*/ 22 h 118"/>
                <a:gd name="T8" fmla="*/ 132 w 205"/>
                <a:gd name="T9" fmla="*/ 0 h 118"/>
                <a:gd name="T10" fmla="*/ 73 w 205"/>
                <a:gd name="T11" fmla="*/ 0 h 118"/>
                <a:gd name="T12" fmla="*/ 51 w 205"/>
                <a:gd name="T13" fmla="*/ 22 h 118"/>
                <a:gd name="T14" fmla="*/ 51 w 205"/>
                <a:gd name="T15" fmla="*/ 42 h 118"/>
                <a:gd name="T16" fmla="*/ 25 w 205"/>
                <a:gd name="T17" fmla="*/ 42 h 118"/>
                <a:gd name="T18" fmla="*/ 22 w 205"/>
                <a:gd name="T19" fmla="*/ 42 h 118"/>
                <a:gd name="T20" fmla="*/ 0 w 205"/>
                <a:gd name="T21" fmla="*/ 64 h 118"/>
                <a:gd name="T22" fmla="*/ 0 w 205"/>
                <a:gd name="T23" fmla="*/ 101 h 118"/>
                <a:gd name="T24" fmla="*/ 54 w 205"/>
                <a:gd name="T25" fmla="*/ 101 h 118"/>
                <a:gd name="T26" fmla="*/ 103 w 205"/>
                <a:gd name="T27" fmla="*/ 118 h 118"/>
                <a:gd name="T28" fmla="*/ 151 w 205"/>
                <a:gd name="T29" fmla="*/ 101 h 118"/>
                <a:gd name="T30" fmla="*/ 205 w 205"/>
                <a:gd name="T31" fmla="*/ 101 h 118"/>
                <a:gd name="T32" fmla="*/ 205 w 205"/>
                <a:gd name="T33" fmla="*/ 64 h 118"/>
                <a:gd name="T34" fmla="*/ 183 w 205"/>
                <a:gd name="T35" fmla="*/ 42 h 118"/>
                <a:gd name="T36" fmla="*/ 67 w 205"/>
                <a:gd name="T37" fmla="*/ 26 h 118"/>
                <a:gd name="T38" fmla="*/ 67 w 205"/>
                <a:gd name="T39" fmla="*/ 22 h 118"/>
                <a:gd name="T40" fmla="*/ 73 w 205"/>
                <a:gd name="T41" fmla="*/ 17 h 118"/>
                <a:gd name="T42" fmla="*/ 132 w 205"/>
                <a:gd name="T43" fmla="*/ 17 h 118"/>
                <a:gd name="T44" fmla="*/ 138 w 205"/>
                <a:gd name="T45" fmla="*/ 22 h 118"/>
                <a:gd name="T46" fmla="*/ 138 w 205"/>
                <a:gd name="T47" fmla="*/ 26 h 118"/>
                <a:gd name="T48" fmla="*/ 138 w 205"/>
                <a:gd name="T49" fmla="*/ 42 h 118"/>
                <a:gd name="T50" fmla="*/ 67 w 205"/>
                <a:gd name="T51" fmla="*/ 42 h 118"/>
                <a:gd name="T52" fmla="*/ 67 w 205"/>
                <a:gd name="T53" fmla="*/ 26 h 118"/>
                <a:gd name="T54" fmla="*/ 101 w 205"/>
                <a:gd name="T55" fmla="*/ 101 h 118"/>
                <a:gd name="T56" fmla="*/ 85 w 205"/>
                <a:gd name="T57" fmla="*/ 86 h 118"/>
                <a:gd name="T58" fmla="*/ 101 w 205"/>
                <a:gd name="T59" fmla="*/ 70 h 118"/>
                <a:gd name="T60" fmla="*/ 117 w 205"/>
                <a:gd name="T61" fmla="*/ 86 h 118"/>
                <a:gd name="T62" fmla="*/ 101 w 205"/>
                <a:gd name="T63" fmla="*/ 101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05" h="118">
                  <a:moveTo>
                    <a:pt x="183" y="42"/>
                  </a:moveTo>
                  <a:cubicBezTo>
                    <a:pt x="180" y="42"/>
                    <a:pt x="180" y="42"/>
                    <a:pt x="180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54" y="10"/>
                    <a:pt x="144" y="0"/>
                    <a:pt x="132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1" y="0"/>
                    <a:pt x="51" y="10"/>
                    <a:pt x="51" y="22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10" y="42"/>
                    <a:pt x="0" y="52"/>
                    <a:pt x="0" y="64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54" y="101"/>
                    <a:pt x="54" y="101"/>
                    <a:pt x="54" y="101"/>
                  </a:cubicBezTo>
                  <a:cubicBezTo>
                    <a:pt x="67" y="112"/>
                    <a:pt x="84" y="118"/>
                    <a:pt x="103" y="118"/>
                  </a:cubicBezTo>
                  <a:cubicBezTo>
                    <a:pt x="121" y="118"/>
                    <a:pt x="138" y="112"/>
                    <a:pt x="151" y="101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5" y="64"/>
                    <a:pt x="205" y="64"/>
                    <a:pt x="205" y="64"/>
                  </a:cubicBezTo>
                  <a:cubicBezTo>
                    <a:pt x="205" y="52"/>
                    <a:pt x="195" y="42"/>
                    <a:pt x="183" y="42"/>
                  </a:cubicBezTo>
                  <a:close/>
                  <a:moveTo>
                    <a:pt x="67" y="26"/>
                  </a:moveTo>
                  <a:cubicBezTo>
                    <a:pt x="67" y="22"/>
                    <a:pt x="67" y="22"/>
                    <a:pt x="67" y="22"/>
                  </a:cubicBezTo>
                  <a:cubicBezTo>
                    <a:pt x="67" y="19"/>
                    <a:pt x="70" y="17"/>
                    <a:pt x="73" y="17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35" y="17"/>
                    <a:pt x="138" y="19"/>
                    <a:pt x="138" y="22"/>
                  </a:cubicBezTo>
                  <a:cubicBezTo>
                    <a:pt x="138" y="26"/>
                    <a:pt x="138" y="26"/>
                    <a:pt x="138" y="26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26"/>
                  </a:lnTo>
                  <a:close/>
                  <a:moveTo>
                    <a:pt x="101" y="101"/>
                  </a:moveTo>
                  <a:cubicBezTo>
                    <a:pt x="92" y="101"/>
                    <a:pt x="85" y="94"/>
                    <a:pt x="85" y="86"/>
                  </a:cubicBezTo>
                  <a:cubicBezTo>
                    <a:pt x="85" y="77"/>
                    <a:pt x="92" y="70"/>
                    <a:pt x="101" y="70"/>
                  </a:cubicBezTo>
                  <a:cubicBezTo>
                    <a:pt x="110" y="70"/>
                    <a:pt x="117" y="77"/>
                    <a:pt x="117" y="86"/>
                  </a:cubicBezTo>
                  <a:cubicBezTo>
                    <a:pt x="117" y="94"/>
                    <a:pt x="110" y="101"/>
                    <a:pt x="101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406506" y="2445116"/>
            <a:ext cx="281707" cy="269419"/>
            <a:chOff x="1004888" y="993775"/>
            <a:chExt cx="2438400" cy="2332038"/>
          </a:xfrm>
          <a:solidFill>
            <a:schemeClr val="accent4">
              <a:lumMod val="75000"/>
            </a:schemeClr>
          </a:solidFill>
        </p:grpSpPr>
        <p:sp>
          <p:nvSpPr>
            <p:cNvPr id="35" name="Freeform 25"/>
            <p:cNvSpPr>
              <a:spLocks/>
            </p:cNvSpPr>
            <p:nvPr/>
          </p:nvSpPr>
          <p:spPr bwMode="auto">
            <a:xfrm>
              <a:off x="1898651" y="2670175"/>
              <a:ext cx="655638" cy="655638"/>
            </a:xfrm>
            <a:custGeom>
              <a:avLst/>
              <a:gdLst>
                <a:gd name="T0" fmla="*/ 206 w 413"/>
                <a:gd name="T1" fmla="*/ 413 h 413"/>
                <a:gd name="T2" fmla="*/ 0 w 413"/>
                <a:gd name="T3" fmla="*/ 0 h 413"/>
                <a:gd name="T4" fmla="*/ 413 w 413"/>
                <a:gd name="T5" fmla="*/ 0 h 413"/>
                <a:gd name="T6" fmla="*/ 206 w 413"/>
                <a:gd name="T7" fmla="*/ 413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3" h="413">
                  <a:moveTo>
                    <a:pt x="206" y="413"/>
                  </a:moveTo>
                  <a:lnTo>
                    <a:pt x="0" y="0"/>
                  </a:lnTo>
                  <a:lnTo>
                    <a:pt x="413" y="0"/>
                  </a:lnTo>
                  <a:lnTo>
                    <a:pt x="206" y="4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" name="任意多边形 35"/>
            <p:cNvSpPr>
              <a:spLocks noChangeArrowheads="1"/>
            </p:cNvSpPr>
            <p:nvPr/>
          </p:nvSpPr>
          <p:spPr bwMode="auto">
            <a:xfrm>
              <a:off x="1004888" y="993775"/>
              <a:ext cx="2438400" cy="1774825"/>
            </a:xfrm>
            <a:custGeom>
              <a:avLst/>
              <a:gdLst>
                <a:gd name="connsiteX0" fmla="*/ 290196 w 2438400"/>
                <a:gd name="connsiteY0" fmla="*/ 0 h 1774825"/>
                <a:gd name="connsiteX1" fmla="*/ 2151973 w 2438400"/>
                <a:gd name="connsiteY1" fmla="*/ 0 h 1774825"/>
                <a:gd name="connsiteX2" fmla="*/ 2438400 w 2438400"/>
                <a:gd name="connsiteY2" fmla="*/ 286384 h 1774825"/>
                <a:gd name="connsiteX3" fmla="*/ 2438400 w 2438400"/>
                <a:gd name="connsiteY3" fmla="*/ 1484673 h 1774825"/>
                <a:gd name="connsiteX4" fmla="*/ 2151973 w 2438400"/>
                <a:gd name="connsiteY4" fmla="*/ 1774825 h 1774825"/>
                <a:gd name="connsiteX5" fmla="*/ 290196 w 2438400"/>
                <a:gd name="connsiteY5" fmla="*/ 1774825 h 1774825"/>
                <a:gd name="connsiteX6" fmla="*/ 0 w 2438400"/>
                <a:gd name="connsiteY6" fmla="*/ 1484673 h 1774825"/>
                <a:gd name="connsiteX7" fmla="*/ 0 w 2438400"/>
                <a:gd name="connsiteY7" fmla="*/ 286384 h 1774825"/>
                <a:gd name="connsiteX8" fmla="*/ 290196 w 2438400"/>
                <a:gd name="connsiteY8" fmla="*/ 0 h 1774825"/>
                <a:gd name="connsiteX9" fmla="*/ 471488 w 2438400"/>
                <a:gd name="connsiteY9" fmla="*/ 425450 h 1774825"/>
                <a:gd name="connsiteX10" fmla="*/ 471488 w 2438400"/>
                <a:gd name="connsiteY10" fmla="*/ 598488 h 1774825"/>
                <a:gd name="connsiteX11" fmla="*/ 1971676 w 2438400"/>
                <a:gd name="connsiteY11" fmla="*/ 598488 h 1774825"/>
                <a:gd name="connsiteX12" fmla="*/ 1971676 w 2438400"/>
                <a:gd name="connsiteY12" fmla="*/ 425450 h 1774825"/>
                <a:gd name="connsiteX13" fmla="*/ 471488 w 2438400"/>
                <a:gd name="connsiteY13" fmla="*/ 425450 h 1774825"/>
                <a:gd name="connsiteX14" fmla="*/ 471488 w 2438400"/>
                <a:gd name="connsiteY14" fmla="*/ 801688 h 1774825"/>
                <a:gd name="connsiteX15" fmla="*/ 471488 w 2438400"/>
                <a:gd name="connsiteY15" fmla="*/ 971551 h 1774825"/>
                <a:gd name="connsiteX16" fmla="*/ 1971676 w 2438400"/>
                <a:gd name="connsiteY16" fmla="*/ 971551 h 1774825"/>
                <a:gd name="connsiteX17" fmla="*/ 1971676 w 2438400"/>
                <a:gd name="connsiteY17" fmla="*/ 801688 h 1774825"/>
                <a:gd name="connsiteX18" fmla="*/ 471488 w 2438400"/>
                <a:gd name="connsiteY18" fmla="*/ 801688 h 1774825"/>
                <a:gd name="connsiteX19" fmla="*/ 471488 w 2438400"/>
                <a:gd name="connsiteY19" fmla="*/ 1174750 h 1774825"/>
                <a:gd name="connsiteX20" fmla="*/ 471488 w 2438400"/>
                <a:gd name="connsiteY20" fmla="*/ 1347788 h 1774825"/>
                <a:gd name="connsiteX21" fmla="*/ 1971676 w 2438400"/>
                <a:gd name="connsiteY21" fmla="*/ 1347788 h 1774825"/>
                <a:gd name="connsiteX22" fmla="*/ 1971676 w 2438400"/>
                <a:gd name="connsiteY22" fmla="*/ 1174750 h 1774825"/>
                <a:gd name="connsiteX23" fmla="*/ 471488 w 2438400"/>
                <a:gd name="connsiteY23" fmla="*/ 1174750 h 177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38400" h="1774825">
                  <a:moveTo>
                    <a:pt x="290196" y="0"/>
                  </a:moveTo>
                  <a:cubicBezTo>
                    <a:pt x="2151973" y="0"/>
                    <a:pt x="2151973" y="0"/>
                    <a:pt x="2151973" y="0"/>
                  </a:cubicBezTo>
                  <a:cubicBezTo>
                    <a:pt x="2310262" y="0"/>
                    <a:pt x="2438400" y="128119"/>
                    <a:pt x="2438400" y="286384"/>
                  </a:cubicBezTo>
                  <a:lnTo>
                    <a:pt x="2438400" y="1484673"/>
                  </a:lnTo>
                  <a:cubicBezTo>
                    <a:pt x="2438400" y="1646706"/>
                    <a:pt x="2310262" y="1774825"/>
                    <a:pt x="2151973" y="1774825"/>
                  </a:cubicBezTo>
                  <a:cubicBezTo>
                    <a:pt x="290196" y="1774825"/>
                    <a:pt x="290196" y="1774825"/>
                    <a:pt x="290196" y="1774825"/>
                  </a:cubicBezTo>
                  <a:cubicBezTo>
                    <a:pt x="131907" y="1774825"/>
                    <a:pt x="0" y="1646706"/>
                    <a:pt x="0" y="1484673"/>
                  </a:cubicBezTo>
                  <a:cubicBezTo>
                    <a:pt x="0" y="286384"/>
                    <a:pt x="0" y="286384"/>
                    <a:pt x="0" y="286384"/>
                  </a:cubicBezTo>
                  <a:cubicBezTo>
                    <a:pt x="0" y="128119"/>
                    <a:pt x="131907" y="0"/>
                    <a:pt x="290196" y="0"/>
                  </a:cubicBezTo>
                  <a:close/>
                  <a:moveTo>
                    <a:pt x="471488" y="425450"/>
                  </a:moveTo>
                  <a:lnTo>
                    <a:pt x="471488" y="598488"/>
                  </a:lnTo>
                  <a:lnTo>
                    <a:pt x="1971676" y="598488"/>
                  </a:lnTo>
                  <a:lnTo>
                    <a:pt x="1971676" y="425450"/>
                  </a:lnTo>
                  <a:lnTo>
                    <a:pt x="471488" y="425450"/>
                  </a:lnTo>
                  <a:close/>
                  <a:moveTo>
                    <a:pt x="471488" y="801688"/>
                  </a:moveTo>
                  <a:lnTo>
                    <a:pt x="471488" y="971551"/>
                  </a:lnTo>
                  <a:lnTo>
                    <a:pt x="1971676" y="971551"/>
                  </a:lnTo>
                  <a:lnTo>
                    <a:pt x="1971676" y="801688"/>
                  </a:lnTo>
                  <a:lnTo>
                    <a:pt x="471488" y="801688"/>
                  </a:lnTo>
                  <a:close/>
                  <a:moveTo>
                    <a:pt x="471488" y="1174750"/>
                  </a:moveTo>
                  <a:lnTo>
                    <a:pt x="471488" y="1347788"/>
                  </a:lnTo>
                  <a:lnTo>
                    <a:pt x="1971676" y="1347788"/>
                  </a:lnTo>
                  <a:lnTo>
                    <a:pt x="1971676" y="1174750"/>
                  </a:lnTo>
                  <a:lnTo>
                    <a:pt x="471488" y="11747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" name="椭圆 1"/>
          <p:cNvSpPr/>
          <p:nvPr/>
        </p:nvSpPr>
        <p:spPr>
          <a:xfrm>
            <a:off x="3703382" y="1643227"/>
            <a:ext cx="119171" cy="119171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5286921" y="1643227"/>
            <a:ext cx="119171" cy="119171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3703382" y="3098875"/>
            <a:ext cx="119171" cy="119171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5286921" y="3098875"/>
            <a:ext cx="119171" cy="119171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9" name="圆角矩形 48"/>
          <p:cNvSpPr/>
          <p:nvPr/>
        </p:nvSpPr>
        <p:spPr>
          <a:xfrm rot="2700000">
            <a:off x="338609" y="260732"/>
            <a:ext cx="526887" cy="526887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" y="339503"/>
            <a:ext cx="572412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125188" y="339503"/>
            <a:ext cx="5391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1.3.2 MCU</a:t>
            </a:r>
            <a:r>
              <a:rPr lang="zh-CN" altLang="en-US" sz="2400" b="1" dirty="0">
                <a:solidFill>
                  <a:schemeClr val="bg1"/>
                </a:solidFill>
              </a:rPr>
              <a:t>开发与</a:t>
            </a:r>
            <a:r>
              <a:rPr lang="en-US" altLang="zh-CN" sz="2400" b="1" dirty="0">
                <a:solidFill>
                  <a:schemeClr val="bg1"/>
                </a:solidFill>
              </a:rPr>
              <a:t>ARM-Linux</a:t>
            </a:r>
            <a:r>
              <a:rPr lang="zh-CN" altLang="en-US" sz="2400" b="1" dirty="0">
                <a:solidFill>
                  <a:schemeClr val="bg1"/>
                </a:solidFill>
              </a:rPr>
              <a:t>开发的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区别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08104" y="2931790"/>
            <a:ext cx="331236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prstClr val="black"/>
                </a:solidFill>
              </a:rPr>
              <a:t>开发主要</a:t>
            </a:r>
            <a:r>
              <a:rPr lang="zh-CN" altLang="en-US" b="1" dirty="0">
                <a:solidFill>
                  <a:prstClr val="black"/>
                </a:solidFill>
              </a:rPr>
              <a:t>涉及的</a:t>
            </a:r>
            <a:r>
              <a:rPr lang="zh-CN" altLang="en-US" b="1" dirty="0" smtClean="0">
                <a:solidFill>
                  <a:prstClr val="black"/>
                </a:solidFill>
              </a:rPr>
              <a:t>内容：</a:t>
            </a:r>
            <a:r>
              <a:rPr lang="en-US" altLang="zh-CN" b="1" dirty="0">
                <a:solidFill>
                  <a:prstClr val="black"/>
                </a:solidFill>
              </a:rPr>
              <a:t>Linux</a:t>
            </a:r>
            <a:r>
              <a:rPr lang="zh-CN" altLang="en-US" b="1" dirty="0">
                <a:solidFill>
                  <a:prstClr val="black"/>
                </a:solidFill>
              </a:rPr>
              <a:t>内核与移植、</a:t>
            </a:r>
            <a:r>
              <a:rPr lang="en-US" altLang="zh-CN" b="1" dirty="0" err="1">
                <a:solidFill>
                  <a:prstClr val="black"/>
                </a:solidFill>
              </a:rPr>
              <a:t>Bootloader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Linux</a:t>
            </a:r>
            <a:r>
              <a:rPr lang="zh-CN" altLang="en-US" b="1" dirty="0">
                <a:solidFill>
                  <a:prstClr val="black"/>
                </a:solidFill>
              </a:rPr>
              <a:t>文件</a:t>
            </a:r>
            <a:r>
              <a:rPr lang="en-US" altLang="zh-CN" b="1" dirty="0">
                <a:solidFill>
                  <a:prstClr val="black"/>
                </a:solidFill>
              </a:rPr>
              <a:t>I/O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Linux</a:t>
            </a:r>
            <a:r>
              <a:rPr lang="zh-CN" altLang="en-US" b="1" dirty="0">
                <a:solidFill>
                  <a:prstClr val="black"/>
                </a:solidFill>
              </a:rPr>
              <a:t>多任务编程、</a:t>
            </a:r>
            <a:r>
              <a:rPr lang="en-US" altLang="zh-CN" b="1" dirty="0">
                <a:solidFill>
                  <a:prstClr val="black"/>
                </a:solidFill>
              </a:rPr>
              <a:t>Linux</a:t>
            </a:r>
            <a:r>
              <a:rPr lang="zh-CN" altLang="en-US" b="1" dirty="0">
                <a:solidFill>
                  <a:prstClr val="black"/>
                </a:solidFill>
              </a:rPr>
              <a:t>进程间通信、</a:t>
            </a:r>
            <a:r>
              <a:rPr lang="en-US" altLang="zh-CN" b="1" dirty="0">
                <a:solidFill>
                  <a:prstClr val="black"/>
                </a:solidFill>
              </a:rPr>
              <a:t>Linux</a:t>
            </a:r>
            <a:r>
              <a:rPr lang="zh-CN" altLang="en-US" b="1" dirty="0">
                <a:solidFill>
                  <a:prstClr val="black"/>
                </a:solidFill>
              </a:rPr>
              <a:t>多线程编程、</a:t>
            </a:r>
            <a:r>
              <a:rPr lang="en-US" altLang="zh-CN" b="1" dirty="0">
                <a:solidFill>
                  <a:prstClr val="black"/>
                </a:solidFill>
              </a:rPr>
              <a:t>Linux</a:t>
            </a:r>
            <a:r>
              <a:rPr lang="zh-CN" altLang="en-US" b="1" dirty="0">
                <a:solidFill>
                  <a:prstClr val="black"/>
                </a:solidFill>
              </a:rPr>
              <a:t>网络</a:t>
            </a:r>
            <a:r>
              <a:rPr lang="zh-CN" altLang="en-US" b="1" dirty="0" smtClean="0">
                <a:solidFill>
                  <a:prstClr val="black"/>
                </a:solidFill>
              </a:rPr>
              <a:t>编程、</a:t>
            </a:r>
            <a:r>
              <a:rPr lang="en-US" altLang="zh-CN" b="1" dirty="0">
                <a:solidFill>
                  <a:prstClr val="black"/>
                </a:solidFill>
              </a:rPr>
              <a:t>Linux</a:t>
            </a:r>
            <a:r>
              <a:rPr lang="zh-CN" altLang="en-US" b="1" dirty="0">
                <a:solidFill>
                  <a:prstClr val="black"/>
                </a:solidFill>
              </a:rPr>
              <a:t>设备驱动编程、</a:t>
            </a:r>
            <a:r>
              <a:rPr lang="en-US" altLang="zh-CN" b="1" dirty="0">
                <a:solidFill>
                  <a:prstClr val="black"/>
                </a:solidFill>
              </a:rPr>
              <a:t>Android</a:t>
            </a:r>
            <a:r>
              <a:rPr lang="zh-CN" altLang="en-US" b="1" dirty="0">
                <a:solidFill>
                  <a:prstClr val="black"/>
                </a:solidFill>
              </a:rPr>
              <a:t>应用编程</a:t>
            </a:r>
            <a:r>
              <a:rPr lang="zh-CN" altLang="en-US" b="1" dirty="0" smtClean="0">
                <a:solidFill>
                  <a:prstClr val="black"/>
                </a:solidFill>
              </a:rPr>
              <a:t>等。</a:t>
            </a:r>
            <a:endParaRPr lang="zh-CN" altLang="en-US" sz="3600" b="1" dirty="0"/>
          </a:p>
        </p:txBody>
      </p:sp>
      <p:sp>
        <p:nvSpPr>
          <p:cNvPr id="5" name="矩形 4"/>
          <p:cNvSpPr/>
          <p:nvPr/>
        </p:nvSpPr>
        <p:spPr>
          <a:xfrm>
            <a:off x="5508104" y="1318072"/>
            <a:ext cx="331236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prstClr val="black"/>
                </a:solidFill>
              </a:rPr>
              <a:t>偏向</a:t>
            </a:r>
            <a:r>
              <a:rPr lang="zh-CN" altLang="en-US" b="1" dirty="0">
                <a:solidFill>
                  <a:prstClr val="black"/>
                </a:solidFill>
              </a:rPr>
              <a:t>软件，开发人员需具备数据结构、操作系统、计算机网络等相关理论知识和专业技能</a:t>
            </a:r>
            <a:r>
              <a:rPr lang="zh-CN" altLang="en-US" b="1" dirty="0" smtClean="0">
                <a:solidFill>
                  <a:prstClr val="black"/>
                </a:solidFill>
              </a:rPr>
              <a:t>，在</a:t>
            </a:r>
            <a:r>
              <a:rPr lang="zh-CN" altLang="en-US" b="1" dirty="0">
                <a:solidFill>
                  <a:prstClr val="black"/>
                </a:solidFill>
              </a:rPr>
              <a:t>嵌入式开发领域里常称为</a:t>
            </a:r>
            <a:r>
              <a:rPr lang="zh-CN" altLang="en-US" b="1" dirty="0">
                <a:solidFill>
                  <a:srgbClr val="C00000"/>
                </a:solidFill>
              </a:rPr>
              <a:t>软件开发工程师</a:t>
            </a:r>
            <a:r>
              <a:rPr lang="zh-CN" altLang="en-US" b="1" dirty="0">
                <a:solidFill>
                  <a:prstClr val="black"/>
                </a:solidFill>
              </a:rPr>
              <a:t>。</a:t>
            </a:r>
            <a:endParaRPr lang="zh-CN" altLang="en-US" sz="3600" b="1" dirty="0"/>
          </a:p>
        </p:txBody>
      </p:sp>
      <p:sp>
        <p:nvSpPr>
          <p:cNvPr id="6" name="矩形 5"/>
          <p:cNvSpPr/>
          <p:nvPr/>
        </p:nvSpPr>
        <p:spPr>
          <a:xfrm>
            <a:off x="395536" y="2931790"/>
            <a:ext cx="32221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开发</a:t>
            </a:r>
            <a:r>
              <a:rPr lang="zh-CN" altLang="en-US" b="1" dirty="0" smtClean="0">
                <a:solidFill>
                  <a:prstClr val="black"/>
                </a:solidFill>
              </a:rPr>
              <a:t>主要</a:t>
            </a:r>
            <a:r>
              <a:rPr lang="zh-CN" altLang="en-US" b="1" dirty="0">
                <a:solidFill>
                  <a:prstClr val="black"/>
                </a:solidFill>
              </a:rPr>
              <a:t>涉及的内容有：体系结构与接口、指令系统、汇编语言、</a:t>
            </a:r>
            <a:r>
              <a:rPr lang="en-US" altLang="zh-CN" b="1" dirty="0">
                <a:solidFill>
                  <a:prstClr val="black"/>
                </a:solidFill>
              </a:rPr>
              <a:t>GPIO</a:t>
            </a:r>
            <a:r>
              <a:rPr lang="zh-CN" altLang="en-US" b="1" dirty="0">
                <a:solidFill>
                  <a:prstClr val="black"/>
                </a:solidFill>
              </a:rPr>
              <a:t>、定时器、</a:t>
            </a:r>
            <a:r>
              <a:rPr lang="en-US" altLang="zh-CN" b="1" dirty="0">
                <a:solidFill>
                  <a:prstClr val="black"/>
                </a:solidFill>
              </a:rPr>
              <a:t>A/D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I2C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SPI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Flash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LCD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SD</a:t>
            </a:r>
            <a:r>
              <a:rPr lang="zh-CN" altLang="en-US" b="1" dirty="0">
                <a:solidFill>
                  <a:prstClr val="black"/>
                </a:solidFill>
              </a:rPr>
              <a:t>卡等外设接口、</a:t>
            </a:r>
            <a:r>
              <a:rPr lang="en-US" altLang="zh-CN" b="1" dirty="0">
                <a:solidFill>
                  <a:prstClr val="black"/>
                </a:solidFill>
              </a:rPr>
              <a:t>RTOS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 err="1">
                <a:solidFill>
                  <a:prstClr val="black"/>
                </a:solidFill>
              </a:rPr>
              <a:t>uC</a:t>
            </a:r>
            <a:r>
              <a:rPr lang="en-US" altLang="zh-CN" b="1" dirty="0">
                <a:solidFill>
                  <a:prstClr val="black"/>
                </a:solidFill>
              </a:rPr>
              <a:t>/OS-II</a:t>
            </a:r>
            <a:r>
              <a:rPr lang="zh-CN" altLang="en-US" b="1" dirty="0">
                <a:solidFill>
                  <a:prstClr val="black"/>
                </a:solidFill>
              </a:rPr>
              <a:t>嵌入式操作系。</a:t>
            </a:r>
            <a:endParaRPr lang="zh-CN" altLang="en-US" sz="3600" b="1" dirty="0"/>
          </a:p>
        </p:txBody>
      </p:sp>
      <p:sp>
        <p:nvSpPr>
          <p:cNvPr id="7" name="矩形 6"/>
          <p:cNvSpPr/>
          <p:nvPr/>
        </p:nvSpPr>
        <p:spPr>
          <a:xfrm>
            <a:off x="395537" y="1318072"/>
            <a:ext cx="322210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偏向硬件</a:t>
            </a:r>
            <a:r>
              <a:rPr lang="zh-CN" altLang="en-US" b="1" dirty="0" smtClean="0">
                <a:solidFill>
                  <a:prstClr val="black"/>
                </a:solidFill>
              </a:rPr>
              <a:t>，</a:t>
            </a:r>
            <a:r>
              <a:rPr lang="zh-CN" altLang="en-US" b="1" dirty="0">
                <a:solidFill>
                  <a:prstClr val="black"/>
                </a:solidFill>
              </a:rPr>
              <a:t>开发人员需</a:t>
            </a:r>
            <a:r>
              <a:rPr lang="zh-CN" altLang="en-US" b="1" dirty="0" smtClean="0">
                <a:solidFill>
                  <a:prstClr val="black"/>
                </a:solidFill>
              </a:rPr>
              <a:t>具备电子技术、微机</a:t>
            </a:r>
            <a:r>
              <a:rPr lang="zh-CN" altLang="en-US" b="1" dirty="0">
                <a:solidFill>
                  <a:prstClr val="black"/>
                </a:solidFill>
              </a:rPr>
              <a:t>原理等相关理论知识，掌握绘制电路板等专业</a:t>
            </a:r>
            <a:r>
              <a:rPr lang="zh-CN" altLang="en-US" b="1" dirty="0" smtClean="0">
                <a:solidFill>
                  <a:prstClr val="black"/>
                </a:solidFill>
              </a:rPr>
              <a:t>技能，</a:t>
            </a:r>
            <a:r>
              <a:rPr lang="zh-CN" altLang="en-US" b="1" dirty="0">
                <a:solidFill>
                  <a:prstClr val="black"/>
                </a:solidFill>
              </a:rPr>
              <a:t>在嵌入式开发领域里一般常称为</a:t>
            </a:r>
            <a:r>
              <a:rPr lang="zh-CN" altLang="en-US" b="1" dirty="0">
                <a:solidFill>
                  <a:srgbClr val="C00000"/>
                </a:solidFill>
              </a:rPr>
              <a:t>硬件开发工程师</a:t>
            </a:r>
            <a:r>
              <a:rPr lang="zh-CN" altLang="en-US" b="1" dirty="0">
                <a:solidFill>
                  <a:prstClr val="black"/>
                </a:solidFill>
              </a:rPr>
              <a:t>。</a:t>
            </a:r>
            <a:endParaRPr lang="zh-CN" altLang="en-US" sz="3600" b="1" dirty="0"/>
          </a:p>
        </p:txBody>
      </p:sp>
      <p:sp>
        <p:nvSpPr>
          <p:cNvPr id="8" name="矩形 7"/>
          <p:cNvSpPr/>
          <p:nvPr/>
        </p:nvSpPr>
        <p:spPr>
          <a:xfrm>
            <a:off x="1187624" y="902052"/>
            <a:ext cx="12282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MCU</a:t>
            </a:r>
            <a:r>
              <a:rPr lang="zh-CN" altLang="en-US" sz="2000" b="1" dirty="0" smtClean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开发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  <a:ea typeface="黑体" pitchFamily="49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426742" y="847671"/>
            <a:ext cx="18694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ARM-Linux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ea typeface="黑体" pitchFamily="49" charset="-122"/>
              </a:rPr>
              <a:t>开发</a:t>
            </a:r>
          </a:p>
        </p:txBody>
      </p:sp>
    </p:spTree>
    <p:extLst>
      <p:ext uri="{BB962C8B-B14F-4D97-AF65-F5344CB8AC3E}">
        <p14:creationId xmlns:p14="http://schemas.microsoft.com/office/powerpoint/2010/main" val="202057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文本框 2"/>
          <p:cNvSpPr txBox="1">
            <a:spLocks noChangeArrowheads="1"/>
          </p:cNvSpPr>
          <p:nvPr/>
        </p:nvSpPr>
        <p:spPr bwMode="auto">
          <a:xfrm>
            <a:off x="592942" y="96442"/>
            <a:ext cx="3243917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点击这里输入文章标题</a:t>
            </a:r>
          </a:p>
        </p:txBody>
      </p:sp>
      <p:sp>
        <p:nvSpPr>
          <p:cNvPr id="51204" name="矩形 27"/>
          <p:cNvSpPr>
            <a:spLocks noChangeArrowheads="1"/>
          </p:cNvSpPr>
          <p:nvPr/>
        </p:nvSpPr>
        <p:spPr bwMode="auto">
          <a:xfrm>
            <a:off x="494010" y="1704529"/>
            <a:ext cx="3717798" cy="867230"/>
          </a:xfrm>
          <a:prstGeom prst="rect">
            <a:avLst/>
          </a:prstGeom>
          <a:solidFill>
            <a:srgbClr val="094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68000" rIns="0" bIns="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05" name="矩形 28"/>
          <p:cNvSpPr>
            <a:spLocks noChangeArrowheads="1"/>
          </p:cNvSpPr>
          <p:nvPr/>
        </p:nvSpPr>
        <p:spPr bwMode="auto">
          <a:xfrm>
            <a:off x="494010" y="2568625"/>
            <a:ext cx="3717798" cy="2160240"/>
          </a:xfrm>
          <a:prstGeom prst="rect">
            <a:avLst/>
          </a:prstGeom>
          <a:solidFill>
            <a:srgbClr val="DEEB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06" name="矩形 29"/>
          <p:cNvSpPr>
            <a:spLocks noChangeArrowheads="1"/>
          </p:cNvSpPr>
          <p:nvPr/>
        </p:nvSpPr>
        <p:spPr bwMode="auto">
          <a:xfrm>
            <a:off x="4962600" y="1704529"/>
            <a:ext cx="3713856" cy="867230"/>
          </a:xfrm>
          <a:prstGeom prst="rect">
            <a:avLst/>
          </a:prstGeom>
          <a:solidFill>
            <a:srgbClr val="094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6800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07" name="矩形 30"/>
          <p:cNvSpPr>
            <a:spLocks noChangeArrowheads="1"/>
          </p:cNvSpPr>
          <p:nvPr/>
        </p:nvSpPr>
        <p:spPr bwMode="auto">
          <a:xfrm>
            <a:off x="4962600" y="2571750"/>
            <a:ext cx="3713856" cy="2160240"/>
          </a:xfrm>
          <a:prstGeom prst="rect">
            <a:avLst/>
          </a:prstGeom>
          <a:solidFill>
            <a:srgbClr val="DEEB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endParaRPr lang="zh-CN" altLang="en-US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10" name="椭圆 33"/>
          <p:cNvSpPr>
            <a:spLocks noChangeArrowheads="1"/>
          </p:cNvSpPr>
          <p:nvPr/>
        </p:nvSpPr>
        <p:spPr bwMode="auto">
          <a:xfrm>
            <a:off x="573781" y="2448421"/>
            <a:ext cx="72629" cy="72629"/>
          </a:xfrm>
          <a:prstGeom prst="ellipse">
            <a:avLst/>
          </a:prstGeom>
          <a:solidFill>
            <a:schemeClr val="bg1"/>
          </a:solidFill>
          <a:ln w="12700">
            <a:solidFill>
              <a:srgbClr val="7F7F7F"/>
            </a:solidFill>
            <a:round/>
            <a:headEnd/>
            <a:tailEnd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11" name="椭圆 34"/>
          <p:cNvSpPr>
            <a:spLocks noChangeArrowheads="1"/>
          </p:cNvSpPr>
          <p:nvPr/>
        </p:nvSpPr>
        <p:spPr bwMode="auto">
          <a:xfrm>
            <a:off x="573781" y="2655595"/>
            <a:ext cx="72629" cy="73819"/>
          </a:xfrm>
          <a:prstGeom prst="ellipse">
            <a:avLst/>
          </a:prstGeom>
          <a:solidFill>
            <a:schemeClr val="bg1"/>
          </a:solidFill>
          <a:ln w="12700">
            <a:solidFill>
              <a:srgbClr val="7F7F7F"/>
            </a:solidFill>
            <a:round/>
            <a:headEnd/>
            <a:tailEnd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212" name="Group 14"/>
          <p:cNvGrpSpPr>
            <a:grpSpLocks/>
          </p:cNvGrpSpPr>
          <p:nvPr/>
        </p:nvGrpSpPr>
        <p:grpSpPr bwMode="auto">
          <a:xfrm>
            <a:off x="584494" y="2455570"/>
            <a:ext cx="61913" cy="278606"/>
            <a:chOff x="0" y="0"/>
            <a:chExt cx="177416" cy="553854"/>
          </a:xfrm>
        </p:grpSpPr>
        <p:sp>
          <p:nvSpPr>
            <p:cNvPr id="51281" name="椭圆 36"/>
            <p:cNvSpPr>
              <a:spLocks noChangeArrowheads="1"/>
            </p:cNvSpPr>
            <p:nvPr/>
          </p:nvSpPr>
          <p:spPr bwMode="auto">
            <a:xfrm rot="4460462">
              <a:off x="-50" y="376387"/>
              <a:ext cx="177517" cy="177416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82" name="椭圆 37"/>
            <p:cNvSpPr>
              <a:spLocks noChangeArrowheads="1"/>
            </p:cNvSpPr>
            <p:nvPr/>
          </p:nvSpPr>
          <p:spPr bwMode="auto">
            <a:xfrm rot="4460462">
              <a:off x="15333" y="-15333"/>
              <a:ext cx="146748" cy="177416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1283" name="Group 17"/>
            <p:cNvGrpSpPr>
              <a:grpSpLocks/>
            </p:cNvGrpSpPr>
            <p:nvPr/>
          </p:nvGrpSpPr>
          <p:grpSpPr bwMode="auto">
            <a:xfrm rot="5441149">
              <a:off x="-153404" y="202711"/>
              <a:ext cx="481266" cy="136527"/>
              <a:chOff x="0" y="0"/>
              <a:chExt cx="433995" cy="112930"/>
            </a:xfrm>
          </p:grpSpPr>
          <p:grpSp>
            <p:nvGrpSpPr>
              <p:cNvPr id="51284" name="Group 18"/>
              <p:cNvGrpSpPr>
                <a:grpSpLocks/>
              </p:cNvGrpSpPr>
              <p:nvPr/>
            </p:nvGrpSpPr>
            <p:grpSpPr bwMode="auto">
              <a:xfrm rot="-5441149">
                <a:off x="313836" y="-11471"/>
                <a:ext cx="140881" cy="122942"/>
                <a:chOff x="0" y="0"/>
                <a:chExt cx="79248" cy="91440"/>
              </a:xfrm>
            </p:grpSpPr>
            <p:pic>
              <p:nvPicPr>
                <p:cNvPr id="51289" name="椭圆 39"/>
                <p:cNvPicPr>
                  <a:picLocks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79248" cy="914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1290" name="Text Box 20"/>
                <p:cNvSpPr txBox="1">
                  <a:spLocks noChangeArrowheads="1"/>
                </p:cNvSpPr>
                <p:nvPr/>
              </p:nvSpPr>
              <p:spPr bwMode="auto">
                <a:xfrm rot="5441148">
                  <a:off x="12244" y="25606"/>
                  <a:ext cx="50430" cy="428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51285" name="Group 21"/>
              <p:cNvGrpSpPr>
                <a:grpSpLocks/>
              </p:cNvGrpSpPr>
              <p:nvPr/>
            </p:nvGrpSpPr>
            <p:grpSpPr bwMode="auto">
              <a:xfrm rot="-5441149">
                <a:off x="-22181" y="-6153"/>
                <a:ext cx="140881" cy="122942"/>
                <a:chOff x="0" y="0"/>
                <a:chExt cx="79248" cy="91440"/>
              </a:xfrm>
            </p:grpSpPr>
            <p:pic>
              <p:nvPicPr>
                <p:cNvPr id="51287" name="椭圆 40"/>
                <p:cNvPicPr>
                  <a:picLocks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79248" cy="914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1288" name="Text Box 23"/>
                <p:cNvSpPr txBox="1">
                  <a:spLocks noChangeArrowheads="1"/>
                </p:cNvSpPr>
                <p:nvPr/>
              </p:nvSpPr>
              <p:spPr bwMode="auto">
                <a:xfrm rot="5441148">
                  <a:off x="12278" y="24053"/>
                  <a:ext cx="50430" cy="428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1286" name="矩形 41"/>
              <p:cNvSpPr>
                <a:spLocks noChangeArrowheads="1"/>
              </p:cNvSpPr>
              <p:nvPr/>
            </p:nvSpPr>
            <p:spPr bwMode="auto">
              <a:xfrm>
                <a:off x="30539" y="49696"/>
                <a:ext cx="360715" cy="73376"/>
              </a:xfrm>
              <a:prstGeom prst="rect">
                <a:avLst/>
              </a:prstGeom>
              <a:gradFill rotWithShape="1">
                <a:gsLst>
                  <a:gs pos="0">
                    <a:srgbClr val="262626"/>
                  </a:gs>
                  <a:gs pos="9000">
                    <a:srgbClr val="262626"/>
                  </a:gs>
                  <a:gs pos="57001">
                    <a:srgbClr val="D9D9D9"/>
                  </a:gs>
                  <a:gs pos="100000">
                    <a:srgbClr val="262626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1213" name="椭圆 42"/>
          <p:cNvSpPr>
            <a:spLocks noChangeArrowheads="1"/>
          </p:cNvSpPr>
          <p:nvPr/>
        </p:nvSpPr>
        <p:spPr bwMode="auto">
          <a:xfrm>
            <a:off x="4045551" y="2441278"/>
            <a:ext cx="72629" cy="73819"/>
          </a:xfrm>
          <a:prstGeom prst="ellipse">
            <a:avLst/>
          </a:prstGeom>
          <a:solidFill>
            <a:schemeClr val="bg1"/>
          </a:solidFill>
          <a:ln w="12700">
            <a:solidFill>
              <a:srgbClr val="7F7F7F"/>
            </a:solidFill>
            <a:round/>
            <a:headEnd/>
            <a:tailEnd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14" name="椭圆 43"/>
          <p:cNvSpPr>
            <a:spLocks noChangeArrowheads="1"/>
          </p:cNvSpPr>
          <p:nvPr/>
        </p:nvSpPr>
        <p:spPr bwMode="auto">
          <a:xfrm>
            <a:off x="4045551" y="2649638"/>
            <a:ext cx="72629" cy="72628"/>
          </a:xfrm>
          <a:prstGeom prst="ellipse">
            <a:avLst/>
          </a:prstGeom>
          <a:solidFill>
            <a:schemeClr val="bg1"/>
          </a:solidFill>
          <a:ln w="12700">
            <a:solidFill>
              <a:srgbClr val="7F7F7F"/>
            </a:solidFill>
            <a:round/>
            <a:headEnd/>
            <a:tailEnd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215" name="Group 27"/>
          <p:cNvGrpSpPr>
            <a:grpSpLocks/>
          </p:cNvGrpSpPr>
          <p:nvPr/>
        </p:nvGrpSpPr>
        <p:grpSpPr bwMode="auto">
          <a:xfrm>
            <a:off x="4056268" y="2449613"/>
            <a:ext cx="61913" cy="276225"/>
            <a:chOff x="0" y="0"/>
            <a:chExt cx="177416" cy="553854"/>
          </a:xfrm>
        </p:grpSpPr>
        <p:sp>
          <p:nvSpPr>
            <p:cNvPr id="51271" name="椭圆 45"/>
            <p:cNvSpPr>
              <a:spLocks noChangeArrowheads="1"/>
            </p:cNvSpPr>
            <p:nvPr/>
          </p:nvSpPr>
          <p:spPr bwMode="auto">
            <a:xfrm rot="4460462">
              <a:off x="-817" y="375623"/>
              <a:ext cx="179048" cy="177416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72" name="椭圆 46"/>
            <p:cNvSpPr>
              <a:spLocks noChangeArrowheads="1"/>
            </p:cNvSpPr>
            <p:nvPr/>
          </p:nvSpPr>
          <p:spPr bwMode="auto">
            <a:xfrm rot="4460462">
              <a:off x="15894" y="-15895"/>
              <a:ext cx="145625" cy="177416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1273" name="Group 30"/>
            <p:cNvGrpSpPr>
              <a:grpSpLocks/>
            </p:cNvGrpSpPr>
            <p:nvPr/>
          </p:nvGrpSpPr>
          <p:grpSpPr bwMode="auto">
            <a:xfrm rot="5441149">
              <a:off x="-153404" y="202711"/>
              <a:ext cx="481266" cy="136527"/>
              <a:chOff x="0" y="0"/>
              <a:chExt cx="433995" cy="112930"/>
            </a:xfrm>
          </p:grpSpPr>
          <p:grpSp>
            <p:nvGrpSpPr>
              <p:cNvPr id="51274" name="Group 31"/>
              <p:cNvGrpSpPr>
                <a:grpSpLocks/>
              </p:cNvGrpSpPr>
              <p:nvPr/>
            </p:nvGrpSpPr>
            <p:grpSpPr bwMode="auto">
              <a:xfrm rot="-5441149">
                <a:off x="315788" y="-3362"/>
                <a:ext cx="140881" cy="115735"/>
                <a:chOff x="0" y="0"/>
                <a:chExt cx="79248" cy="85344"/>
              </a:xfrm>
            </p:grpSpPr>
            <p:pic>
              <p:nvPicPr>
                <p:cNvPr id="51279" name="椭圆 48"/>
                <p:cNvPicPr>
                  <a:picLocks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79248" cy="853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1280" name="Text Box 33"/>
                <p:cNvSpPr txBox="1">
                  <a:spLocks noChangeArrowheads="1"/>
                </p:cNvSpPr>
                <p:nvPr/>
              </p:nvSpPr>
              <p:spPr bwMode="auto">
                <a:xfrm rot="5441148">
                  <a:off x="15012" y="21138"/>
                  <a:ext cx="49998" cy="428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51275" name="Group 34"/>
              <p:cNvGrpSpPr>
                <a:grpSpLocks/>
              </p:cNvGrpSpPr>
              <p:nvPr/>
            </p:nvGrpSpPr>
            <p:grpSpPr bwMode="auto">
              <a:xfrm rot="-5441149">
                <a:off x="-23125" y="1956"/>
                <a:ext cx="140881" cy="115735"/>
                <a:chOff x="0" y="0"/>
                <a:chExt cx="79248" cy="85344"/>
              </a:xfrm>
            </p:grpSpPr>
            <p:pic>
              <p:nvPicPr>
                <p:cNvPr id="51277" name="椭圆 49"/>
                <p:cNvPicPr>
                  <a:picLocks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79248" cy="853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1278" name="Text Box 36"/>
                <p:cNvSpPr txBox="1">
                  <a:spLocks noChangeArrowheads="1"/>
                </p:cNvSpPr>
                <p:nvPr/>
              </p:nvSpPr>
              <p:spPr bwMode="auto">
                <a:xfrm rot="5441148">
                  <a:off x="15020" y="21733"/>
                  <a:ext cx="49998" cy="428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1276" name="矩形 50"/>
              <p:cNvSpPr>
                <a:spLocks noChangeArrowheads="1"/>
              </p:cNvSpPr>
              <p:nvPr/>
            </p:nvSpPr>
            <p:spPr bwMode="auto">
              <a:xfrm>
                <a:off x="35366" y="52484"/>
                <a:ext cx="355215" cy="73376"/>
              </a:xfrm>
              <a:prstGeom prst="rect">
                <a:avLst/>
              </a:prstGeom>
              <a:gradFill rotWithShape="1">
                <a:gsLst>
                  <a:gs pos="0">
                    <a:srgbClr val="262626"/>
                  </a:gs>
                  <a:gs pos="9000">
                    <a:srgbClr val="262626"/>
                  </a:gs>
                  <a:gs pos="57001">
                    <a:srgbClr val="D9D9D9"/>
                  </a:gs>
                  <a:gs pos="100000">
                    <a:srgbClr val="262626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1216" name="椭圆 51"/>
          <p:cNvSpPr>
            <a:spLocks noChangeArrowheads="1"/>
          </p:cNvSpPr>
          <p:nvPr/>
        </p:nvSpPr>
        <p:spPr bwMode="auto">
          <a:xfrm>
            <a:off x="5075494" y="2428777"/>
            <a:ext cx="72628" cy="72629"/>
          </a:xfrm>
          <a:prstGeom prst="ellipse">
            <a:avLst/>
          </a:prstGeom>
          <a:solidFill>
            <a:schemeClr val="bg1"/>
          </a:solidFill>
          <a:ln w="12700">
            <a:solidFill>
              <a:srgbClr val="7F7F7F"/>
            </a:solidFill>
            <a:round/>
            <a:headEnd/>
            <a:tailEnd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17" name="椭圆 52"/>
          <p:cNvSpPr>
            <a:spLocks noChangeArrowheads="1"/>
          </p:cNvSpPr>
          <p:nvPr/>
        </p:nvSpPr>
        <p:spPr bwMode="auto">
          <a:xfrm>
            <a:off x="5073123" y="2635951"/>
            <a:ext cx="73819" cy="73819"/>
          </a:xfrm>
          <a:prstGeom prst="ellipse">
            <a:avLst/>
          </a:prstGeom>
          <a:solidFill>
            <a:schemeClr val="bg1"/>
          </a:solidFill>
          <a:ln w="12700">
            <a:solidFill>
              <a:srgbClr val="7F7F7F"/>
            </a:solidFill>
            <a:round/>
            <a:headEnd/>
            <a:tailEnd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218" name="Group 40"/>
          <p:cNvGrpSpPr>
            <a:grpSpLocks/>
          </p:cNvGrpSpPr>
          <p:nvPr/>
        </p:nvGrpSpPr>
        <p:grpSpPr bwMode="auto">
          <a:xfrm>
            <a:off x="5086219" y="2435926"/>
            <a:ext cx="61913" cy="278606"/>
            <a:chOff x="0" y="0"/>
            <a:chExt cx="177416" cy="553854"/>
          </a:xfrm>
        </p:grpSpPr>
        <p:sp>
          <p:nvSpPr>
            <p:cNvPr id="51261" name="椭圆 54"/>
            <p:cNvSpPr>
              <a:spLocks noChangeArrowheads="1"/>
            </p:cNvSpPr>
            <p:nvPr/>
          </p:nvSpPr>
          <p:spPr bwMode="auto">
            <a:xfrm rot="4460462">
              <a:off x="-50" y="376387"/>
              <a:ext cx="177517" cy="177416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62" name="椭圆 55"/>
            <p:cNvSpPr>
              <a:spLocks noChangeArrowheads="1"/>
            </p:cNvSpPr>
            <p:nvPr/>
          </p:nvSpPr>
          <p:spPr bwMode="auto">
            <a:xfrm rot="4460462">
              <a:off x="15333" y="-15333"/>
              <a:ext cx="146748" cy="177416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1263" name="Group 43"/>
            <p:cNvGrpSpPr>
              <a:grpSpLocks/>
            </p:cNvGrpSpPr>
            <p:nvPr/>
          </p:nvGrpSpPr>
          <p:grpSpPr bwMode="auto">
            <a:xfrm rot="5441149">
              <a:off x="-153404" y="202711"/>
              <a:ext cx="481266" cy="136527"/>
              <a:chOff x="0" y="0"/>
              <a:chExt cx="433995" cy="112930"/>
            </a:xfrm>
          </p:grpSpPr>
          <p:grpSp>
            <p:nvGrpSpPr>
              <p:cNvPr id="51264" name="Group 44"/>
              <p:cNvGrpSpPr>
                <a:grpSpLocks/>
              </p:cNvGrpSpPr>
              <p:nvPr/>
            </p:nvGrpSpPr>
            <p:grpSpPr bwMode="auto">
              <a:xfrm rot="-5441149">
                <a:off x="313835" y="-11585"/>
                <a:ext cx="140881" cy="122942"/>
                <a:chOff x="0" y="0"/>
                <a:chExt cx="79248" cy="91440"/>
              </a:xfrm>
            </p:grpSpPr>
            <p:pic>
              <p:nvPicPr>
                <p:cNvPr id="51269" name="椭圆 57"/>
                <p:cNvPicPr>
                  <a:picLocks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79248" cy="914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1270" name="Text Box 46"/>
                <p:cNvSpPr txBox="1">
                  <a:spLocks noChangeArrowheads="1"/>
                </p:cNvSpPr>
                <p:nvPr/>
              </p:nvSpPr>
              <p:spPr bwMode="auto">
                <a:xfrm rot="5441148">
                  <a:off x="12180" y="25606"/>
                  <a:ext cx="50430" cy="428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51265" name="Group 47"/>
              <p:cNvGrpSpPr>
                <a:grpSpLocks/>
              </p:cNvGrpSpPr>
              <p:nvPr/>
            </p:nvGrpSpPr>
            <p:grpSpPr bwMode="auto">
              <a:xfrm rot="-5441149">
                <a:off x="-22182" y="-6267"/>
                <a:ext cx="140881" cy="122942"/>
                <a:chOff x="0" y="0"/>
                <a:chExt cx="79248" cy="91440"/>
              </a:xfrm>
            </p:grpSpPr>
            <p:pic>
              <p:nvPicPr>
                <p:cNvPr id="51267" name="椭圆 58"/>
                <p:cNvPicPr>
                  <a:picLocks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79248" cy="914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1268" name="Text Box 49"/>
                <p:cNvSpPr txBox="1">
                  <a:spLocks noChangeArrowheads="1"/>
                </p:cNvSpPr>
                <p:nvPr/>
              </p:nvSpPr>
              <p:spPr bwMode="auto">
                <a:xfrm rot="5441148">
                  <a:off x="12214" y="24053"/>
                  <a:ext cx="50430" cy="428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1266" name="矩形 59"/>
              <p:cNvSpPr>
                <a:spLocks noChangeArrowheads="1"/>
              </p:cNvSpPr>
              <p:nvPr/>
            </p:nvSpPr>
            <p:spPr bwMode="auto">
              <a:xfrm>
                <a:off x="30539" y="49696"/>
                <a:ext cx="360715" cy="73376"/>
              </a:xfrm>
              <a:prstGeom prst="rect">
                <a:avLst/>
              </a:prstGeom>
              <a:gradFill rotWithShape="1">
                <a:gsLst>
                  <a:gs pos="0">
                    <a:srgbClr val="262626"/>
                  </a:gs>
                  <a:gs pos="9000">
                    <a:srgbClr val="262626"/>
                  </a:gs>
                  <a:gs pos="57001">
                    <a:srgbClr val="D9D9D9"/>
                  </a:gs>
                  <a:gs pos="100000">
                    <a:srgbClr val="262626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1219" name="椭圆 60"/>
          <p:cNvSpPr>
            <a:spLocks noChangeArrowheads="1"/>
          </p:cNvSpPr>
          <p:nvPr/>
        </p:nvSpPr>
        <p:spPr bwMode="auto">
          <a:xfrm>
            <a:off x="8507656" y="2405056"/>
            <a:ext cx="73819" cy="73819"/>
          </a:xfrm>
          <a:prstGeom prst="ellipse">
            <a:avLst/>
          </a:prstGeom>
          <a:solidFill>
            <a:schemeClr val="bg1"/>
          </a:solidFill>
          <a:ln w="12700">
            <a:solidFill>
              <a:srgbClr val="7F7F7F"/>
            </a:solidFill>
            <a:round/>
            <a:headEnd/>
            <a:tailEnd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20" name="椭圆 61"/>
          <p:cNvSpPr>
            <a:spLocks noChangeArrowheads="1"/>
          </p:cNvSpPr>
          <p:nvPr/>
        </p:nvSpPr>
        <p:spPr bwMode="auto">
          <a:xfrm>
            <a:off x="8507656" y="2613416"/>
            <a:ext cx="73819" cy="72628"/>
          </a:xfrm>
          <a:prstGeom prst="ellipse">
            <a:avLst/>
          </a:prstGeom>
          <a:solidFill>
            <a:schemeClr val="bg1"/>
          </a:solidFill>
          <a:ln w="12700">
            <a:solidFill>
              <a:srgbClr val="7F7F7F"/>
            </a:solidFill>
            <a:round/>
            <a:headEnd/>
            <a:tailEnd/>
          </a:ln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221" name="Group 53"/>
          <p:cNvGrpSpPr>
            <a:grpSpLocks/>
          </p:cNvGrpSpPr>
          <p:nvPr/>
        </p:nvGrpSpPr>
        <p:grpSpPr bwMode="auto">
          <a:xfrm>
            <a:off x="8519574" y="2413391"/>
            <a:ext cx="63103" cy="276225"/>
            <a:chOff x="0" y="0"/>
            <a:chExt cx="177416" cy="553854"/>
          </a:xfrm>
        </p:grpSpPr>
        <p:sp>
          <p:nvSpPr>
            <p:cNvPr id="51251" name="椭圆 63"/>
            <p:cNvSpPr>
              <a:spLocks noChangeArrowheads="1"/>
            </p:cNvSpPr>
            <p:nvPr/>
          </p:nvSpPr>
          <p:spPr bwMode="auto">
            <a:xfrm rot="4460462">
              <a:off x="-816" y="375622"/>
              <a:ext cx="179048" cy="177416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52" name="椭圆 64"/>
            <p:cNvSpPr>
              <a:spLocks noChangeArrowheads="1"/>
            </p:cNvSpPr>
            <p:nvPr/>
          </p:nvSpPr>
          <p:spPr bwMode="auto">
            <a:xfrm rot="4460462">
              <a:off x="15895" y="-15895"/>
              <a:ext cx="145625" cy="177416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1253" name="Group 56"/>
            <p:cNvGrpSpPr>
              <a:grpSpLocks/>
            </p:cNvGrpSpPr>
            <p:nvPr/>
          </p:nvGrpSpPr>
          <p:grpSpPr bwMode="auto">
            <a:xfrm rot="5441149">
              <a:off x="-153404" y="202711"/>
              <a:ext cx="481266" cy="136527"/>
              <a:chOff x="0" y="0"/>
              <a:chExt cx="433995" cy="112930"/>
            </a:xfrm>
          </p:grpSpPr>
          <p:grpSp>
            <p:nvGrpSpPr>
              <p:cNvPr id="51254" name="Group 57"/>
              <p:cNvGrpSpPr>
                <a:grpSpLocks/>
              </p:cNvGrpSpPr>
              <p:nvPr/>
            </p:nvGrpSpPr>
            <p:grpSpPr bwMode="auto">
              <a:xfrm rot="-5441149">
                <a:off x="317103" y="-4843"/>
                <a:ext cx="138224" cy="115735"/>
                <a:chOff x="0" y="0"/>
                <a:chExt cx="79248" cy="85344"/>
              </a:xfrm>
            </p:grpSpPr>
            <p:pic>
              <p:nvPicPr>
                <p:cNvPr id="51259" name="椭圆 66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79248" cy="853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1260" name="Text Box 59"/>
                <p:cNvSpPr txBox="1">
                  <a:spLocks noChangeArrowheads="1"/>
                </p:cNvSpPr>
                <p:nvPr/>
              </p:nvSpPr>
              <p:spPr bwMode="auto">
                <a:xfrm rot="5441148">
                  <a:off x="14171" y="20727"/>
                  <a:ext cx="49998" cy="436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51255" name="Group 60"/>
              <p:cNvGrpSpPr>
                <a:grpSpLocks/>
              </p:cNvGrpSpPr>
              <p:nvPr/>
            </p:nvGrpSpPr>
            <p:grpSpPr bwMode="auto">
              <a:xfrm rot="-5441149">
                <a:off x="-21809" y="374"/>
                <a:ext cx="138224" cy="115735"/>
                <a:chOff x="0" y="0"/>
                <a:chExt cx="79248" cy="85344"/>
              </a:xfrm>
            </p:grpSpPr>
            <p:pic>
              <p:nvPicPr>
                <p:cNvPr id="51257" name="椭圆 67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79248" cy="853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1258" name="Text Box 62"/>
                <p:cNvSpPr txBox="1">
                  <a:spLocks noChangeArrowheads="1"/>
                </p:cNvSpPr>
                <p:nvPr/>
              </p:nvSpPr>
              <p:spPr bwMode="auto">
                <a:xfrm rot="5441148">
                  <a:off x="14121" y="21322"/>
                  <a:ext cx="49998" cy="436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1256" name="矩形 68"/>
              <p:cNvSpPr>
                <a:spLocks noChangeArrowheads="1"/>
              </p:cNvSpPr>
              <p:nvPr/>
            </p:nvSpPr>
            <p:spPr bwMode="auto">
              <a:xfrm>
                <a:off x="30869" y="31822"/>
                <a:ext cx="357367" cy="71992"/>
              </a:xfrm>
              <a:prstGeom prst="rect">
                <a:avLst/>
              </a:prstGeom>
              <a:gradFill rotWithShape="1">
                <a:gsLst>
                  <a:gs pos="0">
                    <a:srgbClr val="262626"/>
                  </a:gs>
                  <a:gs pos="9000">
                    <a:srgbClr val="262626"/>
                  </a:gs>
                  <a:gs pos="57001">
                    <a:srgbClr val="D9D9D9"/>
                  </a:gs>
                  <a:gs pos="100000">
                    <a:srgbClr val="262626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93" name="矩形 92"/>
          <p:cNvSpPr/>
          <p:nvPr/>
        </p:nvSpPr>
        <p:spPr>
          <a:xfrm>
            <a:off x="1" y="339503"/>
            <a:ext cx="572412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125188" y="339503"/>
            <a:ext cx="5391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1.3.2 MCU</a:t>
            </a:r>
            <a:r>
              <a:rPr lang="zh-CN" altLang="en-US" sz="2400" b="1" dirty="0">
                <a:solidFill>
                  <a:schemeClr val="bg1"/>
                </a:solidFill>
              </a:rPr>
              <a:t>开发与</a:t>
            </a:r>
            <a:r>
              <a:rPr lang="en-US" altLang="zh-CN" sz="2400" b="1" dirty="0">
                <a:solidFill>
                  <a:schemeClr val="bg1"/>
                </a:solidFill>
              </a:rPr>
              <a:t>ARM-Linux</a:t>
            </a:r>
            <a:r>
              <a:rPr lang="zh-CN" altLang="en-US" sz="2400" b="1" dirty="0">
                <a:solidFill>
                  <a:schemeClr val="bg1"/>
                </a:solidFill>
              </a:rPr>
              <a:t>开发的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区别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09909" y="1821364"/>
            <a:ext cx="228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直接在</a:t>
            </a:r>
            <a:r>
              <a:rPr lang="en-US" altLang="zh-CN" sz="2000" b="1" dirty="0">
                <a:solidFill>
                  <a:schemeClr val="bg1"/>
                </a:solidFill>
              </a:rPr>
              <a:t>ARM</a:t>
            </a:r>
            <a:r>
              <a:rPr lang="zh-CN" altLang="en-US" sz="2000" b="1" dirty="0">
                <a:solidFill>
                  <a:schemeClr val="bg1"/>
                </a:solidFill>
              </a:rPr>
              <a:t>芯片上进行应用开发</a:t>
            </a:r>
          </a:p>
        </p:txBody>
      </p:sp>
      <p:sp>
        <p:nvSpPr>
          <p:cNvPr id="3" name="矩形 2"/>
          <p:cNvSpPr/>
          <p:nvPr/>
        </p:nvSpPr>
        <p:spPr>
          <a:xfrm>
            <a:off x="631228" y="2773144"/>
            <a:ext cx="3456383" cy="1823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不采用操作系统，也称作裸机编程</a:t>
            </a:r>
            <a:r>
              <a:rPr lang="zh-CN" altLang="en-US" b="1" dirty="0" smtClean="0">
                <a:solidFill>
                  <a:prstClr val="black"/>
                </a:solidFill>
              </a:rPr>
              <a:t>，主要</a:t>
            </a:r>
            <a:r>
              <a:rPr lang="zh-CN" altLang="en-US" b="1" dirty="0">
                <a:solidFill>
                  <a:prstClr val="black"/>
                </a:solidFill>
              </a:rPr>
              <a:t>应用于一些低端的</a:t>
            </a:r>
            <a:r>
              <a:rPr lang="en-US" altLang="zh-CN" b="1" dirty="0">
                <a:solidFill>
                  <a:prstClr val="black"/>
                </a:solidFill>
              </a:rPr>
              <a:t>ARM</a:t>
            </a:r>
            <a:r>
              <a:rPr lang="zh-CN" altLang="en-US" b="1" dirty="0">
                <a:solidFill>
                  <a:prstClr val="black"/>
                </a:solidFill>
              </a:rPr>
              <a:t>芯片，其开发过程与单片机类似</a:t>
            </a:r>
            <a:r>
              <a:rPr lang="zh-CN" altLang="en-US" b="1" dirty="0" smtClean="0">
                <a:solidFill>
                  <a:prstClr val="black"/>
                </a:solidFill>
              </a:rPr>
              <a:t>，即在</a:t>
            </a:r>
            <a:r>
              <a:rPr lang="zh-CN" altLang="en-US" b="1" dirty="0">
                <a:solidFill>
                  <a:prstClr val="black"/>
                </a:solidFill>
              </a:rPr>
              <a:t>低端的</a:t>
            </a:r>
            <a:r>
              <a:rPr lang="en-US" altLang="zh-CN" b="1" dirty="0">
                <a:solidFill>
                  <a:prstClr val="black"/>
                </a:solidFill>
              </a:rPr>
              <a:t>ARM</a:t>
            </a:r>
            <a:r>
              <a:rPr lang="zh-CN" altLang="en-US" b="1" dirty="0">
                <a:solidFill>
                  <a:prstClr val="black"/>
                </a:solidFill>
              </a:rPr>
              <a:t>芯片上进行单片机应用程序的开发。</a:t>
            </a:r>
          </a:p>
        </p:txBody>
      </p:sp>
      <p:sp>
        <p:nvSpPr>
          <p:cNvPr id="4" name="矩形 3"/>
          <p:cNvSpPr/>
          <p:nvPr/>
        </p:nvSpPr>
        <p:spPr>
          <a:xfrm>
            <a:off x="5688768" y="1799138"/>
            <a:ext cx="228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在</a:t>
            </a:r>
            <a:r>
              <a:rPr lang="en-US" altLang="zh-CN" sz="2000" b="1" dirty="0">
                <a:solidFill>
                  <a:schemeClr val="bg1"/>
                </a:solidFill>
              </a:rPr>
              <a:t>ARM</a:t>
            </a:r>
            <a:r>
              <a:rPr lang="zh-CN" altLang="en-US" sz="2000" b="1" dirty="0">
                <a:solidFill>
                  <a:schemeClr val="bg1"/>
                </a:solidFill>
              </a:rPr>
              <a:t>芯片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上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bg1"/>
                </a:solidFill>
              </a:rPr>
              <a:t>运行</a:t>
            </a:r>
            <a:r>
              <a:rPr lang="zh-CN" altLang="en-US" sz="2000" b="1" dirty="0">
                <a:solidFill>
                  <a:schemeClr val="bg1"/>
                </a:solidFill>
              </a:rPr>
              <a:t>操作系统</a:t>
            </a:r>
          </a:p>
        </p:txBody>
      </p:sp>
      <p:sp>
        <p:nvSpPr>
          <p:cNvPr id="5" name="矩形 4"/>
          <p:cNvSpPr/>
          <p:nvPr/>
        </p:nvSpPr>
        <p:spPr>
          <a:xfrm>
            <a:off x="5224442" y="2784646"/>
            <a:ext cx="3214651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对硬件的操作需要编写相应的驱动程序，应用开发则是基于操作系统</a:t>
            </a:r>
            <a:r>
              <a:rPr lang="zh-CN" altLang="en-US" b="1" dirty="0" smtClean="0">
                <a:solidFill>
                  <a:prstClr val="black"/>
                </a:solidFill>
              </a:rPr>
              <a:t>的。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99792" y="1059582"/>
            <a:ext cx="38058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ARM</a:t>
            </a:r>
            <a:r>
              <a:rPr lang="zh-CN" altLang="en-US" sz="2000" b="1" dirty="0">
                <a:solidFill>
                  <a:srgbClr val="C00000"/>
                </a:solidFill>
              </a:rPr>
              <a:t>应用的开发</a:t>
            </a:r>
            <a:r>
              <a:rPr lang="zh-CN" altLang="en-US" sz="2000" b="1" dirty="0"/>
              <a:t>主要有两种方式</a:t>
            </a:r>
          </a:p>
        </p:txBody>
      </p:sp>
    </p:spTree>
    <p:extLst>
      <p:ext uri="{BB962C8B-B14F-4D97-AF65-F5344CB8AC3E}">
        <p14:creationId xmlns:p14="http://schemas.microsoft.com/office/powerpoint/2010/main" val="283752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572412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5391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1.3.2 MCU</a:t>
            </a:r>
            <a:r>
              <a:rPr lang="zh-CN" altLang="en-US" sz="2400" b="1" dirty="0">
                <a:solidFill>
                  <a:schemeClr val="bg1"/>
                </a:solidFill>
              </a:rPr>
              <a:t>开发与</a:t>
            </a:r>
            <a:r>
              <a:rPr lang="en-US" altLang="zh-CN" sz="2400" b="1" dirty="0">
                <a:solidFill>
                  <a:schemeClr val="bg1"/>
                </a:solidFill>
              </a:rPr>
              <a:t>ARM-Linux</a:t>
            </a:r>
            <a:r>
              <a:rPr lang="zh-CN" altLang="en-US" sz="2400" b="1" dirty="0">
                <a:solidFill>
                  <a:schemeClr val="bg1"/>
                </a:solidFill>
              </a:rPr>
              <a:t>开发的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区别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340486"/>
              </p:ext>
            </p:extLst>
          </p:nvPr>
        </p:nvGraphicFramePr>
        <p:xfrm>
          <a:off x="467544" y="987574"/>
          <a:ext cx="8064900" cy="383556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822703"/>
                <a:gridCol w="1409547"/>
                <a:gridCol w="1728192"/>
                <a:gridCol w="1080120"/>
                <a:gridCol w="1584176"/>
                <a:gridCol w="1440162"/>
              </a:tblGrid>
              <a:tr h="3809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 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硬件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开发方式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开发环境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启动方式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场合、行业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</a:tr>
              <a:tr h="167094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effectLst/>
                        </a:rPr>
                        <a:t>MCU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 smtClean="0">
                          <a:effectLst/>
                        </a:rPr>
                        <a:t>开发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开发板（下位机）</a:t>
                      </a:r>
                      <a:r>
                        <a:rPr lang="zh-CN" sz="1600" b="1" kern="0" dirty="0" smtClean="0">
                          <a:effectLst/>
                        </a:rPr>
                        <a:t>；仿真器</a:t>
                      </a:r>
                      <a:r>
                        <a:rPr lang="zh-CN" sz="1600" b="1" kern="0" dirty="0">
                          <a:effectLst/>
                        </a:rPr>
                        <a:t>（调试器</a:t>
                      </a:r>
                      <a:r>
                        <a:rPr lang="zh-CN" sz="1600" b="1" kern="0" dirty="0" smtClean="0">
                          <a:effectLst/>
                        </a:rPr>
                        <a:t>）</a:t>
                      </a:r>
                      <a:r>
                        <a:rPr lang="zh-CN" altLang="en-US" sz="1600" b="1" kern="0" dirty="0" smtClean="0">
                          <a:effectLst/>
                        </a:rPr>
                        <a:t>；</a:t>
                      </a:r>
                      <a:r>
                        <a:rPr lang="en-US" sz="1600" b="1" kern="0" dirty="0" smtClean="0">
                          <a:effectLst/>
                        </a:rPr>
                        <a:t>USB</a:t>
                      </a:r>
                      <a:r>
                        <a:rPr lang="zh-CN" sz="1600" b="1" kern="0" dirty="0">
                          <a:effectLst/>
                        </a:rPr>
                        <a:t>线</a:t>
                      </a:r>
                      <a:r>
                        <a:rPr lang="zh-CN" sz="1600" b="1" kern="0" dirty="0" smtClean="0">
                          <a:effectLst/>
                        </a:rPr>
                        <a:t>；</a:t>
                      </a:r>
                      <a:r>
                        <a:rPr lang="en-US" sz="1600" b="1" kern="0" dirty="0" smtClean="0">
                          <a:effectLst/>
                        </a:rPr>
                        <a:t>CH340 </a:t>
                      </a:r>
                      <a:r>
                        <a:rPr lang="en-US" sz="1600" b="1" kern="0" dirty="0" smtClean="0">
                          <a:effectLst/>
                        </a:rPr>
                        <a:t>U</a:t>
                      </a:r>
                      <a:r>
                        <a:rPr lang="en-US" altLang="zh-CN" sz="1600" b="1" kern="0" dirty="0" smtClean="0">
                          <a:effectLst/>
                        </a:rPr>
                        <a:t>SB</a:t>
                      </a:r>
                      <a:r>
                        <a:rPr lang="zh-CN" sz="1600" b="1" kern="0" dirty="0" smtClean="0">
                          <a:effectLst/>
                        </a:rPr>
                        <a:t>转</a:t>
                      </a:r>
                      <a:r>
                        <a:rPr lang="zh-CN" sz="1600" b="1" kern="0" dirty="0">
                          <a:effectLst/>
                        </a:rPr>
                        <a:t>串口驱动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直接裸机开发</a:t>
                      </a:r>
                      <a:r>
                        <a:rPr lang="zh-CN" sz="1600" b="1" kern="0" dirty="0" smtClean="0">
                          <a:effectLst/>
                        </a:rPr>
                        <a:t>，此</a:t>
                      </a:r>
                      <a:r>
                        <a:rPr lang="zh-CN" sz="1600" b="1" kern="0" dirty="0">
                          <a:effectLst/>
                        </a:rPr>
                        <a:t>类单片机的处理能力有限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集成开发环境</a:t>
                      </a:r>
                      <a:r>
                        <a:rPr lang="en-US" sz="1600" b="1" kern="0" dirty="0">
                          <a:effectLst/>
                        </a:rPr>
                        <a:t>/</a:t>
                      </a:r>
                      <a:r>
                        <a:rPr lang="zh-CN" sz="1600" b="1" kern="0" dirty="0">
                          <a:effectLst/>
                        </a:rPr>
                        <a:t>软件：</a:t>
                      </a:r>
                      <a:r>
                        <a:rPr lang="en-US" sz="1600" b="1" kern="0" dirty="0" err="1">
                          <a:effectLst/>
                        </a:rPr>
                        <a:t>uvsion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 smtClean="0">
                          <a:effectLst/>
                        </a:rPr>
                        <a:t>程序</a:t>
                      </a:r>
                      <a:r>
                        <a:rPr lang="zh-CN" sz="1600" b="1" kern="0" dirty="0">
                          <a:effectLst/>
                        </a:rPr>
                        <a:t>上电后直接跳转到程序入口处，实现系统的启动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工控领域、中低端家电，可穿戴设备等</a:t>
                      </a:r>
                      <a:endParaRPr lang="zh-CN" sz="32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如：智能手环、微波炉、血糖仪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</a:tr>
              <a:tr h="178366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ARM-</a:t>
                      </a:r>
                      <a:endParaRPr lang="zh-CN" sz="32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Linux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开发板（下位机）</a:t>
                      </a:r>
                      <a:r>
                        <a:rPr lang="zh-CN" sz="1600" b="1" kern="0" dirty="0" smtClean="0">
                          <a:effectLst/>
                        </a:rPr>
                        <a:t>；网线；串口线；</a:t>
                      </a:r>
                      <a:r>
                        <a:rPr lang="en-US" sz="1600" b="1" kern="0" dirty="0" err="1" smtClean="0">
                          <a:effectLst/>
                        </a:rPr>
                        <a:t>minicom</a:t>
                      </a:r>
                      <a:r>
                        <a:rPr lang="zh-CN" sz="1600" b="1" kern="0" dirty="0">
                          <a:effectLst/>
                        </a:rPr>
                        <a:t>串口调试工具</a:t>
                      </a:r>
                      <a:r>
                        <a:rPr lang="zh-CN" sz="1600" b="1" kern="0" dirty="0" smtClean="0">
                          <a:effectLst/>
                        </a:rPr>
                        <a:t>；</a:t>
                      </a:r>
                      <a:r>
                        <a:rPr lang="en-US" sz="1600" b="1" kern="0" dirty="0" smtClean="0">
                          <a:effectLst/>
                        </a:rPr>
                        <a:t>SD</a:t>
                      </a:r>
                      <a:r>
                        <a:rPr lang="zh-CN" sz="1600" b="1" kern="0" dirty="0" smtClean="0">
                          <a:effectLst/>
                        </a:rPr>
                        <a:t>卡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 smtClean="0">
                          <a:effectLst/>
                        </a:rPr>
                        <a:t>需</a:t>
                      </a:r>
                      <a:r>
                        <a:rPr lang="zh-CN" sz="1600" b="1" kern="0" dirty="0">
                          <a:effectLst/>
                        </a:rPr>
                        <a:t>外部</a:t>
                      </a:r>
                      <a:r>
                        <a:rPr lang="zh-CN" sz="1600" b="1" kern="0" dirty="0" smtClean="0">
                          <a:effectLst/>
                        </a:rPr>
                        <a:t>电路</a:t>
                      </a:r>
                      <a:r>
                        <a:rPr lang="zh-CN" altLang="en-US" sz="1600" b="1" kern="0" dirty="0" smtClean="0">
                          <a:effectLst/>
                        </a:rPr>
                        <a:t>，</a:t>
                      </a:r>
                      <a:r>
                        <a:rPr lang="zh-CN" sz="1600" b="1" kern="0" dirty="0" smtClean="0">
                          <a:effectLst/>
                        </a:rPr>
                        <a:t>处理</a:t>
                      </a:r>
                      <a:r>
                        <a:rPr lang="zh-CN" sz="1600" b="1" kern="0" dirty="0">
                          <a:effectLst/>
                        </a:rPr>
                        <a:t>能力很强大，通过外部电路可实现各种复杂的</a:t>
                      </a:r>
                      <a:r>
                        <a:rPr lang="zh-CN" sz="1600" b="1" kern="0" dirty="0" smtClean="0">
                          <a:effectLst/>
                        </a:rPr>
                        <a:t>功能；基于</a:t>
                      </a:r>
                      <a:r>
                        <a:rPr lang="zh-CN" sz="1600" b="1" kern="0" dirty="0">
                          <a:effectLst/>
                        </a:rPr>
                        <a:t>操作系统</a:t>
                      </a:r>
                      <a:r>
                        <a:rPr lang="zh-CN" sz="1600" b="1" kern="0" dirty="0" smtClean="0">
                          <a:effectLst/>
                        </a:rPr>
                        <a:t>开发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集成开发环境</a:t>
                      </a:r>
                      <a:r>
                        <a:rPr lang="en-US" sz="1600" b="1" kern="0" dirty="0">
                          <a:effectLst/>
                        </a:rPr>
                        <a:t>/</a:t>
                      </a:r>
                      <a:r>
                        <a:rPr lang="zh-CN" sz="1600" b="1" kern="0" dirty="0">
                          <a:effectLst/>
                        </a:rPr>
                        <a:t>软件：</a:t>
                      </a:r>
                      <a:r>
                        <a:rPr lang="en-US" sz="1600" b="1" kern="0" dirty="0">
                          <a:effectLst/>
                        </a:rPr>
                        <a:t>Eclipse</a:t>
                      </a:r>
                      <a:r>
                        <a:rPr lang="zh-CN" sz="1600" b="1" kern="0" dirty="0">
                          <a:effectLst/>
                        </a:rPr>
                        <a:t>、</a:t>
                      </a:r>
                      <a:r>
                        <a:rPr lang="en-US" sz="1600" b="1" kern="0" dirty="0">
                          <a:effectLst/>
                        </a:rPr>
                        <a:t>QT</a:t>
                      </a:r>
                      <a:r>
                        <a:rPr lang="zh-CN" sz="1600" b="1" kern="0" dirty="0">
                          <a:effectLst/>
                        </a:rPr>
                        <a:t>图形界面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 smtClean="0">
                          <a:effectLst/>
                        </a:rPr>
                        <a:t>一般</a:t>
                      </a:r>
                      <a:r>
                        <a:rPr lang="zh-CN" sz="1600" b="1" kern="0" dirty="0">
                          <a:effectLst/>
                        </a:rPr>
                        <a:t>包括</a:t>
                      </a:r>
                      <a:r>
                        <a:rPr lang="en-US" sz="1600" b="1" kern="0" dirty="0" smtClean="0">
                          <a:effectLst/>
                        </a:rPr>
                        <a:t>BIOS</a:t>
                      </a:r>
                      <a:r>
                        <a:rPr lang="zh-CN" altLang="en-US" sz="1600" b="1" kern="0" dirty="0" smtClean="0">
                          <a:effectLst/>
                        </a:rPr>
                        <a:t>、</a:t>
                      </a:r>
                      <a:r>
                        <a:rPr lang="en-US" sz="1600" b="1" kern="0" dirty="0" err="1" smtClean="0">
                          <a:effectLst/>
                        </a:rPr>
                        <a:t>bootloader</a:t>
                      </a:r>
                      <a:r>
                        <a:rPr lang="zh-CN" altLang="en-US" sz="1600" b="1" kern="0" dirty="0" smtClean="0">
                          <a:effectLst/>
                        </a:rPr>
                        <a:t>、</a:t>
                      </a:r>
                      <a:r>
                        <a:rPr lang="zh-CN" sz="1600" b="1" kern="0" dirty="0" smtClean="0">
                          <a:effectLst/>
                        </a:rPr>
                        <a:t>内核启动</a:t>
                      </a:r>
                      <a:r>
                        <a:rPr lang="zh-CN" altLang="en-US" sz="1600" b="1" kern="0" dirty="0" smtClean="0">
                          <a:effectLst/>
                        </a:rPr>
                        <a:t>、</a:t>
                      </a:r>
                      <a:r>
                        <a:rPr lang="zh-CN" sz="1600" b="1" kern="0" dirty="0" smtClean="0">
                          <a:effectLst/>
                        </a:rPr>
                        <a:t>应用程序</a:t>
                      </a:r>
                      <a:r>
                        <a:rPr lang="zh-CN" sz="1600" b="1" kern="0" dirty="0">
                          <a:effectLst/>
                        </a:rPr>
                        <a:t>启动等几个阶段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消费电子、高端的应用</a:t>
                      </a:r>
                      <a:endParaRPr lang="zh-CN" sz="32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如：智能手机、平板电脑、单反相机等</a:t>
                      </a:r>
                      <a:endParaRPr lang="zh-CN" sz="32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7881" marR="67881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71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457200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43855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1.3.3 </a:t>
            </a:r>
            <a:r>
              <a:rPr lang="zh-CN" altLang="en-US" sz="2400" b="1" dirty="0">
                <a:solidFill>
                  <a:schemeClr val="bg1"/>
                </a:solidFill>
              </a:rPr>
              <a:t>开源硬件</a:t>
            </a:r>
            <a:r>
              <a:rPr lang="en-US" altLang="zh-CN" sz="2400" b="1" dirty="0" err="1">
                <a:solidFill>
                  <a:schemeClr val="bg1"/>
                </a:solidFill>
              </a:rPr>
              <a:t>Arduino</a:t>
            </a:r>
            <a:r>
              <a:rPr lang="zh-CN" altLang="en-US" sz="2400" b="1" dirty="0">
                <a:solidFill>
                  <a:schemeClr val="bg1"/>
                </a:solidFill>
              </a:rPr>
              <a:t>和树莓派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55576" y="1059582"/>
            <a:ext cx="7632848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     </a:t>
            </a:r>
            <a:r>
              <a:rPr lang="en-US" altLang="zh-CN" b="1" dirty="0" err="1" smtClean="0">
                <a:solidFill>
                  <a:prstClr val="black"/>
                </a:solidFill>
              </a:rPr>
              <a:t>Arduino</a:t>
            </a:r>
            <a:r>
              <a:rPr lang="zh-CN" altLang="en-US" b="1" dirty="0">
                <a:solidFill>
                  <a:prstClr val="black"/>
                </a:solidFill>
              </a:rPr>
              <a:t>是一款优秀的硬件开发平台</a:t>
            </a:r>
            <a:r>
              <a:rPr lang="zh-CN" altLang="en-US" b="1" dirty="0" smtClean="0">
                <a:solidFill>
                  <a:prstClr val="black"/>
                </a:solidFill>
              </a:rPr>
              <a:t>，开发方式简单，有效</a:t>
            </a:r>
            <a:r>
              <a:rPr lang="zh-CN" altLang="en-US" b="1" dirty="0">
                <a:solidFill>
                  <a:prstClr val="black"/>
                </a:solidFill>
              </a:rPr>
              <a:t>降低了学习难度，缩短开发周期，并且有很多第三方商家为</a:t>
            </a:r>
            <a:r>
              <a:rPr lang="en-US" altLang="zh-CN" b="1" dirty="0" err="1">
                <a:solidFill>
                  <a:prstClr val="black"/>
                </a:solidFill>
              </a:rPr>
              <a:t>Arduino</a:t>
            </a:r>
            <a:r>
              <a:rPr lang="zh-CN" altLang="en-US" b="1" dirty="0">
                <a:solidFill>
                  <a:prstClr val="black"/>
                </a:solidFill>
              </a:rPr>
              <a:t>设计了很多图形化的编程工具，进一步降低了学习难度</a:t>
            </a:r>
            <a:r>
              <a:rPr lang="zh-CN" altLang="en-US" b="1" dirty="0" smtClean="0">
                <a:solidFill>
                  <a:prstClr val="black"/>
                </a:solidFill>
              </a:rPr>
              <a:t>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801" y="2323955"/>
            <a:ext cx="2332146" cy="1889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图片 9" descr="C:\Users\TF\Desktop\微信图片_20190114100945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391496"/>
            <a:ext cx="3593056" cy="17546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3350783" y="4371950"/>
            <a:ext cx="2347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/>
              <a:t>Arduino</a:t>
            </a:r>
            <a:r>
              <a:rPr lang="zh-CN" altLang="en-US" b="1" dirty="0"/>
              <a:t>开发板及应用</a:t>
            </a:r>
          </a:p>
        </p:txBody>
      </p:sp>
    </p:spTree>
    <p:extLst>
      <p:ext uri="{BB962C8B-B14F-4D97-AF65-F5344CB8AC3E}">
        <p14:creationId xmlns:p14="http://schemas.microsoft.com/office/powerpoint/2010/main" val="125233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457200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43855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1.3.3 </a:t>
            </a:r>
            <a:r>
              <a:rPr lang="zh-CN" altLang="en-US" sz="2400" b="1" dirty="0">
                <a:solidFill>
                  <a:schemeClr val="bg1"/>
                </a:solidFill>
              </a:rPr>
              <a:t>开源硬件</a:t>
            </a:r>
            <a:r>
              <a:rPr lang="en-US" altLang="zh-CN" sz="2400" b="1" dirty="0" err="1">
                <a:solidFill>
                  <a:schemeClr val="bg1"/>
                </a:solidFill>
              </a:rPr>
              <a:t>Arduino</a:t>
            </a:r>
            <a:r>
              <a:rPr lang="zh-CN" altLang="en-US" sz="2400" b="1" dirty="0">
                <a:solidFill>
                  <a:schemeClr val="bg1"/>
                </a:solidFill>
              </a:rPr>
              <a:t>和树莓派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807704" y="1172859"/>
            <a:ext cx="3703043" cy="35548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 </a:t>
            </a:r>
            <a:r>
              <a:rPr lang="zh-CN" altLang="en-US" b="1" dirty="0" smtClean="0">
                <a:solidFill>
                  <a:srgbClr val="C00000"/>
                </a:solidFill>
              </a:rPr>
              <a:t>树莓</a:t>
            </a:r>
            <a:r>
              <a:rPr lang="zh-CN" altLang="en-US" b="1" dirty="0">
                <a:solidFill>
                  <a:srgbClr val="C00000"/>
                </a:solidFill>
              </a:rPr>
              <a:t>派</a:t>
            </a:r>
            <a:r>
              <a:rPr lang="zh-CN" altLang="en-US" b="1" dirty="0">
                <a:solidFill>
                  <a:prstClr val="black"/>
                </a:solidFill>
              </a:rPr>
              <a:t>就是一个小型的计算机，是专门为学习计算机编程教育设计的一种微型电脑，目前最新版本为</a:t>
            </a:r>
            <a:r>
              <a:rPr lang="en-US" altLang="zh-CN" b="1" dirty="0">
                <a:solidFill>
                  <a:prstClr val="black"/>
                </a:solidFill>
              </a:rPr>
              <a:t>Raspberry Pi 3</a:t>
            </a:r>
            <a:r>
              <a:rPr lang="zh-CN" altLang="en-US" b="1" dirty="0">
                <a:solidFill>
                  <a:prstClr val="black"/>
                </a:solidFill>
              </a:rPr>
              <a:t>，在尺寸仅为一张信用卡大小的面积上，集成了</a:t>
            </a:r>
            <a:r>
              <a:rPr lang="en-US" altLang="zh-CN" b="1" dirty="0">
                <a:solidFill>
                  <a:prstClr val="black"/>
                </a:solidFill>
              </a:rPr>
              <a:t>CPU</a:t>
            </a:r>
            <a:r>
              <a:rPr lang="zh-CN" altLang="en-US" b="1" dirty="0">
                <a:solidFill>
                  <a:prstClr val="black"/>
                </a:solidFill>
              </a:rPr>
              <a:t>（</a:t>
            </a:r>
            <a:r>
              <a:rPr lang="en-US" altLang="zh-CN" b="1" dirty="0">
                <a:solidFill>
                  <a:prstClr val="black"/>
                </a:solidFill>
              </a:rPr>
              <a:t>Raspberry Pi 3</a:t>
            </a:r>
            <a:r>
              <a:rPr lang="zh-CN" altLang="en-US" b="1" dirty="0">
                <a:solidFill>
                  <a:prstClr val="black"/>
                </a:solidFill>
              </a:rPr>
              <a:t>基于</a:t>
            </a:r>
            <a:r>
              <a:rPr lang="en-US" altLang="zh-CN" b="1" dirty="0">
                <a:solidFill>
                  <a:prstClr val="black"/>
                </a:solidFill>
              </a:rPr>
              <a:t>ARM Cortex-A53</a:t>
            </a:r>
            <a:r>
              <a:rPr lang="zh-CN" altLang="en-US" b="1" dirty="0" smtClean="0">
                <a:solidFill>
                  <a:prstClr val="black"/>
                </a:solidFill>
              </a:rPr>
              <a:t>内核）</a:t>
            </a:r>
            <a:r>
              <a:rPr lang="zh-CN" altLang="en-US" b="1" dirty="0">
                <a:solidFill>
                  <a:prstClr val="black"/>
                </a:solidFill>
              </a:rPr>
              <a:t>、内存（</a:t>
            </a:r>
            <a:r>
              <a:rPr lang="en-US" altLang="zh-CN" b="1" dirty="0">
                <a:solidFill>
                  <a:prstClr val="black"/>
                </a:solidFill>
              </a:rPr>
              <a:t>SD</a:t>
            </a:r>
            <a:r>
              <a:rPr lang="zh-CN" altLang="en-US" b="1" dirty="0">
                <a:solidFill>
                  <a:prstClr val="black"/>
                </a:solidFill>
              </a:rPr>
              <a:t>卡）、</a:t>
            </a:r>
            <a:r>
              <a:rPr lang="en-US" altLang="zh-CN" b="1" dirty="0">
                <a:solidFill>
                  <a:prstClr val="black"/>
                </a:solidFill>
              </a:rPr>
              <a:t>10/100 </a:t>
            </a:r>
            <a:r>
              <a:rPr lang="zh-CN" altLang="en-US" b="1" dirty="0">
                <a:solidFill>
                  <a:prstClr val="black"/>
                </a:solidFill>
              </a:rPr>
              <a:t>以太网接口、</a:t>
            </a:r>
            <a:r>
              <a:rPr lang="en-US" altLang="zh-CN" b="1" dirty="0">
                <a:solidFill>
                  <a:prstClr val="black"/>
                </a:solidFill>
              </a:rPr>
              <a:t>USB</a:t>
            </a:r>
            <a:r>
              <a:rPr lang="zh-CN" altLang="en-US" b="1" dirty="0">
                <a:solidFill>
                  <a:prstClr val="black"/>
                </a:solidFill>
              </a:rPr>
              <a:t>接口、</a:t>
            </a:r>
            <a:r>
              <a:rPr lang="en-US" altLang="zh-CN" b="1" dirty="0">
                <a:solidFill>
                  <a:prstClr val="black"/>
                </a:solidFill>
              </a:rPr>
              <a:t>HDMI</a:t>
            </a:r>
            <a:r>
              <a:rPr lang="zh-CN" altLang="en-US" b="1" dirty="0">
                <a:solidFill>
                  <a:prstClr val="black"/>
                </a:solidFill>
              </a:rPr>
              <a:t>接口、电视输出接口，系统基于</a:t>
            </a:r>
            <a:r>
              <a:rPr lang="en-US" altLang="zh-CN" b="1" dirty="0">
                <a:solidFill>
                  <a:prstClr val="black"/>
                </a:solidFill>
              </a:rPr>
              <a:t>Linux</a:t>
            </a:r>
            <a:r>
              <a:rPr lang="zh-CN" altLang="en-US" b="1" dirty="0" smtClean="0">
                <a:solidFill>
                  <a:prstClr val="black"/>
                </a:solidFill>
              </a:rPr>
              <a:t>操作系统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22188" y="4011910"/>
            <a:ext cx="16962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树莓派</a:t>
            </a:r>
            <a:r>
              <a:rPr lang="en-US" altLang="zh-CN" b="1" dirty="0"/>
              <a:t>3</a:t>
            </a:r>
            <a:r>
              <a:rPr lang="zh-CN" altLang="en-US" b="1" dirty="0"/>
              <a:t>开发板</a:t>
            </a:r>
          </a:p>
        </p:txBody>
      </p:sp>
      <p:pic>
        <p:nvPicPr>
          <p:cNvPr id="11" name="图片 10" descr="C:\Users\TF\Desktop\微信图片_20190114101235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277" y="1563638"/>
            <a:ext cx="2986121" cy="216024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358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 rot="20640000">
            <a:off x="2211748" y="2595573"/>
            <a:ext cx="1537327" cy="72000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 rot="900000">
            <a:off x="2205499" y="3001241"/>
            <a:ext cx="1517846" cy="72000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 rot="19320000">
            <a:off x="2080981" y="2054645"/>
            <a:ext cx="1764000" cy="72000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 rot="2400000">
            <a:off x="2062583" y="3436568"/>
            <a:ext cx="1764000" cy="72000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56"/>
          <p:cNvGrpSpPr>
            <a:grpSpLocks/>
          </p:cNvGrpSpPr>
          <p:nvPr/>
        </p:nvGrpSpPr>
        <p:grpSpPr bwMode="auto">
          <a:xfrm>
            <a:off x="1691680" y="2092295"/>
            <a:ext cx="1398919" cy="1398588"/>
            <a:chOff x="3440653" y="2680764"/>
            <a:chExt cx="2245771" cy="2245772"/>
          </a:xfrm>
          <a:solidFill>
            <a:schemeClr val="accent5">
              <a:lumMod val="75000"/>
            </a:schemeClr>
          </a:solidFill>
        </p:grpSpPr>
        <p:sp>
          <p:nvSpPr>
            <p:cNvPr id="12" name="Oval 2"/>
            <p:cNvSpPr>
              <a:spLocks noChangeAspect="1" noChangeArrowheads="1"/>
            </p:cNvSpPr>
            <p:nvPr/>
          </p:nvSpPr>
          <p:spPr bwMode="auto">
            <a:xfrm>
              <a:off x="3440653" y="2680764"/>
              <a:ext cx="2245771" cy="2245772"/>
            </a:xfrm>
            <a:prstGeom prst="ellipse">
              <a:avLst/>
            </a:prstGeom>
            <a:grpFill/>
            <a:ln w="25400">
              <a:solidFill>
                <a:schemeClr val="accent5">
                  <a:lumMod val="60000"/>
                  <a:lumOff val="40000"/>
                </a:schemeClr>
              </a:solidFill>
            </a:ln>
            <a:effectLst>
              <a:outerShdw blurRad="225425" dist="38100" dir="5220000" algn="ctr">
                <a:srgbClr val="000000">
                  <a:alpha val="33000"/>
                </a:srgb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>
              <a:sp3d/>
            </a:bodyPr>
            <a:lstStyle/>
            <a:p>
              <a:pPr algn="ctr" eaLnBrk="0" fontAlgn="ctr" hangingPunct="0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defRPr/>
              </a:pPr>
              <a:endParaRPr lang="fr-FR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Text Box 29"/>
            <p:cNvSpPr txBox="1">
              <a:spLocks noChangeArrowheads="1"/>
            </p:cNvSpPr>
            <p:nvPr/>
          </p:nvSpPr>
          <p:spPr bwMode="gray">
            <a:xfrm>
              <a:off x="3716894" y="3245510"/>
              <a:ext cx="1735121" cy="103784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3600" dirty="0" smtClean="0">
                  <a:solidFill>
                    <a:schemeClr val="bg1"/>
                  </a:solidFill>
                  <a:effectLst>
                    <a:reflection blurRad="6350" stA="50000" endA="300" endPos="50000" dist="29997" dir="5400000" sy="-100000" algn="bl" rotWithShape="0"/>
                  </a:effectLst>
                  <a:ea typeface="微软雅黑" panose="020B0503020204020204" pitchFamily="34" charset="-122"/>
                  <a:sym typeface="微软雅黑" panose="020B0503020204020204" pitchFamily="34" charset="-122"/>
                </a:rPr>
                <a:t>1.5</a:t>
              </a:r>
              <a:endParaRPr kumimoji="1" lang="zh-CN" altLang="en-US" sz="3600" dirty="0">
                <a:solidFill>
                  <a:schemeClr val="bg1"/>
                </a:solidFill>
                <a:effectLst>
                  <a:reflection blurRad="6350" stA="50000" endA="300" endPos="50000" dist="29997" dir="5400000" sy="-100000" algn="bl" rotWithShape="0"/>
                </a:effectLst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4" name="圆角矩形 13"/>
          <p:cNvSpPr/>
          <p:nvPr/>
        </p:nvSpPr>
        <p:spPr bwMode="auto">
          <a:xfrm>
            <a:off x="3705011" y="2943214"/>
            <a:ext cx="3686405" cy="539690"/>
          </a:xfrm>
          <a:prstGeom prst="roundRect">
            <a:avLst>
              <a:gd name="adj" fmla="val 7848"/>
            </a:avLst>
          </a:prstGeom>
          <a:solidFill>
            <a:schemeClr val="accent5">
              <a:lumMod val="75000"/>
            </a:schemeClr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矩形 87"/>
          <p:cNvSpPr>
            <a:spLocks noChangeArrowheads="1"/>
          </p:cNvSpPr>
          <p:nvPr/>
        </p:nvSpPr>
        <p:spPr bwMode="auto">
          <a:xfrm>
            <a:off x="3883943" y="3010284"/>
            <a:ext cx="3208337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ctr" hangingPunct="0">
              <a:buClr>
                <a:srgbClr val="FF0000"/>
              </a:buClr>
              <a:buSzPct val="70000"/>
            </a:pP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1.5.3 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系统软硬件设计</a:t>
            </a:r>
          </a:p>
        </p:txBody>
      </p:sp>
      <p:sp>
        <p:nvSpPr>
          <p:cNvPr id="16" name="圆角矩形 15"/>
          <p:cNvSpPr/>
          <p:nvPr/>
        </p:nvSpPr>
        <p:spPr bwMode="auto">
          <a:xfrm>
            <a:off x="3705011" y="3756808"/>
            <a:ext cx="3686405" cy="529183"/>
          </a:xfrm>
          <a:prstGeom prst="roundRect">
            <a:avLst>
              <a:gd name="adj" fmla="val 7848"/>
            </a:avLst>
          </a:prstGeom>
          <a:solidFill>
            <a:schemeClr val="accent5">
              <a:lumMod val="75000"/>
            </a:schemeClr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矩形 87"/>
          <p:cNvSpPr>
            <a:spLocks noChangeArrowheads="1"/>
          </p:cNvSpPr>
          <p:nvPr/>
        </p:nvSpPr>
        <p:spPr bwMode="auto">
          <a:xfrm>
            <a:off x="3873971" y="3840136"/>
            <a:ext cx="3362325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ctr" hangingPunct="0">
              <a:buClr>
                <a:srgbClr val="FF0000"/>
              </a:buClr>
              <a:buSzPct val="70000"/>
            </a:pP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1.5.4 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系统测试 </a:t>
            </a:r>
          </a:p>
        </p:txBody>
      </p:sp>
      <p:sp>
        <p:nvSpPr>
          <p:cNvPr id="18" name="圆角矩形 17"/>
          <p:cNvSpPr/>
          <p:nvPr/>
        </p:nvSpPr>
        <p:spPr bwMode="auto">
          <a:xfrm>
            <a:off x="3705010" y="2094339"/>
            <a:ext cx="3686405" cy="562147"/>
          </a:xfrm>
          <a:prstGeom prst="roundRect">
            <a:avLst>
              <a:gd name="adj" fmla="val 7848"/>
            </a:avLst>
          </a:prstGeom>
          <a:solidFill>
            <a:schemeClr val="accent5">
              <a:lumMod val="75000"/>
            </a:schemeClr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矩形 87"/>
          <p:cNvSpPr>
            <a:spLocks noChangeArrowheads="1"/>
          </p:cNvSpPr>
          <p:nvPr/>
        </p:nvSpPr>
        <p:spPr bwMode="auto">
          <a:xfrm>
            <a:off x="3894000" y="2217900"/>
            <a:ext cx="314801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ctr" hangingPunct="0">
              <a:buClr>
                <a:srgbClr val="FF0000"/>
              </a:buClr>
              <a:buSzPct val="70000"/>
            </a:pP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1.5.2 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系统总体设计</a:t>
            </a:r>
          </a:p>
        </p:txBody>
      </p:sp>
      <p:sp>
        <p:nvSpPr>
          <p:cNvPr id="20" name="AutoShape 3"/>
          <p:cNvSpPr>
            <a:spLocks noChangeAspect="1" noChangeArrowheads="1"/>
          </p:cNvSpPr>
          <p:nvPr/>
        </p:nvSpPr>
        <p:spPr bwMode="auto">
          <a:xfrm>
            <a:off x="3534768" y="2258501"/>
            <a:ext cx="324000" cy="324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AutoShape 3"/>
          <p:cNvSpPr>
            <a:spLocks noChangeAspect="1" noChangeArrowheads="1"/>
          </p:cNvSpPr>
          <p:nvPr/>
        </p:nvSpPr>
        <p:spPr bwMode="auto">
          <a:xfrm>
            <a:off x="3534768" y="3038790"/>
            <a:ext cx="324000" cy="324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 bwMode="auto">
          <a:xfrm>
            <a:off x="3705011" y="1275606"/>
            <a:ext cx="3686405" cy="544194"/>
          </a:xfrm>
          <a:prstGeom prst="roundRect">
            <a:avLst>
              <a:gd name="adj" fmla="val 7848"/>
            </a:avLst>
          </a:prstGeom>
          <a:solidFill>
            <a:schemeClr val="accent5">
              <a:lumMod val="75000"/>
            </a:schemeClr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" name="矩形 87"/>
          <p:cNvSpPr>
            <a:spLocks noChangeArrowheads="1"/>
          </p:cNvSpPr>
          <p:nvPr/>
        </p:nvSpPr>
        <p:spPr bwMode="auto">
          <a:xfrm>
            <a:off x="3898346" y="1361892"/>
            <a:ext cx="3421062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ctr" hangingPunct="0">
              <a:buClr>
                <a:srgbClr val="FF0000"/>
              </a:buClr>
              <a:buSzPct val="70000"/>
            </a:pP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1.5.1 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需求分析</a:t>
            </a:r>
          </a:p>
        </p:txBody>
      </p:sp>
      <p:sp>
        <p:nvSpPr>
          <p:cNvPr id="24" name="AutoShape 3"/>
          <p:cNvSpPr>
            <a:spLocks noChangeAspect="1" noChangeArrowheads="1"/>
          </p:cNvSpPr>
          <p:nvPr/>
        </p:nvSpPr>
        <p:spPr bwMode="auto">
          <a:xfrm>
            <a:off x="3534768" y="1399972"/>
            <a:ext cx="324000" cy="324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" name="AutoShape 3"/>
          <p:cNvSpPr>
            <a:spLocks noChangeAspect="1" noChangeArrowheads="1"/>
          </p:cNvSpPr>
          <p:nvPr/>
        </p:nvSpPr>
        <p:spPr bwMode="auto">
          <a:xfrm>
            <a:off x="3534768" y="3856547"/>
            <a:ext cx="324000" cy="324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0" y="339503"/>
            <a:ext cx="368017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07504" y="381893"/>
            <a:ext cx="35125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1.4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嵌入式系统开发流程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443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0" y="339503"/>
            <a:ext cx="368017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07504" y="381893"/>
            <a:ext cx="35125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1.4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嵌入式系统开发流程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121665"/>
              </p:ext>
            </p:extLst>
          </p:nvPr>
        </p:nvGraphicFramePr>
        <p:xfrm>
          <a:off x="4788024" y="228600"/>
          <a:ext cx="3495675" cy="471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0" name="Visio" r:id="rId4" imgW="3493432" imgH="4717819" progId="Visio.Drawing.11">
                  <p:embed/>
                </p:oleObj>
              </mc:Choice>
              <mc:Fallback>
                <p:oleObj name="Visio" r:id="rId4" imgW="3493432" imgH="471781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228600"/>
                        <a:ext cx="3495675" cy="4714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5172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2430" y="1131590"/>
            <a:ext cx="2403087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/>
              <a:t>嵌入式系统的</a:t>
            </a:r>
            <a:r>
              <a:rPr lang="zh-CN" altLang="en-US" b="1" dirty="0" smtClean="0"/>
              <a:t>开发：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系统总体开发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嵌入式</a:t>
            </a:r>
            <a:r>
              <a:rPr lang="zh-CN" altLang="en-US" b="1" dirty="0"/>
              <a:t>软硬件</a:t>
            </a:r>
            <a:r>
              <a:rPr lang="zh-CN" altLang="en-US" b="1" dirty="0" smtClean="0"/>
              <a:t>开发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系统测试</a:t>
            </a:r>
            <a:endParaRPr lang="en-US" altLang="zh-CN" b="1" dirty="0" smtClean="0"/>
          </a:p>
        </p:txBody>
      </p:sp>
      <p:sp>
        <p:nvSpPr>
          <p:cNvPr id="6" name="矩形 5"/>
          <p:cNvSpPr/>
          <p:nvPr/>
        </p:nvSpPr>
        <p:spPr>
          <a:xfrm>
            <a:off x="1812814" y="2715766"/>
            <a:ext cx="2286000" cy="21698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lvl="0">
              <a:lnSpc>
                <a:spcPct val="125000"/>
              </a:lnSpc>
              <a:buClr>
                <a:schemeClr val="accent5">
                  <a:lumMod val="75000"/>
                </a:schemeClr>
              </a:buClr>
            </a:pPr>
            <a:r>
              <a:rPr lang="zh-CN" altLang="en-US" b="1" dirty="0">
                <a:solidFill>
                  <a:schemeClr val="dk1"/>
                </a:solidFill>
              </a:rPr>
              <a:t>细分：</a:t>
            </a:r>
            <a:endParaRPr lang="en-US" altLang="zh-CN" b="1" dirty="0">
              <a:solidFill>
                <a:schemeClr val="dk1"/>
              </a:solidFill>
            </a:endParaRPr>
          </a:p>
          <a:p>
            <a:pPr marL="285750" lvl="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dk1"/>
                </a:solidFill>
              </a:rPr>
              <a:t>系统需求分析</a:t>
            </a:r>
            <a:endParaRPr lang="en-US" altLang="zh-CN" b="1" dirty="0">
              <a:solidFill>
                <a:schemeClr val="dk1"/>
              </a:solidFill>
            </a:endParaRPr>
          </a:p>
          <a:p>
            <a:pPr marL="285750" lvl="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dk1"/>
                </a:solidFill>
              </a:rPr>
              <a:t>系统总体设计</a:t>
            </a:r>
            <a:endParaRPr lang="en-US" altLang="zh-CN" b="1" dirty="0">
              <a:solidFill>
                <a:schemeClr val="dk1"/>
              </a:solidFill>
            </a:endParaRPr>
          </a:p>
          <a:p>
            <a:pPr marL="285750" lvl="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dk1"/>
                </a:solidFill>
              </a:rPr>
              <a:t>系统硬件设计</a:t>
            </a:r>
            <a:endParaRPr lang="en-US" altLang="zh-CN" b="1" dirty="0">
              <a:solidFill>
                <a:schemeClr val="dk1"/>
              </a:solidFill>
            </a:endParaRPr>
          </a:p>
          <a:p>
            <a:pPr marL="285750" lvl="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dk1"/>
                </a:solidFill>
              </a:rPr>
              <a:t>系统软件设计</a:t>
            </a:r>
            <a:endParaRPr lang="en-US" altLang="zh-CN" b="1" dirty="0">
              <a:solidFill>
                <a:schemeClr val="dk1"/>
              </a:solidFill>
            </a:endParaRPr>
          </a:p>
          <a:p>
            <a:pPr marL="285750" lvl="0" indent="-285750">
              <a:lnSpc>
                <a:spcPct val="125000"/>
              </a:lnSpc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dk1"/>
                </a:solidFill>
              </a:rPr>
              <a:t>系统软硬件测试</a:t>
            </a:r>
          </a:p>
        </p:txBody>
      </p:sp>
    </p:spTree>
    <p:extLst>
      <p:ext uri="{BB962C8B-B14F-4D97-AF65-F5344CB8AC3E}">
        <p14:creationId xmlns:p14="http://schemas.microsoft.com/office/powerpoint/2010/main" val="258568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224628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21210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1.4.1 </a:t>
            </a:r>
            <a:r>
              <a:rPr lang="zh-CN" altLang="en-US" sz="2400" b="1" dirty="0">
                <a:solidFill>
                  <a:schemeClr val="bg1"/>
                </a:solidFill>
              </a:rPr>
              <a:t>需求分析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07751388"/>
              </p:ext>
            </p:extLst>
          </p:nvPr>
        </p:nvGraphicFramePr>
        <p:xfrm>
          <a:off x="1123140" y="1024968"/>
          <a:ext cx="7200800" cy="2592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矩形 1"/>
          <p:cNvSpPr/>
          <p:nvPr/>
        </p:nvSpPr>
        <p:spPr>
          <a:xfrm>
            <a:off x="1007604" y="3761272"/>
            <a:ext cx="7452828" cy="7848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通过</a:t>
            </a:r>
            <a:r>
              <a:rPr lang="zh-CN" altLang="en-US" b="1" dirty="0"/>
              <a:t>需求分析得到嵌入式系统的基本功能和各项性能指标</a:t>
            </a:r>
            <a:r>
              <a:rPr lang="zh-CN" altLang="en-US" b="1" dirty="0" smtClean="0"/>
              <a:t>，拟定</a:t>
            </a:r>
            <a:r>
              <a:rPr lang="zh-CN" altLang="en-US" b="1" dirty="0"/>
              <a:t>系统</a:t>
            </a:r>
            <a:r>
              <a:rPr lang="zh-CN" altLang="en-US" b="1" dirty="0">
                <a:solidFill>
                  <a:srgbClr val="C00000"/>
                </a:solidFill>
              </a:rPr>
              <a:t>任务书</a:t>
            </a:r>
            <a:r>
              <a:rPr lang="zh-CN" altLang="en-US" b="1" dirty="0"/>
              <a:t>，为下一步的系统总体设计</a:t>
            </a:r>
            <a:r>
              <a:rPr lang="zh-CN" altLang="en-US" b="1" dirty="0">
                <a:solidFill>
                  <a:srgbClr val="C00000"/>
                </a:solidFill>
              </a:rPr>
              <a:t>提供设计依据</a:t>
            </a:r>
            <a:r>
              <a:rPr lang="zh-CN" altLang="en-US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7493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>
            <a:spLocks/>
          </p:cNvSpPr>
          <p:nvPr/>
        </p:nvSpPr>
        <p:spPr bwMode="auto">
          <a:xfrm>
            <a:off x="4317096" y="2253611"/>
            <a:ext cx="976570" cy="994721"/>
          </a:xfrm>
          <a:custGeom>
            <a:avLst/>
            <a:gdLst/>
            <a:ahLst/>
            <a:cxnLst>
              <a:cxn ang="0">
                <a:pos x="0" y="397"/>
              </a:cxn>
              <a:cxn ang="0">
                <a:pos x="0" y="345"/>
              </a:cxn>
              <a:cxn ang="0">
                <a:pos x="46" y="299"/>
              </a:cxn>
              <a:cxn ang="0">
                <a:pos x="46" y="98"/>
              </a:cxn>
              <a:cxn ang="0">
                <a:pos x="145" y="0"/>
              </a:cxn>
              <a:cxn ang="0">
                <a:pos x="394" y="0"/>
              </a:cxn>
              <a:cxn ang="0">
                <a:pos x="394" y="52"/>
              </a:cxn>
              <a:cxn ang="0">
                <a:pos x="145" y="52"/>
              </a:cxn>
              <a:cxn ang="0">
                <a:pos x="98" y="98"/>
              </a:cxn>
              <a:cxn ang="0">
                <a:pos x="98" y="299"/>
              </a:cxn>
              <a:cxn ang="0">
                <a:pos x="0" y="397"/>
              </a:cxn>
            </a:cxnLst>
            <a:rect l="0" t="0" r="r" b="b"/>
            <a:pathLst>
              <a:path w="394" h="397">
                <a:moveTo>
                  <a:pt x="0" y="397"/>
                </a:moveTo>
                <a:cubicBezTo>
                  <a:pt x="0" y="345"/>
                  <a:pt x="0" y="345"/>
                  <a:pt x="0" y="345"/>
                </a:cubicBezTo>
                <a:cubicBezTo>
                  <a:pt x="26" y="345"/>
                  <a:pt x="46" y="324"/>
                  <a:pt x="46" y="299"/>
                </a:cubicBezTo>
                <a:cubicBezTo>
                  <a:pt x="46" y="98"/>
                  <a:pt x="46" y="98"/>
                  <a:pt x="46" y="98"/>
                </a:cubicBezTo>
                <a:cubicBezTo>
                  <a:pt x="46" y="44"/>
                  <a:pt x="90" y="0"/>
                  <a:pt x="145" y="0"/>
                </a:cubicBezTo>
                <a:cubicBezTo>
                  <a:pt x="394" y="0"/>
                  <a:pt x="394" y="0"/>
                  <a:pt x="394" y="0"/>
                </a:cubicBezTo>
                <a:cubicBezTo>
                  <a:pt x="394" y="52"/>
                  <a:pt x="394" y="52"/>
                  <a:pt x="394" y="5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19" y="52"/>
                  <a:pt x="98" y="73"/>
                  <a:pt x="98" y="98"/>
                </a:cubicBezTo>
                <a:cubicBezTo>
                  <a:pt x="98" y="299"/>
                  <a:pt x="98" y="299"/>
                  <a:pt x="98" y="299"/>
                </a:cubicBezTo>
                <a:cubicBezTo>
                  <a:pt x="98" y="353"/>
                  <a:pt x="54" y="397"/>
                  <a:pt x="0" y="397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59553" tIns="29777" rIns="59553" bIns="29777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en-US" sz="6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Freeform 14"/>
          <p:cNvSpPr>
            <a:spLocks/>
          </p:cNvSpPr>
          <p:nvPr/>
        </p:nvSpPr>
        <p:spPr bwMode="auto">
          <a:xfrm>
            <a:off x="6085898" y="2341342"/>
            <a:ext cx="793847" cy="571232"/>
          </a:xfrm>
          <a:custGeom>
            <a:avLst/>
            <a:gdLst/>
            <a:ahLst/>
            <a:cxnLst>
              <a:cxn ang="0">
                <a:pos x="0" y="230"/>
              </a:cxn>
              <a:cxn ang="0">
                <a:pos x="0" y="178"/>
              </a:cxn>
              <a:cxn ang="0">
                <a:pos x="46" y="132"/>
              </a:cxn>
              <a:cxn ang="0">
                <a:pos x="46" y="98"/>
              </a:cxn>
              <a:cxn ang="0">
                <a:pos x="144" y="0"/>
              </a:cxn>
              <a:cxn ang="0">
                <a:pos x="320" y="0"/>
              </a:cxn>
              <a:cxn ang="0">
                <a:pos x="320" y="52"/>
              </a:cxn>
              <a:cxn ang="0">
                <a:pos x="144" y="52"/>
              </a:cxn>
              <a:cxn ang="0">
                <a:pos x="98" y="98"/>
              </a:cxn>
              <a:cxn ang="0">
                <a:pos x="98" y="132"/>
              </a:cxn>
              <a:cxn ang="0">
                <a:pos x="0" y="230"/>
              </a:cxn>
            </a:cxnLst>
            <a:rect l="0" t="0" r="r" b="b"/>
            <a:pathLst>
              <a:path w="320" h="230">
                <a:moveTo>
                  <a:pt x="0" y="230"/>
                </a:moveTo>
                <a:cubicBezTo>
                  <a:pt x="0" y="178"/>
                  <a:pt x="0" y="178"/>
                  <a:pt x="0" y="178"/>
                </a:cubicBezTo>
                <a:cubicBezTo>
                  <a:pt x="25" y="178"/>
                  <a:pt x="46" y="157"/>
                  <a:pt x="46" y="132"/>
                </a:cubicBezTo>
                <a:cubicBezTo>
                  <a:pt x="46" y="98"/>
                  <a:pt x="46" y="98"/>
                  <a:pt x="46" y="98"/>
                </a:cubicBezTo>
                <a:cubicBezTo>
                  <a:pt x="46" y="44"/>
                  <a:pt x="90" y="0"/>
                  <a:pt x="144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52"/>
                  <a:pt x="320" y="52"/>
                  <a:pt x="320" y="52"/>
                </a:cubicBezTo>
                <a:cubicBezTo>
                  <a:pt x="144" y="52"/>
                  <a:pt x="144" y="52"/>
                  <a:pt x="144" y="52"/>
                </a:cubicBezTo>
                <a:cubicBezTo>
                  <a:pt x="119" y="52"/>
                  <a:pt x="98" y="73"/>
                  <a:pt x="98" y="98"/>
                </a:cubicBezTo>
                <a:cubicBezTo>
                  <a:pt x="98" y="132"/>
                  <a:pt x="98" y="132"/>
                  <a:pt x="98" y="132"/>
                </a:cubicBezTo>
                <a:cubicBezTo>
                  <a:pt x="98" y="186"/>
                  <a:pt x="54" y="230"/>
                  <a:pt x="0" y="230"/>
                </a:cubicBezTo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59553" tIns="29777" rIns="59553" bIns="29777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en-US" sz="6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Freeform 18"/>
          <p:cNvSpPr>
            <a:spLocks/>
          </p:cNvSpPr>
          <p:nvPr/>
        </p:nvSpPr>
        <p:spPr bwMode="auto">
          <a:xfrm>
            <a:off x="5290517" y="2256944"/>
            <a:ext cx="795381" cy="652617"/>
          </a:xfrm>
          <a:custGeom>
            <a:avLst/>
            <a:gdLst/>
            <a:ahLst/>
            <a:cxnLst>
              <a:cxn ang="0">
                <a:pos x="321" y="263"/>
              </a:cxn>
              <a:cxn ang="0">
                <a:pos x="145" y="263"/>
              </a:cxn>
              <a:cxn ang="0">
                <a:pos x="47" y="165"/>
              </a:cxn>
              <a:cxn ang="0">
                <a:pos x="47" y="98"/>
              </a:cxn>
              <a:cxn ang="0">
                <a:pos x="0" y="52"/>
              </a:cxn>
              <a:cxn ang="0">
                <a:pos x="0" y="0"/>
              </a:cxn>
              <a:cxn ang="0">
                <a:pos x="99" y="98"/>
              </a:cxn>
              <a:cxn ang="0">
                <a:pos x="99" y="165"/>
              </a:cxn>
              <a:cxn ang="0">
                <a:pos x="145" y="211"/>
              </a:cxn>
              <a:cxn ang="0">
                <a:pos x="321" y="211"/>
              </a:cxn>
              <a:cxn ang="0">
                <a:pos x="321" y="263"/>
              </a:cxn>
            </a:cxnLst>
            <a:rect l="0" t="0" r="r" b="b"/>
            <a:pathLst>
              <a:path w="321" h="263">
                <a:moveTo>
                  <a:pt x="321" y="263"/>
                </a:moveTo>
                <a:cubicBezTo>
                  <a:pt x="145" y="263"/>
                  <a:pt x="145" y="263"/>
                  <a:pt x="145" y="263"/>
                </a:cubicBezTo>
                <a:cubicBezTo>
                  <a:pt x="91" y="263"/>
                  <a:pt x="47" y="219"/>
                  <a:pt x="47" y="165"/>
                </a:cubicBezTo>
                <a:cubicBezTo>
                  <a:pt x="47" y="98"/>
                  <a:pt x="47" y="98"/>
                  <a:pt x="47" y="98"/>
                </a:cubicBezTo>
                <a:cubicBezTo>
                  <a:pt x="47" y="73"/>
                  <a:pt x="26" y="52"/>
                  <a:pt x="0" y="52"/>
                </a:cubicBezTo>
                <a:cubicBezTo>
                  <a:pt x="0" y="0"/>
                  <a:pt x="0" y="0"/>
                  <a:pt x="0" y="0"/>
                </a:cubicBezTo>
                <a:cubicBezTo>
                  <a:pt x="55" y="0"/>
                  <a:pt x="99" y="44"/>
                  <a:pt x="99" y="98"/>
                </a:cubicBezTo>
                <a:cubicBezTo>
                  <a:pt x="99" y="165"/>
                  <a:pt x="99" y="165"/>
                  <a:pt x="99" y="165"/>
                </a:cubicBezTo>
                <a:cubicBezTo>
                  <a:pt x="99" y="190"/>
                  <a:pt x="119" y="211"/>
                  <a:pt x="145" y="211"/>
                </a:cubicBezTo>
                <a:cubicBezTo>
                  <a:pt x="321" y="211"/>
                  <a:pt x="321" y="211"/>
                  <a:pt x="321" y="211"/>
                </a:cubicBezTo>
                <a:cubicBezTo>
                  <a:pt x="321" y="263"/>
                  <a:pt x="321" y="263"/>
                  <a:pt x="321" y="263"/>
                </a:cubicBezTo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59553" tIns="29777" rIns="59553" bIns="29777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en-US" sz="6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2729402" y="2590808"/>
            <a:ext cx="793847" cy="1033439"/>
          </a:xfrm>
          <a:custGeom>
            <a:avLst/>
            <a:gdLst/>
            <a:ahLst/>
            <a:cxnLst>
              <a:cxn ang="0">
                <a:pos x="0" y="417"/>
              </a:cxn>
              <a:cxn ang="0">
                <a:pos x="0" y="365"/>
              </a:cxn>
              <a:cxn ang="0">
                <a:pos x="46" y="319"/>
              </a:cxn>
              <a:cxn ang="0">
                <a:pos x="46" y="98"/>
              </a:cxn>
              <a:cxn ang="0">
                <a:pos x="145" y="0"/>
              </a:cxn>
              <a:cxn ang="0">
                <a:pos x="320" y="0"/>
              </a:cxn>
              <a:cxn ang="0">
                <a:pos x="320" y="52"/>
              </a:cxn>
              <a:cxn ang="0">
                <a:pos x="145" y="52"/>
              </a:cxn>
              <a:cxn ang="0">
                <a:pos x="98" y="98"/>
              </a:cxn>
              <a:cxn ang="0">
                <a:pos x="98" y="319"/>
              </a:cxn>
              <a:cxn ang="0">
                <a:pos x="0" y="417"/>
              </a:cxn>
            </a:cxnLst>
            <a:rect l="0" t="0" r="r" b="b"/>
            <a:pathLst>
              <a:path w="320" h="417">
                <a:moveTo>
                  <a:pt x="0" y="417"/>
                </a:moveTo>
                <a:cubicBezTo>
                  <a:pt x="0" y="365"/>
                  <a:pt x="0" y="365"/>
                  <a:pt x="0" y="365"/>
                </a:cubicBezTo>
                <a:cubicBezTo>
                  <a:pt x="26" y="365"/>
                  <a:pt x="46" y="344"/>
                  <a:pt x="46" y="319"/>
                </a:cubicBezTo>
                <a:cubicBezTo>
                  <a:pt x="46" y="98"/>
                  <a:pt x="46" y="98"/>
                  <a:pt x="46" y="98"/>
                </a:cubicBezTo>
                <a:cubicBezTo>
                  <a:pt x="46" y="44"/>
                  <a:pt x="90" y="0"/>
                  <a:pt x="145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52"/>
                  <a:pt x="320" y="52"/>
                  <a:pt x="320" y="5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19" y="52"/>
                  <a:pt x="98" y="73"/>
                  <a:pt x="98" y="98"/>
                </a:cubicBezTo>
                <a:cubicBezTo>
                  <a:pt x="98" y="319"/>
                  <a:pt x="98" y="319"/>
                  <a:pt x="98" y="319"/>
                </a:cubicBezTo>
                <a:cubicBezTo>
                  <a:pt x="98" y="373"/>
                  <a:pt x="54" y="417"/>
                  <a:pt x="0" y="417"/>
                </a:cubicBezTo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59553" tIns="29777" rIns="59553" bIns="29777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en-US" sz="6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Freeform 30"/>
          <p:cNvSpPr>
            <a:spLocks noEditPoints="1"/>
          </p:cNvSpPr>
          <p:nvPr/>
        </p:nvSpPr>
        <p:spPr bwMode="auto">
          <a:xfrm>
            <a:off x="1278688" y="3196721"/>
            <a:ext cx="709394" cy="709433"/>
          </a:xfrm>
          <a:custGeom>
            <a:avLst/>
            <a:gdLst/>
            <a:ahLst/>
            <a:cxnLst>
              <a:cxn ang="0">
                <a:pos x="143" y="286"/>
              </a:cxn>
              <a:cxn ang="0">
                <a:pos x="0" y="143"/>
              </a:cxn>
              <a:cxn ang="0">
                <a:pos x="143" y="0"/>
              </a:cxn>
              <a:cxn ang="0">
                <a:pos x="286" y="143"/>
              </a:cxn>
              <a:cxn ang="0">
                <a:pos x="143" y="286"/>
              </a:cxn>
              <a:cxn ang="0">
                <a:pos x="143" y="52"/>
              </a:cxn>
              <a:cxn ang="0">
                <a:pos x="52" y="143"/>
              </a:cxn>
              <a:cxn ang="0">
                <a:pos x="143" y="234"/>
              </a:cxn>
              <a:cxn ang="0">
                <a:pos x="234" y="143"/>
              </a:cxn>
              <a:cxn ang="0">
                <a:pos x="143" y="52"/>
              </a:cxn>
            </a:cxnLst>
            <a:rect l="0" t="0" r="r" b="b"/>
            <a:pathLst>
              <a:path w="286" h="286">
                <a:moveTo>
                  <a:pt x="143" y="286"/>
                </a:moveTo>
                <a:cubicBezTo>
                  <a:pt x="65" y="286"/>
                  <a:pt x="0" y="222"/>
                  <a:pt x="0" y="143"/>
                </a:cubicBezTo>
                <a:cubicBezTo>
                  <a:pt x="0" y="64"/>
                  <a:pt x="65" y="0"/>
                  <a:pt x="143" y="0"/>
                </a:cubicBezTo>
                <a:cubicBezTo>
                  <a:pt x="222" y="0"/>
                  <a:pt x="286" y="64"/>
                  <a:pt x="286" y="143"/>
                </a:cubicBezTo>
                <a:cubicBezTo>
                  <a:pt x="286" y="222"/>
                  <a:pt x="222" y="286"/>
                  <a:pt x="143" y="286"/>
                </a:cubicBezTo>
                <a:moveTo>
                  <a:pt x="143" y="52"/>
                </a:moveTo>
                <a:cubicBezTo>
                  <a:pt x="93" y="52"/>
                  <a:pt x="52" y="93"/>
                  <a:pt x="52" y="143"/>
                </a:cubicBezTo>
                <a:cubicBezTo>
                  <a:pt x="52" y="193"/>
                  <a:pt x="93" y="234"/>
                  <a:pt x="143" y="234"/>
                </a:cubicBezTo>
                <a:cubicBezTo>
                  <a:pt x="193" y="234"/>
                  <a:pt x="234" y="193"/>
                  <a:pt x="234" y="143"/>
                </a:cubicBezTo>
                <a:cubicBezTo>
                  <a:pt x="234" y="93"/>
                  <a:pt x="193" y="52"/>
                  <a:pt x="143" y="52"/>
                </a:cubicBezTo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59553" tIns="29777" rIns="59553" bIns="29777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en-US" sz="6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94924" y="2303558"/>
            <a:ext cx="131381" cy="176457"/>
          </a:xfrm>
          <a:prstGeom prst="rect">
            <a:avLst/>
          </a:prstGeom>
        </p:spPr>
        <p:txBody>
          <a:bodyPr wrap="none" lIns="65023" tIns="32511" rIns="65023" bIns="32511">
            <a:spAutoFit/>
          </a:bodyPr>
          <a:lstStyle/>
          <a:p>
            <a:pPr algn="just">
              <a:lnSpc>
                <a:spcPct val="120000"/>
              </a:lnSpc>
            </a:pPr>
            <a:endParaRPr lang="en-US" sz="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975063" y="3498387"/>
            <a:ext cx="754339" cy="1242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23" tIns="32511" rIns="65023" bIns="32511" rtlCol="0" anchor="ctr"/>
          <a:lstStyle/>
          <a:p>
            <a:pPr algn="just">
              <a:lnSpc>
                <a:spcPct val="120000"/>
              </a:lnSpc>
            </a:pPr>
            <a:endParaRPr lang="id-ID" sz="6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Freeform 18"/>
          <p:cNvSpPr>
            <a:spLocks/>
          </p:cNvSpPr>
          <p:nvPr/>
        </p:nvSpPr>
        <p:spPr bwMode="auto">
          <a:xfrm>
            <a:off x="3521675" y="2590767"/>
            <a:ext cx="795381" cy="657566"/>
          </a:xfrm>
          <a:custGeom>
            <a:avLst/>
            <a:gdLst/>
            <a:ahLst/>
            <a:cxnLst>
              <a:cxn ang="0">
                <a:pos x="321" y="263"/>
              </a:cxn>
              <a:cxn ang="0">
                <a:pos x="145" y="263"/>
              </a:cxn>
              <a:cxn ang="0">
                <a:pos x="47" y="165"/>
              </a:cxn>
              <a:cxn ang="0">
                <a:pos x="47" y="98"/>
              </a:cxn>
              <a:cxn ang="0">
                <a:pos x="0" y="52"/>
              </a:cxn>
              <a:cxn ang="0">
                <a:pos x="0" y="0"/>
              </a:cxn>
              <a:cxn ang="0">
                <a:pos x="99" y="98"/>
              </a:cxn>
              <a:cxn ang="0">
                <a:pos x="99" y="165"/>
              </a:cxn>
              <a:cxn ang="0">
                <a:pos x="145" y="211"/>
              </a:cxn>
              <a:cxn ang="0">
                <a:pos x="321" y="211"/>
              </a:cxn>
              <a:cxn ang="0">
                <a:pos x="321" y="263"/>
              </a:cxn>
            </a:cxnLst>
            <a:rect l="0" t="0" r="r" b="b"/>
            <a:pathLst>
              <a:path w="321" h="263">
                <a:moveTo>
                  <a:pt x="321" y="263"/>
                </a:moveTo>
                <a:cubicBezTo>
                  <a:pt x="145" y="263"/>
                  <a:pt x="145" y="263"/>
                  <a:pt x="145" y="263"/>
                </a:cubicBezTo>
                <a:cubicBezTo>
                  <a:pt x="91" y="263"/>
                  <a:pt x="47" y="219"/>
                  <a:pt x="47" y="165"/>
                </a:cubicBezTo>
                <a:cubicBezTo>
                  <a:pt x="47" y="98"/>
                  <a:pt x="47" y="98"/>
                  <a:pt x="47" y="98"/>
                </a:cubicBezTo>
                <a:cubicBezTo>
                  <a:pt x="47" y="73"/>
                  <a:pt x="26" y="52"/>
                  <a:pt x="0" y="52"/>
                </a:cubicBezTo>
                <a:cubicBezTo>
                  <a:pt x="0" y="0"/>
                  <a:pt x="0" y="0"/>
                  <a:pt x="0" y="0"/>
                </a:cubicBezTo>
                <a:cubicBezTo>
                  <a:pt x="55" y="0"/>
                  <a:pt x="99" y="44"/>
                  <a:pt x="99" y="98"/>
                </a:cubicBezTo>
                <a:cubicBezTo>
                  <a:pt x="99" y="165"/>
                  <a:pt x="99" y="165"/>
                  <a:pt x="99" y="165"/>
                </a:cubicBezTo>
                <a:cubicBezTo>
                  <a:pt x="99" y="190"/>
                  <a:pt x="119" y="211"/>
                  <a:pt x="145" y="211"/>
                </a:cubicBezTo>
                <a:cubicBezTo>
                  <a:pt x="321" y="211"/>
                  <a:pt x="321" y="211"/>
                  <a:pt x="321" y="211"/>
                </a:cubicBezTo>
                <a:cubicBezTo>
                  <a:pt x="321" y="263"/>
                  <a:pt x="321" y="263"/>
                  <a:pt x="321" y="263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59553" tIns="29777" rIns="59553" bIns="29777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en-US" sz="6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6874497" y="1431922"/>
            <a:ext cx="793847" cy="1033439"/>
          </a:xfrm>
          <a:custGeom>
            <a:avLst/>
            <a:gdLst/>
            <a:ahLst/>
            <a:cxnLst>
              <a:cxn ang="0">
                <a:pos x="0" y="417"/>
              </a:cxn>
              <a:cxn ang="0">
                <a:pos x="0" y="365"/>
              </a:cxn>
              <a:cxn ang="0">
                <a:pos x="46" y="319"/>
              </a:cxn>
              <a:cxn ang="0">
                <a:pos x="46" y="98"/>
              </a:cxn>
              <a:cxn ang="0">
                <a:pos x="145" y="0"/>
              </a:cxn>
              <a:cxn ang="0">
                <a:pos x="320" y="0"/>
              </a:cxn>
              <a:cxn ang="0">
                <a:pos x="320" y="52"/>
              </a:cxn>
              <a:cxn ang="0">
                <a:pos x="145" y="52"/>
              </a:cxn>
              <a:cxn ang="0">
                <a:pos x="98" y="98"/>
              </a:cxn>
              <a:cxn ang="0">
                <a:pos x="98" y="319"/>
              </a:cxn>
              <a:cxn ang="0">
                <a:pos x="0" y="417"/>
              </a:cxn>
            </a:cxnLst>
            <a:rect l="0" t="0" r="r" b="b"/>
            <a:pathLst>
              <a:path w="320" h="417">
                <a:moveTo>
                  <a:pt x="0" y="417"/>
                </a:moveTo>
                <a:cubicBezTo>
                  <a:pt x="0" y="365"/>
                  <a:pt x="0" y="365"/>
                  <a:pt x="0" y="365"/>
                </a:cubicBezTo>
                <a:cubicBezTo>
                  <a:pt x="26" y="365"/>
                  <a:pt x="46" y="344"/>
                  <a:pt x="46" y="319"/>
                </a:cubicBezTo>
                <a:cubicBezTo>
                  <a:pt x="46" y="98"/>
                  <a:pt x="46" y="98"/>
                  <a:pt x="46" y="98"/>
                </a:cubicBezTo>
                <a:cubicBezTo>
                  <a:pt x="46" y="44"/>
                  <a:pt x="90" y="0"/>
                  <a:pt x="145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52"/>
                  <a:pt x="320" y="52"/>
                  <a:pt x="320" y="5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19" y="52"/>
                  <a:pt x="98" y="73"/>
                  <a:pt x="98" y="98"/>
                </a:cubicBezTo>
                <a:cubicBezTo>
                  <a:pt x="98" y="319"/>
                  <a:pt x="98" y="319"/>
                  <a:pt x="98" y="319"/>
                </a:cubicBezTo>
                <a:cubicBezTo>
                  <a:pt x="98" y="373"/>
                  <a:pt x="54" y="417"/>
                  <a:pt x="0" y="417"/>
                </a:cubicBezTo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59553" tIns="29777" rIns="59553" bIns="29777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endParaRPr lang="en-US" sz="6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0" y="339503"/>
            <a:ext cx="291581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25188" y="339503"/>
            <a:ext cx="27494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1.4.2 </a:t>
            </a:r>
            <a:r>
              <a:rPr lang="zh-CN" altLang="en-US" sz="2400" b="1" dirty="0">
                <a:solidFill>
                  <a:schemeClr val="bg1"/>
                </a:solidFill>
              </a:rPr>
              <a:t>系统总体设计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094924" y="339503"/>
            <a:ext cx="5723033" cy="7848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从</a:t>
            </a:r>
            <a:r>
              <a:rPr lang="zh-CN" altLang="en-US" b="1" dirty="0"/>
              <a:t>器件选型、外设接口、成本、性能、开发周期、开发难度等多方面进行考虑，最终</a:t>
            </a:r>
            <a:r>
              <a:rPr lang="zh-CN" altLang="en-US" b="1" dirty="0" smtClean="0"/>
              <a:t>确定系统</a:t>
            </a:r>
            <a:r>
              <a:rPr lang="zh-CN" altLang="en-US" b="1" dirty="0"/>
              <a:t>总体设计方案。</a:t>
            </a:r>
          </a:p>
        </p:txBody>
      </p:sp>
      <p:sp>
        <p:nvSpPr>
          <p:cNvPr id="33" name="矩形 32"/>
          <p:cNvSpPr/>
          <p:nvPr/>
        </p:nvSpPr>
        <p:spPr>
          <a:xfrm>
            <a:off x="7233571" y="1699570"/>
            <a:ext cx="16616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系统的可靠性</a:t>
            </a:r>
            <a:r>
              <a:rPr lang="zh-CN" altLang="en-US" b="1" dirty="0"/>
              <a:t>和抗干扰能力？电磁干扰</a:t>
            </a:r>
            <a:r>
              <a:rPr lang="zh-CN" altLang="en-US" b="1" dirty="0" smtClean="0"/>
              <a:t>？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683568" y="2465361"/>
            <a:ext cx="13813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嵌入式微处理器的选型</a:t>
            </a:r>
          </a:p>
        </p:txBody>
      </p:sp>
      <p:sp>
        <p:nvSpPr>
          <p:cNvPr id="6" name="矩形 5"/>
          <p:cNvSpPr/>
          <p:nvPr/>
        </p:nvSpPr>
        <p:spPr>
          <a:xfrm>
            <a:off x="2192977" y="3736652"/>
            <a:ext cx="13286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软硬件开发平台选择</a:t>
            </a:r>
          </a:p>
        </p:txBody>
      </p:sp>
      <p:sp>
        <p:nvSpPr>
          <p:cNvPr id="7" name="矩形 6"/>
          <p:cNvSpPr/>
          <p:nvPr/>
        </p:nvSpPr>
        <p:spPr>
          <a:xfrm>
            <a:off x="2502937" y="1819030"/>
            <a:ext cx="14036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嵌入式操作系统的选择</a:t>
            </a:r>
          </a:p>
        </p:txBody>
      </p:sp>
      <p:sp>
        <p:nvSpPr>
          <p:cNvPr id="8" name="矩形 7"/>
          <p:cNvSpPr/>
          <p:nvPr/>
        </p:nvSpPr>
        <p:spPr>
          <a:xfrm>
            <a:off x="3706724" y="3413486"/>
            <a:ext cx="9783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传感器的选择</a:t>
            </a:r>
          </a:p>
        </p:txBody>
      </p:sp>
      <p:sp>
        <p:nvSpPr>
          <p:cNvPr id="19" name="矩形 18"/>
          <p:cNvSpPr/>
          <p:nvPr/>
        </p:nvSpPr>
        <p:spPr>
          <a:xfrm>
            <a:off x="4355976" y="1495864"/>
            <a:ext cx="11195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显示设备的选择</a:t>
            </a:r>
          </a:p>
        </p:txBody>
      </p:sp>
      <p:sp>
        <p:nvSpPr>
          <p:cNvPr id="20" name="矩形 19"/>
          <p:cNvSpPr/>
          <p:nvPr/>
        </p:nvSpPr>
        <p:spPr>
          <a:xfrm>
            <a:off x="5360154" y="3073249"/>
            <a:ext cx="12507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是否具备联网功能</a:t>
            </a:r>
          </a:p>
        </p:txBody>
      </p:sp>
      <p:sp>
        <p:nvSpPr>
          <p:cNvPr id="21" name="矩形 20"/>
          <p:cNvSpPr/>
          <p:nvPr/>
        </p:nvSpPr>
        <p:spPr>
          <a:xfrm>
            <a:off x="5903126" y="1431922"/>
            <a:ext cx="11891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电源设计及其他</a:t>
            </a:r>
          </a:p>
        </p:txBody>
      </p:sp>
      <p:sp>
        <p:nvSpPr>
          <p:cNvPr id="22" name="矩形 21"/>
          <p:cNvSpPr/>
          <p:nvPr/>
        </p:nvSpPr>
        <p:spPr>
          <a:xfrm>
            <a:off x="7668344" y="1431922"/>
            <a:ext cx="792088" cy="131716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187324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291581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27494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1.4.2 </a:t>
            </a:r>
            <a:r>
              <a:rPr lang="zh-CN" altLang="en-US" sz="2400" b="1" dirty="0">
                <a:solidFill>
                  <a:schemeClr val="bg1"/>
                </a:solidFill>
              </a:rPr>
              <a:t>系统总体设计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43608" y="3172782"/>
            <a:ext cx="4464496" cy="16312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参考选型手册、各项</a:t>
            </a:r>
            <a:r>
              <a:rPr lang="zh-CN" altLang="en-US" sz="2000" b="1" dirty="0"/>
              <a:t>性能指标选择适合系统需求的微处理器，主要从功耗、体积、成本、可靠性、速度、处理能力、接口数量、电磁兼容等</a:t>
            </a:r>
            <a:r>
              <a:rPr lang="zh-CN" altLang="en-US" sz="2000" b="1" dirty="0" smtClean="0"/>
              <a:t>方面考虑</a:t>
            </a:r>
            <a:endParaRPr lang="zh-CN" altLang="en-US" sz="2000" b="1" dirty="0"/>
          </a:p>
        </p:txBody>
      </p:sp>
      <p:sp>
        <p:nvSpPr>
          <p:cNvPr id="11" name="矩形 10"/>
          <p:cNvSpPr/>
          <p:nvPr/>
        </p:nvSpPr>
        <p:spPr>
          <a:xfrm>
            <a:off x="1043608" y="1360364"/>
            <a:ext cx="3456384" cy="124649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chemeClr val="tx1"/>
                </a:solidFill>
              </a:rPr>
              <a:t>能够满足具体功能性和非功能性指标的需求、市场应用广泛、软硬件配置合理</a:t>
            </a:r>
          </a:p>
        </p:txBody>
      </p:sp>
      <p:sp>
        <p:nvSpPr>
          <p:cNvPr id="13" name="矩形 12"/>
          <p:cNvSpPr/>
          <p:nvPr/>
        </p:nvSpPr>
        <p:spPr>
          <a:xfrm>
            <a:off x="3419872" y="351283"/>
            <a:ext cx="44250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</a:rPr>
              <a:t>嵌入式微处理器的选型</a:t>
            </a:r>
          </a:p>
        </p:txBody>
      </p:sp>
      <p:sp>
        <p:nvSpPr>
          <p:cNvPr id="14" name="矩形 13"/>
          <p:cNvSpPr/>
          <p:nvPr/>
        </p:nvSpPr>
        <p:spPr>
          <a:xfrm>
            <a:off x="692985" y="1041952"/>
            <a:ext cx="1406217" cy="4001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</a:rPr>
              <a:t>基本原则</a:t>
            </a:r>
            <a:endParaRPr lang="zh-CN" altLang="en-US" sz="2000" b="1" dirty="0"/>
          </a:p>
        </p:txBody>
      </p:sp>
      <p:sp>
        <p:nvSpPr>
          <p:cNvPr id="16" name="矩形 15"/>
          <p:cNvSpPr/>
          <p:nvPr/>
        </p:nvSpPr>
        <p:spPr>
          <a:xfrm>
            <a:off x="692985" y="2849027"/>
            <a:ext cx="1406217" cy="4001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prstClr val="black"/>
                </a:solidFill>
              </a:rPr>
              <a:t>方法</a:t>
            </a:r>
            <a:endParaRPr lang="zh-CN" altLang="en-US" sz="2000" b="1" dirty="0"/>
          </a:p>
        </p:txBody>
      </p:sp>
      <p:sp>
        <p:nvSpPr>
          <p:cNvPr id="17" name="矩形 16"/>
          <p:cNvSpPr/>
          <p:nvPr/>
        </p:nvSpPr>
        <p:spPr>
          <a:xfrm>
            <a:off x="6084168" y="915566"/>
            <a:ext cx="2664296" cy="382412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spcBef>
                <a:spcPts val="600"/>
              </a:spcBef>
              <a:buClr>
                <a:schemeClr val="accent4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prstClr val="black"/>
                </a:solidFill>
              </a:rPr>
              <a:t>RAM</a:t>
            </a:r>
            <a:r>
              <a:rPr lang="zh-CN" altLang="en-US" b="1" dirty="0">
                <a:solidFill>
                  <a:prstClr val="black"/>
                </a:solidFill>
              </a:rPr>
              <a:t>需要多大</a:t>
            </a:r>
            <a:r>
              <a:rPr lang="zh-CN" altLang="en-US" b="1" dirty="0" smtClean="0">
                <a:solidFill>
                  <a:prstClr val="black"/>
                </a:solidFill>
              </a:rPr>
              <a:t>？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Clr>
                <a:schemeClr val="accent4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prstClr val="black"/>
                </a:solidFill>
              </a:rPr>
              <a:t>ROM</a:t>
            </a:r>
            <a:r>
              <a:rPr lang="zh-CN" altLang="en-US" b="1" dirty="0">
                <a:solidFill>
                  <a:prstClr val="black"/>
                </a:solidFill>
              </a:rPr>
              <a:t>需要多大</a:t>
            </a:r>
            <a:r>
              <a:rPr lang="zh-CN" altLang="en-US" b="1" dirty="0" smtClean="0">
                <a:solidFill>
                  <a:prstClr val="black"/>
                </a:solidFill>
              </a:rPr>
              <a:t>？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Clr>
                <a:schemeClr val="accent4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prstClr val="black"/>
                </a:solidFill>
              </a:rPr>
              <a:t>外设</a:t>
            </a:r>
            <a:r>
              <a:rPr lang="zh-CN" altLang="en-US" b="1" dirty="0">
                <a:solidFill>
                  <a:prstClr val="black"/>
                </a:solidFill>
              </a:rPr>
              <a:t>接口的数量</a:t>
            </a:r>
            <a:r>
              <a:rPr lang="zh-CN" altLang="en-US" b="1" dirty="0" smtClean="0">
                <a:solidFill>
                  <a:prstClr val="black"/>
                </a:solidFill>
              </a:rPr>
              <a:t>？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Clr>
                <a:schemeClr val="accent4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prstClr val="black"/>
                </a:solidFill>
              </a:rPr>
              <a:t>对</a:t>
            </a:r>
            <a:r>
              <a:rPr lang="zh-CN" altLang="en-US" b="1" dirty="0">
                <a:solidFill>
                  <a:prstClr val="black"/>
                </a:solidFill>
              </a:rPr>
              <a:t>运算能力的</a:t>
            </a:r>
            <a:r>
              <a:rPr lang="zh-CN" altLang="en-US" b="1" dirty="0" smtClean="0">
                <a:solidFill>
                  <a:prstClr val="black"/>
                </a:solidFill>
              </a:rPr>
              <a:t>要？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Clr>
                <a:schemeClr val="accent4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prstClr val="black"/>
                </a:solidFill>
              </a:rPr>
              <a:t>是否</a:t>
            </a:r>
            <a:r>
              <a:rPr lang="zh-CN" altLang="en-US" b="1" dirty="0">
                <a:solidFill>
                  <a:prstClr val="black"/>
                </a:solidFill>
              </a:rPr>
              <a:t>需要运行算法</a:t>
            </a:r>
            <a:r>
              <a:rPr lang="zh-CN" altLang="en-US" b="1" dirty="0" smtClean="0">
                <a:solidFill>
                  <a:prstClr val="black"/>
                </a:solidFill>
              </a:rPr>
              <a:t>？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Clr>
                <a:schemeClr val="accent4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prstClr val="black"/>
                </a:solidFill>
              </a:rPr>
              <a:t>是否</a:t>
            </a:r>
            <a:r>
              <a:rPr lang="zh-CN" altLang="en-US" b="1" dirty="0">
                <a:solidFill>
                  <a:prstClr val="black"/>
                </a:solidFill>
              </a:rPr>
              <a:t>可以二次开发？</a:t>
            </a: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Clr>
                <a:schemeClr val="accent4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prstClr val="black"/>
                </a:solidFill>
              </a:rPr>
              <a:t>供货</a:t>
            </a:r>
            <a:r>
              <a:rPr lang="zh-CN" altLang="en-US" b="1" dirty="0">
                <a:solidFill>
                  <a:prstClr val="black"/>
                </a:solidFill>
              </a:rPr>
              <a:t>渠道是否稳定</a:t>
            </a:r>
            <a:r>
              <a:rPr lang="zh-CN" altLang="en-US" b="1" dirty="0" smtClean="0">
                <a:solidFill>
                  <a:prstClr val="black"/>
                </a:solidFill>
              </a:rPr>
              <a:t>？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Clr>
                <a:schemeClr val="accent4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prstClr val="black"/>
                </a:solidFill>
              </a:rPr>
              <a:t>有无替代的</a:t>
            </a:r>
            <a:r>
              <a:rPr lang="zh-CN" altLang="en-US" b="1" dirty="0">
                <a:solidFill>
                  <a:prstClr val="black"/>
                </a:solidFill>
              </a:rPr>
              <a:t>微处理器</a:t>
            </a:r>
            <a:r>
              <a:rPr lang="zh-CN" altLang="en-US" b="1" dirty="0" smtClean="0">
                <a:solidFill>
                  <a:prstClr val="black"/>
                </a:solidFill>
              </a:rPr>
              <a:t>？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Clr>
                <a:schemeClr val="accent4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prstClr val="black"/>
                </a:solidFill>
              </a:rPr>
              <a:t>替代</a:t>
            </a:r>
            <a:r>
              <a:rPr lang="zh-CN" altLang="en-US" b="1" dirty="0">
                <a:solidFill>
                  <a:prstClr val="black"/>
                </a:solidFill>
              </a:rPr>
              <a:t>的风险如何？</a:t>
            </a:r>
          </a:p>
        </p:txBody>
      </p:sp>
    </p:spTree>
    <p:extLst>
      <p:ext uri="{BB962C8B-B14F-4D97-AF65-F5344CB8AC3E}">
        <p14:creationId xmlns:p14="http://schemas.microsoft.com/office/powerpoint/2010/main" val="104860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291581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27494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1.4.2 </a:t>
            </a:r>
            <a:r>
              <a:rPr lang="zh-CN" altLang="en-US" sz="2400" b="1" dirty="0">
                <a:solidFill>
                  <a:schemeClr val="bg1"/>
                </a:solidFill>
              </a:rPr>
              <a:t>系统总体设计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图示 17"/>
          <p:cNvGraphicFramePr/>
          <p:nvPr>
            <p:extLst>
              <p:ext uri="{D42A27DB-BD31-4B8C-83A1-F6EECF244321}">
                <p14:modId xmlns:p14="http://schemas.microsoft.com/office/powerpoint/2010/main" val="3082892490"/>
              </p:ext>
            </p:extLst>
          </p:nvPr>
        </p:nvGraphicFramePr>
        <p:xfrm>
          <a:off x="467544" y="591531"/>
          <a:ext cx="8424936" cy="3996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5201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2157460051"/>
              </p:ext>
            </p:extLst>
          </p:nvPr>
        </p:nvGraphicFramePr>
        <p:xfrm>
          <a:off x="323528" y="987574"/>
          <a:ext cx="8064896" cy="3415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矩形 2"/>
          <p:cNvSpPr/>
          <p:nvPr/>
        </p:nvSpPr>
        <p:spPr>
          <a:xfrm>
            <a:off x="2699792" y="3865047"/>
            <a:ext cx="1167701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测试</a:t>
            </a:r>
            <a:r>
              <a:rPr lang="en-US" altLang="zh-CN" b="1" dirty="0">
                <a:solidFill>
                  <a:prstClr val="black"/>
                </a:solidFill>
              </a:rPr>
              <a:t>PCB</a:t>
            </a:r>
            <a:r>
              <a:rPr lang="zh-CN" altLang="en-US" b="1" dirty="0">
                <a:solidFill>
                  <a:prstClr val="black"/>
                </a:solidFill>
              </a:rPr>
              <a:t>板是否存在短路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3939501" y="3865047"/>
            <a:ext cx="1368152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元器件是否焊错、漏焊、虚焊等</a:t>
            </a:r>
            <a:endParaRPr lang="zh-CN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5379661" y="3865047"/>
            <a:ext cx="1368152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测试各电源对地电阻是否正常</a:t>
            </a:r>
            <a:endParaRPr lang="zh-CN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6819821" y="3865047"/>
            <a:ext cx="1224136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上电，测试电源是否正常</a:t>
            </a:r>
            <a:endParaRPr lang="zh-CN" altLang="en-US" b="1" dirty="0"/>
          </a:p>
        </p:txBody>
      </p:sp>
      <p:sp>
        <p:nvSpPr>
          <p:cNvPr id="12" name="矩形 11"/>
          <p:cNvSpPr/>
          <p:nvPr/>
        </p:nvSpPr>
        <p:spPr>
          <a:xfrm>
            <a:off x="8115965" y="3865047"/>
            <a:ext cx="900608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分模块调试硬件</a:t>
            </a:r>
            <a:endParaRPr lang="zh-CN" altLang="en-US" b="1" dirty="0"/>
          </a:p>
        </p:txBody>
      </p:sp>
      <p:cxnSp>
        <p:nvCxnSpPr>
          <p:cNvPr id="14" name="直接连接符 13"/>
          <p:cNvCxnSpPr>
            <a:endCxn id="3" idx="1"/>
          </p:cNvCxnSpPr>
          <p:nvPr/>
        </p:nvCxnSpPr>
        <p:spPr>
          <a:xfrm>
            <a:off x="2627784" y="4011910"/>
            <a:ext cx="72008" cy="314802"/>
          </a:xfrm>
          <a:prstGeom prst="line">
            <a:avLst/>
          </a:prstGeom>
          <a:ln w="28575">
            <a:solidFill>
              <a:srgbClr val="4BAC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3" idx="3"/>
            <a:endCxn id="6" idx="1"/>
          </p:cNvCxnSpPr>
          <p:nvPr/>
        </p:nvCxnSpPr>
        <p:spPr>
          <a:xfrm>
            <a:off x="3867493" y="4326712"/>
            <a:ext cx="72008" cy="0"/>
          </a:xfrm>
          <a:prstGeom prst="line">
            <a:avLst/>
          </a:prstGeom>
          <a:ln w="28575">
            <a:solidFill>
              <a:srgbClr val="4BAC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6" idx="3"/>
            <a:endCxn id="7" idx="1"/>
          </p:cNvCxnSpPr>
          <p:nvPr/>
        </p:nvCxnSpPr>
        <p:spPr>
          <a:xfrm>
            <a:off x="5307653" y="4326712"/>
            <a:ext cx="72008" cy="0"/>
          </a:xfrm>
          <a:prstGeom prst="line">
            <a:avLst/>
          </a:prstGeom>
          <a:ln w="28575">
            <a:solidFill>
              <a:srgbClr val="4BAC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7" idx="3"/>
            <a:endCxn id="10" idx="1"/>
          </p:cNvCxnSpPr>
          <p:nvPr/>
        </p:nvCxnSpPr>
        <p:spPr>
          <a:xfrm>
            <a:off x="6747813" y="4326712"/>
            <a:ext cx="72008" cy="0"/>
          </a:xfrm>
          <a:prstGeom prst="line">
            <a:avLst/>
          </a:prstGeom>
          <a:ln w="28575">
            <a:solidFill>
              <a:srgbClr val="4BAC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0" idx="3"/>
            <a:endCxn id="12" idx="1"/>
          </p:cNvCxnSpPr>
          <p:nvPr/>
        </p:nvCxnSpPr>
        <p:spPr>
          <a:xfrm>
            <a:off x="8043957" y="4326712"/>
            <a:ext cx="72008" cy="0"/>
          </a:xfrm>
          <a:prstGeom prst="line">
            <a:avLst/>
          </a:prstGeom>
          <a:ln w="28575">
            <a:solidFill>
              <a:srgbClr val="4BAC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2" y="339503"/>
            <a:ext cx="317442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25188" y="339503"/>
            <a:ext cx="30492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1.4.3 </a:t>
            </a:r>
            <a:r>
              <a:rPr lang="zh-CN" altLang="en-US" sz="2400" b="1" dirty="0">
                <a:solidFill>
                  <a:schemeClr val="bg1"/>
                </a:solidFill>
              </a:rPr>
              <a:t>系统软硬件设计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771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2850792" y="1133521"/>
            <a:ext cx="1864093" cy="680813"/>
            <a:chOff x="3666731" y="1984470"/>
            <a:chExt cx="2636520" cy="1447800"/>
          </a:xfrm>
        </p:grpSpPr>
        <p:sp>
          <p:nvSpPr>
            <p:cNvPr id="14" name="任意多边形 13"/>
            <p:cNvSpPr/>
            <p:nvPr/>
          </p:nvSpPr>
          <p:spPr>
            <a:xfrm>
              <a:off x="3666731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+mn-ea"/>
              </a:endParaRPr>
            </a:p>
          </p:txBody>
        </p:sp>
        <p:sp>
          <p:nvSpPr>
            <p:cNvPr id="15" name="文本框 35"/>
            <p:cNvSpPr txBox="1"/>
            <p:nvPr/>
          </p:nvSpPr>
          <p:spPr>
            <a:xfrm>
              <a:off x="3971726" y="2021139"/>
              <a:ext cx="2230361" cy="137447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+mn-ea"/>
                </a:rPr>
                <a:t>软件</a:t>
              </a:r>
              <a:endParaRPr lang="en-US" altLang="zh-CN" b="1" dirty="0" smtClean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+mn-ea"/>
              </a:endParaRPr>
            </a:p>
            <a:p>
              <a:pPr algn="ctr"/>
              <a:r>
                <a:rPr lang="zh-CN" altLang="en-US" b="1" dirty="0" smtClean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+mn-ea"/>
                </a:rPr>
                <a:t>详细设计</a:t>
              </a:r>
              <a:endParaRPr lang="zh-CN" altLang="en-US" b="1" baseline="-3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+mn-ea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050592" y="1117452"/>
            <a:ext cx="1864093" cy="712952"/>
            <a:chOff x="1436370" y="1950298"/>
            <a:chExt cx="2636520" cy="1516146"/>
          </a:xfrm>
        </p:grpSpPr>
        <p:sp>
          <p:nvSpPr>
            <p:cNvPr id="17" name="任意多边形 16"/>
            <p:cNvSpPr/>
            <p:nvPr/>
          </p:nvSpPr>
          <p:spPr>
            <a:xfrm>
              <a:off x="1436370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+mn-ea"/>
              </a:endParaRPr>
            </a:p>
          </p:txBody>
        </p:sp>
        <p:sp>
          <p:nvSpPr>
            <p:cNvPr id="18" name="文本框 43"/>
            <p:cNvSpPr txBox="1"/>
            <p:nvPr/>
          </p:nvSpPr>
          <p:spPr>
            <a:xfrm>
              <a:off x="1709209" y="1950298"/>
              <a:ext cx="2293959" cy="151614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 smtClean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+mn-ea"/>
                </a:rPr>
                <a:t>软件</a:t>
              </a:r>
              <a:endParaRPr lang="en-US" altLang="zh-CN" b="1" dirty="0" smtClean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+mn-ea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b="1" dirty="0" smtClean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+mn-ea"/>
                </a:rPr>
                <a:t>概要设计</a:t>
              </a:r>
              <a:endParaRPr lang="zh-CN" altLang="en-US" b="1" baseline="-3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+mn-ea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587099" y="1149588"/>
            <a:ext cx="1864093" cy="680813"/>
            <a:chOff x="5897092" y="1984470"/>
            <a:chExt cx="2636520" cy="1447800"/>
          </a:xfrm>
        </p:grpSpPr>
        <p:sp>
          <p:nvSpPr>
            <p:cNvPr id="23" name="任意多边形 22"/>
            <p:cNvSpPr/>
            <p:nvPr/>
          </p:nvSpPr>
          <p:spPr>
            <a:xfrm>
              <a:off x="5897092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+mn-ea"/>
              </a:endParaRPr>
            </a:p>
          </p:txBody>
        </p:sp>
        <p:sp>
          <p:nvSpPr>
            <p:cNvPr id="24" name="文本框 49"/>
            <p:cNvSpPr txBox="1"/>
            <p:nvPr/>
          </p:nvSpPr>
          <p:spPr>
            <a:xfrm>
              <a:off x="6227711" y="2256763"/>
              <a:ext cx="2205654" cy="90322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 smtClean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+mn-ea"/>
                </a:rPr>
                <a:t>编码</a:t>
              </a:r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+mn-ea"/>
                </a:rPr>
                <a:t>阶段</a:t>
              </a:r>
              <a:endParaRPr lang="zh-CN" altLang="en-US" b="1" baseline="-3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+mn-ea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2" y="339503"/>
            <a:ext cx="317442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25188" y="339503"/>
            <a:ext cx="30492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1.4.3 </a:t>
            </a:r>
            <a:r>
              <a:rPr lang="zh-CN" altLang="en-US" sz="2400" b="1" dirty="0">
                <a:solidFill>
                  <a:schemeClr val="bg1"/>
                </a:solidFill>
              </a:rPr>
              <a:t>系统软硬件设计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8584" y="1941676"/>
            <a:ext cx="1728192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/>
              <a:t>依据系统要求，将整个系统按功能进行模块划分，</a:t>
            </a:r>
            <a:r>
              <a:rPr lang="zh-CN" altLang="en-US" b="1" dirty="0" smtClean="0"/>
              <a:t>定义各功能</a:t>
            </a:r>
            <a:r>
              <a:rPr lang="zh-CN" altLang="en-US" b="1" dirty="0"/>
              <a:t>模块之间的</a:t>
            </a:r>
            <a:r>
              <a:rPr lang="zh-CN" altLang="en-US" b="1" dirty="0" smtClean="0"/>
              <a:t>接口、模块</a:t>
            </a:r>
            <a:r>
              <a:rPr lang="zh-CN" altLang="en-US" b="1" dirty="0"/>
              <a:t>内主要的数据结构</a:t>
            </a:r>
            <a:r>
              <a:rPr lang="zh-CN" altLang="en-US" b="1" dirty="0" smtClean="0"/>
              <a:t>等。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2865390" y="1941676"/>
            <a:ext cx="1679497" cy="2862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/>
              <a:t>各功能函数接口的定义</a:t>
            </a:r>
            <a:r>
              <a:rPr lang="zh-CN" altLang="en-US" b="1" dirty="0" smtClean="0"/>
              <a:t>，完成</a:t>
            </a:r>
            <a:r>
              <a:rPr lang="zh-CN" altLang="en-US" b="1" dirty="0"/>
              <a:t>算法、</a:t>
            </a:r>
            <a:r>
              <a:rPr lang="zh-CN" altLang="en-US" b="1" dirty="0" smtClean="0"/>
              <a:t>数据结构、</a:t>
            </a:r>
            <a:r>
              <a:rPr lang="zh-CN" altLang="en-US" b="1" dirty="0"/>
              <a:t>全局变量以及完成任务时各个功能函数接口的调用流程</a:t>
            </a:r>
            <a:r>
              <a:rPr lang="zh-CN" altLang="en-US" b="1" dirty="0" smtClean="0"/>
              <a:t>设计。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4714885" y="1951626"/>
            <a:ext cx="1665430" cy="251607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完成</a:t>
            </a:r>
            <a:r>
              <a:rPr lang="zh-CN" altLang="en-US" b="1" dirty="0"/>
              <a:t>整个系统的软件编码，实现对目标系统的功能、性能、接口、界面等方面的要求。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6380315" y="1149588"/>
            <a:ext cx="1864093" cy="680813"/>
            <a:chOff x="5897092" y="1984470"/>
            <a:chExt cx="2636520" cy="1447800"/>
          </a:xfrm>
        </p:grpSpPr>
        <p:sp>
          <p:nvSpPr>
            <p:cNvPr id="41" name="任意多边形 40"/>
            <p:cNvSpPr/>
            <p:nvPr/>
          </p:nvSpPr>
          <p:spPr>
            <a:xfrm>
              <a:off x="5897092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+mn-ea"/>
              </a:endParaRPr>
            </a:p>
          </p:txBody>
        </p:sp>
        <p:sp>
          <p:nvSpPr>
            <p:cNvPr id="42" name="文本框 49"/>
            <p:cNvSpPr txBox="1"/>
            <p:nvPr/>
          </p:nvSpPr>
          <p:spPr>
            <a:xfrm>
              <a:off x="6227711" y="2291875"/>
              <a:ext cx="2205654" cy="83300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algn="ctr">
                <a:lnSpc>
                  <a:spcPct val="120000"/>
                </a:lnSpc>
                <a:defRPr b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+mn-ea"/>
                </a:defRPr>
              </a:lvl1pPr>
            </a:lstStyle>
            <a:p>
              <a:r>
                <a:rPr lang="zh-CN" altLang="en-US" dirty="0"/>
                <a:t>软件测试</a:t>
              </a:r>
            </a:p>
          </p:txBody>
        </p:sp>
      </p:grpSp>
      <p:sp>
        <p:nvSpPr>
          <p:cNvPr id="7" name="矩形 6"/>
          <p:cNvSpPr/>
          <p:nvPr/>
        </p:nvSpPr>
        <p:spPr>
          <a:xfrm>
            <a:off x="6565709" y="1951626"/>
            <a:ext cx="1607822" cy="182357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chemeClr val="dk1"/>
                </a:solidFill>
              </a:rPr>
              <a:t>验证软件单个功能是否实现，验证软件整个产品功能是否实现。</a:t>
            </a:r>
          </a:p>
        </p:txBody>
      </p:sp>
      <p:sp>
        <p:nvSpPr>
          <p:cNvPr id="8" name="矩形 7"/>
          <p:cNvSpPr/>
          <p:nvPr/>
        </p:nvSpPr>
        <p:spPr>
          <a:xfrm>
            <a:off x="4211960" y="443449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系统软件设计</a:t>
            </a:r>
          </a:p>
        </p:txBody>
      </p:sp>
    </p:spTree>
    <p:extLst>
      <p:ext uri="{BB962C8B-B14F-4D97-AF65-F5344CB8AC3E}">
        <p14:creationId xmlns:p14="http://schemas.microsoft.com/office/powerpoint/2010/main" val="63507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" y="339503"/>
            <a:ext cx="231520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21900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1.4.4 </a:t>
            </a:r>
            <a:r>
              <a:rPr lang="zh-CN" altLang="en-US" sz="2400" b="1" dirty="0">
                <a:solidFill>
                  <a:schemeClr val="bg1"/>
                </a:solidFill>
              </a:rPr>
              <a:t>系统测试 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214062" y="771550"/>
            <a:ext cx="3174362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195295947"/>
              </p:ext>
            </p:extLst>
          </p:nvPr>
        </p:nvGraphicFramePr>
        <p:xfrm>
          <a:off x="1385429" y="843559"/>
          <a:ext cx="7002995" cy="2376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矩形 1"/>
          <p:cNvSpPr/>
          <p:nvPr/>
        </p:nvSpPr>
        <p:spPr>
          <a:xfrm>
            <a:off x="5255400" y="3509595"/>
            <a:ext cx="1371089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solidFill>
                  <a:prstClr val="black"/>
                </a:solidFill>
              </a:rPr>
              <a:t>电磁兼容性</a:t>
            </a:r>
            <a:r>
              <a:rPr lang="zh-CN" altLang="en-US" b="1" dirty="0">
                <a:solidFill>
                  <a:prstClr val="black"/>
                </a:solidFill>
              </a:rPr>
              <a:t>测试</a:t>
            </a:r>
            <a:r>
              <a:rPr lang="zh-CN" altLang="en-US" b="1" dirty="0" smtClean="0">
                <a:solidFill>
                  <a:prstClr val="black"/>
                </a:solidFill>
              </a:rPr>
              <a:t>等</a:t>
            </a:r>
            <a:endParaRPr lang="zh-CN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1542582" y="3509595"/>
            <a:ext cx="1371089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ctr"/>
            <a:r>
              <a:rPr lang="zh-CN" altLang="en-US" b="1" dirty="0">
                <a:solidFill>
                  <a:prstClr val="black"/>
                </a:solidFill>
              </a:rPr>
              <a:t>系统</a:t>
            </a:r>
            <a:r>
              <a:rPr lang="zh-CN" altLang="en-US" b="1" dirty="0" smtClean="0">
                <a:solidFill>
                  <a:prstClr val="black"/>
                </a:solidFill>
              </a:rPr>
              <a:t>整体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 algn="ctr"/>
            <a:r>
              <a:rPr lang="zh-CN" altLang="en-US" b="1" dirty="0" smtClean="0">
                <a:solidFill>
                  <a:prstClr val="black"/>
                </a:solidFill>
              </a:rPr>
              <a:t>功能测试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98991" y="3509595"/>
            <a:ext cx="1371089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ctr"/>
            <a:r>
              <a:rPr lang="zh-CN" altLang="en-US" b="1" dirty="0">
                <a:solidFill>
                  <a:prstClr val="black"/>
                </a:solidFill>
              </a:rPr>
              <a:t>性能</a:t>
            </a:r>
            <a:r>
              <a:rPr lang="zh-CN" altLang="en-US" b="1" dirty="0" smtClean="0">
                <a:solidFill>
                  <a:prstClr val="black"/>
                </a:solidFill>
              </a:rPr>
              <a:t>参数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 algn="ctr"/>
            <a:r>
              <a:rPr lang="zh-CN" altLang="en-US" b="1" dirty="0" smtClean="0">
                <a:solidFill>
                  <a:prstClr val="black"/>
                </a:solidFill>
              </a:rPr>
              <a:t>测试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cxnSp>
        <p:nvCxnSpPr>
          <p:cNvPr id="11" name="直接连接符 10"/>
          <p:cNvCxnSpPr>
            <a:endCxn id="7" idx="0"/>
          </p:cNvCxnSpPr>
          <p:nvPr/>
        </p:nvCxnSpPr>
        <p:spPr>
          <a:xfrm>
            <a:off x="2228127" y="2499742"/>
            <a:ext cx="0" cy="1009853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228127" y="3140557"/>
            <a:ext cx="3712817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8" idx="0"/>
          </p:cNvCxnSpPr>
          <p:nvPr/>
        </p:nvCxnSpPr>
        <p:spPr>
          <a:xfrm flipH="1" flipV="1">
            <a:off x="4084535" y="3125329"/>
            <a:ext cx="1" cy="38426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2" idx="0"/>
          </p:cNvCxnSpPr>
          <p:nvPr/>
        </p:nvCxnSpPr>
        <p:spPr>
          <a:xfrm flipH="1" flipV="1">
            <a:off x="5940944" y="3125329"/>
            <a:ext cx="1" cy="38426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541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161967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5688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本章小结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1245926054"/>
              </p:ext>
            </p:extLst>
          </p:nvPr>
        </p:nvGraphicFramePr>
        <p:xfrm>
          <a:off x="809836" y="843559"/>
          <a:ext cx="799288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888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9662"/>
            <a:ext cx="284380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15816" y="123478"/>
            <a:ext cx="514806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880320" y="1923678"/>
            <a:ext cx="5148064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T</a:t>
            </a:r>
            <a:r>
              <a:rPr lang="en-GB" altLang="zh-CN" sz="60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he     End!</a:t>
            </a:r>
            <a:endParaRPr lang="zh-CN" altLang="zh-CN" sz="6000" b="1" dirty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91872" y="1779662"/>
            <a:ext cx="115212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7812360" y="4155926"/>
            <a:ext cx="936104" cy="581892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7344308" y="4136372"/>
            <a:ext cx="936104" cy="58189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新月形 5"/>
          <p:cNvSpPr/>
          <p:nvPr/>
        </p:nvSpPr>
        <p:spPr>
          <a:xfrm rot="5400000">
            <a:off x="3908409" y="1003093"/>
            <a:ext cx="576063" cy="2129201"/>
          </a:xfrm>
          <a:prstGeom prst="moon">
            <a:avLst>
              <a:gd name="adj" fmla="val 1436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新月形 11"/>
          <p:cNvSpPr/>
          <p:nvPr/>
        </p:nvSpPr>
        <p:spPr>
          <a:xfrm rot="16200000">
            <a:off x="6081017" y="1669836"/>
            <a:ext cx="613404" cy="2129201"/>
          </a:xfrm>
          <a:prstGeom prst="moon">
            <a:avLst>
              <a:gd name="adj" fmla="val 1436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十字箭头标注 14"/>
          <p:cNvSpPr/>
          <p:nvPr/>
        </p:nvSpPr>
        <p:spPr>
          <a:xfrm>
            <a:off x="395536" y="339502"/>
            <a:ext cx="1296144" cy="720080"/>
          </a:xfrm>
          <a:prstGeom prst="quadArrowCallou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200" b="1" dirty="0" smtClean="0"/>
              <a:t>STM32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24750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>
          <a:defRPr sz="1600" b="1" dirty="0" smtClean="0"/>
        </a:defPPr>
      </a:lstStyle>
      <a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3515</TotalTime>
  <Words>3356</Words>
  <Application>Microsoft Office PowerPoint</Application>
  <PresentationFormat>全屏显示(16:9)</PresentationFormat>
  <Paragraphs>411</Paragraphs>
  <Slides>47</Slides>
  <Notes>10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49" baseType="lpstr">
      <vt:lpstr>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马锋</dc:creator>
  <cp:lastModifiedBy>马锋</cp:lastModifiedBy>
  <cp:revision>443</cp:revision>
  <dcterms:created xsi:type="dcterms:W3CDTF">2019-08-08T08:45:05Z</dcterms:created>
  <dcterms:modified xsi:type="dcterms:W3CDTF">2020-06-15T14:04:58Z</dcterms:modified>
</cp:coreProperties>
</file>