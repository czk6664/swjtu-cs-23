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4f4ce8ad1946ec" /><Relationship Type="http://schemas.openxmlformats.org/officeDocument/2006/relationships/extended-properties" Target="/docProps/app.xml" Id="R07236a54915a48f7" /><Relationship Type="http://schemas.openxmlformats.org/officeDocument/2006/relationships/officeDocument" Target="/ppt/presentation.xml" Id="R18434725d01d40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5294e0a6684bcc"/>
  </p:sldMasterIdLst>
  <p:notesMasterIdLst>
    <p:notesMasterId xmlns:r="http://schemas.openxmlformats.org/officeDocument/2006/relationships" r:id="R3cbf95eebf2a4762"/>
  </p:notesMasterIdLst>
  <p:sldIdLst>
    <p:sldId xmlns:r="http://schemas.openxmlformats.org/officeDocument/2006/relationships" id="256" r:id="R140feb3067c3449d"/>
    <p:sldId xmlns:r="http://schemas.openxmlformats.org/officeDocument/2006/relationships" id="257" r:id="Ra5e55894ab8d4119"/>
    <p:sldId xmlns:r="http://schemas.openxmlformats.org/officeDocument/2006/relationships" id="258" r:id="Rde75326e1e644957"/>
    <p:sldId xmlns:r="http://schemas.openxmlformats.org/officeDocument/2006/relationships" id="259" r:id="Rfceb254570ea4988"/>
    <p:sldId xmlns:r="http://schemas.openxmlformats.org/officeDocument/2006/relationships" id="260" r:id="Rb95559f064ce481d"/>
    <p:sldId xmlns:r="http://schemas.openxmlformats.org/officeDocument/2006/relationships" id="261" r:id="R63244bbc4c0349bc"/>
    <p:sldId xmlns:r="http://schemas.openxmlformats.org/officeDocument/2006/relationships" id="262" r:id="R0b10ba9986e84d78"/>
    <p:sldId xmlns:r="http://schemas.openxmlformats.org/officeDocument/2006/relationships" id="263" r:id="Re3ecc85ad80e4ba2"/>
    <p:sldId xmlns:r="http://schemas.openxmlformats.org/officeDocument/2006/relationships" id="264" r:id="Rad875cfad94f4312"/>
    <p:sldId xmlns:r="http://schemas.openxmlformats.org/officeDocument/2006/relationships" id="265" r:id="R96a1902c71684935"/>
    <p:sldId xmlns:r="http://schemas.openxmlformats.org/officeDocument/2006/relationships" id="266" r:id="R3110c314c0e242bf"/>
    <p:sldId xmlns:r="http://schemas.openxmlformats.org/officeDocument/2006/relationships" id="267" r:id="R69f7c6cd26354c49"/>
    <p:sldId xmlns:r="http://schemas.openxmlformats.org/officeDocument/2006/relationships" id="268" r:id="R13f1011963fb41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8aa2980d144d24" /><Relationship Type="http://schemas.openxmlformats.org/officeDocument/2006/relationships/slideMaster" Target="/ppt/slideMasters/slideMaster1.xml" Id="Rcb5294e0a6684bcc" /><Relationship Type="http://schemas.openxmlformats.org/officeDocument/2006/relationships/notesMaster" Target="/ppt/notesMasters/notesMaster1.xml" Id="R3cbf95eebf2a4762" /><Relationship Type="http://schemas.openxmlformats.org/officeDocument/2006/relationships/presProps" Target="/ppt/presProps.xml" Id="Rc5314821de244d3d" /><Relationship Type="http://schemas.openxmlformats.org/officeDocument/2006/relationships/viewProps" Target="/ppt/viewProps.xml" Id="R43e3e078cac8428a" /><Relationship Type="http://schemas.openxmlformats.org/officeDocument/2006/relationships/tableStyles" Target="/ppt/tableStyles.xml" Id="R4a33a93a4da645b5" /><Relationship Type="http://schemas.openxmlformats.org/officeDocument/2006/relationships/slide" Target="/ppt/slides/slide1.xml" Id="R140feb3067c3449d" /><Relationship Type="http://schemas.openxmlformats.org/officeDocument/2006/relationships/slide" Target="/ppt/slides/slide2.xml" Id="Ra5e55894ab8d4119" /><Relationship Type="http://schemas.openxmlformats.org/officeDocument/2006/relationships/slide" Target="/ppt/slides/slide3.xml" Id="Rde75326e1e644957" /><Relationship Type="http://schemas.openxmlformats.org/officeDocument/2006/relationships/slide" Target="/ppt/slides/slide4.xml" Id="Rfceb254570ea4988" /><Relationship Type="http://schemas.openxmlformats.org/officeDocument/2006/relationships/slide" Target="/ppt/slides/slide5.xml" Id="Rb95559f064ce481d" /><Relationship Type="http://schemas.openxmlformats.org/officeDocument/2006/relationships/slide" Target="/ppt/slides/slide6.xml" Id="R63244bbc4c0349bc" /><Relationship Type="http://schemas.openxmlformats.org/officeDocument/2006/relationships/slide" Target="/ppt/slides/slide7.xml" Id="R0b10ba9986e84d78" /><Relationship Type="http://schemas.openxmlformats.org/officeDocument/2006/relationships/slide" Target="/ppt/slides/slide8.xml" Id="Re3ecc85ad80e4ba2" /><Relationship Type="http://schemas.openxmlformats.org/officeDocument/2006/relationships/slide" Target="/ppt/slides/slide9.xml" Id="Rad875cfad94f4312" /><Relationship Type="http://schemas.openxmlformats.org/officeDocument/2006/relationships/slide" Target="/ppt/slides/slide10.xml" Id="R96a1902c71684935" /><Relationship Type="http://schemas.openxmlformats.org/officeDocument/2006/relationships/slide" Target="/ppt/slides/slide11.xml" Id="R3110c314c0e242bf" /><Relationship Type="http://schemas.openxmlformats.org/officeDocument/2006/relationships/slide" Target="/ppt/slides/slide12.xml" Id="R69f7c6cd26354c49" /><Relationship Type="http://schemas.openxmlformats.org/officeDocument/2006/relationships/slide" Target="/ppt/slides/slide13.xml" Id="R13f1011963fb41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4fb9c34b4741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ee7c7c737a44f3" /><Relationship Type="http://schemas.openxmlformats.org/officeDocument/2006/relationships/notesMaster" Target="/ppt/notesMasters/notesMaster1.xml" Id="R09ece7658def41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e7bd2f13d14942" /><Relationship Type="http://schemas.openxmlformats.org/officeDocument/2006/relationships/notesMaster" Target="/ppt/notesMasters/notesMaster1.xml" Id="R524fcfa3077943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6929851e894d0c" /><Relationship Type="http://schemas.openxmlformats.org/officeDocument/2006/relationships/notesMaster" Target="/ppt/notesMasters/notesMaster1.xml" Id="R1cf413b7fbb74f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b160fae0744754" /><Relationship Type="http://schemas.openxmlformats.org/officeDocument/2006/relationships/notesMaster" Target="/ppt/notesMasters/notesMaster1.xml" Id="Rfb7e46272b5949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eb276b4a18408d" /><Relationship Type="http://schemas.openxmlformats.org/officeDocument/2006/relationships/notesMaster" Target="/ppt/notesMasters/notesMaster1.xml" Id="Rd86a8f2ebebe4d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44fd4d86e54543" /><Relationship Type="http://schemas.openxmlformats.org/officeDocument/2006/relationships/notesMaster" Target="/ppt/notesMasters/notesMaster1.xml" Id="R522ce1732c4643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bd48fec66e4417" /><Relationship Type="http://schemas.openxmlformats.org/officeDocument/2006/relationships/notesMaster" Target="/ppt/notesMasters/notesMaster1.xml" Id="Rd8a9d0e5356545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9d50a227b54e27" /><Relationship Type="http://schemas.openxmlformats.org/officeDocument/2006/relationships/notesMaster" Target="/ppt/notesMasters/notesMaster1.xml" Id="R55114f2e80174f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1fd2dec7254d1c" /><Relationship Type="http://schemas.openxmlformats.org/officeDocument/2006/relationships/notesMaster" Target="/ppt/notesMasters/notesMaster1.xml" Id="R98600e60d89e4a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c2ef6935504533" /><Relationship Type="http://schemas.openxmlformats.org/officeDocument/2006/relationships/notesMaster" Target="/ppt/notesMasters/notesMaster1.xml" Id="R254a94f4580840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95539b6b2e45c7" /><Relationship Type="http://schemas.openxmlformats.org/officeDocument/2006/relationships/notesMaster" Target="/ppt/notesMasters/notesMaster1.xml" Id="R2c55c928cf7f40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66ebb8b8974993" /><Relationship Type="http://schemas.openxmlformats.org/officeDocument/2006/relationships/notesMaster" Target="/ppt/notesMasters/notesMaster1.xml" Id="R168f3dc0943d45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aae023217b401b" /><Relationship Type="http://schemas.openxmlformats.org/officeDocument/2006/relationships/notesMaster" Target="/ppt/notesMasters/notesMaster1.xml" Id="R8dd540eedd8348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8f7d0875940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e11f522b8b4093" /><Relationship Type="http://schemas.openxmlformats.org/officeDocument/2006/relationships/slideLayout" Target="/ppt/slideLayouts/slideLayout1.xml" Id="R24691ff038a441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691ff038a441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af9fb362b4ca5" /><Relationship Type="http://schemas.openxmlformats.org/officeDocument/2006/relationships/image" Target="/ppt/media/image.png" Id="Rb573f28dec7f4614" /><Relationship Type="http://schemas.openxmlformats.org/officeDocument/2006/relationships/notesSlide" Target="/ppt/notesSlides/notesSlide1.xml" Id="R06ced2ec50204b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5f22c6b41416c" /><Relationship Type="http://schemas.openxmlformats.org/officeDocument/2006/relationships/notesSlide" Target="/ppt/notesSlides/notesSlide2.xml" Id="R02075631bfbb41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4fab9a7694480" /><Relationship Type="http://schemas.openxmlformats.org/officeDocument/2006/relationships/image" Target="/ppt/media/image2.png" Id="R96fe3bb86802406d" /><Relationship Type="http://schemas.openxmlformats.org/officeDocument/2006/relationships/notesSlide" Target="/ppt/notesSlides/notesSlide3.xml" Id="R2aec8bdb7f6641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e3421059546dd" /><Relationship Type="http://schemas.openxmlformats.org/officeDocument/2006/relationships/notesSlide" Target="/ppt/notesSlides/notesSlide4.xml" Id="R9dab6ab10ad54b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94f747e2242ca" /><Relationship Type="http://schemas.openxmlformats.org/officeDocument/2006/relationships/notesSlide" Target="/ppt/notesSlides/notesSlide5.xml" Id="R64eebe6041db49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07db16070426f" /><Relationship Type="http://schemas.openxmlformats.org/officeDocument/2006/relationships/notesSlide" Target="/ppt/notesSlides/notesSlide6.xml" Id="R2340cb2c24f54f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69ae7ea024f8b" /><Relationship Type="http://schemas.openxmlformats.org/officeDocument/2006/relationships/image" Target="/ppt/media/image3.png" Id="R7340aa76dcd54bc5" /><Relationship Type="http://schemas.openxmlformats.org/officeDocument/2006/relationships/notesSlide" Target="/ppt/notesSlides/notesSlide7.xml" Id="R5ba795aa7ca748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ef2edce7f47cd" /><Relationship Type="http://schemas.openxmlformats.org/officeDocument/2006/relationships/image" Target="/ppt/media/image4.png" Id="Rd107d60551f0492b" /><Relationship Type="http://schemas.openxmlformats.org/officeDocument/2006/relationships/notesSlide" Target="/ppt/notesSlides/notesSlide8.xml" Id="R0bb881b4bed142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fca926e46499f" /><Relationship Type="http://schemas.openxmlformats.org/officeDocument/2006/relationships/notesSlide" Target="/ppt/notesSlides/notesSlide9.xml" Id="R9690e8e9ec6840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495d32df14171" /><Relationship Type="http://schemas.openxmlformats.org/officeDocument/2006/relationships/image" Target="/ppt/media/image5.png" Id="R2a93d720e7124ea6" /><Relationship Type="http://schemas.openxmlformats.org/officeDocument/2006/relationships/image" Target="/ppt/media/image6.png" Id="Rdb333ccbef8b43b5" /><Relationship Type="http://schemas.openxmlformats.org/officeDocument/2006/relationships/image" Target="/ppt/media/image7.png" Id="R49f58bac7f794ac2" /><Relationship Type="http://schemas.openxmlformats.org/officeDocument/2006/relationships/notesSlide" Target="/ppt/notesSlides/notesSlide10.xml" Id="Ra6d252db06cb48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3e9ffe0d946a1" /><Relationship Type="http://schemas.openxmlformats.org/officeDocument/2006/relationships/image" Target="/ppt/media/image8.png" Id="R0c385f29cc454d8d" /><Relationship Type="http://schemas.openxmlformats.org/officeDocument/2006/relationships/image" Target="/ppt/media/image9.png" Id="R41100ef2531349b6" /><Relationship Type="http://schemas.openxmlformats.org/officeDocument/2006/relationships/notesSlide" Target="/ppt/notesSlides/notesSlide11.xml" Id="R02ee73dc0e764a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e1e187fb046be" /><Relationship Type="http://schemas.openxmlformats.org/officeDocument/2006/relationships/notesSlide" Target="/ppt/notesSlides/notesSlide12.xml" Id="R8a0931f0a75a45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537d48f614bcc" /><Relationship Type="http://schemas.openxmlformats.org/officeDocument/2006/relationships/notesSlide" Target="/ppt/notesSlides/notesSlide13.xml" Id="R14cef01e719d44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10A165-1D9E-4029-87DD-EF25070F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55061-7AE1-4DBC-B24B-B8C1391A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DB967-11DB-43CC-9FAA-7CFD5288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67E7E-F8BA-46E0-ABF7-D1B88225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B4B9C-8B67-4989-B239-66ACB5B5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CF1BE-77A3-4970-B471-23E62A6B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3f28dec7f4614"/>
          <a:stretch xmlns:a="http://schemas.openxmlformats.org/drawingml/2006/main"/>
        </p:blipFill>
        <p:spPr>
          <a:xfrm xmlns:a="http://schemas.openxmlformats.org/drawingml/2006/main">
            <a:off x="698212" y="400050"/>
            <a:ext cx="3213677" cy="857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7C3E2-D2F6-4904-9BC6-69AC3605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19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Web 登录系统安全加固</a:t>
            </a:r>
          </a:p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与审计日志设计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A4320-9C17-4EB7-AAFE-083FAF14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网络空间安全技术课程设计 · 单人完成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23E1D-6308-4C58-8127-3513D539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53F9B-0845-47A1-A762-540CF717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程泽凯  |  2023112621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计算机类 2023 级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本地授权环境实验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089C9-61CB-4973-BEF1-04C82AF8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BF58C-C29B-4373-9DBC-63518AAF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669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5BEA0-771D-475F-A327-D2A62EDC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860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必做功能全部实现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91C4E-627A-41B4-A4B5-CB5681C0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AE27B-ED35-4C6C-AA9B-73985293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8669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5857C-9CFC-44B9-B637-FA9286B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860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异常类型规则覆盖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4FB35-6FBD-4B63-A498-FD8ACC9B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70DA6-DF8E-469A-AAA2-FA4BEC07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52775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18/18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AA6A1-6815-4362-9BBA-C8D4ABC7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7187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自动化断言通过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3C4C9-F7EC-4E50-AB82-D8AC5664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0375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FE140-C0E3-474F-BDDE-FC9E0E01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52775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3C05D-1D84-4A29-9364-61A12F65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57187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第三方系统影响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2C0E7-4B06-40E8-83EA-E4D735D3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答辩主线：登录入口 → 安全加固 → 审计留痕 → 异常告警 → 测试闭环</a:t>
            </a:r>
          </a:p>
        </p:txBody>
      </p:sp>
    </p:spTree>
    <p:extLst>
      <p:ext uri="{BB962C8B-B14F-4D97-AF65-F5344CB8AC3E}">
        <p14:creationId xmlns:p14="http://schemas.microsoft.com/office/powerpoint/2010/main" val="885376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B77AC-CE74-401D-B8A8-FFD70AB3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BDD43-2F22-4768-86AB-A683EFAF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06745-6E64-4D19-8518-8E03460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4A7CA-2B0F-4006-9190-2803282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D5A62-DE64-4E43-A84E-83DBAFC7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项目背景：登录入口是 Web 安全的第一道关口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AB8FA-B34D-4CAD-8540-EF06001C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本设计不是综述，而是围绕可运行登录系统做安全加固。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E2339-6BB4-420B-B690-E7F0193A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D8078-764C-476C-A1F7-8B5FABE4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3FFE3-1171-4124-9676-7C9EAA0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口令泄露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12299-A384-43C0-9986-D0F098C4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明文或弱哈希存储会在数据库泄露后直接暴露账号口令。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45ED5-AD85-4224-A045-80E8F786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B74D7-6E93-42CC-AB44-383E2FB0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F7A70-EF90-4D96-8B1F-BF32E45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885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暴力破解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0D233-C070-4507-BA9F-868269DA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479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攻击者可通过脚本连续尝试口令，消耗认证入口并撞出弱口令。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36953-3C25-43B7-A4C0-3D004094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3DE89-5FD3-4284-83C8-F5117A33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128F4-92B6-4DD9-B917-B835DACA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异常无感知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CDDC4-63E2-4F90-AD2F-A5CDA15F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异地、夜间、高频登录如果不记录，事后很难解释和追踪。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7F1C7-E63E-413A-9413-6373CE50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14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E1503-4934-45B3-B3F4-769C7568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14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D1665-2D8D-432F-A52F-28166074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885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缺少审计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6C02B-8F0D-43CF-8D89-BBDBE5A9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479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没有日志就没有证据，安全事件发生后无法定位原因。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C273A-2FF5-4763-A786-47A39B54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101727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634"/>
          </a:solidFill>
          <a:ln xmlns:a="http://schemas.openxmlformats.org/drawingml/2006/main" w="9525">
            <a:solidFill>
              <a:srgbClr val="1E53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AAF91-5540-4F6B-A10A-D227D3B8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课程设计目标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D538A-82E4-4940-B55E-07B5DC83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742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在注册/登录流程中加入口令哈希、失败限制、账号锁定、日志记录、异常审计和告警输出，并用本人构造的数据与脚本验证效果。</a:t>
            </a:r>
          </a:p>
        </p:txBody>
      </p:sp>
    </p:spTree>
    <p:extLst>
      <p:ext uri="{BB962C8B-B14F-4D97-AF65-F5344CB8AC3E}">
        <p14:creationId xmlns:p14="http://schemas.microsoft.com/office/powerpoint/2010/main" val="11836560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A66D6-B897-40ED-A1F0-0585D58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C5D2A-C6A6-412C-B765-A3CCCE0B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11A0E-9FA5-47C4-9E8C-66207165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A3825-652A-4B8C-9B5D-5093CEB1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ED535-FD01-4BD6-A801-4F747DFE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实验环境与合规边界：所有数据均为本人本地模拟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D9AF7-D319-4A54-A772-CF67CAF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环境轻量、可复现，便于答辩现场修改参数后重新运行。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FDB26-C5D9-41D0-AC4D-02D6209F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540067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e3bb86802406d"/>
          <a:stretch xmlns:a="http://schemas.openxmlformats.org/drawingml/2006/main"/>
        </p:blipFill>
        <p:spPr>
          <a:xfrm xmlns:a="http://schemas.openxmlformats.org/drawingml/2006/main">
            <a:off x="647700" y="2154467"/>
            <a:ext cx="5286375" cy="202519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044A5-815D-42D2-8316-46A40AAF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528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Python 与 Flask 环境截图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66D0F-4422-486A-83F1-0F08BE90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619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2DE4C-54DB-48F2-8301-D08D3AF6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8B085-BBC6-4EE4-ACAB-1994E249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90700"/>
            <a:ext cx="423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运行环境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5E6FD-481E-455E-90EE-00272159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52650"/>
            <a:ext cx="4238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Windows 11 + Python 3.13.5 + Flask 3.1.0 + SQLite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E1C94-3461-4F55-B8BD-268F1A1B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619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174DB-C626-407B-BE9A-CBFBFFCF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D690F-4992-4A14-8DDB-BF057141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90825"/>
            <a:ext cx="423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实验位置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CA712-EE89-4018-B7E5-DB944A2F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52775"/>
            <a:ext cx="4238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本地浏览器 127.0.0.1:5000，数据库位于本机 data 目录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FD52E-77AA-4011-BAD3-DD164BD1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4619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5AD4B-85AF-46BA-841F-F490ACA4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EB898-22AE-4D36-83C1-65F931AB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423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合规声明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6C7CC-29E5-48DF-A023-E9C4B66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52900"/>
            <a:ext cx="423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未扫描公网、校园网服务器或他人设备；账号、日志、IP 与告警均为本人自行构造的模拟数据。</a:t>
            </a:r>
          </a:p>
        </p:txBody>
      </p:sp>
    </p:spTree>
    <p:extLst>
      <p:ext uri="{BB962C8B-B14F-4D97-AF65-F5344CB8AC3E}">
        <p14:creationId xmlns:p14="http://schemas.microsoft.com/office/powerpoint/2010/main" val="18118113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331F95-7FF5-489C-849B-2D552BC9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2AC8E-4772-4079-9778-1C114242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07D80-B0F4-4D99-8ED6-2C4E6BD8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A8F1B-E160-424D-B720-2B014E8C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7B4E8-7155-46D9-9ECA-69EA03DA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需求覆盖：7 项必做功能均落到具体代码模块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AC911-0866-416C-9A22-F804658A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把任务书要求映射到 app.py、security.py、db.py 与 audit.py。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90A5C-7327-4A5E-BB2A-C2CF0578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63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09376-59D1-4AD9-A0C8-A7AA3A16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功能要求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8100E-C035-4796-A0EF-0997445A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实现位置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5B0EF-2CB4-4198-A5FE-11C3958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E39D1-2BF3-4D9D-96CA-FAE78189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545D5-4151-4AB8-8B20-8A7FFC17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用户注册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1B50B-5AA5-488E-9EA0-C4CB7E8A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A9B4C7"/>
                </a:solidFill>
                <a:latin typeface="Consolas"/>
                <a:ea typeface="Consolas"/>
                <a:cs typeface="Consolas"/>
              </a:rPr>
              <a:t>app.py / register_user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F583E-42BA-489A-A896-9F55B4FD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7CF95-A921-4138-A176-616CC124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24779-8E75-4C3E-8850-619E1490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765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用户登录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E30F4-2016-4341-854E-ED613CF9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7652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A9B4C7"/>
                </a:solidFill>
                <a:latin typeface="Consolas"/>
                <a:ea typeface="Consolas"/>
                <a:cs typeface="Consolas"/>
              </a:rPr>
              <a:t>app.py / authenticate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B4A14-7260-4352-9482-AF8D27AB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765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1058A-D5F3-4368-98B1-B6FD6613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AE58B-7E96-43EF-86CC-29C45A78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密码哈希存储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7BED4-DCC4-44BE-BAF1-7A4772EE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A9B4C7"/>
                </a:solidFill>
                <a:latin typeface="Consolas"/>
                <a:ea typeface="Consolas"/>
                <a:cs typeface="Consolas"/>
              </a:rPr>
              <a:t>security.hash_password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3826E-4A1D-4246-A6DA-81E7041F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2B2E2-6DF5-4E40-B602-D74883E6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B15389-BD85-40F1-B19B-130F1F36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失败计数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C6E2F-5384-41E4-927A-6314DF1F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9567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A9B4C7"/>
                </a:solidFill>
                <a:latin typeface="Consolas"/>
                <a:ea typeface="Consolas"/>
                <a:cs typeface="Consolas"/>
              </a:rPr>
              <a:t>count_recent_failures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3C8CB8-A81B-4AC4-BCD8-6135ACD0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956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8DD417-0C17-40C6-9D67-44656D1C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CEF65A-D7E0-43FB-AC1F-9C3A5112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账号临时锁定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5ACA16-77D2-4F05-85E5-12E3181C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A9B4C7"/>
                </a:solidFill>
                <a:latin typeface="Consolas"/>
                <a:ea typeface="Consolas"/>
                <a:cs typeface="Consolas"/>
              </a:rPr>
              <a:t>locked_until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1C08E8-7B1F-415C-A687-04B5CCBE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052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B49E7C-C45E-41B8-BABF-BBFDE669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8DB0BA-8A01-4BDE-8D30-933B6188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148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登录日志记录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0AA13F-78EC-4505-B670-1333A2A2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A9B4C7"/>
                </a:solidFill>
                <a:latin typeface="Consolas"/>
                <a:ea typeface="Consolas"/>
                <a:cs typeface="Consolas"/>
              </a:rPr>
              <a:t>db.add_login_log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E08B73-FD01-404D-AFAB-4AAF8FC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148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2D09AB-ECA9-4947-8248-DE970041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C7E15D-103B-4AC2-92B7-7F2F84A1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异常登录提醒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F68B7-62F2-402D-B948-65F681B2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A9B4C7"/>
                </a:solidFill>
                <a:latin typeface="Consolas"/>
                <a:ea typeface="Consolas"/>
                <a:cs typeface="Consolas"/>
              </a:rPr>
              <a:t>audit.detect_realtime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7B250A-1916-4F10-A150-26BF663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244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655B9D-FBD8-4F9A-9131-4107C2C0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答辩时可以按这一页解释：每个判断分支对应哪段代码、哪张表、哪条测试。</a:t>
            </a:r>
          </a:p>
        </p:txBody>
      </p:sp>
    </p:spTree>
    <p:extLst>
      <p:ext uri="{BB962C8B-B14F-4D97-AF65-F5344CB8AC3E}">
        <p14:creationId xmlns:p14="http://schemas.microsoft.com/office/powerpoint/2010/main" val="19424378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ABFE12-4BF1-4C7B-86C7-6D35F2DA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16DC2-7E43-4B02-9128-722CE3D5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71429-6C8B-4845-B1F1-48784E03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74776-73E6-431F-9000-16E520C7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57113-2F13-4198-8C1E-98213A3B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技术方案：Flask + SQLite 的五层安全闭环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D5101-4B15-4826-A9F0-E5E2B5EC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配置层集中阈值，认证与审计分离，日志贯穿全流程。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26D24-4E83-4AAE-B508-510A3BDD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91257-493B-4F4B-9ED8-0AA3E7C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配置层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config.py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6FE69-8F9C-4957-A0BB-2CC98A4C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812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DBE71-EC39-4486-9106-18CBD50A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5D704-20BB-4798-912C-4ED82C85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数据访问层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db.py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163D0-B723-4244-9163-A8C4C908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497B4-A087-4DBA-8A18-0DBC3E6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BDDA6-039E-464E-B2F4-CFB0E800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9800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安全认证层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security.py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2E77C-5DF1-45F6-9AAF-25260AA6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947EF-48FC-4281-9BC4-F9FD3FD1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95500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BAD7C-DEF6-4E9C-90F5-4190C668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异常审计层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audit.py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4438D-55F1-420E-9B40-6CB35A16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F6965-17D6-4044-9921-DA838772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6C950-1183-485B-B7D9-30C6B509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Web 表现层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app.py / templates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182E2-0419-47F6-A089-57E5F160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3BFD3-6C2C-4DC4-AD7C-15334F7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095BE-A4B2-4A47-B528-FE8AD10B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核心数据表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12193-9708-4705-89BA-9C664738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users / login_logs / audit_alerts</a:t>
            </a:r>
          </a:p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日志表为失败限制与异常审计提供证据。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29FED6-4911-4E64-A19A-D2975F9E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147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937FF-9E1E-4C65-8A1C-A42EA4C3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14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458CC-6FD8-4A8D-A2CB-7209F830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886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核心安全规则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4B75A4-928E-47D8-9F64-45F902B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248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PBKDF2 哈希、5 分钟失败窗口、10 分钟锁定、夜间/多 IP/高频识别。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E4A80C-5DE0-4A2C-862B-AF8BCF80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147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062EC7-1859-475B-A7BE-797A5F60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14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48E9F7-823D-413D-810F-5EE46637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86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可现场演示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1232B0-AAA0-4F7C-8BCB-2A13CEFE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48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修改 config.py 阈值或模拟 IP，重新运行后观察锁定与告警结果。</a:t>
            </a:r>
          </a:p>
        </p:txBody>
      </p:sp>
    </p:spTree>
    <p:extLst>
      <p:ext uri="{BB962C8B-B14F-4D97-AF65-F5344CB8AC3E}">
        <p14:creationId xmlns:p14="http://schemas.microsoft.com/office/powerpoint/2010/main" val="10691579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B1539B-66EC-42F8-B788-B089D422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4C338-68C8-4958-9DA1-2AF11B99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7F720-C38D-41E5-AFAF-8DEE0402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A306B-2002-474B-8C00-4AE5DBA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1B2A8-C3FD-4FF6-A076-F80345B9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用户登录认证流程：每个分支都有日志证据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31850-B9BD-422C-844A-A4E57D2E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查询用户、判断锁定、校验哈希、记录成功或失败，并触发实时异常检测。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B13D3-DB36-46B3-A1B5-389E77F3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02B79-AAB3-4747-8304-2591B753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用户名/口令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807AA-7151-4E9D-AA5D-9FA1651F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955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120AD-648F-43C5-9E6E-3DE302C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52625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C729F-731E-47B3-A70E-79B61A4D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669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查询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users 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1BE51-E0A5-40B8-B577-2EE1961C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B5414-29CE-429A-8498-D6F6A232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1B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67E02-46CE-4391-9EAC-F40F115B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是否锁定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F7D55-97B2-4F24-A552-12471C04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5999B-1073-4434-AC96-F65926FF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0A521-FFFD-4C49-B8A6-A5CCD8B9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669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密码哈希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A8237-3215-4759-A960-394EC1B8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0105F-ADAF-41CF-BC56-1C13A488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BC85D-ED78-4FE7-B045-8F14CB76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669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登录成功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进入首页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05626-3CE2-4A56-BD9F-5AE86C7B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955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6AF8F-1D18-4D36-9D96-CF980005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52625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77D63F-CB9A-4D4E-A620-820CC646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66925"/>
            <a:ext cx="714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检测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69F7B-5379-4341-AD95-D4C02382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5EBF5-BCD4-4B15-8165-6D68BDB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C963D-D237-4F22-8B5A-A29A00C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480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异常路径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215B2-7D62-4CB5-A193-8E399661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0025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账号不存在或密码错误：统一返回错误提示，记录 user_not_found / wrong_password。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B5562B-F32D-4EF3-AAB6-6B25A42D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F03A7-DFD3-4132-91ED-37AD37E5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5D8F2-7B18-4C87-829E-84DD2BD0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480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异常路径 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BB2FC4-8FE2-4058-B0B9-CEE02224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10025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账号已锁定：直接拒绝登录，记录 locked，防止继续试探。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165D32-D0E5-48C6-A98D-AC9D7EBC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E450BA-AA32-43CC-8777-05843649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AE37AF-885D-4E56-AAB0-5DC892E4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480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成功路径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4F0BE7-B701-4DE7-B1E1-1BC7FA64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0025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重置失败计数，写入 ok 日志，交给 audit.py 判断是否异常。</a:t>
            </a:r>
          </a:p>
        </p:txBody>
      </p:sp>
    </p:spTree>
    <p:extLst>
      <p:ext uri="{BB962C8B-B14F-4D97-AF65-F5344CB8AC3E}">
        <p14:creationId xmlns:p14="http://schemas.microsoft.com/office/powerpoint/2010/main" val="19103156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86069-BE14-47A4-AAA0-26A8D4A7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08106-0C89-4706-AE49-5E519F94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F3E99-FF27-4CE9-9667-0B6D73F2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05A16-E661-41CD-8711-0D56C6A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80B26-D8F5-49C7-AF05-F03F90D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密码哈希存储：数据库中不保存任何明文口令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1021E-DD16-485F-BFA1-572382B5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PBKDF2-SHA256 + 26 万次迭代 + 随机盐，降低数据库泄露后的口令风险。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AA549-9DFD-4509-B2FF-9666930E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000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A024E-4359-406C-933E-C1FE11E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22A06-F317-4FC9-85B8-9A6486A9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43075"/>
            <a:ext cx="2619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加盐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38ADE-1BD1-4AF4-83B5-46585FA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05025"/>
            <a:ext cx="2619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每个用户独立随机盐，相同口令不会产生相同哈希。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6E308-055D-4472-8655-8E5D8BD5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00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11361-8333-440F-A668-3D6344DE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3D563-8ABB-4429-82F2-6EFE21F1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619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慢哈希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82704-4451-4A8A-804A-B529B7DF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19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26 万次迭代抬高离线爆破成本。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FAD71-C576-4E52-B546-F9A5427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000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8EEF0-929F-48AC-9D84-5AB8AD2C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14FE5-63CC-4CA7-964E-0634E3B3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2619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恒定时间比较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5EBDF-F838-4642-8D8A-828191CC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2619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校验时使用 Werkzeug 的安全比较函数。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1AE6A-B84E-490E-9468-A57265E7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04975"/>
            <a:ext cx="6781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0aa76dcd54bc5"/>
          <a:stretch xmlns:a="http://schemas.openxmlformats.org/drawingml/2006/main"/>
        </p:blipFill>
        <p:spPr>
          <a:xfrm xmlns:a="http://schemas.openxmlformats.org/drawingml/2006/main">
            <a:off x="4333875" y="2743537"/>
            <a:ext cx="6667500" cy="11804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A3FF1-0304-40BF-9770-FE784CE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SQLite 中 password_hash 字段截图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09D64-266E-4201-9607-1AF02D96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3400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证据点：截图中只出现 pbkdf2:sha256 前缀和长哈希值，没有任何明文口令。</a:t>
            </a:r>
          </a:p>
        </p:txBody>
      </p:sp>
    </p:spTree>
    <p:extLst>
      <p:ext uri="{BB962C8B-B14F-4D97-AF65-F5344CB8AC3E}">
        <p14:creationId xmlns:p14="http://schemas.microsoft.com/office/powerpoint/2010/main" val="7635217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FFC86-8AA5-4954-896E-571F1BC2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EF159-A7B3-4FBA-A272-9A8385CE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F8141-A7ED-4445-9F68-9593B85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6706A-5AAD-4253-A972-0B7386FA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9CB85-6676-4F47-99ED-BAF0B314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失败限制与账号锁定：暴力尝试会被自动降速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776F8-6DBE-4697-B8CB-238904B1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本人阈值：5 分钟内失败 ≥ 5 次，锁定账号 10 分钟。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3F0FD-BB95-4334-A515-161A8968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492B2-3F7D-4125-A49B-42438457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76425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登录失败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次数 +1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EDC1A-785D-4750-A137-996FFA2B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A86F4-9B3B-4A1D-AE3F-35C0F637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1B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5A00E-CF72-4289-BFB5-BB8C91F6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7642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5 分钟窗口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失败 ≥ 5？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8E5D9-68E3-4B5A-BE5B-5C74F984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647C5-16F4-428E-8156-B985B18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6212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B4270-E481-4FCF-A57A-BD2A6371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76425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写入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locked_until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89DC1-1625-44FB-8905-1566000D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AB610-C54A-45D0-81D4-F829EF94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7D147-AA72-45F6-9C3D-BA3578A1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76425"/>
            <a:ext cx="1381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记录日志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14355-7C3A-4A0A-B839-6D676A30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25811-F654-4D97-8D1C-EA3E6B59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621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228"/>
          </a:solidFill>
          <a:ln xmlns:a="http://schemas.openxmlformats.org/drawingml/2006/main" w="9525">
            <a:solidFill>
              <a:srgbClr val="38506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11953-872D-44B7-B22F-17315F7B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76425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页面提示</a:t>
            </a:r>
          </a:p>
          <a:p xmlns:a="http://schemas.openxmlformats.org/drawingml/2006/main">
            <a:pPr algn="ctr">
              <a:def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临时锁定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76DA4-EFB9-408A-A50B-89A6061A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90875"/>
            <a:ext cx="8001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7d60551f0492b"/>
          <a:srcRect xmlns:a="http://schemas.openxmlformats.org/drawingml/2006/main" l="0" t="27011" r="0" b="270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2650" y="3248025"/>
            <a:ext cx="7886700" cy="21240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A183E-6CC3-40B1-97A4-F84A004D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76875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连续输错口令后触发临时锁定</a:t>
            </a:r>
          </a:p>
        </p:txBody>
      </p:sp>
    </p:spTree>
    <p:extLst>
      <p:ext uri="{BB962C8B-B14F-4D97-AF65-F5344CB8AC3E}">
        <p14:creationId xmlns:p14="http://schemas.microsoft.com/office/powerpoint/2010/main" val="1128534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464592-8C7C-4CE3-8BC0-C39D4A26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6514A-09D3-448F-B26A-EBC63F3D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E305C-58BF-4050-BA09-3E01AEC1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56BEE-885C-42FC-9AE0-D6164062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E8E2D-B981-491A-A3E6-6BEEFD12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异常审计规则：从登录日志中识别四类异常行为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46198-5F30-4479-B616-6CC62A6D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规则由本人设计并集中配置，答辩时可修改阈值重新验证。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20636-1F32-41D8-BEAA-490A7CC5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0A1AC-184A-4259-A4D4-39FE1BC2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8F60D-B9FA-416F-A9FB-8DBA41FE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暴力尝试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60645-C1C4-434F-8368-EACAD35B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5 分钟内失败次数 ≥ 5，生成 brute_force 告警，并触发账号锁定。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54471-88FB-490F-A750-CCDCCBF2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49C04-C820-499B-B5E2-F351B9B5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D5D22-E571-4C2B-AE28-9BBA5FB7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859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异地登录模拟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8B08D-1921-48E0-89EF-34B6E630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10 分钟内同一账号出现 ≥ 2 个不同 IP，生成 multi_ip 告警。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65813-9BE2-409C-85D2-B5943F81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17AF9-744C-49C4-8059-CF0B4FED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628D7-2096-451E-B1C1-E3CEF1C9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非工作时间登录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28156-0543-495E-B4D5-9E075347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23:00--06:00 成功登录，生成 off_hours 告警。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2212B-83A9-4501-9C04-A6F8D23A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7C6ED-76D5-4439-99B7-8979A74C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E2013-2FEF-47BE-8F9B-EF105877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052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高频登录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1D122-8700-49A6-86C0-47D0D13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60 秒内请求次数 ≥ 10，生成 high_frequency 告警。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FEF20-2740-4147-BBC5-89336947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审计流程：读取 login_logs → 按时间窗口聚合 → 匹配规则 → 写入 audit_alerts → 页面输出告警</a:t>
            </a:r>
          </a:p>
        </p:txBody>
      </p:sp>
    </p:spTree>
    <p:extLst>
      <p:ext uri="{BB962C8B-B14F-4D97-AF65-F5344CB8AC3E}">
        <p14:creationId xmlns:p14="http://schemas.microsoft.com/office/powerpoint/2010/main" val="12984985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E3D6AA-BEC4-450E-8C87-20D26918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F3BB7-B531-4161-AC22-2D95EFED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0E8EA-E3F6-4654-8E48-63489578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E0783-4869-4784-8D7A-61EAB901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E2FE6-4025-449E-813A-3C6B879B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Web 页面演示：注册、登录与实时异常提醒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A1049-938C-4C90-9EEF-FC3D3289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页面不是摆设，登录成功后仍会显示审计模块返回的安全提醒。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ED9CF-B3B0-48CB-BDDE-DE13AB36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2575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3d720e7124ea6"/>
          <a:stretch xmlns:a="http://schemas.openxmlformats.org/drawingml/2006/main"/>
        </p:blipFill>
        <p:spPr>
          <a:xfrm xmlns:a="http://schemas.openxmlformats.org/drawingml/2006/main">
            <a:off x="710699" y="1714500"/>
            <a:ext cx="3055353" cy="1809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7B3FA-FF0D-4CF8-A012-16B74148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用户注册页面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722D2-4654-4ECC-A7B9-3BE387A5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57350"/>
            <a:ext cx="32575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33ccbef8b43b5"/>
          <a:stretch xmlns:a="http://schemas.openxmlformats.org/drawingml/2006/main"/>
        </p:blipFill>
        <p:spPr>
          <a:xfrm xmlns:a="http://schemas.openxmlformats.org/drawingml/2006/main">
            <a:off x="4553052" y="1714500"/>
            <a:ext cx="3085897" cy="1809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20993-6971-4CF7-92D1-5B25A83B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19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用户登录页面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F213C-08CA-417C-A741-0BCC34FE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58bac7f794ac2"/>
          <a:srcRect xmlns:a="http://schemas.openxmlformats.org/drawingml/2006/main" l="0" t="31830" r="0" b="31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4057650"/>
            <a:ext cx="7315200" cy="15525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29B7D-EDC9-4A47-B037-8EF6CEE5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多个模拟 IP 后的异地登录提醒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DC8E0-DCD6-4F8A-A739-1AF74D3A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BB6C0-C832-453B-A7FB-266C0618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97F3B-F296-462D-8809-2FD61B14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669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演示亮点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7EFB4-F873-4758-A44E-C13B0252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288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登录页提供模拟来源 IP 输入，仅用于本地实验中构造异地登录记录，不涉及真实网络扫描。</a:t>
            </a:r>
          </a:p>
        </p:txBody>
      </p:sp>
    </p:spTree>
    <p:extLst>
      <p:ext uri="{BB962C8B-B14F-4D97-AF65-F5344CB8AC3E}">
        <p14:creationId xmlns:p14="http://schemas.microsoft.com/office/powerpoint/2010/main" val="2311998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E514CB-35CA-4686-947A-8267CE93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CDD93-5B03-4F0D-A5A9-45F0DECB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5F96D-7CD0-4E32-8B43-ED477AC2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BD408-B560-432F-B31D-6CC0E24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085DC-7DE7-4A08-A297-3CE29708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实验数据与审计输出：告警和日志均来自本机运行结果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3BDDF-68A0-4704-B277-A3915FC2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模拟数据覆盖暴力尝试、异地登录、非工作时间和高频登录。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5CD27-3DA6-4CE4-9946-7E42F9DB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540067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85f29cc454d8d"/>
          <a:stretch xmlns:a="http://schemas.openxmlformats.org/drawingml/2006/main"/>
        </p:blipFill>
        <p:spPr>
          <a:xfrm xmlns:a="http://schemas.openxmlformats.org/drawingml/2006/main">
            <a:off x="556459" y="1619250"/>
            <a:ext cx="5278358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C5CE5-9CEC-4D19-80A6-3ACAE86D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28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安全审计页面：告警明细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EB2D4-8D59-49A6-A74C-B09C5EF0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562100"/>
            <a:ext cx="540067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00ef2531349b6"/>
          <a:stretch xmlns:a="http://schemas.openxmlformats.org/drawingml/2006/main"/>
        </p:blipFill>
        <p:spPr>
          <a:xfrm xmlns:a="http://schemas.openxmlformats.org/drawingml/2006/main">
            <a:off x="6429375" y="1624576"/>
            <a:ext cx="5286375" cy="313259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BF3EB-96EA-43D1-9FD1-723B1FAF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57750"/>
            <a:ext cx="528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安全审计页面：最近登录日志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FEEC8-B56C-46BA-BD2E-E16376D1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3875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A9000-4F42-4F40-9E6C-6A38A404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911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00D76-0067-4FB7-AD30-F7593147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102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模拟登录日志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17486-84AC-494B-9967-613C508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3875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FB6D1-32A7-450C-8D0E-3E8D3E14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3911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7E676-3B77-4D38-9504-01166807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8102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审计告警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B8BA6-1DF0-480C-BD48-D9728AA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3875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95039-EB57-4C5C-8F4F-E4BE87A2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911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F7B83-1339-4B2E-B3A5-B4133D14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102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异常类型覆盖</a:t>
            </a:r>
          </a:p>
        </p:txBody>
      </p:sp>
    </p:spTree>
    <p:extLst>
      <p:ext uri="{BB962C8B-B14F-4D97-AF65-F5344CB8AC3E}">
        <p14:creationId xmlns:p14="http://schemas.microsoft.com/office/powerpoint/2010/main" val="12811814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72E536-D29F-4F92-9FE1-8A1B8794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0F90B-F7C9-4B2D-8260-D47A1DAB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B580-AC60-479F-8FBB-CF5AD070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9E93F-D51D-4491-B7C9-0EFE6746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72980-7D5D-4C69-A477-550E03D2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测试结果：8 个用例，18 项断言全部通过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4FDD2-78A1-4AD4-8BCB-9A0762F6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自动化测试每个用例前重建独立测试库，避免污染演示数据库。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ABE3C-8CDE-4638-8F0E-BC76DEFD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94314-9BFC-47C4-80D6-19F892BD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B71CA-6E69-46CF-8C35-D1549164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测试用例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DDB66-EDBA-4B0E-BF16-F758D2C7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3830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46050-E29E-4EAD-B914-9BB746C3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907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18/18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BFFF1-C58C-4EBF-8D21-531F5069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断言通过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C07EE-5FF9-4BB2-AA99-80A3D193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025E9-718A-4736-98D4-E3122534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907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4918A-36FD-4D14-A034-A494E2C2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生成日志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8246C-E8F4-4BDD-B3EE-3B5734CC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3830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19D7D-301E-4886-99DC-8527888B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907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65FE6-CCBD-4927-84C6-41EDD0D1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识别告警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B4DD1-89FE-4347-A7D5-AF37F0BC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28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3B5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9FEFA-C4B8-4C30-8275-C0D21C70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0D665-C045-484A-8705-F299214F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76625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注册 + 哈希存储：验证数据库无明文口令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41414-03FC-418A-9BE8-04F0D26D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52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75067-299C-409C-AE72-A9637A29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76675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正确登录：验证正常认证路径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88745-DE28-4C63-AFE2-37531684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2B446-F10C-46B9-A4A8-54D38D45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76725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连续失败 + 锁定期拒绝：验证失败限制闭环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E333F-D494-45D0-9D08-F8820E91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52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05712-E9A3-40CD-9B93-16711026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76775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异地、夜间、高频、全量审计：验证四类异常规则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A1D63E-0658-447E-BD7A-1B56E557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D48F"/>
                </a:solidFill>
                <a:latin typeface="Microsoft YaHei"/>
                <a:ea typeface="Microsoft YaHei"/>
                <a:cs typeface="Microsoft YaHei"/>
              </a:rPr>
              <a:t>结论：系统不是只跑通登录，而是完成了认证、限制、留痕、审计、处置的安全闭环。</a:t>
            </a:r>
          </a:p>
        </p:txBody>
      </p:sp>
    </p:spTree>
    <p:extLst>
      <p:ext uri="{BB962C8B-B14F-4D97-AF65-F5344CB8AC3E}">
        <p14:creationId xmlns:p14="http://schemas.microsoft.com/office/powerpoint/2010/main" val="16893322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B66999-1BEB-40EB-A1EF-90F81700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285FA-4C86-4779-B75E-6D690B0A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B5BFB-7062-4C24-A687-D60633F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15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E49E3-CDCD-4885-B720-277952F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网络空间安全技术课程设计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77416-5CAF-4A96-B334-A1CAC804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总结：本人完成了一个可演示、可审计、可修改规则的小型安全项目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2F632-00A5-40B5-8316-BAD0B3B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重点价值在于把登录认证和安全审计做成了闭环。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9853C-F932-4773-9DCB-BE3FC794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286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F514F-0FEC-43CD-B467-E3E5B018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4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35371-FD76-4ED1-8DFB-F3696A83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38325"/>
            <a:ext cx="2905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A2D36-D527-401D-8DBB-BA6A496F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00275"/>
            <a:ext cx="2905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注册登录、哈希存储、失败限制、账号锁定、日志记录、异常提醒、全量审计。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77650-1362-4BEE-9370-3C0426D0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66875"/>
            <a:ext cx="3286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3866C-B428-43AF-AD49-294C550D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668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9E4A6-71E5-4266-AA11-C05C1E18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905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答辩可验证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21567-45F3-40A9-BBC8-CCDE5E67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0275"/>
            <a:ext cx="2905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现场修改失败阈值、锁定时间、模拟 IP 或端口，重新运行观察结果。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976CF-D3B3-47D5-852C-E1B985E4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3286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636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83C95-7F44-4AD4-BE27-220AE79E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72781-4AA1-4300-B4E4-BE46523F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38325"/>
            <a:ext cx="2905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后续改进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D5904-E906-429F-9EBC-A9769D91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0275"/>
            <a:ext cx="2905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4C7"/>
                </a:solidFill>
                <a:latin typeface="Microsoft YaHei"/>
                <a:ea typeface="Microsoft YaHei"/>
                <a:cs typeface="Microsoft YaHei"/>
              </a:rPr>
              <a:t>加入验证码/TOTP、IP 风险评分、日志导出、Docker 部署和更细粒度权限控制。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FF81A-ADCE-44BB-BB9D-87075F3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1019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634"/>
          </a:solidFill>
          <a:ln xmlns:a="http://schemas.openxmlformats.org/drawingml/2006/main" w="9525">
            <a:solidFill>
              <a:srgbClr val="1E53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EB0C4-ED1B-42C4-9E1E-2855FC5C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8D7FF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1CDB6-6D5D-417C-A9D2-FBC7758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86200"/>
            <a:ext cx="714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F7FB"/>
                </a:solidFill>
                <a:latin typeface="Microsoft YaHei"/>
                <a:ea typeface="Microsoft YaHei"/>
                <a:cs typeface="Microsoft YaHei"/>
              </a:rPr>
              <a:t>我实现的不是一个普通登录页面，而是一个能记录证据、识别异常并输出审计结果的 Web 登录安全加固系统。</a:t>
            </a:r>
          </a:p>
        </p:txBody>
      </p:sp>
    </p:spTree>
    <p:extLst>
      <p:ext uri="{BB962C8B-B14F-4D97-AF65-F5344CB8AC3E}">
        <p14:creationId xmlns:p14="http://schemas.microsoft.com/office/powerpoint/2010/main" val="5323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2026-06-05T06:36:47.7640000Z</dcterms:created>
  <dcterms:modified xsi:type="dcterms:W3CDTF">2026-06-05T06:36:47.7640000Z</dcterms:modified>
</coreProperties>
</file>