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8" r:id="rId1"/>
  </p:sldMasterIdLst>
  <p:notesMasterIdLst>
    <p:notesMasterId r:id="rId138"/>
  </p:notesMasterIdLst>
  <p:handoutMasterIdLst>
    <p:handoutMasterId r:id="rId139"/>
  </p:handoutMasterIdLst>
  <p:sldIdLst>
    <p:sldId id="807" r:id="rId2"/>
    <p:sldId id="880" r:id="rId3"/>
    <p:sldId id="833" r:id="rId4"/>
    <p:sldId id="1087" r:id="rId5"/>
    <p:sldId id="809" r:id="rId6"/>
    <p:sldId id="957" r:id="rId7"/>
    <p:sldId id="879" r:id="rId8"/>
    <p:sldId id="952" r:id="rId9"/>
    <p:sldId id="810" r:id="rId10"/>
    <p:sldId id="811" r:id="rId11"/>
    <p:sldId id="953" r:id="rId12"/>
    <p:sldId id="813" r:id="rId13"/>
    <p:sldId id="875" r:id="rId14"/>
    <p:sldId id="836" r:id="rId15"/>
    <p:sldId id="835" r:id="rId16"/>
    <p:sldId id="816" r:id="rId17"/>
    <p:sldId id="834" r:id="rId18"/>
    <p:sldId id="954" r:id="rId19"/>
    <p:sldId id="876" r:id="rId20"/>
    <p:sldId id="837" r:id="rId21"/>
    <p:sldId id="878" r:id="rId22"/>
    <p:sldId id="958" r:id="rId23"/>
    <p:sldId id="817" r:id="rId24"/>
    <p:sldId id="818" r:id="rId25"/>
    <p:sldId id="819" r:id="rId26"/>
    <p:sldId id="820" r:id="rId27"/>
    <p:sldId id="821" r:id="rId28"/>
    <p:sldId id="871" r:id="rId29"/>
    <p:sldId id="839" r:id="rId30"/>
    <p:sldId id="838" r:id="rId31"/>
    <p:sldId id="840" r:id="rId32"/>
    <p:sldId id="822" r:id="rId33"/>
    <p:sldId id="823" r:id="rId34"/>
    <p:sldId id="881" r:id="rId35"/>
    <p:sldId id="959" r:id="rId36"/>
    <p:sldId id="1088" r:id="rId37"/>
    <p:sldId id="960" r:id="rId38"/>
    <p:sldId id="884" r:id="rId39"/>
    <p:sldId id="885" r:id="rId40"/>
    <p:sldId id="886" r:id="rId41"/>
    <p:sldId id="907" r:id="rId42"/>
    <p:sldId id="909" r:id="rId43"/>
    <p:sldId id="887" r:id="rId44"/>
    <p:sldId id="888" r:id="rId45"/>
    <p:sldId id="889" r:id="rId46"/>
    <p:sldId id="890" r:id="rId47"/>
    <p:sldId id="891" r:id="rId48"/>
    <p:sldId id="892" r:id="rId49"/>
    <p:sldId id="893" r:id="rId50"/>
    <p:sldId id="894" r:id="rId51"/>
    <p:sldId id="895" r:id="rId52"/>
    <p:sldId id="896" r:id="rId53"/>
    <p:sldId id="897" r:id="rId54"/>
    <p:sldId id="1086" r:id="rId55"/>
    <p:sldId id="898" r:id="rId56"/>
    <p:sldId id="961" r:id="rId57"/>
    <p:sldId id="899" r:id="rId58"/>
    <p:sldId id="905" r:id="rId59"/>
    <p:sldId id="906" r:id="rId60"/>
    <p:sldId id="962" r:id="rId61"/>
    <p:sldId id="900" r:id="rId62"/>
    <p:sldId id="963" r:id="rId63"/>
    <p:sldId id="912" r:id="rId64"/>
    <p:sldId id="913" r:id="rId65"/>
    <p:sldId id="914" r:id="rId66"/>
    <p:sldId id="915" r:id="rId67"/>
    <p:sldId id="916" r:id="rId68"/>
    <p:sldId id="917" r:id="rId69"/>
    <p:sldId id="918" r:id="rId70"/>
    <p:sldId id="919" r:id="rId71"/>
    <p:sldId id="922" r:id="rId72"/>
    <p:sldId id="925" r:id="rId73"/>
    <p:sldId id="927" r:id="rId74"/>
    <p:sldId id="928" r:id="rId75"/>
    <p:sldId id="929" r:id="rId76"/>
    <p:sldId id="931" r:id="rId77"/>
    <p:sldId id="932" r:id="rId78"/>
    <p:sldId id="934" r:id="rId79"/>
    <p:sldId id="935" r:id="rId80"/>
    <p:sldId id="936" r:id="rId81"/>
    <p:sldId id="938" r:id="rId82"/>
    <p:sldId id="939" r:id="rId83"/>
    <p:sldId id="940" r:id="rId84"/>
    <p:sldId id="941" r:id="rId85"/>
    <p:sldId id="942" r:id="rId86"/>
    <p:sldId id="901" r:id="rId87"/>
    <p:sldId id="943" r:id="rId88"/>
    <p:sldId id="944" r:id="rId89"/>
    <p:sldId id="946" r:id="rId90"/>
    <p:sldId id="945" r:id="rId91"/>
    <p:sldId id="947" r:id="rId92"/>
    <p:sldId id="902" r:id="rId93"/>
    <p:sldId id="964" r:id="rId94"/>
    <p:sldId id="903" r:id="rId95"/>
    <p:sldId id="965" r:id="rId96"/>
    <p:sldId id="966" r:id="rId97"/>
    <p:sldId id="968" r:id="rId98"/>
    <p:sldId id="970" r:id="rId99"/>
    <p:sldId id="971" r:id="rId100"/>
    <p:sldId id="948" r:id="rId101"/>
    <p:sldId id="972" r:id="rId102"/>
    <p:sldId id="973" r:id="rId103"/>
    <p:sldId id="974" r:id="rId104"/>
    <p:sldId id="976" r:id="rId105"/>
    <p:sldId id="977" r:id="rId106"/>
    <p:sldId id="978" r:id="rId107"/>
    <p:sldId id="979" r:id="rId108"/>
    <p:sldId id="981" r:id="rId109"/>
    <p:sldId id="982" r:id="rId110"/>
    <p:sldId id="975" r:id="rId111"/>
    <p:sldId id="980" r:id="rId112"/>
    <p:sldId id="983" r:id="rId113"/>
    <p:sldId id="984" r:id="rId114"/>
    <p:sldId id="985" r:id="rId115"/>
    <p:sldId id="986" r:id="rId116"/>
    <p:sldId id="988" r:id="rId117"/>
    <p:sldId id="989" r:id="rId118"/>
    <p:sldId id="990" r:id="rId119"/>
    <p:sldId id="991" r:id="rId120"/>
    <p:sldId id="992" r:id="rId121"/>
    <p:sldId id="993" r:id="rId122"/>
    <p:sldId id="994" r:id="rId123"/>
    <p:sldId id="995" r:id="rId124"/>
    <p:sldId id="997" r:id="rId125"/>
    <p:sldId id="998" r:id="rId126"/>
    <p:sldId id="1000" r:id="rId127"/>
    <p:sldId id="1001" r:id="rId128"/>
    <p:sldId id="1004" r:id="rId129"/>
    <p:sldId id="949" r:id="rId130"/>
    <p:sldId id="904" r:id="rId131"/>
    <p:sldId id="967" r:id="rId132"/>
    <p:sldId id="950" r:id="rId133"/>
    <p:sldId id="951" r:id="rId134"/>
    <p:sldId id="969" r:id="rId135"/>
    <p:sldId id="831" r:id="rId136"/>
    <p:sldId id="1005" r:id="rId137"/>
  </p:sldIdLst>
  <p:sldSz cx="9144000" cy="6858000" type="screen4x3"/>
  <p:notesSz cx="6797675" cy="9926638"/>
  <p:defaultTextStyle>
    <a:defPPr>
      <a:defRPr lang="en-US"/>
    </a:defPPr>
    <a:lvl1pPr algn="l" rtl="0" eaLnBrk="0" fontAlgn="base" hangingPunct="0">
      <a:spcBef>
        <a:spcPct val="0"/>
      </a:spcBef>
      <a:spcAft>
        <a:spcPct val="0"/>
      </a:spcAft>
      <a:defRPr sz="4800" b="1" kern="1200">
        <a:solidFill>
          <a:srgbClr val="FF0000"/>
        </a:solidFill>
        <a:latin typeface="隶书" pitchFamily="49" charset="-122"/>
        <a:ea typeface="隶书" pitchFamily="49" charset="-122"/>
        <a:cs typeface="+mn-cs"/>
      </a:defRPr>
    </a:lvl1pPr>
    <a:lvl2pPr marL="457200" algn="l" rtl="0" eaLnBrk="0" fontAlgn="base" hangingPunct="0">
      <a:spcBef>
        <a:spcPct val="0"/>
      </a:spcBef>
      <a:spcAft>
        <a:spcPct val="0"/>
      </a:spcAft>
      <a:defRPr sz="4800" b="1" kern="1200">
        <a:solidFill>
          <a:srgbClr val="FF0000"/>
        </a:solidFill>
        <a:latin typeface="隶书" pitchFamily="49" charset="-122"/>
        <a:ea typeface="隶书" pitchFamily="49" charset="-122"/>
        <a:cs typeface="+mn-cs"/>
      </a:defRPr>
    </a:lvl2pPr>
    <a:lvl3pPr marL="914400" algn="l" rtl="0" eaLnBrk="0" fontAlgn="base" hangingPunct="0">
      <a:spcBef>
        <a:spcPct val="0"/>
      </a:spcBef>
      <a:spcAft>
        <a:spcPct val="0"/>
      </a:spcAft>
      <a:defRPr sz="4800" b="1" kern="1200">
        <a:solidFill>
          <a:srgbClr val="FF0000"/>
        </a:solidFill>
        <a:latin typeface="隶书" pitchFamily="49" charset="-122"/>
        <a:ea typeface="隶书" pitchFamily="49" charset="-122"/>
        <a:cs typeface="+mn-cs"/>
      </a:defRPr>
    </a:lvl3pPr>
    <a:lvl4pPr marL="1371600" algn="l" rtl="0" eaLnBrk="0" fontAlgn="base" hangingPunct="0">
      <a:spcBef>
        <a:spcPct val="0"/>
      </a:spcBef>
      <a:spcAft>
        <a:spcPct val="0"/>
      </a:spcAft>
      <a:defRPr sz="4800" b="1" kern="1200">
        <a:solidFill>
          <a:srgbClr val="FF0000"/>
        </a:solidFill>
        <a:latin typeface="隶书" pitchFamily="49" charset="-122"/>
        <a:ea typeface="隶书" pitchFamily="49" charset="-122"/>
        <a:cs typeface="+mn-cs"/>
      </a:defRPr>
    </a:lvl4pPr>
    <a:lvl5pPr marL="1828800" algn="l" rtl="0" eaLnBrk="0" fontAlgn="base" hangingPunct="0">
      <a:spcBef>
        <a:spcPct val="0"/>
      </a:spcBef>
      <a:spcAft>
        <a:spcPct val="0"/>
      </a:spcAft>
      <a:defRPr sz="4800" b="1" kern="1200">
        <a:solidFill>
          <a:srgbClr val="FF0000"/>
        </a:solidFill>
        <a:latin typeface="隶书" pitchFamily="49" charset="-122"/>
        <a:ea typeface="隶书" pitchFamily="49" charset="-122"/>
        <a:cs typeface="+mn-cs"/>
      </a:defRPr>
    </a:lvl5pPr>
    <a:lvl6pPr marL="2286000" algn="l" defTabSz="914400" rtl="0" eaLnBrk="1" latinLnBrk="0" hangingPunct="1">
      <a:defRPr sz="4800" b="1" kern="1200">
        <a:solidFill>
          <a:srgbClr val="FF0000"/>
        </a:solidFill>
        <a:latin typeface="隶书" pitchFamily="49" charset="-122"/>
        <a:ea typeface="隶书" pitchFamily="49" charset="-122"/>
        <a:cs typeface="+mn-cs"/>
      </a:defRPr>
    </a:lvl6pPr>
    <a:lvl7pPr marL="2743200" algn="l" defTabSz="914400" rtl="0" eaLnBrk="1" latinLnBrk="0" hangingPunct="1">
      <a:defRPr sz="4800" b="1" kern="1200">
        <a:solidFill>
          <a:srgbClr val="FF0000"/>
        </a:solidFill>
        <a:latin typeface="隶书" pitchFamily="49" charset="-122"/>
        <a:ea typeface="隶书" pitchFamily="49" charset="-122"/>
        <a:cs typeface="+mn-cs"/>
      </a:defRPr>
    </a:lvl7pPr>
    <a:lvl8pPr marL="3200400" algn="l" defTabSz="914400" rtl="0" eaLnBrk="1" latinLnBrk="0" hangingPunct="1">
      <a:defRPr sz="4800" b="1" kern="1200">
        <a:solidFill>
          <a:srgbClr val="FF0000"/>
        </a:solidFill>
        <a:latin typeface="隶书" pitchFamily="49" charset="-122"/>
        <a:ea typeface="隶书" pitchFamily="49" charset="-122"/>
        <a:cs typeface="+mn-cs"/>
      </a:defRPr>
    </a:lvl8pPr>
    <a:lvl9pPr marL="3657600" algn="l" defTabSz="914400" rtl="0" eaLnBrk="1" latinLnBrk="0" hangingPunct="1">
      <a:defRPr sz="4800" b="1" kern="1200">
        <a:solidFill>
          <a:srgbClr val="FF0000"/>
        </a:solidFill>
        <a:latin typeface="隶书" pitchFamily="49" charset="-122"/>
        <a:ea typeface="隶书" pitchFamily="49"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477" autoAdjust="0"/>
    <p:restoredTop sz="90196" autoAdjust="0"/>
  </p:normalViewPr>
  <p:slideViewPr>
    <p:cSldViewPr>
      <p:cViewPr varScale="1">
        <p:scale>
          <a:sx n="96" d="100"/>
          <a:sy n="96" d="100"/>
        </p:scale>
        <p:origin x="1812" y="-4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25" d="100"/>
        <a:sy n="25" d="100"/>
      </p:scale>
      <p:origin x="0" y="0"/>
    </p:cViewPr>
  </p:sorterViewPr>
  <p:gridSpacing cx="76198" cy="7619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notesMaster" Target="notesMasters/notesMaster1.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handoutMaster" Target="handoutMasters/handoutMaster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theme" Target="theme/theme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940034" name="Rectangle 2">
            <a:extLst>
              <a:ext uri="{FF2B5EF4-FFF2-40B4-BE49-F238E27FC236}">
                <a16:creationId xmlns:a16="http://schemas.microsoft.com/office/drawing/2014/main" id="{DFF9E4F0-48E3-8C4B-99B6-FDBBA5D3AA1A}"/>
              </a:ext>
            </a:extLst>
          </p:cNvPr>
          <p:cNvSpPr>
            <a:spLocks noGrp="1" noChangeArrowheads="1"/>
          </p:cNvSpPr>
          <p:nvPr>
            <p:ph type="hdr" sz="quarter"/>
          </p:nvPr>
        </p:nvSpPr>
        <p:spPr bwMode="auto">
          <a:xfrm>
            <a:off x="0" y="0"/>
            <a:ext cx="2946400" cy="496888"/>
          </a:xfrm>
          <a:prstGeom prst="rect">
            <a:avLst/>
          </a:prstGeom>
          <a:noFill/>
          <a:ln w="9525">
            <a:noFill/>
            <a:miter lim="800000"/>
          </a:ln>
          <a:effectLst/>
        </p:spPr>
        <p:txBody>
          <a:bodyPr vert="horz" wrap="square" lIns="91440" tIns="45720" rIns="91440" bIns="45720" numCol="1" anchor="t" anchorCtr="0" compatLnSpc="1"/>
          <a:lstStyle>
            <a:lvl1pPr eaLnBrk="0" hangingPunct="0">
              <a:lnSpc>
                <a:spcPct val="100000"/>
              </a:lnSpc>
              <a:defRPr kumimoji="0" sz="1200" b="0">
                <a:solidFill>
                  <a:schemeClr val="tx1"/>
                </a:solidFill>
                <a:effectLst/>
                <a:latin typeface="Times New Roman" panose="02020603050405020304" pitchFamily="18" charset="0"/>
                <a:ea typeface="宋体" panose="02010600030101010101" pitchFamily="2" charset="-122"/>
              </a:defRPr>
            </a:lvl1pPr>
          </a:lstStyle>
          <a:p>
            <a:pPr>
              <a:defRPr/>
            </a:pPr>
            <a:endParaRPr lang="en-US" altLang="zh-CN"/>
          </a:p>
        </p:txBody>
      </p:sp>
      <p:sp>
        <p:nvSpPr>
          <p:cNvPr id="940035" name="Rectangle 3">
            <a:extLst>
              <a:ext uri="{FF2B5EF4-FFF2-40B4-BE49-F238E27FC236}">
                <a16:creationId xmlns:a16="http://schemas.microsoft.com/office/drawing/2014/main" id="{02A25A0A-78E0-3245-98BF-522A89DC16A3}"/>
              </a:ext>
            </a:extLst>
          </p:cNvPr>
          <p:cNvSpPr>
            <a:spLocks noGrp="1" noChangeArrowheads="1"/>
          </p:cNvSpPr>
          <p:nvPr>
            <p:ph type="dt" sz="quarter" idx="1"/>
          </p:nvPr>
        </p:nvSpPr>
        <p:spPr bwMode="auto">
          <a:xfrm>
            <a:off x="3849688" y="0"/>
            <a:ext cx="2946400" cy="496888"/>
          </a:xfrm>
          <a:prstGeom prst="rect">
            <a:avLst/>
          </a:prstGeom>
          <a:noFill/>
          <a:ln w="9525">
            <a:noFill/>
            <a:miter lim="800000"/>
          </a:ln>
          <a:effectLst/>
        </p:spPr>
        <p:txBody>
          <a:bodyPr vert="horz" wrap="square" lIns="91440" tIns="45720" rIns="91440" bIns="45720" numCol="1" anchor="t" anchorCtr="0" compatLnSpc="1"/>
          <a:lstStyle>
            <a:lvl1pPr algn="r" eaLnBrk="0" hangingPunct="0">
              <a:lnSpc>
                <a:spcPct val="100000"/>
              </a:lnSpc>
              <a:defRPr kumimoji="0" sz="1200" b="0">
                <a:solidFill>
                  <a:schemeClr val="tx1"/>
                </a:solidFill>
                <a:effectLst/>
                <a:latin typeface="Times New Roman" panose="02020603050405020304" pitchFamily="18" charset="0"/>
                <a:ea typeface="宋体" panose="02010600030101010101" pitchFamily="2" charset="-122"/>
              </a:defRPr>
            </a:lvl1pPr>
          </a:lstStyle>
          <a:p>
            <a:pPr>
              <a:defRPr/>
            </a:pPr>
            <a:endParaRPr lang="en-US" altLang="zh-CN"/>
          </a:p>
        </p:txBody>
      </p:sp>
      <p:sp>
        <p:nvSpPr>
          <p:cNvPr id="940036" name="Rectangle 4">
            <a:extLst>
              <a:ext uri="{FF2B5EF4-FFF2-40B4-BE49-F238E27FC236}">
                <a16:creationId xmlns:a16="http://schemas.microsoft.com/office/drawing/2014/main" id="{CF147548-8FE1-A841-B5B2-5804D0B656FF}"/>
              </a:ext>
            </a:extLst>
          </p:cNvPr>
          <p:cNvSpPr>
            <a:spLocks noGrp="1" noChangeArrowheads="1"/>
          </p:cNvSpPr>
          <p:nvPr>
            <p:ph type="ftr" sz="quarter" idx="2"/>
          </p:nvPr>
        </p:nvSpPr>
        <p:spPr bwMode="auto">
          <a:xfrm>
            <a:off x="0" y="9428163"/>
            <a:ext cx="2946400" cy="496887"/>
          </a:xfrm>
          <a:prstGeom prst="rect">
            <a:avLst/>
          </a:prstGeom>
          <a:noFill/>
          <a:ln w="9525">
            <a:noFill/>
            <a:miter lim="800000"/>
          </a:ln>
          <a:effectLst/>
        </p:spPr>
        <p:txBody>
          <a:bodyPr vert="horz" wrap="square" lIns="91440" tIns="45720" rIns="91440" bIns="45720" numCol="1" anchor="b" anchorCtr="0" compatLnSpc="1"/>
          <a:lstStyle>
            <a:lvl1pPr eaLnBrk="0" hangingPunct="0">
              <a:lnSpc>
                <a:spcPct val="100000"/>
              </a:lnSpc>
              <a:defRPr kumimoji="0" sz="1200" b="0">
                <a:solidFill>
                  <a:schemeClr val="tx1"/>
                </a:solidFill>
                <a:effectLst/>
                <a:latin typeface="Times New Roman" panose="02020603050405020304" pitchFamily="18" charset="0"/>
                <a:ea typeface="宋体" panose="02010600030101010101" pitchFamily="2" charset="-122"/>
              </a:defRPr>
            </a:lvl1pPr>
          </a:lstStyle>
          <a:p>
            <a:pPr>
              <a:defRPr/>
            </a:pPr>
            <a:endParaRPr lang="en-US" altLang="zh-CN"/>
          </a:p>
        </p:txBody>
      </p:sp>
      <p:sp>
        <p:nvSpPr>
          <p:cNvPr id="940037" name="Rectangle 5">
            <a:extLst>
              <a:ext uri="{FF2B5EF4-FFF2-40B4-BE49-F238E27FC236}">
                <a16:creationId xmlns:a16="http://schemas.microsoft.com/office/drawing/2014/main" id="{461D1E20-5833-154A-8E55-88C481FFB756}"/>
              </a:ext>
            </a:extLst>
          </p:cNvPr>
          <p:cNvSpPr>
            <a:spLocks noGrp="1" noChangeArrowheads="1"/>
          </p:cNvSpPr>
          <p:nvPr>
            <p:ph type="sldNum" sz="quarter" idx="3"/>
          </p:nvPr>
        </p:nvSpPr>
        <p:spPr bwMode="auto">
          <a:xfrm>
            <a:off x="3849688" y="9428163"/>
            <a:ext cx="2946400" cy="496887"/>
          </a:xfrm>
          <a:prstGeom prst="rect">
            <a:avLst/>
          </a:prstGeom>
          <a:noFill/>
          <a:ln w="9525">
            <a:noFill/>
            <a:miter lim="800000"/>
          </a:ln>
          <a:effectLst/>
        </p:spPr>
        <p:txBody>
          <a:bodyPr vert="horz" wrap="square" lIns="91440" tIns="45720" rIns="91440" bIns="45720" numCol="1" anchor="b" anchorCtr="0" compatLnSpc="1">
            <a:prstTxWarp prst="textNoShape">
              <a:avLst/>
            </a:prstTxWarp>
          </a:bodyPr>
          <a:lstStyle>
            <a:lvl1pPr algn="r" eaLnBrk="0" hangingPunct="0">
              <a:defRPr sz="1200" b="0">
                <a:solidFill>
                  <a:schemeClr val="tx1"/>
                </a:solidFill>
                <a:latin typeface="Times New Roman" panose="02020603050405020304" pitchFamily="18" charset="0"/>
                <a:ea typeface="宋体" panose="02010600030101010101" pitchFamily="2" charset="-122"/>
              </a:defRPr>
            </a:lvl1pPr>
          </a:lstStyle>
          <a:p>
            <a:pPr>
              <a:defRPr/>
            </a:pPr>
            <a:fld id="{912B63F6-613B-8648-A104-3A325E03AE56}" type="slidenum">
              <a:rPr lang="zh-CN" altLang="en-US"/>
              <a:pPr>
                <a:defRPr/>
              </a:pPr>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70658" name="Rectangle 1026">
            <a:extLst>
              <a:ext uri="{FF2B5EF4-FFF2-40B4-BE49-F238E27FC236}">
                <a16:creationId xmlns:a16="http://schemas.microsoft.com/office/drawing/2014/main" id="{80A99926-8F91-A744-9362-1D2918A25D55}"/>
              </a:ext>
            </a:extLst>
          </p:cNvPr>
          <p:cNvSpPr>
            <a:spLocks noGrp="1" noChangeArrowheads="1"/>
          </p:cNvSpPr>
          <p:nvPr>
            <p:ph type="hdr" sz="quarter"/>
          </p:nvPr>
        </p:nvSpPr>
        <p:spPr bwMode="auto">
          <a:xfrm>
            <a:off x="0" y="0"/>
            <a:ext cx="2946400" cy="496888"/>
          </a:xfrm>
          <a:prstGeom prst="rect">
            <a:avLst/>
          </a:prstGeom>
          <a:noFill/>
          <a:ln w="9525">
            <a:noFill/>
            <a:miter lim="800000"/>
          </a:ln>
          <a:effectLst/>
        </p:spPr>
        <p:txBody>
          <a:bodyPr vert="horz" wrap="square" lIns="91440" tIns="45720" rIns="91440" bIns="45720" numCol="1" anchor="t" anchorCtr="0" compatLnSpc="1"/>
          <a:lstStyle>
            <a:lvl1pPr eaLnBrk="0" hangingPunct="0">
              <a:lnSpc>
                <a:spcPct val="100000"/>
              </a:lnSpc>
              <a:defRPr kumimoji="0" sz="1200" b="0">
                <a:solidFill>
                  <a:schemeClr val="tx1"/>
                </a:solidFill>
                <a:effectLst/>
                <a:latin typeface="Times New Roman" panose="02020603050405020304" pitchFamily="18" charset="0"/>
                <a:ea typeface="宋体" panose="02010600030101010101" pitchFamily="2" charset="-122"/>
              </a:defRPr>
            </a:lvl1pPr>
          </a:lstStyle>
          <a:p>
            <a:pPr>
              <a:defRPr/>
            </a:pPr>
            <a:endParaRPr lang="en-US" altLang="zh-CN"/>
          </a:p>
        </p:txBody>
      </p:sp>
      <p:sp>
        <p:nvSpPr>
          <p:cNvPr id="70659" name="Rectangle 1027">
            <a:extLst>
              <a:ext uri="{FF2B5EF4-FFF2-40B4-BE49-F238E27FC236}">
                <a16:creationId xmlns:a16="http://schemas.microsoft.com/office/drawing/2014/main" id="{598F0269-095D-AB4C-8E7E-A7F5D215EA87}"/>
              </a:ext>
            </a:extLst>
          </p:cNvPr>
          <p:cNvSpPr>
            <a:spLocks noGrp="1" noChangeArrowheads="1"/>
          </p:cNvSpPr>
          <p:nvPr>
            <p:ph type="dt" idx="1"/>
          </p:nvPr>
        </p:nvSpPr>
        <p:spPr bwMode="auto">
          <a:xfrm>
            <a:off x="3849688" y="0"/>
            <a:ext cx="2946400" cy="496888"/>
          </a:xfrm>
          <a:prstGeom prst="rect">
            <a:avLst/>
          </a:prstGeom>
          <a:noFill/>
          <a:ln w="9525">
            <a:noFill/>
            <a:miter lim="800000"/>
          </a:ln>
          <a:effectLst/>
        </p:spPr>
        <p:txBody>
          <a:bodyPr vert="horz" wrap="square" lIns="91440" tIns="45720" rIns="91440" bIns="45720" numCol="1" anchor="t" anchorCtr="0" compatLnSpc="1"/>
          <a:lstStyle>
            <a:lvl1pPr algn="r" eaLnBrk="0" hangingPunct="0">
              <a:lnSpc>
                <a:spcPct val="100000"/>
              </a:lnSpc>
              <a:defRPr kumimoji="0" sz="1200" b="0">
                <a:solidFill>
                  <a:schemeClr val="tx1"/>
                </a:solidFill>
                <a:effectLst/>
                <a:latin typeface="Times New Roman" panose="02020603050405020304" pitchFamily="18" charset="0"/>
                <a:ea typeface="宋体" panose="02010600030101010101" pitchFamily="2" charset="-122"/>
              </a:defRPr>
            </a:lvl1pPr>
          </a:lstStyle>
          <a:p>
            <a:pPr>
              <a:defRPr/>
            </a:pPr>
            <a:endParaRPr lang="en-US" altLang="zh-CN"/>
          </a:p>
        </p:txBody>
      </p:sp>
      <p:sp>
        <p:nvSpPr>
          <p:cNvPr id="3076" name="Rectangle 1028">
            <a:extLst>
              <a:ext uri="{FF2B5EF4-FFF2-40B4-BE49-F238E27FC236}">
                <a16:creationId xmlns:a16="http://schemas.microsoft.com/office/drawing/2014/main" id="{4EA0F3D4-CA20-214A-BD82-3AF7DB662DB6}"/>
              </a:ext>
            </a:extLst>
          </p:cNvPr>
          <p:cNvSpPr>
            <a:spLocks noGrp="1" noRot="1" noChangeAspect="1" noChangeArrowheads="1" noTextEdit="1"/>
          </p:cNvSpPr>
          <p:nvPr>
            <p:ph type="sldImg" idx="4294967295"/>
          </p:nvPr>
        </p:nvSpPr>
        <p:spPr bwMode="auto">
          <a:xfrm>
            <a:off x="915988" y="744538"/>
            <a:ext cx="4965700" cy="37226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0661" name="Rectangle 1029">
            <a:extLst>
              <a:ext uri="{FF2B5EF4-FFF2-40B4-BE49-F238E27FC236}">
                <a16:creationId xmlns:a16="http://schemas.microsoft.com/office/drawing/2014/main" id="{539248BF-381C-6743-98E3-7043EEF73551}"/>
              </a:ext>
            </a:extLst>
          </p:cNvPr>
          <p:cNvSpPr>
            <a:spLocks noGrp="1" noChangeArrowheads="1"/>
          </p:cNvSpPr>
          <p:nvPr>
            <p:ph type="body" sz="quarter" idx="3"/>
          </p:nvPr>
        </p:nvSpPr>
        <p:spPr bwMode="auto">
          <a:xfrm>
            <a:off x="679450" y="4714875"/>
            <a:ext cx="5438775" cy="4467225"/>
          </a:xfrm>
          <a:prstGeom prst="rect">
            <a:avLst/>
          </a:prstGeom>
          <a:noFill/>
          <a:ln w="9525">
            <a:noFill/>
            <a:miter lim="800000"/>
          </a:ln>
          <a:effectLst/>
        </p:spPr>
        <p:txBody>
          <a:bodyPr vert="horz" wrap="square" lIns="91440" tIns="45720" rIns="91440" bIns="45720" numCol="1" anchor="t" anchorCtr="0" compatLnSpc="1"/>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70662" name="Rectangle 1030">
            <a:extLst>
              <a:ext uri="{FF2B5EF4-FFF2-40B4-BE49-F238E27FC236}">
                <a16:creationId xmlns:a16="http://schemas.microsoft.com/office/drawing/2014/main" id="{03B39E31-37E6-1148-8B7D-9278E18E7033}"/>
              </a:ext>
            </a:extLst>
          </p:cNvPr>
          <p:cNvSpPr>
            <a:spLocks noGrp="1" noChangeArrowheads="1"/>
          </p:cNvSpPr>
          <p:nvPr>
            <p:ph type="ftr" sz="quarter" idx="4"/>
          </p:nvPr>
        </p:nvSpPr>
        <p:spPr bwMode="auto">
          <a:xfrm>
            <a:off x="0" y="9428163"/>
            <a:ext cx="2946400" cy="496887"/>
          </a:xfrm>
          <a:prstGeom prst="rect">
            <a:avLst/>
          </a:prstGeom>
          <a:noFill/>
          <a:ln w="9525">
            <a:noFill/>
            <a:miter lim="800000"/>
          </a:ln>
          <a:effectLst/>
        </p:spPr>
        <p:txBody>
          <a:bodyPr vert="horz" wrap="square" lIns="91440" tIns="45720" rIns="91440" bIns="45720" numCol="1" anchor="b" anchorCtr="0" compatLnSpc="1"/>
          <a:lstStyle>
            <a:lvl1pPr eaLnBrk="0" hangingPunct="0">
              <a:lnSpc>
                <a:spcPct val="100000"/>
              </a:lnSpc>
              <a:defRPr kumimoji="0" sz="1200" b="0">
                <a:solidFill>
                  <a:schemeClr val="tx1"/>
                </a:solidFill>
                <a:effectLst/>
                <a:latin typeface="Times New Roman" panose="02020603050405020304" pitchFamily="18" charset="0"/>
                <a:ea typeface="宋体" panose="02010600030101010101" pitchFamily="2" charset="-122"/>
              </a:defRPr>
            </a:lvl1pPr>
          </a:lstStyle>
          <a:p>
            <a:pPr>
              <a:defRPr/>
            </a:pPr>
            <a:endParaRPr lang="en-US" altLang="zh-CN"/>
          </a:p>
        </p:txBody>
      </p:sp>
      <p:sp>
        <p:nvSpPr>
          <p:cNvPr id="70663" name="Rectangle 1031">
            <a:extLst>
              <a:ext uri="{FF2B5EF4-FFF2-40B4-BE49-F238E27FC236}">
                <a16:creationId xmlns:a16="http://schemas.microsoft.com/office/drawing/2014/main" id="{0F3B737F-44AD-814F-8866-230E9C68ABD3}"/>
              </a:ext>
            </a:extLst>
          </p:cNvPr>
          <p:cNvSpPr>
            <a:spLocks noGrp="1" noChangeArrowheads="1"/>
          </p:cNvSpPr>
          <p:nvPr>
            <p:ph type="sldNum" sz="quarter" idx="5"/>
          </p:nvPr>
        </p:nvSpPr>
        <p:spPr bwMode="auto">
          <a:xfrm>
            <a:off x="3849688" y="9428163"/>
            <a:ext cx="2946400" cy="496887"/>
          </a:xfrm>
          <a:prstGeom prst="rect">
            <a:avLst/>
          </a:prstGeom>
          <a:noFill/>
          <a:ln w="9525">
            <a:noFill/>
            <a:miter lim="800000"/>
          </a:ln>
          <a:effectLst/>
        </p:spPr>
        <p:txBody>
          <a:bodyPr vert="horz" wrap="square" lIns="91440" tIns="45720" rIns="91440" bIns="45720" numCol="1" anchor="b" anchorCtr="0" compatLnSpc="1">
            <a:prstTxWarp prst="textNoShape">
              <a:avLst/>
            </a:prstTxWarp>
          </a:bodyPr>
          <a:lstStyle>
            <a:lvl1pPr algn="r" eaLnBrk="0" hangingPunct="0">
              <a:defRPr sz="1200" b="0">
                <a:solidFill>
                  <a:schemeClr val="tx1"/>
                </a:solidFill>
                <a:latin typeface="Times New Roman" panose="02020603050405020304" pitchFamily="18" charset="0"/>
                <a:ea typeface="宋体" panose="02010600030101010101" pitchFamily="2" charset="-122"/>
              </a:defRPr>
            </a:lvl1pPr>
          </a:lstStyle>
          <a:p>
            <a:pPr>
              <a:defRPr/>
            </a:pPr>
            <a:fld id="{FB68D7BB-F3B3-844F-9DAA-B3B2970B9757}"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幻灯片图像占位符 1">
            <a:extLst>
              <a:ext uri="{FF2B5EF4-FFF2-40B4-BE49-F238E27FC236}">
                <a16:creationId xmlns:a16="http://schemas.microsoft.com/office/drawing/2014/main" id="{12605144-A88B-D048-B8A5-9734B47EE6CC}"/>
              </a:ext>
            </a:extLst>
          </p:cNvPr>
          <p:cNvSpPr>
            <a:spLocks noGrp="1" noRot="1" noChangeAspect="1" noChangeArrowheads="1" noTextEdit="1"/>
          </p:cNvSpPr>
          <p:nvPr>
            <p:ph type="sldImg"/>
          </p:nvPr>
        </p:nvSpPr>
        <p:spPr>
          <a:xfrm>
            <a:off x="917575" y="744538"/>
            <a:ext cx="4962525" cy="3722687"/>
          </a:xfrm>
          <a:ln/>
        </p:spPr>
      </p:sp>
      <p:sp>
        <p:nvSpPr>
          <p:cNvPr id="9218" name="备注占位符 2">
            <a:extLst>
              <a:ext uri="{FF2B5EF4-FFF2-40B4-BE49-F238E27FC236}">
                <a16:creationId xmlns:a16="http://schemas.microsoft.com/office/drawing/2014/main" id="{9C292311-D688-DB4C-9935-81ADD027FAA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endParaRPr kumimoji="1" lang="zh-CN" altLang="en-US"/>
          </a:p>
        </p:txBody>
      </p:sp>
      <p:sp>
        <p:nvSpPr>
          <p:cNvPr id="9219" name="灯片编号占位符 3">
            <a:extLst>
              <a:ext uri="{FF2B5EF4-FFF2-40B4-BE49-F238E27FC236}">
                <a16:creationId xmlns:a16="http://schemas.microsoft.com/office/drawing/2014/main" id="{D791F4A8-8EB4-5040-831C-54AD6A6D2CD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fld id="{5BAAB581-A836-6D4B-8D6E-655EE7451C53}" type="slidenum">
              <a:rPr lang="zh-CN" altLang="en-US" sz="1200" b="0" smtClean="0">
                <a:solidFill>
                  <a:schemeClr val="tx1"/>
                </a:solidFill>
                <a:latin typeface="Times New Roman" panose="02020603050405020304" pitchFamily="18" charset="0"/>
                <a:ea typeface="宋体" panose="02010600030101010101" pitchFamily="2" charset="-122"/>
              </a:rPr>
              <a:pPr/>
              <a:t>4</a:t>
            </a:fld>
            <a:endParaRPr lang="en-US" altLang="zh-CN" sz="1200" b="0">
              <a:solidFill>
                <a:schemeClr val="tx1"/>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幻灯片图像占位符 1">
            <a:extLst>
              <a:ext uri="{FF2B5EF4-FFF2-40B4-BE49-F238E27FC236}">
                <a16:creationId xmlns:a16="http://schemas.microsoft.com/office/drawing/2014/main" id="{9D85A772-5B02-3A49-9FEF-D2B070639F8A}"/>
              </a:ext>
            </a:extLst>
          </p:cNvPr>
          <p:cNvSpPr>
            <a:spLocks noGrp="1" noRot="1" noChangeAspect="1" noChangeArrowheads="1" noTextEdit="1"/>
          </p:cNvSpPr>
          <p:nvPr>
            <p:ph type="sldImg" idx="4294967295"/>
          </p:nvPr>
        </p:nvSpPr>
        <p:spPr>
          <a:xfrm>
            <a:off x="917575" y="744538"/>
            <a:ext cx="4962525" cy="3722687"/>
          </a:xfrm>
          <a:ln/>
        </p:spPr>
      </p:sp>
      <p:sp>
        <p:nvSpPr>
          <p:cNvPr id="81922" name="备注占位符 2">
            <a:extLst>
              <a:ext uri="{FF2B5EF4-FFF2-40B4-BE49-F238E27FC236}">
                <a16:creationId xmlns:a16="http://schemas.microsoft.com/office/drawing/2014/main" id="{4155FB43-5510-D94C-A879-FFC45F5D8425}"/>
              </a:ext>
            </a:extLst>
          </p:cNvPr>
          <p:cNvSpPr>
            <a:spLocks noGrp="1" noChangeArrowheads="1"/>
          </p:cNvSpPr>
          <p:nvPr>
            <p:ph type="body" idx="4294967295"/>
          </p:nvPr>
        </p:nvSpPr>
        <p:spPr/>
        <p:txBody>
          <a:bodyPr>
            <a:prstTxWarp prst="textNoShape">
              <a:avLst/>
            </a:prstTxWarp>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幻灯片图像占位符 1">
            <a:extLst>
              <a:ext uri="{FF2B5EF4-FFF2-40B4-BE49-F238E27FC236}">
                <a16:creationId xmlns:a16="http://schemas.microsoft.com/office/drawing/2014/main" id="{333B839A-EEBD-F540-90DB-2B4681560956}"/>
              </a:ext>
            </a:extLst>
          </p:cNvPr>
          <p:cNvSpPr>
            <a:spLocks noGrp="1" noRot="1" noChangeAspect="1" noChangeArrowheads="1" noTextEdit="1"/>
          </p:cNvSpPr>
          <p:nvPr>
            <p:ph type="sldImg"/>
          </p:nvPr>
        </p:nvSpPr>
        <p:spPr>
          <a:xfrm>
            <a:off x="917575" y="744538"/>
            <a:ext cx="4962525" cy="3722687"/>
          </a:xfrm>
          <a:ln/>
        </p:spPr>
      </p:sp>
      <p:sp>
        <p:nvSpPr>
          <p:cNvPr id="124930" name="备注占位符 2">
            <a:extLst>
              <a:ext uri="{FF2B5EF4-FFF2-40B4-BE49-F238E27FC236}">
                <a16:creationId xmlns:a16="http://schemas.microsoft.com/office/drawing/2014/main" id="{ACD34130-59BB-BA43-B618-BE53E05E5A6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kumimoji="1" lang="zh-CN" altLang="en-US"/>
              <a:t>有问题</a:t>
            </a:r>
          </a:p>
        </p:txBody>
      </p:sp>
      <p:sp>
        <p:nvSpPr>
          <p:cNvPr id="124931" name="灯片编号占位符 3">
            <a:extLst>
              <a:ext uri="{FF2B5EF4-FFF2-40B4-BE49-F238E27FC236}">
                <a16:creationId xmlns:a16="http://schemas.microsoft.com/office/drawing/2014/main" id="{631280DC-5975-5E41-8143-32CFAD139D9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fld id="{467F3EE0-BDFA-C749-9A07-4DE30F7CA84E}" type="slidenum">
              <a:rPr lang="zh-CN" altLang="en-US" sz="1200" b="0" smtClean="0">
                <a:solidFill>
                  <a:schemeClr val="tx1"/>
                </a:solidFill>
                <a:latin typeface="Times New Roman" panose="02020603050405020304" pitchFamily="18" charset="0"/>
                <a:ea typeface="宋体" panose="02010600030101010101" pitchFamily="2" charset="-122"/>
              </a:rPr>
              <a:pPr/>
              <a:t>115</a:t>
            </a:fld>
            <a:endParaRPr lang="en-US" altLang="zh-CN" sz="1200" b="0">
              <a:solidFill>
                <a:schemeClr val="tx1"/>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5" name="幻灯片图像占位符 1">
            <a:extLst>
              <a:ext uri="{FF2B5EF4-FFF2-40B4-BE49-F238E27FC236}">
                <a16:creationId xmlns:a16="http://schemas.microsoft.com/office/drawing/2014/main" id="{BE26B59A-2513-B349-88D1-370CAFD246AF}"/>
              </a:ext>
            </a:extLst>
          </p:cNvPr>
          <p:cNvSpPr>
            <a:spLocks noGrp="1" noRot="1" noChangeAspect="1" noChangeArrowheads="1" noTextEdit="1"/>
          </p:cNvSpPr>
          <p:nvPr>
            <p:ph type="sldImg"/>
          </p:nvPr>
        </p:nvSpPr>
        <p:spPr>
          <a:xfrm>
            <a:off x="917575" y="744538"/>
            <a:ext cx="4962525" cy="3722687"/>
          </a:xfrm>
          <a:ln/>
        </p:spPr>
      </p:sp>
      <p:sp>
        <p:nvSpPr>
          <p:cNvPr id="129026" name="备注占位符 2">
            <a:extLst>
              <a:ext uri="{FF2B5EF4-FFF2-40B4-BE49-F238E27FC236}">
                <a16:creationId xmlns:a16="http://schemas.microsoft.com/office/drawing/2014/main" id="{A72549C3-96EC-2E4A-8E93-BC2D7DC5EF9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kumimoji="1" lang="zh-CN" altLang="en-US"/>
              <a:t>有问题</a:t>
            </a:r>
          </a:p>
        </p:txBody>
      </p:sp>
      <p:sp>
        <p:nvSpPr>
          <p:cNvPr id="129027" name="灯片编号占位符 3">
            <a:extLst>
              <a:ext uri="{FF2B5EF4-FFF2-40B4-BE49-F238E27FC236}">
                <a16:creationId xmlns:a16="http://schemas.microsoft.com/office/drawing/2014/main" id="{CC8A8013-C1BC-2842-ABC0-943A0E8A9AA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fld id="{57192864-E9E0-D64F-B704-AAB9BD2E86E8}" type="slidenum">
              <a:rPr lang="zh-CN" altLang="en-US" sz="1200" b="0" smtClean="0">
                <a:solidFill>
                  <a:schemeClr val="tx1"/>
                </a:solidFill>
                <a:latin typeface="Times New Roman" panose="02020603050405020304" pitchFamily="18" charset="0"/>
                <a:ea typeface="宋体" panose="02010600030101010101" pitchFamily="2" charset="-122"/>
              </a:rPr>
              <a:pPr/>
              <a:t>118</a:t>
            </a:fld>
            <a:endParaRPr lang="en-US" altLang="zh-CN" sz="1200" b="0">
              <a:solidFill>
                <a:schemeClr val="tx1"/>
              </a:solidFill>
              <a:latin typeface="Times New Roman" panose="02020603050405020304" pitchFamily="18" charset="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oleObject" Target="../embeddings/oleObject1.bin"/><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aphicFrame>
        <p:nvGraphicFramePr>
          <p:cNvPr id="4" name="Base" hidden="1">
            <a:extLst>
              <a:ext uri="{FF2B5EF4-FFF2-40B4-BE49-F238E27FC236}">
                <a16:creationId xmlns:a16="http://schemas.microsoft.com/office/drawing/2014/main" id="{CCBAF64E-B94F-3A42-90B2-B9176431B337}"/>
              </a:ext>
            </a:extLst>
          </p:cNvPr>
          <p:cNvGraphicFramePr>
            <a:graphicFrameLocks/>
          </p:cNvGraphicFramePr>
          <p:nvPr/>
        </p:nvGraphicFramePr>
        <p:xfrm>
          <a:off x="1524000" y="1397000"/>
          <a:ext cx="6096000" cy="4064000"/>
        </p:xfrm>
        <a:graphic>
          <a:graphicData uri="http://schemas.openxmlformats.org/presentationml/2006/ole">
            <mc:AlternateContent xmlns:mc="http://schemas.openxmlformats.org/markup-compatibility/2006">
              <mc:Choice xmlns:v="urn:schemas-microsoft-com:vml" Requires="v">
                <p:oleObj r:id="rId2" imgW="0" imgH="0" progId="PowerPoint.Show.8">
                  <p:embed/>
                </p:oleObj>
              </mc:Choice>
              <mc:Fallback>
                <p:oleObj r:id="rId2" imgW="0" imgH="0" progId="PowerPoint.Show.8">
                  <p:embed/>
                  <p:pic>
                    <p:nvPicPr>
                      <p:cNvPr id="148482" name="Base" hidden="1">
                        <a:extLst>
                          <a:ext uri="{FF2B5EF4-FFF2-40B4-BE49-F238E27FC236}">
                            <a16:creationId xmlns:a16="http://schemas.microsoft.com/office/drawing/2014/main" id="{24788C34-8078-B74B-B96E-FA907BB4EF3C}"/>
                          </a:ext>
                        </a:extLst>
                      </p:cNvPr>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1524000" y="1397000"/>
                        <a:ext cx="6096000" cy="40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79554" name="Rectangle 2"/>
          <p:cNvSpPr>
            <a:spLocks noGrp="1" noChangeArrowheads="1"/>
          </p:cNvSpPr>
          <p:nvPr>
            <p:ph type="ctrTitle"/>
          </p:nvPr>
        </p:nvSpPr>
        <p:spPr bwMode="auto">
          <a:xfrm>
            <a:off x="685800" y="2130425"/>
            <a:ext cx="7772400" cy="1409700"/>
          </a:xfrm>
          <a:prstGeom prst="rect">
            <a:avLst/>
          </a:prstGeom>
          <a:noFill/>
          <a:ln algn="ctr">
            <a:miter lim="800000"/>
          </a:ln>
        </p:spPr>
        <p:txBody>
          <a:bodyPr vert="horz" wrap="square" lIns="91440" tIns="45720" rIns="91440" bIns="45720" numCol="1" anchor="t" anchorCtr="0" compatLnSpc="1">
            <a:spAutoFit/>
          </a:bodyPr>
          <a:lstStyle>
            <a:lvl1pPr algn="ctr">
              <a:defRPr/>
            </a:lvl1pPr>
          </a:lstStyle>
          <a:p>
            <a:r>
              <a:rPr lang="en-US" altLang="zh-CN" noProof="1"/>
              <a:t>Click to edit Master title style</a:t>
            </a:r>
          </a:p>
        </p:txBody>
      </p:sp>
      <p:sp>
        <p:nvSpPr>
          <p:cNvPr id="279555" name="Rectangle 3"/>
          <p:cNvSpPr>
            <a:spLocks noGrp="1" noChangeArrowheads="1"/>
          </p:cNvSpPr>
          <p:nvPr>
            <p:ph type="subTitle" idx="1"/>
          </p:nvPr>
        </p:nvSpPr>
        <p:spPr bwMode="auto">
          <a:xfrm>
            <a:off x="1371600" y="3886200"/>
            <a:ext cx="6400800" cy="968375"/>
          </a:xfrm>
          <a:prstGeom prst="rect">
            <a:avLst/>
          </a:prstGeom>
          <a:noFill/>
          <a:ln algn="ctr">
            <a:miter lim="800000"/>
          </a:ln>
        </p:spPr>
        <p:txBody>
          <a:bodyPr vert="horz" wrap="square" lIns="91440" tIns="45720" rIns="91440" bIns="45720" numCol="1" anchor="t" anchorCtr="0" compatLnSpc="1">
            <a:spAutoFit/>
          </a:bodyPr>
          <a:lstStyle>
            <a:lvl1pPr marL="0" indent="0" algn="ctr">
              <a:buFont typeface="Wingdings" panose="05000000000000000000" pitchFamily="2" charset="2"/>
              <a:buNone/>
              <a:defRPr/>
            </a:lvl1pPr>
          </a:lstStyle>
          <a:p>
            <a:r>
              <a:rPr lang="en-US" altLang="zh-CN" noProof="1"/>
              <a:t>Click to edit Master subtitle style</a:t>
            </a:r>
          </a:p>
        </p:txBody>
      </p:sp>
    </p:spTree>
    <p:extLst>
      <p:ext uri="{BB962C8B-B14F-4D97-AF65-F5344CB8AC3E}">
        <p14:creationId xmlns:p14="http://schemas.microsoft.com/office/powerpoint/2010/main" val="41030683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a:t>单击此处编辑母版标题样式</a:t>
            </a:r>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8828877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Tree>
    <p:extLst>
      <p:ext uri="{BB962C8B-B14F-4D97-AF65-F5344CB8AC3E}">
        <p14:creationId xmlns:p14="http://schemas.microsoft.com/office/powerpoint/2010/main" val="23313629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a:t>单击此处编辑母版标题样式</a:t>
            </a:r>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6945641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39932099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a:t>单击此处编辑母版标题样式</a:t>
            </a:r>
          </a:p>
        </p:txBody>
      </p:sp>
    </p:spTree>
    <p:extLst>
      <p:ext uri="{BB962C8B-B14F-4D97-AF65-F5344CB8AC3E}">
        <p14:creationId xmlns:p14="http://schemas.microsoft.com/office/powerpoint/2010/main" val="7514373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9704359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Tree>
    <p:extLst>
      <p:ext uri="{BB962C8B-B14F-4D97-AF65-F5344CB8AC3E}">
        <p14:creationId xmlns:p14="http://schemas.microsoft.com/office/powerpoint/2010/main" val="35406886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Tree>
    <p:extLst>
      <p:ext uri="{BB962C8B-B14F-4D97-AF65-F5344CB8AC3E}">
        <p14:creationId xmlns:p14="http://schemas.microsoft.com/office/powerpoint/2010/main" val="21673454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a:t>单击此处编辑母版标题样式</a:t>
            </a:r>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27335992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33093295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a:prstGeom prst="rect">
            <a:avLst/>
          </a:prstGeo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27593619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tx1"/>
        </a:solidFill>
        <a:effectLst/>
      </p:bgPr>
    </p:bg>
    <p:spTree>
      <p:nvGrpSpPr>
        <p:cNvPr id="1" name=""/>
        <p:cNvGrpSpPr/>
        <p:nvPr/>
      </p:nvGrpSpPr>
      <p:grpSpPr>
        <a:xfrm>
          <a:off x="0" y="0"/>
          <a:ext cx="0" cy="0"/>
          <a:chOff x="0" y="0"/>
          <a:chExt cx="0" cy="0"/>
        </a:xfrm>
      </p:grpSpPr>
      <p:sp>
        <p:nvSpPr>
          <p:cNvPr id="1027" name="Text Box 1026">
            <a:extLst>
              <a:ext uri="{FF2B5EF4-FFF2-40B4-BE49-F238E27FC236}">
                <a16:creationId xmlns:a16="http://schemas.microsoft.com/office/drawing/2014/main" id="{5D36DFC6-C4CF-EE4E-8A01-512BFB1058AA}"/>
              </a:ext>
            </a:extLst>
          </p:cNvPr>
          <p:cNvSpPr txBox="1">
            <a:spLocks noChangeArrowheads="1"/>
          </p:cNvSpPr>
          <p:nvPr/>
        </p:nvSpPr>
        <p:spPr bwMode="auto">
          <a:xfrm>
            <a:off x="7715250" y="6332538"/>
            <a:ext cx="895350" cy="519112"/>
          </a:xfrm>
          <a:prstGeom prst="rect">
            <a:avLst/>
          </a:prstGeom>
          <a:noFill/>
          <a:ln>
            <a:noFill/>
          </a:ln>
        </p:spPr>
        <p:txBody>
          <a:bodyPr wrap="none">
            <a:spAutoFit/>
          </a:bodyPr>
          <a:lstStyle>
            <a:lvl1pPr>
              <a:lnSpc>
                <a:spcPct val="90000"/>
              </a:lnSpc>
              <a:defRPr kumimoji="1" sz="4800" b="1">
                <a:solidFill>
                  <a:srgbClr val="FF0000"/>
                </a:solidFill>
                <a:latin typeface="隶书" pitchFamily="49" charset="-122"/>
                <a:ea typeface="隶书" pitchFamily="49" charset="-122"/>
              </a:defRPr>
            </a:lvl1pPr>
            <a:lvl2pPr marL="742950" indent="-285750">
              <a:lnSpc>
                <a:spcPct val="90000"/>
              </a:lnSpc>
              <a:defRPr kumimoji="1" sz="4800" b="1">
                <a:solidFill>
                  <a:srgbClr val="FF0000"/>
                </a:solidFill>
                <a:latin typeface="隶书" pitchFamily="49" charset="-122"/>
                <a:ea typeface="隶书" pitchFamily="49" charset="-122"/>
              </a:defRPr>
            </a:lvl2pPr>
            <a:lvl3pPr marL="1143000" indent="-228600">
              <a:lnSpc>
                <a:spcPct val="90000"/>
              </a:lnSpc>
              <a:defRPr kumimoji="1" sz="4800" b="1">
                <a:solidFill>
                  <a:srgbClr val="FF0000"/>
                </a:solidFill>
                <a:latin typeface="隶书" pitchFamily="49" charset="-122"/>
                <a:ea typeface="隶书" pitchFamily="49" charset="-122"/>
              </a:defRPr>
            </a:lvl3pPr>
            <a:lvl4pPr marL="1600200" indent="-228600">
              <a:lnSpc>
                <a:spcPct val="90000"/>
              </a:lnSpc>
              <a:defRPr kumimoji="1" sz="4800" b="1">
                <a:solidFill>
                  <a:srgbClr val="FF0000"/>
                </a:solidFill>
                <a:latin typeface="隶书" pitchFamily="49" charset="-122"/>
                <a:ea typeface="隶书" pitchFamily="49" charset="-122"/>
              </a:defRPr>
            </a:lvl4pPr>
            <a:lvl5pPr marL="2057400" indent="-228600">
              <a:lnSpc>
                <a:spcPct val="90000"/>
              </a:lnSpc>
              <a:defRPr kumimoji="1" sz="4800" b="1">
                <a:solidFill>
                  <a:srgbClr val="FF0000"/>
                </a:solidFill>
                <a:latin typeface="隶书" pitchFamily="49" charset="-122"/>
                <a:ea typeface="隶书" pitchFamily="49" charset="-122"/>
              </a:defRPr>
            </a:lvl5pPr>
            <a:lvl6pPr marL="2514600" indent="-228600" eaLnBrk="0" fontAlgn="base" hangingPunct="0">
              <a:lnSpc>
                <a:spcPct val="90000"/>
              </a:lnSpc>
              <a:spcBef>
                <a:spcPct val="0"/>
              </a:spcBef>
              <a:spcAft>
                <a:spcPct val="0"/>
              </a:spcAft>
              <a:defRPr kumimoji="1" sz="4800" b="1">
                <a:solidFill>
                  <a:srgbClr val="FF0000"/>
                </a:solidFill>
                <a:latin typeface="隶书" pitchFamily="49" charset="-122"/>
                <a:ea typeface="隶书" pitchFamily="49" charset="-122"/>
              </a:defRPr>
            </a:lvl6pPr>
            <a:lvl7pPr marL="2971800" indent="-228600" eaLnBrk="0" fontAlgn="base" hangingPunct="0">
              <a:lnSpc>
                <a:spcPct val="90000"/>
              </a:lnSpc>
              <a:spcBef>
                <a:spcPct val="0"/>
              </a:spcBef>
              <a:spcAft>
                <a:spcPct val="0"/>
              </a:spcAft>
              <a:defRPr kumimoji="1" sz="4800" b="1">
                <a:solidFill>
                  <a:srgbClr val="FF0000"/>
                </a:solidFill>
                <a:latin typeface="隶书" pitchFamily="49" charset="-122"/>
                <a:ea typeface="隶书" pitchFamily="49" charset="-122"/>
              </a:defRPr>
            </a:lvl7pPr>
            <a:lvl8pPr marL="3429000" indent="-228600" eaLnBrk="0" fontAlgn="base" hangingPunct="0">
              <a:lnSpc>
                <a:spcPct val="90000"/>
              </a:lnSpc>
              <a:spcBef>
                <a:spcPct val="0"/>
              </a:spcBef>
              <a:spcAft>
                <a:spcPct val="0"/>
              </a:spcAft>
              <a:defRPr kumimoji="1" sz="4800" b="1">
                <a:solidFill>
                  <a:srgbClr val="FF0000"/>
                </a:solidFill>
                <a:latin typeface="隶书" pitchFamily="49" charset="-122"/>
                <a:ea typeface="隶书" pitchFamily="49" charset="-122"/>
              </a:defRPr>
            </a:lvl8pPr>
            <a:lvl9pPr marL="3886200" indent="-228600" eaLnBrk="0" fontAlgn="base" hangingPunct="0">
              <a:lnSpc>
                <a:spcPct val="90000"/>
              </a:lnSpc>
              <a:spcBef>
                <a:spcPct val="0"/>
              </a:spcBef>
              <a:spcAft>
                <a:spcPct val="0"/>
              </a:spcAft>
              <a:defRPr kumimoji="1" sz="4800" b="1">
                <a:solidFill>
                  <a:srgbClr val="FF0000"/>
                </a:solidFill>
                <a:latin typeface="隶书" pitchFamily="49" charset="-122"/>
                <a:ea typeface="隶书" pitchFamily="49" charset="-122"/>
              </a:defRPr>
            </a:lvl9pPr>
          </a:lstStyle>
          <a:p>
            <a:pPr eaLnBrk="1" hangingPunct="1">
              <a:lnSpc>
                <a:spcPct val="100000"/>
              </a:lnSpc>
              <a:defRPr/>
            </a:pPr>
            <a:r>
              <a:rPr kumimoji="0" lang="zh-CN" altLang="en-US" sz="2800">
                <a:solidFill>
                  <a:schemeClr val="tx2"/>
                </a:solidFill>
                <a:latin typeface="Arial" panose="020B0604020202020204" pitchFamily="34" charset="0"/>
                <a:ea typeface="华文新魏" pitchFamily="2" charset="-122"/>
              </a:rPr>
              <a:t>方勇</a:t>
            </a:r>
          </a:p>
        </p:txBody>
      </p:sp>
      <p:pic>
        <p:nvPicPr>
          <p:cNvPr id="5" name="图片 4">
            <a:extLst>
              <a:ext uri="{FF2B5EF4-FFF2-40B4-BE49-F238E27FC236}">
                <a16:creationId xmlns:a16="http://schemas.microsoft.com/office/drawing/2014/main" id="{D43BAECE-A779-6361-8D30-6C9F1CE04819}"/>
              </a:ext>
            </a:extLst>
          </p:cNvPr>
          <p:cNvPicPr>
            <a:picLocks noChangeAspect="1"/>
          </p:cNvPicPr>
          <p:nvPr userDrawn="1"/>
        </p:nvPicPr>
        <p:blipFill>
          <a:blip r:embed="rId14"/>
          <a:stretch>
            <a:fillRect/>
          </a:stretch>
        </p:blipFill>
        <p:spPr>
          <a:xfrm>
            <a:off x="0" y="-7352"/>
            <a:ext cx="9144000" cy="6859001"/>
          </a:xfrm>
          <a:prstGeom prst="rect">
            <a:avLst/>
          </a:prstGeom>
        </p:spPr>
      </p:pic>
    </p:spTree>
  </p:cSld>
  <p:clrMap bg1="dk2" tx1="lt1" bg2="dk1" tx2="lt2" accent1="accent1" accent2="accent2" accent3="accent3" accent4="accent4" accent5="accent5" accent6="accent6" hlink="hlink" folHlink="folHlink"/>
  <p:sldLayoutIdLst>
    <p:sldLayoutId id="2147483876" r:id="rId1"/>
    <p:sldLayoutId id="2147483865" r:id="rId2"/>
    <p:sldLayoutId id="2147483866" r:id="rId3"/>
    <p:sldLayoutId id="2147483867" r:id="rId4"/>
    <p:sldLayoutId id="2147483868" r:id="rId5"/>
    <p:sldLayoutId id="2147483869" r:id="rId6"/>
    <p:sldLayoutId id="2147483870" r:id="rId7"/>
    <p:sldLayoutId id="2147483871" r:id="rId8"/>
    <p:sldLayoutId id="2147483872" r:id="rId9"/>
    <p:sldLayoutId id="2147483873" r:id="rId10"/>
    <p:sldLayoutId id="2147483874" r:id="rId11"/>
    <p:sldLayoutId id="2147483875" r:id="rId12"/>
  </p:sldLayoutIdLst>
  <p:txStyles>
    <p:titleStyle>
      <a:lvl1pPr algn="l" rtl="0" eaLnBrk="0" fontAlgn="base" hangingPunct="0">
        <a:lnSpc>
          <a:spcPct val="90000"/>
        </a:lnSpc>
        <a:spcBef>
          <a:spcPct val="0"/>
        </a:spcBef>
        <a:spcAft>
          <a:spcPct val="0"/>
        </a:spcAft>
        <a:defRPr sz="4800" b="1">
          <a:solidFill>
            <a:schemeClr val="tx2"/>
          </a:solidFill>
          <a:effectLst>
            <a:outerShdw blurRad="38100" dist="38100" dir="2700000" algn="tl">
              <a:srgbClr val="C0C0C0"/>
            </a:outerShdw>
          </a:effectLst>
          <a:latin typeface="+mj-lt"/>
          <a:ea typeface="Arial" panose="020B0604020202020204" pitchFamily="34" charset="0"/>
          <a:cs typeface="+mj-cs"/>
        </a:defRPr>
      </a:lvl1pPr>
      <a:lvl2pPr algn="l" rtl="0" eaLnBrk="0" fontAlgn="base" hangingPunct="0">
        <a:lnSpc>
          <a:spcPct val="90000"/>
        </a:lnSpc>
        <a:spcBef>
          <a:spcPct val="0"/>
        </a:spcBef>
        <a:spcAft>
          <a:spcPct val="0"/>
        </a:spcAft>
        <a:defRPr sz="4800" b="1">
          <a:solidFill>
            <a:schemeClr val="tx2"/>
          </a:solidFill>
          <a:effectLst>
            <a:outerShdw blurRad="38100" dist="38100" dir="2700000" algn="tl">
              <a:srgbClr val="C0C0C0"/>
            </a:outerShdw>
          </a:effectLst>
          <a:latin typeface="Arial" panose="020B0604020202020204" pitchFamily="34" charset="0"/>
          <a:cs typeface="Arial" panose="020B0604020202020204" pitchFamily="34" charset="0"/>
        </a:defRPr>
      </a:lvl2pPr>
      <a:lvl3pPr algn="l" rtl="0" eaLnBrk="0" fontAlgn="base" hangingPunct="0">
        <a:lnSpc>
          <a:spcPct val="90000"/>
        </a:lnSpc>
        <a:spcBef>
          <a:spcPct val="0"/>
        </a:spcBef>
        <a:spcAft>
          <a:spcPct val="0"/>
        </a:spcAft>
        <a:defRPr sz="4800" b="1">
          <a:solidFill>
            <a:schemeClr val="tx2"/>
          </a:solidFill>
          <a:effectLst>
            <a:outerShdw blurRad="38100" dist="38100" dir="2700000" algn="tl">
              <a:srgbClr val="C0C0C0"/>
            </a:outerShdw>
          </a:effectLst>
          <a:latin typeface="Arial" panose="020B0604020202020204" pitchFamily="34" charset="0"/>
          <a:cs typeface="Arial" panose="020B0604020202020204" pitchFamily="34" charset="0"/>
        </a:defRPr>
      </a:lvl3pPr>
      <a:lvl4pPr algn="l" rtl="0" eaLnBrk="0" fontAlgn="base" hangingPunct="0">
        <a:lnSpc>
          <a:spcPct val="90000"/>
        </a:lnSpc>
        <a:spcBef>
          <a:spcPct val="0"/>
        </a:spcBef>
        <a:spcAft>
          <a:spcPct val="0"/>
        </a:spcAft>
        <a:defRPr sz="4800" b="1">
          <a:solidFill>
            <a:schemeClr val="tx2"/>
          </a:solidFill>
          <a:effectLst>
            <a:outerShdw blurRad="38100" dist="38100" dir="2700000" algn="tl">
              <a:srgbClr val="C0C0C0"/>
            </a:outerShdw>
          </a:effectLst>
          <a:latin typeface="Arial" panose="020B0604020202020204" pitchFamily="34" charset="0"/>
          <a:cs typeface="Arial" panose="020B0604020202020204" pitchFamily="34" charset="0"/>
        </a:defRPr>
      </a:lvl4pPr>
      <a:lvl5pPr algn="l" rtl="0" eaLnBrk="0" fontAlgn="base" hangingPunct="0">
        <a:lnSpc>
          <a:spcPct val="90000"/>
        </a:lnSpc>
        <a:spcBef>
          <a:spcPct val="0"/>
        </a:spcBef>
        <a:spcAft>
          <a:spcPct val="0"/>
        </a:spcAft>
        <a:defRPr sz="4800" b="1">
          <a:solidFill>
            <a:schemeClr val="tx2"/>
          </a:solidFill>
          <a:effectLst>
            <a:outerShdw blurRad="38100" dist="38100" dir="2700000" algn="tl">
              <a:srgbClr val="C0C0C0"/>
            </a:outerShdw>
          </a:effectLst>
          <a:latin typeface="Arial" panose="020B0604020202020204" pitchFamily="34" charset="0"/>
          <a:cs typeface="Arial" panose="020B0604020202020204" pitchFamily="34" charset="0"/>
        </a:defRPr>
      </a:lvl5pPr>
      <a:lvl6pPr marL="457200" algn="l" rtl="0" fontAlgn="base">
        <a:lnSpc>
          <a:spcPct val="90000"/>
        </a:lnSpc>
        <a:spcBef>
          <a:spcPct val="0"/>
        </a:spcBef>
        <a:spcAft>
          <a:spcPct val="0"/>
        </a:spcAft>
        <a:defRPr sz="4800" b="1">
          <a:solidFill>
            <a:schemeClr val="tx2"/>
          </a:solidFill>
          <a:effectLst>
            <a:outerShdw blurRad="38100" dist="38100" dir="2700000" algn="tl">
              <a:srgbClr val="C0C0C0"/>
            </a:outerShdw>
          </a:effectLst>
          <a:latin typeface="Arial" panose="020B0604020202020204" pitchFamily="34" charset="0"/>
          <a:cs typeface="Arial" panose="020B0604020202020204" pitchFamily="34" charset="0"/>
        </a:defRPr>
      </a:lvl6pPr>
      <a:lvl7pPr marL="914400" algn="l" rtl="0" fontAlgn="base">
        <a:lnSpc>
          <a:spcPct val="90000"/>
        </a:lnSpc>
        <a:spcBef>
          <a:spcPct val="0"/>
        </a:spcBef>
        <a:spcAft>
          <a:spcPct val="0"/>
        </a:spcAft>
        <a:defRPr sz="4800" b="1">
          <a:solidFill>
            <a:schemeClr val="tx2"/>
          </a:solidFill>
          <a:effectLst>
            <a:outerShdw blurRad="38100" dist="38100" dir="2700000" algn="tl">
              <a:srgbClr val="C0C0C0"/>
            </a:outerShdw>
          </a:effectLst>
          <a:latin typeface="Arial" panose="020B0604020202020204" pitchFamily="34" charset="0"/>
          <a:cs typeface="Arial" panose="020B0604020202020204" pitchFamily="34" charset="0"/>
        </a:defRPr>
      </a:lvl7pPr>
      <a:lvl8pPr marL="1371600" algn="l" rtl="0" fontAlgn="base">
        <a:lnSpc>
          <a:spcPct val="90000"/>
        </a:lnSpc>
        <a:spcBef>
          <a:spcPct val="0"/>
        </a:spcBef>
        <a:spcAft>
          <a:spcPct val="0"/>
        </a:spcAft>
        <a:defRPr sz="4800" b="1">
          <a:solidFill>
            <a:schemeClr val="tx2"/>
          </a:solidFill>
          <a:effectLst>
            <a:outerShdw blurRad="38100" dist="38100" dir="2700000" algn="tl">
              <a:srgbClr val="C0C0C0"/>
            </a:outerShdw>
          </a:effectLst>
          <a:latin typeface="Arial" panose="020B0604020202020204" pitchFamily="34" charset="0"/>
          <a:cs typeface="Arial" panose="020B0604020202020204" pitchFamily="34" charset="0"/>
        </a:defRPr>
      </a:lvl8pPr>
      <a:lvl9pPr marL="1828800" algn="l" rtl="0" fontAlgn="base">
        <a:lnSpc>
          <a:spcPct val="90000"/>
        </a:lnSpc>
        <a:spcBef>
          <a:spcPct val="0"/>
        </a:spcBef>
        <a:spcAft>
          <a:spcPct val="0"/>
        </a:spcAft>
        <a:defRPr sz="4800" b="1">
          <a:solidFill>
            <a:schemeClr val="tx2"/>
          </a:solidFill>
          <a:effectLst>
            <a:outerShdw blurRad="38100" dist="38100" dir="2700000" algn="tl">
              <a:srgbClr val="C0C0C0"/>
            </a:outerShdw>
          </a:effectLst>
          <a:latin typeface="Arial" panose="020B0604020202020204" pitchFamily="34" charset="0"/>
          <a:cs typeface="Arial" panose="020B0604020202020204" pitchFamily="34" charset="0"/>
        </a:defRPr>
      </a:lvl9pPr>
    </p:titleStyle>
    <p:bodyStyle>
      <a:lvl1pPr marL="571500" indent="-571500" algn="l" rtl="0" eaLnBrk="0" fontAlgn="base" hangingPunct="0">
        <a:lnSpc>
          <a:spcPct val="90000"/>
        </a:lnSpc>
        <a:spcBef>
          <a:spcPct val="30000"/>
        </a:spcBef>
        <a:spcAft>
          <a:spcPct val="0"/>
        </a:spcAft>
        <a:buClr>
          <a:schemeClr val="tx2"/>
        </a:buClr>
        <a:buSzPct val="75000"/>
        <a:buFont typeface="Wingdings" pitchFamily="2" charset="2"/>
        <a:buChar char="l"/>
        <a:defRPr sz="3200" b="1">
          <a:solidFill>
            <a:schemeClr val="tx1"/>
          </a:solidFill>
          <a:effectLst>
            <a:outerShdw blurRad="38100" dist="38100" dir="2700000" algn="tl">
              <a:srgbClr val="C0C0C0"/>
            </a:outerShdw>
          </a:effectLst>
          <a:latin typeface="+mn-lt"/>
          <a:ea typeface="Arial" panose="020B0604020202020204" pitchFamily="34" charset="0"/>
          <a:cs typeface="+mn-cs"/>
        </a:defRPr>
      </a:lvl1pPr>
      <a:lvl2pPr marL="1028700" indent="-455613" algn="l" rtl="0" eaLnBrk="0" fontAlgn="base" hangingPunct="0">
        <a:lnSpc>
          <a:spcPct val="90000"/>
        </a:lnSpc>
        <a:spcBef>
          <a:spcPct val="30000"/>
        </a:spcBef>
        <a:spcAft>
          <a:spcPct val="0"/>
        </a:spcAft>
        <a:buClr>
          <a:schemeClr val="tx2"/>
        </a:buClr>
        <a:buSzPct val="75000"/>
        <a:buFont typeface="Wingdings" pitchFamily="2" charset="2"/>
        <a:buChar char="Ø"/>
        <a:defRPr sz="2800" b="1">
          <a:solidFill>
            <a:schemeClr val="tx1"/>
          </a:solidFill>
          <a:effectLst>
            <a:outerShdw blurRad="38100" dist="38100" dir="2700000" algn="tl">
              <a:srgbClr val="C0C0C0"/>
            </a:outerShdw>
          </a:effectLst>
          <a:latin typeface="+mn-lt"/>
          <a:cs typeface="+mn-cs"/>
        </a:defRPr>
      </a:lvl2pPr>
      <a:lvl3pPr marL="1428750" indent="-398463" algn="l" rtl="0" eaLnBrk="0" fontAlgn="base" hangingPunct="0">
        <a:lnSpc>
          <a:spcPct val="90000"/>
        </a:lnSpc>
        <a:spcBef>
          <a:spcPct val="30000"/>
        </a:spcBef>
        <a:spcAft>
          <a:spcPct val="0"/>
        </a:spcAft>
        <a:buClr>
          <a:schemeClr val="tx2"/>
        </a:buClr>
        <a:buSzPct val="75000"/>
        <a:buFont typeface="Wingdings" pitchFamily="2" charset="2"/>
        <a:buChar char="§"/>
        <a:defRPr sz="2400" b="1">
          <a:solidFill>
            <a:schemeClr val="tx1"/>
          </a:solidFill>
          <a:effectLst>
            <a:outerShdw blurRad="38100" dist="38100" dir="2700000" algn="tl">
              <a:srgbClr val="C0C0C0"/>
            </a:outerShdw>
          </a:effectLst>
          <a:latin typeface="+mn-lt"/>
          <a:cs typeface="+mn-cs"/>
        </a:defRPr>
      </a:lvl3pPr>
      <a:lvl4pPr marL="1828800" indent="-398463" algn="l" rtl="0" eaLnBrk="0" fontAlgn="base" hangingPunct="0">
        <a:lnSpc>
          <a:spcPct val="90000"/>
        </a:lnSpc>
        <a:spcBef>
          <a:spcPct val="30000"/>
        </a:spcBef>
        <a:spcAft>
          <a:spcPct val="0"/>
        </a:spcAft>
        <a:buClr>
          <a:schemeClr val="tx2"/>
        </a:buClr>
        <a:buSzPct val="75000"/>
        <a:buFont typeface="Wingdings" pitchFamily="2" charset="2"/>
        <a:buChar char="§"/>
        <a:defRPr sz="2000" b="1">
          <a:solidFill>
            <a:schemeClr val="tx1"/>
          </a:solidFill>
          <a:effectLst>
            <a:outerShdw blurRad="38100" dist="38100" dir="2700000" algn="tl">
              <a:srgbClr val="C0C0C0"/>
            </a:outerShdw>
          </a:effectLst>
          <a:latin typeface="+mn-lt"/>
          <a:cs typeface="+mn-cs"/>
        </a:defRPr>
      </a:lvl4pPr>
      <a:lvl5pPr marL="2227263" indent="-396875" algn="l" rtl="0" eaLnBrk="0" fontAlgn="base" hangingPunct="0">
        <a:lnSpc>
          <a:spcPct val="90000"/>
        </a:lnSpc>
        <a:spcBef>
          <a:spcPct val="30000"/>
        </a:spcBef>
        <a:spcAft>
          <a:spcPct val="0"/>
        </a:spcAft>
        <a:buClr>
          <a:schemeClr val="tx2"/>
        </a:buClr>
        <a:buSzPct val="75000"/>
        <a:buFont typeface="Wingdings" pitchFamily="2" charset="2"/>
        <a:buChar char="§"/>
        <a:defRPr sz="2000" b="1">
          <a:solidFill>
            <a:schemeClr val="tx1"/>
          </a:solidFill>
          <a:effectLst>
            <a:outerShdw blurRad="38100" dist="38100" dir="2700000" algn="tl">
              <a:srgbClr val="C0C0C0"/>
            </a:outerShdw>
          </a:effectLst>
          <a:latin typeface="+mn-lt"/>
          <a:cs typeface="+mn-cs"/>
        </a:defRPr>
      </a:lvl5pPr>
      <a:lvl6pPr marL="2684780" indent="-396875" algn="l" rtl="0" fontAlgn="base">
        <a:lnSpc>
          <a:spcPct val="90000"/>
        </a:lnSpc>
        <a:spcBef>
          <a:spcPct val="30000"/>
        </a:spcBef>
        <a:spcAft>
          <a:spcPct val="0"/>
        </a:spcAft>
        <a:buClr>
          <a:schemeClr val="tx2"/>
        </a:buClr>
        <a:buSzPct val="75000"/>
        <a:buFont typeface="Wingdings" panose="05000000000000000000" pitchFamily="2" charset="2"/>
        <a:buChar char="§"/>
        <a:defRPr sz="2000" b="1">
          <a:solidFill>
            <a:schemeClr val="tx1"/>
          </a:solidFill>
          <a:effectLst>
            <a:outerShdw blurRad="38100" dist="38100" dir="2700000" algn="tl">
              <a:srgbClr val="C0C0C0"/>
            </a:outerShdw>
          </a:effectLst>
          <a:latin typeface="+mn-lt"/>
          <a:cs typeface="+mn-cs"/>
        </a:defRPr>
      </a:lvl6pPr>
      <a:lvl7pPr marL="3141980" indent="-396875" algn="l" rtl="0" fontAlgn="base">
        <a:lnSpc>
          <a:spcPct val="90000"/>
        </a:lnSpc>
        <a:spcBef>
          <a:spcPct val="30000"/>
        </a:spcBef>
        <a:spcAft>
          <a:spcPct val="0"/>
        </a:spcAft>
        <a:buClr>
          <a:schemeClr val="tx2"/>
        </a:buClr>
        <a:buSzPct val="75000"/>
        <a:buFont typeface="Wingdings" panose="05000000000000000000" pitchFamily="2" charset="2"/>
        <a:buChar char="§"/>
        <a:defRPr sz="2000" b="1">
          <a:solidFill>
            <a:schemeClr val="tx1"/>
          </a:solidFill>
          <a:effectLst>
            <a:outerShdw blurRad="38100" dist="38100" dir="2700000" algn="tl">
              <a:srgbClr val="C0C0C0"/>
            </a:outerShdw>
          </a:effectLst>
          <a:latin typeface="+mn-lt"/>
          <a:cs typeface="+mn-cs"/>
        </a:defRPr>
      </a:lvl7pPr>
      <a:lvl8pPr marL="3599180" indent="-396875" algn="l" rtl="0" fontAlgn="base">
        <a:lnSpc>
          <a:spcPct val="90000"/>
        </a:lnSpc>
        <a:spcBef>
          <a:spcPct val="30000"/>
        </a:spcBef>
        <a:spcAft>
          <a:spcPct val="0"/>
        </a:spcAft>
        <a:buClr>
          <a:schemeClr val="tx2"/>
        </a:buClr>
        <a:buSzPct val="75000"/>
        <a:buFont typeface="Wingdings" panose="05000000000000000000" pitchFamily="2" charset="2"/>
        <a:buChar char="§"/>
        <a:defRPr sz="2000" b="1">
          <a:solidFill>
            <a:schemeClr val="tx1"/>
          </a:solidFill>
          <a:effectLst>
            <a:outerShdw blurRad="38100" dist="38100" dir="2700000" algn="tl">
              <a:srgbClr val="C0C0C0"/>
            </a:outerShdw>
          </a:effectLst>
          <a:latin typeface="+mn-lt"/>
          <a:cs typeface="+mn-cs"/>
        </a:defRPr>
      </a:lvl8pPr>
      <a:lvl9pPr marL="4056380" indent="-396875" algn="l" rtl="0" fontAlgn="base">
        <a:lnSpc>
          <a:spcPct val="90000"/>
        </a:lnSpc>
        <a:spcBef>
          <a:spcPct val="30000"/>
        </a:spcBef>
        <a:spcAft>
          <a:spcPct val="0"/>
        </a:spcAft>
        <a:buClr>
          <a:schemeClr val="tx2"/>
        </a:buClr>
        <a:buSzPct val="75000"/>
        <a:buFont typeface="Wingdings" panose="05000000000000000000" pitchFamily="2" charset="2"/>
        <a:buChar char="§"/>
        <a:defRPr sz="2000" b="1">
          <a:solidFill>
            <a:schemeClr val="tx1"/>
          </a:solidFill>
          <a:effectLst>
            <a:outerShdw blurRad="38100" dist="38100" dir="2700000" algn="tl">
              <a:srgbClr val="C0C0C0"/>
            </a:outerShdw>
          </a:effectLst>
          <a:latin typeface="+mn-lt"/>
          <a:cs typeface="+mn-cs"/>
        </a:defRPr>
      </a:lvl9pPr>
    </p:bodyStyle>
    <p:otherStyle>
      <a:defPPr>
        <a:defRPr lang="zh-CN"/>
      </a:defPPr>
      <a:lvl1pPr marL="0" algn="l" defTabSz="914400" rtl="0" eaLnBrk="1" latinLnBrk="0" hangingPunct="1">
        <a:defRPr sz="1800" kern="1200">
          <a:solidFill>
            <a:schemeClr val="tx1"/>
          </a:solidFill>
          <a:latin typeface="+mn-lt"/>
          <a:ea typeface="Arial" panose="020B0604020202020204" pitchFamily="34" charset="0"/>
          <a:cs typeface="+mn-cs"/>
        </a:defRPr>
      </a:lvl1pPr>
      <a:lvl2pPr marL="457200" algn="l" defTabSz="914400" rtl="0" eaLnBrk="1" latinLnBrk="0" hangingPunct="1">
        <a:defRPr sz="1800" kern="1200">
          <a:solidFill>
            <a:schemeClr val="tx1"/>
          </a:solidFill>
          <a:latin typeface="+mn-lt"/>
          <a:ea typeface="Arial" panose="020B0604020202020204" pitchFamily="34" charset="0"/>
          <a:cs typeface="+mn-cs"/>
        </a:defRPr>
      </a:lvl2pPr>
      <a:lvl3pPr marL="914400" algn="l" defTabSz="914400" rtl="0" eaLnBrk="1" latinLnBrk="0" hangingPunct="1">
        <a:defRPr sz="1800" kern="1200">
          <a:solidFill>
            <a:schemeClr val="tx1"/>
          </a:solidFill>
          <a:latin typeface="+mn-lt"/>
          <a:ea typeface="Arial" panose="020B0604020202020204" pitchFamily="34" charset="0"/>
          <a:cs typeface="+mn-cs"/>
        </a:defRPr>
      </a:lvl3pPr>
      <a:lvl4pPr marL="1371600" algn="l" defTabSz="914400" rtl="0" eaLnBrk="1" latinLnBrk="0" hangingPunct="1">
        <a:defRPr sz="1800" kern="1200">
          <a:solidFill>
            <a:schemeClr val="tx1"/>
          </a:solidFill>
          <a:latin typeface="+mn-lt"/>
          <a:ea typeface="Arial" panose="020B0604020202020204" pitchFamily="34" charset="0"/>
          <a:cs typeface="+mn-cs"/>
        </a:defRPr>
      </a:lvl4pPr>
      <a:lvl5pPr marL="1828800" algn="l" defTabSz="914400" rtl="0" eaLnBrk="1" latinLnBrk="0" hangingPunct="1">
        <a:defRPr sz="1800" kern="1200">
          <a:solidFill>
            <a:schemeClr val="tx1"/>
          </a:solidFill>
          <a:latin typeface="+mn-lt"/>
          <a:ea typeface="Arial" panose="020B0604020202020204" pitchFamily="34" charset="0"/>
          <a:cs typeface="+mn-cs"/>
        </a:defRPr>
      </a:lvl5pPr>
      <a:lvl6pPr marL="2286000" algn="l" defTabSz="914400" rtl="0" eaLnBrk="1" latinLnBrk="0" hangingPunct="1">
        <a:defRPr sz="1800" kern="1200">
          <a:solidFill>
            <a:schemeClr val="tx1"/>
          </a:solidFill>
          <a:latin typeface="+mn-lt"/>
          <a:ea typeface="Arial" panose="020B0604020202020204" pitchFamily="34" charset="0"/>
          <a:cs typeface="+mn-cs"/>
        </a:defRPr>
      </a:lvl6pPr>
      <a:lvl7pPr marL="2743200" algn="l" defTabSz="914400" rtl="0" eaLnBrk="1" latinLnBrk="0" hangingPunct="1">
        <a:defRPr sz="1800" kern="1200">
          <a:solidFill>
            <a:schemeClr val="tx1"/>
          </a:solidFill>
          <a:latin typeface="+mn-lt"/>
          <a:ea typeface="Arial" panose="020B0604020202020204" pitchFamily="34" charset="0"/>
          <a:cs typeface="+mn-cs"/>
        </a:defRPr>
      </a:lvl7pPr>
      <a:lvl8pPr marL="3200400" algn="l" defTabSz="914400" rtl="0" eaLnBrk="1" latinLnBrk="0" hangingPunct="1">
        <a:defRPr sz="1800" kern="1200">
          <a:solidFill>
            <a:schemeClr val="tx1"/>
          </a:solidFill>
          <a:latin typeface="+mn-lt"/>
          <a:ea typeface="Arial" panose="020B0604020202020204" pitchFamily="34" charset="0"/>
          <a:cs typeface="+mn-cs"/>
        </a:defRPr>
      </a:lvl8pPr>
      <a:lvl9pPr marL="3657600" algn="l" defTabSz="914400" rtl="0" eaLnBrk="1" latinLnBrk="0" hangingPunct="1">
        <a:defRPr sz="1800" kern="1200">
          <a:solidFill>
            <a:schemeClr val="tx1"/>
          </a:solidFill>
          <a:latin typeface="+mn-lt"/>
          <a:ea typeface="Arial" panose="020B0604020202020204" pitchFamily="34" charset="0"/>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17.png"/></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3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oleObject" Target="../embeddings/oleObject2.bin"/><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46.emf"/><Relationship Id="rId2" Type="http://schemas.openxmlformats.org/officeDocument/2006/relationships/oleObject" Target="../embeddings/oleObject3.bin"/><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7.xml"/><Relationship Id="rId4" Type="http://schemas.openxmlformats.org/officeDocument/2006/relationships/image" Target="../media/image51.png"/></Relationships>
</file>

<file path=ppt/slides/_rels/slide55.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59.jpe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61.e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62.emf"/><Relationship Id="rId2" Type="http://schemas.openxmlformats.org/officeDocument/2006/relationships/oleObject" Target="../embeddings/oleObject5.bin"/><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64.emf"/><Relationship Id="rId2" Type="http://schemas.openxmlformats.org/officeDocument/2006/relationships/oleObject" Target="../embeddings/oleObject6.bin"/><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65.jpe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66.jpe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67.emf"/><Relationship Id="rId2" Type="http://schemas.openxmlformats.org/officeDocument/2006/relationships/oleObject" Target="../embeddings/oleObject7.bin"/><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image" Target="../media/image68.emf"/><Relationship Id="rId1" Type="http://schemas.openxmlformats.org/officeDocument/2006/relationships/slideLayout" Target="../slideLayouts/slideLayout7.xml"/><Relationship Id="rId5" Type="http://schemas.openxmlformats.org/officeDocument/2006/relationships/image" Target="../media/image70.png"/><Relationship Id="rId4" Type="http://schemas.openxmlformats.org/officeDocument/2006/relationships/image" Target="../media/image69.emf"/></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2" Type="http://schemas.openxmlformats.org/officeDocument/2006/relationships/image" Target="../media/image88.gif"/><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a:extLst>
              <a:ext uri="{FF2B5EF4-FFF2-40B4-BE49-F238E27FC236}">
                <a16:creationId xmlns:a16="http://schemas.microsoft.com/office/drawing/2014/main" id="{F53E12FE-8BB9-C846-9FF1-9DA98E8AA089}"/>
              </a:ext>
            </a:extLst>
          </p:cNvPr>
          <p:cNvSpPr>
            <a:spLocks noChangeArrowheads="1"/>
          </p:cNvSpPr>
          <p:nvPr/>
        </p:nvSpPr>
        <p:spPr bwMode="auto">
          <a:xfrm>
            <a:off x="973138" y="2611438"/>
            <a:ext cx="7485062" cy="879475"/>
          </a:xfrm>
          <a:prstGeom prst="rect">
            <a:avLst/>
          </a:prstGeom>
          <a:noFill/>
          <a:ln w="9525">
            <a:noFill/>
            <a:miter lim="800000"/>
          </a:ln>
        </p:spPr>
        <p:txBody>
          <a:bodyPr>
            <a:spAutoFit/>
          </a:bodyPr>
          <a:lstStyle/>
          <a:p>
            <a:pPr algn="ctr" eaLnBrk="1" hangingPunct="1">
              <a:lnSpc>
                <a:spcPct val="120000"/>
              </a:lnSpc>
              <a:spcBef>
                <a:spcPct val="20000"/>
              </a:spcBef>
              <a:buClr>
                <a:schemeClr val="folHlink"/>
              </a:buClr>
              <a:buSzPct val="60000"/>
              <a:defRPr/>
            </a:pPr>
            <a:r>
              <a:rPr lang="zh-CN" altLang="en-US">
                <a:solidFill>
                  <a:srgbClr val="000000"/>
                </a:solidFill>
                <a:effectLst>
                  <a:outerShdw blurRad="38100" dist="38100" dir="2700000" algn="tl">
                    <a:srgbClr val="C0C0C0"/>
                  </a:outerShdw>
                </a:effectLst>
                <a:latin typeface="Tahoma" panose="020B0604030504040204" pitchFamily="34" charset="0"/>
                <a:ea typeface="黑体" panose="02010609060101010101" pitchFamily="49" charset="-122"/>
              </a:rPr>
              <a:t>网络空间安全技术</a:t>
            </a:r>
            <a:endParaRPr lang="en-US" altLang="zh-CN">
              <a:solidFill>
                <a:srgbClr val="000000"/>
              </a:solidFill>
              <a:effectLst>
                <a:outerShdw blurRad="38100" dist="38100" dir="2700000" algn="tl">
                  <a:srgbClr val="C0C0C0"/>
                </a:outerShdw>
              </a:effectLst>
              <a:latin typeface="Tahoma" panose="020B0604030504040204" pitchFamily="34" charset="0"/>
              <a:ea typeface="黑体" panose="02010609060101010101" pitchFamily="49"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84F538E-D157-9245-82D3-69024BA222B6}"/>
              </a:ext>
            </a:extLst>
          </p:cNvPr>
          <p:cNvSpPr>
            <a:spLocks noChangeArrowheads="1"/>
          </p:cNvSpPr>
          <p:nvPr/>
        </p:nvSpPr>
        <p:spPr bwMode="auto">
          <a:xfrm>
            <a:off x="838200" y="2743200"/>
            <a:ext cx="7485063" cy="830263"/>
          </a:xfrm>
          <a:prstGeom prst="rect">
            <a:avLst/>
          </a:prstGeom>
          <a:noFill/>
          <a:ln w="9525">
            <a:noFill/>
            <a:miter lim="800000"/>
          </a:ln>
        </p:spPr>
        <p:txBody>
          <a:bodyPr>
            <a:spAutoFit/>
          </a:bodyPr>
          <a:lstStyle/>
          <a:p>
            <a:pPr algn="ctr" eaLnBrk="1" hangingPunct="1">
              <a:lnSpc>
                <a:spcPct val="120000"/>
              </a:lnSpc>
              <a:spcBef>
                <a:spcPct val="20000"/>
              </a:spcBef>
              <a:buClr>
                <a:schemeClr val="folHlink"/>
              </a:buClr>
              <a:buSzPct val="60000"/>
              <a:defRPr/>
            </a:pPr>
            <a:r>
              <a:rPr lang="zh-CN" altLang="en-US" sz="4000">
                <a:solidFill>
                  <a:srgbClr val="000000"/>
                </a:solidFill>
                <a:effectLst>
                  <a:outerShdw blurRad="38100" dist="38100" dir="2700000" algn="tl">
                    <a:srgbClr val="C0C0C0"/>
                  </a:outerShdw>
                </a:effectLst>
                <a:latin typeface="Tahoma" panose="020B0604030504040204" pitchFamily="34" charset="0"/>
                <a:ea typeface="黑体" panose="02010609060101010101" pitchFamily="49" charset="-122"/>
              </a:rPr>
              <a:t>网络空间安全技术体系与技术</a:t>
            </a:r>
            <a:endParaRPr lang="en-US" altLang="zh-CN" sz="4000">
              <a:solidFill>
                <a:srgbClr val="000000"/>
              </a:solidFill>
              <a:effectLst>
                <a:outerShdw blurRad="38100" dist="38100" dir="2700000" algn="tl">
                  <a:srgbClr val="C0C0C0"/>
                </a:outerShdw>
              </a:effectLst>
              <a:latin typeface="Tahoma" panose="020B0604030504040204" pitchFamily="34" charset="0"/>
              <a:ea typeface="黑体" panose="02010609060101010101" pitchFamily="49" charset="-122"/>
            </a:endParaRPr>
          </a:p>
        </p:txBody>
      </p:sp>
      <p:sp>
        <p:nvSpPr>
          <p:cNvPr id="2" name="矩形 1">
            <a:extLst>
              <a:ext uri="{FF2B5EF4-FFF2-40B4-BE49-F238E27FC236}">
                <a16:creationId xmlns:a16="http://schemas.microsoft.com/office/drawing/2014/main" id="{F1B00F49-2918-CC42-8DB6-4298417B4783}"/>
              </a:ext>
            </a:extLst>
          </p:cNvPr>
          <p:cNvSpPr/>
          <p:nvPr/>
        </p:nvSpPr>
        <p:spPr>
          <a:xfrm>
            <a:off x="990600" y="1219200"/>
            <a:ext cx="1997075" cy="831850"/>
          </a:xfrm>
          <a:prstGeom prst="rect">
            <a:avLst/>
          </a:prstGeom>
        </p:spPr>
        <p:txBody>
          <a:bodyPr wrap="none">
            <a:spAutoFit/>
          </a:bodyPr>
          <a:lstStyle/>
          <a:p>
            <a:pPr>
              <a:defRPr/>
            </a:pPr>
            <a:r>
              <a:rPr kumimoji="1" lang="zh-CN" altLang="en-US" dirty="0">
                <a:solidFill>
                  <a:srgbClr val="000000"/>
                </a:solidFill>
                <a:effectLst>
                  <a:outerShdw blurRad="38100" dist="38100" dir="2700000" algn="tl">
                    <a:srgbClr val="000000">
                      <a:alpha val="43137"/>
                    </a:srgbClr>
                  </a:outerShdw>
                </a:effectLst>
                <a:latin typeface="Tahoma" panose="020B0604030504040204" pitchFamily="34" charset="0"/>
                <a:ea typeface="黑体" panose="02010609060101010101" pitchFamily="49" charset="-122"/>
              </a:rPr>
              <a:t>第</a:t>
            </a:r>
            <a:r>
              <a:rPr kumimoji="1" lang="en-US" altLang="zh-CN" dirty="0">
                <a:solidFill>
                  <a:srgbClr val="000000"/>
                </a:solidFill>
                <a:effectLst>
                  <a:outerShdw blurRad="38100" dist="38100" dir="2700000" algn="tl">
                    <a:srgbClr val="000000">
                      <a:alpha val="43137"/>
                    </a:srgbClr>
                  </a:outerShdw>
                </a:effectLst>
                <a:latin typeface="Tahoma" panose="020B0604030504040204" pitchFamily="34" charset="0"/>
                <a:ea typeface="黑体" panose="02010609060101010101" pitchFamily="49" charset="-122"/>
              </a:rPr>
              <a:t>4</a:t>
            </a:r>
            <a:r>
              <a:rPr kumimoji="1" lang="zh-CN" altLang="en-US" dirty="0">
                <a:solidFill>
                  <a:srgbClr val="000000"/>
                </a:solidFill>
                <a:effectLst>
                  <a:outerShdw blurRad="38100" dist="38100" dir="2700000" algn="tl">
                    <a:srgbClr val="000000">
                      <a:alpha val="43137"/>
                    </a:srgbClr>
                  </a:outerShdw>
                </a:effectLst>
                <a:latin typeface="Tahoma" panose="020B0604030504040204" pitchFamily="34" charset="0"/>
                <a:ea typeface="黑体" panose="02010609060101010101" pitchFamily="49" charset="-122"/>
              </a:rPr>
              <a:t>章 </a:t>
            </a:r>
            <a:endParaRPr kumimoji="1"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Text Box 5">
            <a:extLst>
              <a:ext uri="{FF2B5EF4-FFF2-40B4-BE49-F238E27FC236}">
                <a16:creationId xmlns:a16="http://schemas.microsoft.com/office/drawing/2014/main" id="{0BD4BF2C-1BDB-7D47-AA3B-076537FDB61F}"/>
              </a:ext>
            </a:extLst>
          </p:cNvPr>
          <p:cNvSpPr txBox="1">
            <a:spLocks noChangeArrowheads="1"/>
          </p:cNvSpPr>
          <p:nvPr/>
        </p:nvSpPr>
        <p:spPr bwMode="auto">
          <a:xfrm>
            <a:off x="1143000" y="1371600"/>
            <a:ext cx="7086600" cy="317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spcBef>
                <a:spcPct val="50000"/>
              </a:spcBef>
            </a:pPr>
            <a:r>
              <a:rPr lang="zh-CN" altLang="en-US" sz="3200">
                <a:latin typeface="Times New Roman" panose="02020603050405020304" pitchFamily="18" charset="0"/>
                <a:ea typeface="宋体" panose="02010600030101010101" pitchFamily="2" charset="-122"/>
              </a:rPr>
              <a:t>本章学习目标：</a:t>
            </a:r>
            <a:endParaRPr lang="zh-CN" altLang="en-US" sz="3200">
              <a:solidFill>
                <a:schemeClr val="tx1"/>
              </a:solidFill>
              <a:latin typeface="Times New Roman" panose="02020603050405020304" pitchFamily="18" charset="0"/>
              <a:ea typeface="宋体" panose="02010600030101010101" pitchFamily="2" charset="-122"/>
            </a:endParaRPr>
          </a:p>
          <a:p>
            <a:pPr lvl="1" eaLnBrk="1" hangingPunct="1">
              <a:spcBef>
                <a:spcPct val="50000"/>
              </a:spcBef>
              <a:buFont typeface="Wingdings" pitchFamily="2" charset="2"/>
              <a:buChar char="Ø"/>
            </a:pPr>
            <a:r>
              <a:rPr lang="zh-CN" altLang="en-US" sz="2800">
                <a:solidFill>
                  <a:srgbClr val="000000"/>
                </a:solidFill>
                <a:latin typeface="宋体" panose="02010600030101010101" pitchFamily="2" charset="-122"/>
                <a:ea typeface="宋体" panose="02010600030101010101" pitchFamily="2" charset="-122"/>
              </a:rPr>
              <a:t>了解网络空间安全的五重保护机制 </a:t>
            </a:r>
          </a:p>
          <a:p>
            <a:pPr lvl="1" eaLnBrk="1" hangingPunct="1">
              <a:spcBef>
                <a:spcPct val="50000"/>
              </a:spcBef>
              <a:buFont typeface="Wingdings" pitchFamily="2" charset="2"/>
              <a:buChar char="Ø"/>
            </a:pPr>
            <a:r>
              <a:rPr lang="zh-CN" altLang="en-US" sz="2800">
                <a:solidFill>
                  <a:srgbClr val="000000"/>
                </a:solidFill>
                <a:latin typeface="宋体" panose="02010600030101010101" pitchFamily="2" charset="-122"/>
                <a:ea typeface="宋体" panose="02010600030101010101" pitchFamily="2" charset="-122"/>
              </a:rPr>
              <a:t>掌握</a:t>
            </a:r>
            <a:r>
              <a:rPr lang="en-US" altLang="zh-CN" sz="2800">
                <a:solidFill>
                  <a:srgbClr val="000000"/>
                </a:solidFill>
                <a:latin typeface="宋体" panose="02010600030101010101" pitchFamily="2" charset="-122"/>
                <a:ea typeface="宋体" panose="02010600030101010101" pitchFamily="2" charset="-122"/>
              </a:rPr>
              <a:t>OSI</a:t>
            </a:r>
            <a:r>
              <a:rPr lang="zh-CN" altLang="en-US" sz="2800">
                <a:solidFill>
                  <a:srgbClr val="000000"/>
                </a:solidFill>
                <a:latin typeface="宋体" panose="02010600030101010101" pitchFamily="2" charset="-122"/>
                <a:ea typeface="宋体" panose="02010600030101010101" pitchFamily="2" charset="-122"/>
              </a:rPr>
              <a:t>安全模型的结构 </a:t>
            </a:r>
          </a:p>
          <a:p>
            <a:pPr lvl="1" eaLnBrk="1" hangingPunct="1">
              <a:spcBef>
                <a:spcPct val="50000"/>
              </a:spcBef>
              <a:buFont typeface="Wingdings" pitchFamily="2" charset="2"/>
              <a:buChar char="Ø"/>
            </a:pPr>
            <a:r>
              <a:rPr lang="zh-CN" altLang="en-US" sz="2800">
                <a:solidFill>
                  <a:srgbClr val="000000"/>
                </a:solidFill>
                <a:latin typeface="宋体" panose="02010600030101010101" pitchFamily="2" charset="-122"/>
                <a:ea typeface="宋体" panose="02010600030101010101" pitchFamily="2" charset="-122"/>
              </a:rPr>
              <a:t>了解安全体系框架三维图 </a:t>
            </a:r>
          </a:p>
          <a:p>
            <a:pPr lvl="1" eaLnBrk="1" hangingPunct="1">
              <a:spcBef>
                <a:spcPct val="50000"/>
              </a:spcBef>
              <a:buFont typeface="Wingdings" pitchFamily="2" charset="2"/>
              <a:buChar char="Ø"/>
            </a:pPr>
            <a:r>
              <a:rPr lang="zh-CN" altLang="en-US" sz="2800">
                <a:solidFill>
                  <a:srgbClr val="000000"/>
                </a:solidFill>
                <a:latin typeface="宋体" panose="02010600030101010101" pitchFamily="2" charset="-122"/>
                <a:ea typeface="宋体" panose="02010600030101010101" pitchFamily="2" charset="-122"/>
              </a:rPr>
              <a:t>掌握网络空间安全的常用技术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标题 1">
            <a:extLst>
              <a:ext uri="{FF2B5EF4-FFF2-40B4-BE49-F238E27FC236}">
                <a16:creationId xmlns:a16="http://schemas.microsoft.com/office/drawing/2014/main" id="{C2896635-3AD2-F34F-8E28-04D8D6BF3896}"/>
              </a:ext>
            </a:extLst>
          </p:cNvPr>
          <p:cNvSpPr txBox="1">
            <a:spLocks/>
          </p:cNvSpPr>
          <p:nvPr/>
        </p:nvSpPr>
        <p:spPr bwMode="gray">
          <a:xfrm>
            <a:off x="323850" y="630238"/>
            <a:ext cx="6513513" cy="487362"/>
          </a:xfrm>
          <a:prstGeom prst="rect">
            <a:avLst/>
          </a:prstGeom>
          <a:noFill/>
          <a:ln w="9525">
            <a:noFill/>
            <a:miter lim="800000"/>
            <a:headEnd/>
            <a:tailEnd/>
          </a:ln>
        </p:spPr>
        <p:txBody>
          <a:bodyPr anchor="ctr"/>
          <a:lstStyle>
            <a:lvl1pPr algn="l" rtl="0" eaLnBrk="0" fontAlgn="base" hangingPunct="0">
              <a:spcBef>
                <a:spcPct val="0"/>
              </a:spcBef>
              <a:spcAft>
                <a:spcPct val="0"/>
              </a:spcAft>
              <a:defRPr sz="3200" b="1">
                <a:solidFill>
                  <a:srgbClr val="FFFFFF"/>
                </a:solidFill>
                <a:latin typeface="+mj-lt"/>
                <a:ea typeface="+mj-ea"/>
                <a:cs typeface="+mj-cs"/>
              </a:defRPr>
            </a:lvl1pPr>
            <a:lvl2pPr algn="l" rtl="0" eaLnBrk="0" fontAlgn="base" hangingPunct="0">
              <a:spcBef>
                <a:spcPct val="0"/>
              </a:spcBef>
              <a:spcAft>
                <a:spcPct val="0"/>
              </a:spcAft>
              <a:defRPr sz="3200" b="1">
                <a:solidFill>
                  <a:srgbClr val="FFFFFF"/>
                </a:solidFill>
                <a:latin typeface="黑体" pitchFamily="2" charset="-122"/>
                <a:ea typeface="黑体" pitchFamily="2" charset="-122"/>
              </a:defRPr>
            </a:lvl2pPr>
            <a:lvl3pPr algn="l" rtl="0" eaLnBrk="0" fontAlgn="base" hangingPunct="0">
              <a:spcBef>
                <a:spcPct val="0"/>
              </a:spcBef>
              <a:spcAft>
                <a:spcPct val="0"/>
              </a:spcAft>
              <a:defRPr sz="3200" b="1">
                <a:solidFill>
                  <a:srgbClr val="FFFFFF"/>
                </a:solidFill>
                <a:latin typeface="黑体" pitchFamily="2" charset="-122"/>
                <a:ea typeface="黑体" pitchFamily="2" charset="-122"/>
              </a:defRPr>
            </a:lvl3pPr>
            <a:lvl4pPr algn="l" rtl="0" eaLnBrk="0" fontAlgn="base" hangingPunct="0">
              <a:spcBef>
                <a:spcPct val="0"/>
              </a:spcBef>
              <a:spcAft>
                <a:spcPct val="0"/>
              </a:spcAft>
              <a:defRPr sz="3200" b="1">
                <a:solidFill>
                  <a:srgbClr val="FFFFFF"/>
                </a:solidFill>
                <a:latin typeface="黑体" pitchFamily="2" charset="-122"/>
                <a:ea typeface="黑体" pitchFamily="2" charset="-122"/>
              </a:defRPr>
            </a:lvl4pPr>
            <a:lvl5pPr algn="l" rtl="0" eaLnBrk="0" fontAlgn="base" hangingPunct="0">
              <a:spcBef>
                <a:spcPct val="0"/>
              </a:spcBef>
              <a:spcAft>
                <a:spcPct val="0"/>
              </a:spcAft>
              <a:defRPr sz="3200" b="1">
                <a:solidFill>
                  <a:srgbClr val="FFFFFF"/>
                </a:solidFill>
                <a:latin typeface="黑体" pitchFamily="2" charset="-122"/>
                <a:ea typeface="黑体" pitchFamily="2" charset="-122"/>
              </a:defRPr>
            </a:lvl5pPr>
            <a:lvl6pPr marL="457200" algn="l" rtl="0" fontAlgn="base">
              <a:spcBef>
                <a:spcPct val="0"/>
              </a:spcBef>
              <a:spcAft>
                <a:spcPct val="0"/>
              </a:spcAft>
              <a:defRPr sz="3200" b="1">
                <a:solidFill>
                  <a:srgbClr val="FFFFFF"/>
                </a:solidFill>
                <a:latin typeface="黑体" pitchFamily="2" charset="-122"/>
                <a:ea typeface="黑体" pitchFamily="2" charset="-122"/>
              </a:defRPr>
            </a:lvl6pPr>
            <a:lvl7pPr marL="914400" algn="l" rtl="0" fontAlgn="base">
              <a:spcBef>
                <a:spcPct val="0"/>
              </a:spcBef>
              <a:spcAft>
                <a:spcPct val="0"/>
              </a:spcAft>
              <a:defRPr sz="3200" b="1">
                <a:solidFill>
                  <a:srgbClr val="FFFFFF"/>
                </a:solidFill>
                <a:latin typeface="黑体" pitchFamily="2" charset="-122"/>
                <a:ea typeface="黑体" pitchFamily="2" charset="-122"/>
              </a:defRPr>
            </a:lvl7pPr>
            <a:lvl8pPr marL="1371600" algn="l" rtl="0" fontAlgn="base">
              <a:spcBef>
                <a:spcPct val="0"/>
              </a:spcBef>
              <a:spcAft>
                <a:spcPct val="0"/>
              </a:spcAft>
              <a:defRPr sz="3200" b="1">
                <a:solidFill>
                  <a:srgbClr val="FFFFFF"/>
                </a:solidFill>
                <a:latin typeface="黑体" pitchFamily="2" charset="-122"/>
                <a:ea typeface="黑体" pitchFamily="2" charset="-122"/>
              </a:defRPr>
            </a:lvl8pPr>
            <a:lvl9pPr marL="1828800" algn="l" rtl="0" fontAlgn="base">
              <a:spcBef>
                <a:spcPct val="0"/>
              </a:spcBef>
              <a:spcAft>
                <a:spcPct val="0"/>
              </a:spcAft>
              <a:defRPr sz="3200" b="1">
                <a:solidFill>
                  <a:srgbClr val="FFFFFF"/>
                </a:solidFill>
                <a:latin typeface="黑体" pitchFamily="2" charset="-122"/>
                <a:ea typeface="黑体" pitchFamily="2" charset="-122"/>
              </a:defRPr>
            </a:lvl9pPr>
          </a:lstStyle>
          <a:p>
            <a:pPr>
              <a:defRPr/>
            </a:pPr>
            <a:r>
              <a:rPr lang="zh-CN" altLang="en-US" kern="0">
                <a:solidFill>
                  <a:srgbClr val="FF0000"/>
                </a:solidFill>
                <a:latin typeface="黑体"/>
                <a:ea typeface="黑体"/>
              </a:rPr>
              <a:t>课程内容</a:t>
            </a:r>
            <a:endParaRPr lang="zh-CN" altLang="en-US" kern="0" dirty="0">
              <a:solidFill>
                <a:srgbClr val="FF0000"/>
              </a:solidFill>
              <a:latin typeface="黑体"/>
              <a:ea typeface="黑体"/>
            </a:endParaRPr>
          </a:p>
        </p:txBody>
      </p:sp>
      <p:sp>
        <p:nvSpPr>
          <p:cNvPr id="8194" name="AutoShape 4">
            <a:extLst>
              <a:ext uri="{FF2B5EF4-FFF2-40B4-BE49-F238E27FC236}">
                <a16:creationId xmlns:a16="http://schemas.microsoft.com/office/drawing/2014/main" id="{DD50E643-DA0A-DF47-B6A1-91D5E7B4FBDB}"/>
              </a:ext>
            </a:extLst>
          </p:cNvPr>
          <p:cNvSpPr>
            <a:spLocks noChangeArrowheads="1"/>
          </p:cNvSpPr>
          <p:nvPr/>
        </p:nvSpPr>
        <p:spPr bwMode="auto">
          <a:xfrm>
            <a:off x="468313" y="2598738"/>
            <a:ext cx="1785937" cy="557212"/>
          </a:xfrm>
          <a:prstGeom prst="roundRect">
            <a:avLst>
              <a:gd name="adj" fmla="val 16667"/>
            </a:avLst>
          </a:prstGeom>
          <a:gradFill rotWithShape="1">
            <a:gsLst>
              <a:gs pos="0">
                <a:srgbClr val="99CCFF"/>
              </a:gs>
              <a:gs pos="100000">
                <a:srgbClr val="E3F1FF"/>
              </a:gs>
            </a:gsLst>
            <a:lin ang="5400000" scaled="1"/>
          </a:gradFill>
          <a:ln w="38100">
            <a:solidFill>
              <a:srgbClr val="3366FF"/>
            </a:solidFill>
            <a:round/>
            <a:headEnd/>
            <a:tailEnd/>
          </a:ln>
        </p:spPr>
        <p:txBody>
          <a:bodyPr anchor="ct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algn="ctr"/>
            <a:r>
              <a:rPr lang="zh-CN" altLang="en-US" sz="1600">
                <a:solidFill>
                  <a:srgbClr val="040404"/>
                </a:solidFill>
                <a:latin typeface="Arial" panose="020B0604020202020204" pitchFamily="34" charset="0"/>
                <a:ea typeface="宋体" panose="02010600030101010101" pitchFamily="2" charset="-122"/>
              </a:rPr>
              <a:t>网络空间安全技术体系与技术</a:t>
            </a:r>
          </a:p>
        </p:txBody>
      </p:sp>
      <p:sp>
        <p:nvSpPr>
          <p:cNvPr id="8195" name="Text Box 5">
            <a:extLst>
              <a:ext uri="{FF2B5EF4-FFF2-40B4-BE49-F238E27FC236}">
                <a16:creationId xmlns:a16="http://schemas.microsoft.com/office/drawing/2014/main" id="{FFBAAFFF-2A44-234E-AC27-972968B3C820}"/>
              </a:ext>
            </a:extLst>
          </p:cNvPr>
          <p:cNvSpPr txBox="1">
            <a:spLocks noChangeArrowheads="1"/>
          </p:cNvSpPr>
          <p:nvPr/>
        </p:nvSpPr>
        <p:spPr bwMode="auto">
          <a:xfrm>
            <a:off x="754063" y="5776913"/>
            <a:ext cx="1365250" cy="31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algn="ctr" eaLnBrk="1" hangingPunct="1"/>
            <a:r>
              <a:rPr lang="zh-CN" altLang="en-US" sz="1800">
                <a:solidFill>
                  <a:srgbClr val="B01302"/>
                </a:solidFill>
                <a:latin typeface="Arial" panose="020B0604020202020204" pitchFamily="34" charset="0"/>
                <a:ea typeface="宋体" panose="02010600030101010101" pitchFamily="2" charset="-122"/>
              </a:rPr>
              <a:t>知识体</a:t>
            </a:r>
          </a:p>
        </p:txBody>
      </p:sp>
      <p:sp>
        <p:nvSpPr>
          <p:cNvPr id="8196" name="Text Box 6">
            <a:extLst>
              <a:ext uri="{FF2B5EF4-FFF2-40B4-BE49-F238E27FC236}">
                <a16:creationId xmlns:a16="http://schemas.microsoft.com/office/drawing/2014/main" id="{910AF60C-8818-BF49-BB73-F4415A308655}"/>
              </a:ext>
            </a:extLst>
          </p:cNvPr>
          <p:cNvSpPr txBox="1">
            <a:spLocks noChangeArrowheads="1"/>
          </p:cNvSpPr>
          <p:nvPr/>
        </p:nvSpPr>
        <p:spPr bwMode="auto">
          <a:xfrm>
            <a:off x="3132138" y="5768975"/>
            <a:ext cx="1365250"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algn="ctr" eaLnBrk="1" hangingPunct="1"/>
            <a:r>
              <a:rPr lang="zh-CN" altLang="en-US" sz="1800">
                <a:solidFill>
                  <a:srgbClr val="B01302"/>
                </a:solidFill>
                <a:latin typeface="Arial" panose="020B0604020202020204" pitchFamily="34" charset="0"/>
                <a:ea typeface="宋体" panose="02010600030101010101" pitchFamily="2" charset="-122"/>
              </a:rPr>
              <a:t>知识域</a:t>
            </a:r>
          </a:p>
        </p:txBody>
      </p:sp>
      <p:sp>
        <p:nvSpPr>
          <p:cNvPr id="96" name="AutoShape 7">
            <a:extLst>
              <a:ext uri="{FF2B5EF4-FFF2-40B4-BE49-F238E27FC236}">
                <a16:creationId xmlns:a16="http://schemas.microsoft.com/office/drawing/2014/main" id="{894B6743-E565-D840-8E38-9373D1C4D9E9}"/>
              </a:ext>
            </a:extLst>
          </p:cNvPr>
          <p:cNvSpPr>
            <a:spLocks/>
          </p:cNvSpPr>
          <p:nvPr/>
        </p:nvSpPr>
        <p:spPr bwMode="auto">
          <a:xfrm>
            <a:off x="2343150" y="1763713"/>
            <a:ext cx="400050" cy="2322512"/>
          </a:xfrm>
          <a:prstGeom prst="leftBrace">
            <a:avLst>
              <a:gd name="adj1" fmla="val 72540"/>
              <a:gd name="adj2" fmla="val 50000"/>
            </a:avLst>
          </a:prstGeom>
          <a:noFill/>
          <a:ln w="38100">
            <a:solidFill>
              <a:srgbClr val="000000"/>
            </a:solidFill>
            <a:round/>
            <a:headEnd/>
            <a:tailEnd/>
          </a:ln>
          <a:effectLst/>
        </p:spPr>
        <p:txBody>
          <a:bodyPr lIns="36000" rIns="36000" anchor="ctr"/>
          <a:lstStyle/>
          <a:p>
            <a:pPr eaLnBrk="1" fontAlgn="auto" hangingPunct="1">
              <a:spcBef>
                <a:spcPts val="0"/>
              </a:spcBef>
              <a:spcAft>
                <a:spcPts val="0"/>
              </a:spcAft>
              <a:defRPr/>
            </a:pPr>
            <a:endParaRPr lang="zh-CN" altLang="en-US" sz="1800" b="0" kern="0">
              <a:solidFill>
                <a:srgbClr val="000000"/>
              </a:solidFill>
              <a:latin typeface="Arial" charset="0"/>
              <a:ea typeface="宋体" pitchFamily="2" charset="-122"/>
            </a:endParaRPr>
          </a:p>
        </p:txBody>
      </p:sp>
      <p:sp>
        <p:nvSpPr>
          <p:cNvPr id="8198" name="AutoShape 9">
            <a:extLst>
              <a:ext uri="{FF2B5EF4-FFF2-40B4-BE49-F238E27FC236}">
                <a16:creationId xmlns:a16="http://schemas.microsoft.com/office/drawing/2014/main" id="{EA4C1082-9692-A64E-AFDB-576EB9EABA78}"/>
              </a:ext>
            </a:extLst>
          </p:cNvPr>
          <p:cNvSpPr>
            <a:spLocks noChangeArrowheads="1"/>
          </p:cNvSpPr>
          <p:nvPr/>
        </p:nvSpPr>
        <p:spPr bwMode="auto">
          <a:xfrm>
            <a:off x="2838450" y="1519238"/>
            <a:ext cx="1709738" cy="495300"/>
          </a:xfrm>
          <a:prstGeom prst="flowChartAlternateProcess">
            <a:avLst/>
          </a:prstGeom>
          <a:gradFill rotWithShape="1">
            <a:gsLst>
              <a:gs pos="0">
                <a:srgbClr val="9966FF"/>
              </a:gs>
              <a:gs pos="100000">
                <a:srgbClr val="6B47B2"/>
              </a:gs>
            </a:gsLst>
            <a:lin ang="5400000" scaled="1"/>
          </a:gradFill>
          <a:ln w="25400">
            <a:solidFill>
              <a:srgbClr val="3366FF"/>
            </a:solidFill>
            <a:miter lim="800000"/>
            <a:headEnd/>
            <a:tailEnd/>
          </a:ln>
        </p:spPr>
        <p:txBody>
          <a:bodyPr wrap="none" lIns="36000" rIns="36000" anchor="ct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algn="ctr" eaLnBrk="1" hangingPunct="1"/>
            <a:r>
              <a:rPr lang="zh-CN" altLang="en-US" sz="1800">
                <a:solidFill>
                  <a:srgbClr val="FFFFFF"/>
                </a:solidFill>
                <a:latin typeface="Arial" panose="020B0604020202020204" pitchFamily="34" charset="0"/>
                <a:ea typeface="宋体" panose="02010600030101010101" pitchFamily="2" charset="-122"/>
              </a:rPr>
              <a:t>网络空间安全</a:t>
            </a:r>
            <a:endParaRPr lang="en-US" altLang="zh-CN" sz="1800">
              <a:solidFill>
                <a:srgbClr val="FFFFFF"/>
              </a:solidFill>
              <a:latin typeface="Arial" panose="020B0604020202020204" pitchFamily="34" charset="0"/>
              <a:ea typeface="宋体" panose="02010600030101010101" pitchFamily="2" charset="-122"/>
            </a:endParaRPr>
          </a:p>
          <a:p>
            <a:pPr algn="ctr" eaLnBrk="1" hangingPunct="1"/>
            <a:r>
              <a:rPr lang="zh-CN" altLang="en-US" sz="1800">
                <a:solidFill>
                  <a:srgbClr val="FFFFFF"/>
                </a:solidFill>
                <a:latin typeface="Arial" panose="020B0604020202020204" pitchFamily="34" charset="0"/>
                <a:ea typeface="宋体" panose="02010600030101010101" pitchFamily="2" charset="-122"/>
              </a:rPr>
              <a:t>技术体系</a:t>
            </a:r>
          </a:p>
        </p:txBody>
      </p:sp>
      <p:sp>
        <p:nvSpPr>
          <p:cNvPr id="8199" name="AutoShape 11">
            <a:extLst>
              <a:ext uri="{FF2B5EF4-FFF2-40B4-BE49-F238E27FC236}">
                <a16:creationId xmlns:a16="http://schemas.microsoft.com/office/drawing/2014/main" id="{F285A7E7-5290-114B-BB73-CCF4D3DA9DC8}"/>
              </a:ext>
            </a:extLst>
          </p:cNvPr>
          <p:cNvSpPr>
            <a:spLocks noChangeArrowheads="1"/>
          </p:cNvSpPr>
          <p:nvPr/>
        </p:nvSpPr>
        <p:spPr bwMode="auto">
          <a:xfrm>
            <a:off x="2828925" y="3792538"/>
            <a:ext cx="1776413" cy="600075"/>
          </a:xfrm>
          <a:prstGeom prst="flowChartAlternateProcess">
            <a:avLst/>
          </a:prstGeom>
          <a:gradFill rotWithShape="1">
            <a:gsLst>
              <a:gs pos="0">
                <a:srgbClr val="9966FF"/>
              </a:gs>
              <a:gs pos="100000">
                <a:srgbClr val="6B47B2"/>
              </a:gs>
            </a:gsLst>
            <a:lin ang="5400000" scaled="1"/>
          </a:gradFill>
          <a:ln w="25400">
            <a:solidFill>
              <a:srgbClr val="3366FF"/>
            </a:solidFill>
            <a:miter lim="800000"/>
            <a:headEnd/>
            <a:tailEnd/>
          </a:ln>
        </p:spPr>
        <p:txBody>
          <a:bodyPr wrap="none" lIns="36000" rIns="36000" anchor="ct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algn="ctr" eaLnBrk="1" hangingPunct="1"/>
            <a:r>
              <a:rPr lang="zh-CN" altLang="en-US" sz="1600">
                <a:solidFill>
                  <a:srgbClr val="FFFFFF"/>
                </a:solidFill>
                <a:latin typeface="Arial" panose="020B0604020202020204" pitchFamily="34" charset="0"/>
                <a:ea typeface="宋体" panose="02010600030101010101" pitchFamily="2" charset="-122"/>
              </a:rPr>
              <a:t>网络空间安全</a:t>
            </a:r>
            <a:endParaRPr lang="en-US" altLang="zh-CN" sz="1600">
              <a:solidFill>
                <a:srgbClr val="FFFFFF"/>
              </a:solidFill>
              <a:latin typeface="Arial" panose="020B0604020202020204" pitchFamily="34" charset="0"/>
              <a:ea typeface="宋体" panose="02010600030101010101" pitchFamily="2" charset="-122"/>
            </a:endParaRPr>
          </a:p>
          <a:p>
            <a:pPr algn="ctr" eaLnBrk="1" hangingPunct="1"/>
            <a:r>
              <a:rPr lang="zh-CN" altLang="en-US" sz="1600">
                <a:solidFill>
                  <a:srgbClr val="FFFFFF"/>
                </a:solidFill>
                <a:latin typeface="Arial" panose="020B0604020202020204" pitchFamily="34" charset="0"/>
                <a:ea typeface="宋体" panose="02010600030101010101" pitchFamily="2" charset="-122"/>
              </a:rPr>
              <a:t>技术机制</a:t>
            </a:r>
          </a:p>
        </p:txBody>
      </p:sp>
      <p:sp>
        <p:nvSpPr>
          <p:cNvPr id="8200" name="Text Box 12">
            <a:extLst>
              <a:ext uri="{FF2B5EF4-FFF2-40B4-BE49-F238E27FC236}">
                <a16:creationId xmlns:a16="http://schemas.microsoft.com/office/drawing/2014/main" id="{C3C68B18-E4EA-1547-94E6-F71A47E51846}"/>
              </a:ext>
            </a:extLst>
          </p:cNvPr>
          <p:cNvSpPr txBox="1">
            <a:spLocks noChangeArrowheads="1"/>
          </p:cNvSpPr>
          <p:nvPr/>
        </p:nvSpPr>
        <p:spPr bwMode="auto">
          <a:xfrm>
            <a:off x="5767388" y="5903913"/>
            <a:ext cx="2160587"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algn="ctr" eaLnBrk="1" hangingPunct="1"/>
            <a:r>
              <a:rPr lang="zh-CN" altLang="en-US" sz="1800">
                <a:solidFill>
                  <a:srgbClr val="B01302"/>
                </a:solidFill>
                <a:latin typeface="Arial" panose="020B0604020202020204" pitchFamily="34" charset="0"/>
                <a:ea typeface="宋体" panose="02010600030101010101" pitchFamily="2" charset="-122"/>
              </a:rPr>
              <a:t>知识子域</a:t>
            </a:r>
          </a:p>
        </p:txBody>
      </p:sp>
      <p:grpSp>
        <p:nvGrpSpPr>
          <p:cNvPr id="8201" name="Group 13">
            <a:extLst>
              <a:ext uri="{FF2B5EF4-FFF2-40B4-BE49-F238E27FC236}">
                <a16:creationId xmlns:a16="http://schemas.microsoft.com/office/drawing/2014/main" id="{E6535316-3B4F-3941-865F-CF81F8FF79E9}"/>
              </a:ext>
            </a:extLst>
          </p:cNvPr>
          <p:cNvGrpSpPr>
            <a:grpSpLocks/>
          </p:cNvGrpSpPr>
          <p:nvPr/>
        </p:nvGrpSpPr>
        <p:grpSpPr bwMode="auto">
          <a:xfrm>
            <a:off x="5146675" y="1087438"/>
            <a:ext cx="3386138" cy="371475"/>
            <a:chOff x="535" y="663"/>
            <a:chExt cx="1142" cy="272"/>
          </a:xfrm>
        </p:grpSpPr>
        <p:grpSp>
          <p:nvGrpSpPr>
            <p:cNvPr id="8276" name="Group 14">
              <a:extLst>
                <a:ext uri="{FF2B5EF4-FFF2-40B4-BE49-F238E27FC236}">
                  <a16:creationId xmlns:a16="http://schemas.microsoft.com/office/drawing/2014/main" id="{CE08E8EF-ABD5-284D-A197-CA3444D42514}"/>
                </a:ext>
              </a:extLst>
            </p:cNvPr>
            <p:cNvGrpSpPr>
              <a:grpSpLocks/>
            </p:cNvGrpSpPr>
            <p:nvPr/>
          </p:nvGrpSpPr>
          <p:grpSpPr bwMode="auto">
            <a:xfrm>
              <a:off x="535" y="663"/>
              <a:ext cx="1139" cy="272"/>
              <a:chOff x="2272" y="1479"/>
              <a:chExt cx="1363" cy="1800"/>
            </a:xfrm>
          </p:grpSpPr>
          <p:sp>
            <p:nvSpPr>
              <p:cNvPr id="8278" name="AutoShape 15">
                <a:extLst>
                  <a:ext uri="{FF2B5EF4-FFF2-40B4-BE49-F238E27FC236}">
                    <a16:creationId xmlns:a16="http://schemas.microsoft.com/office/drawing/2014/main" id="{CEDBC798-529F-624B-8CFF-856E88AB0779}"/>
                  </a:ext>
                </a:extLst>
              </p:cNvPr>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endParaRPr lang="zh-CN" altLang="en-US" sz="1800" b="0">
                  <a:solidFill>
                    <a:srgbClr val="000000"/>
                  </a:solidFill>
                  <a:latin typeface="Arial" panose="020B0604020202020204" pitchFamily="34" charset="0"/>
                  <a:ea typeface="宋体" panose="02010600030101010101" pitchFamily="2" charset="-122"/>
                </a:endParaRPr>
              </a:p>
            </p:txBody>
          </p:sp>
          <p:sp>
            <p:nvSpPr>
              <p:cNvPr id="8279" name="AutoShape 16">
                <a:extLst>
                  <a:ext uri="{FF2B5EF4-FFF2-40B4-BE49-F238E27FC236}">
                    <a16:creationId xmlns:a16="http://schemas.microsoft.com/office/drawing/2014/main" id="{7D4B8A8B-D550-2241-A137-24C79F0D5793}"/>
                  </a:ext>
                </a:extLst>
              </p:cNvPr>
              <p:cNvSpPr>
                <a:spLocks noChangeArrowheads="1"/>
              </p:cNvSpPr>
              <p:nvPr/>
            </p:nvSpPr>
            <p:spPr bwMode="gray">
              <a:xfrm>
                <a:off x="2293" y="1484"/>
                <a:ext cx="1322" cy="1766"/>
              </a:xfrm>
              <a:prstGeom prst="roundRect">
                <a:avLst>
                  <a:gd name="adj" fmla="val 16667"/>
                </a:avLst>
              </a:prstGeom>
              <a:solidFill>
                <a:srgbClr val="73E77E"/>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endParaRPr lang="zh-CN" altLang="en-US" sz="1800" b="0">
                  <a:solidFill>
                    <a:srgbClr val="000000"/>
                  </a:solidFill>
                  <a:latin typeface="Arial" panose="020B0604020202020204" pitchFamily="34" charset="0"/>
                  <a:ea typeface="宋体" panose="02010600030101010101" pitchFamily="2" charset="-122"/>
                </a:endParaRPr>
              </a:p>
            </p:txBody>
          </p:sp>
          <p:sp>
            <p:nvSpPr>
              <p:cNvPr id="8280" name="AutoShape 17">
                <a:extLst>
                  <a:ext uri="{FF2B5EF4-FFF2-40B4-BE49-F238E27FC236}">
                    <a16:creationId xmlns:a16="http://schemas.microsoft.com/office/drawing/2014/main" id="{17D4D206-CC6A-9E4C-80B0-CA7A31AB69B8}"/>
                  </a:ext>
                </a:extLst>
              </p:cNvPr>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B3F2B9"/>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endParaRPr lang="zh-CN" altLang="en-US" sz="1800" b="0">
                  <a:solidFill>
                    <a:srgbClr val="000000"/>
                  </a:solidFill>
                  <a:latin typeface="Arial" panose="020B0604020202020204" pitchFamily="34" charset="0"/>
                  <a:ea typeface="宋体" panose="02010600030101010101" pitchFamily="2" charset="-122"/>
                </a:endParaRPr>
              </a:p>
            </p:txBody>
          </p:sp>
          <p:sp>
            <p:nvSpPr>
              <p:cNvPr id="8281" name="AutoShape 18">
                <a:extLst>
                  <a:ext uri="{FF2B5EF4-FFF2-40B4-BE49-F238E27FC236}">
                    <a16:creationId xmlns:a16="http://schemas.microsoft.com/office/drawing/2014/main" id="{2D3A8ADB-01CC-7142-98FA-47D91C0769F6}"/>
                  </a:ext>
                </a:extLst>
              </p:cNvPr>
              <p:cNvSpPr>
                <a:spLocks noChangeArrowheads="1"/>
              </p:cNvSpPr>
              <p:nvPr/>
            </p:nvSpPr>
            <p:spPr bwMode="gray">
              <a:xfrm>
                <a:off x="2304" y="1498"/>
                <a:ext cx="1304" cy="446"/>
              </a:xfrm>
              <a:prstGeom prst="roundRect">
                <a:avLst>
                  <a:gd name="adj" fmla="val 50000"/>
                </a:avLst>
              </a:prstGeom>
              <a:gradFill rotWithShape="1">
                <a:gsLst>
                  <a:gs pos="0">
                    <a:srgbClr val="D0F7D4"/>
                  </a:gs>
                  <a:gs pos="100000">
                    <a:srgbClr val="73E77E"/>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endParaRPr lang="zh-CN" altLang="en-US" sz="1800" b="0">
                  <a:solidFill>
                    <a:srgbClr val="000000"/>
                  </a:solidFill>
                  <a:latin typeface="Arial" panose="020B0604020202020204" pitchFamily="34" charset="0"/>
                  <a:ea typeface="宋体" panose="02010600030101010101" pitchFamily="2" charset="-122"/>
                </a:endParaRPr>
              </a:p>
            </p:txBody>
          </p:sp>
        </p:grpSp>
        <p:sp>
          <p:nvSpPr>
            <p:cNvPr id="8277" name="Rectangle 19">
              <a:extLst>
                <a:ext uri="{FF2B5EF4-FFF2-40B4-BE49-F238E27FC236}">
                  <a16:creationId xmlns:a16="http://schemas.microsoft.com/office/drawing/2014/main" id="{58F094B4-1DBC-074C-8FF9-77F8D877F39D}"/>
                </a:ext>
              </a:extLst>
            </p:cNvPr>
            <p:cNvSpPr>
              <a:spLocks noChangeArrowheads="1"/>
            </p:cNvSpPr>
            <p:nvPr/>
          </p:nvSpPr>
          <p:spPr bwMode="auto">
            <a:xfrm>
              <a:off x="586" y="663"/>
              <a:ext cx="1091"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r>
                <a:rPr lang="zh-CN" altLang="en-US" sz="180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网络空间安全的五重保护机制</a:t>
              </a:r>
              <a:endParaRPr lang="zh-CN" altLang="zh-CN" sz="1800">
                <a:solidFill>
                  <a:srgbClr val="040404"/>
                </a:solidFill>
                <a:latin typeface="Arial" panose="020B0604020202020204" pitchFamily="34" charset="0"/>
                <a:ea typeface="宋体" panose="02010600030101010101" pitchFamily="2" charset="-122"/>
                <a:cs typeface="Times New Roman" panose="02020603050405020304" pitchFamily="18" charset="0"/>
              </a:endParaRPr>
            </a:p>
          </p:txBody>
        </p:sp>
      </p:grpSp>
      <p:grpSp>
        <p:nvGrpSpPr>
          <p:cNvPr id="8202" name="Group 20">
            <a:extLst>
              <a:ext uri="{FF2B5EF4-FFF2-40B4-BE49-F238E27FC236}">
                <a16:creationId xmlns:a16="http://schemas.microsoft.com/office/drawing/2014/main" id="{18FF7B5B-F5C5-FA45-8677-F1B89E7C60E5}"/>
              </a:ext>
            </a:extLst>
          </p:cNvPr>
          <p:cNvGrpSpPr>
            <a:grpSpLocks/>
          </p:cNvGrpSpPr>
          <p:nvPr/>
        </p:nvGrpSpPr>
        <p:grpSpPr bwMode="auto">
          <a:xfrm>
            <a:off x="5129213" y="1582738"/>
            <a:ext cx="3394075" cy="371475"/>
            <a:chOff x="535" y="663"/>
            <a:chExt cx="1142" cy="272"/>
          </a:xfrm>
        </p:grpSpPr>
        <p:grpSp>
          <p:nvGrpSpPr>
            <p:cNvPr id="8270" name="Group 21">
              <a:extLst>
                <a:ext uri="{FF2B5EF4-FFF2-40B4-BE49-F238E27FC236}">
                  <a16:creationId xmlns:a16="http://schemas.microsoft.com/office/drawing/2014/main" id="{1E516FCD-708D-3A4B-B6AF-2326B46C9BFB}"/>
                </a:ext>
              </a:extLst>
            </p:cNvPr>
            <p:cNvGrpSpPr>
              <a:grpSpLocks/>
            </p:cNvGrpSpPr>
            <p:nvPr/>
          </p:nvGrpSpPr>
          <p:grpSpPr bwMode="auto">
            <a:xfrm>
              <a:off x="535" y="663"/>
              <a:ext cx="1139" cy="272"/>
              <a:chOff x="2272" y="1479"/>
              <a:chExt cx="1363" cy="1800"/>
            </a:xfrm>
          </p:grpSpPr>
          <p:sp>
            <p:nvSpPr>
              <p:cNvPr id="8272" name="AutoShape 22">
                <a:extLst>
                  <a:ext uri="{FF2B5EF4-FFF2-40B4-BE49-F238E27FC236}">
                    <a16:creationId xmlns:a16="http://schemas.microsoft.com/office/drawing/2014/main" id="{2B7A968D-91EF-9E40-B572-87F1BBD0A67C}"/>
                  </a:ext>
                </a:extLst>
              </p:cNvPr>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endParaRPr lang="zh-CN" altLang="en-US" sz="1800" b="0">
                  <a:solidFill>
                    <a:srgbClr val="000000"/>
                  </a:solidFill>
                  <a:latin typeface="Arial" panose="020B0604020202020204" pitchFamily="34" charset="0"/>
                  <a:ea typeface="宋体" panose="02010600030101010101" pitchFamily="2" charset="-122"/>
                </a:endParaRPr>
              </a:p>
            </p:txBody>
          </p:sp>
          <p:sp>
            <p:nvSpPr>
              <p:cNvPr id="8273" name="AutoShape 23">
                <a:extLst>
                  <a:ext uri="{FF2B5EF4-FFF2-40B4-BE49-F238E27FC236}">
                    <a16:creationId xmlns:a16="http://schemas.microsoft.com/office/drawing/2014/main" id="{A2C1A4F6-6E2B-1645-A87B-E8B2982FC5FF}"/>
                  </a:ext>
                </a:extLst>
              </p:cNvPr>
              <p:cNvSpPr>
                <a:spLocks noChangeArrowheads="1"/>
              </p:cNvSpPr>
              <p:nvPr/>
            </p:nvSpPr>
            <p:spPr bwMode="gray">
              <a:xfrm>
                <a:off x="2293" y="1484"/>
                <a:ext cx="1322" cy="1766"/>
              </a:xfrm>
              <a:prstGeom prst="roundRect">
                <a:avLst>
                  <a:gd name="adj" fmla="val 16667"/>
                </a:avLst>
              </a:prstGeom>
              <a:solidFill>
                <a:srgbClr val="73E77E"/>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endParaRPr lang="zh-CN" altLang="en-US" sz="1800" b="0">
                  <a:solidFill>
                    <a:srgbClr val="000000"/>
                  </a:solidFill>
                  <a:latin typeface="Arial" panose="020B0604020202020204" pitchFamily="34" charset="0"/>
                  <a:ea typeface="宋体" panose="02010600030101010101" pitchFamily="2" charset="-122"/>
                </a:endParaRPr>
              </a:p>
            </p:txBody>
          </p:sp>
          <p:sp>
            <p:nvSpPr>
              <p:cNvPr id="8274" name="AutoShape 24">
                <a:extLst>
                  <a:ext uri="{FF2B5EF4-FFF2-40B4-BE49-F238E27FC236}">
                    <a16:creationId xmlns:a16="http://schemas.microsoft.com/office/drawing/2014/main" id="{87FA54F7-418B-C445-9ED0-FB3C1DAB93E1}"/>
                  </a:ext>
                </a:extLst>
              </p:cNvPr>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B3F2B9"/>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endParaRPr lang="zh-CN" altLang="en-US" sz="1800" b="0">
                  <a:solidFill>
                    <a:srgbClr val="000000"/>
                  </a:solidFill>
                  <a:latin typeface="Arial" panose="020B0604020202020204" pitchFamily="34" charset="0"/>
                  <a:ea typeface="宋体" panose="02010600030101010101" pitchFamily="2" charset="-122"/>
                </a:endParaRPr>
              </a:p>
            </p:txBody>
          </p:sp>
          <p:sp>
            <p:nvSpPr>
              <p:cNvPr id="8275" name="AutoShape 25">
                <a:extLst>
                  <a:ext uri="{FF2B5EF4-FFF2-40B4-BE49-F238E27FC236}">
                    <a16:creationId xmlns:a16="http://schemas.microsoft.com/office/drawing/2014/main" id="{CD04B078-5B8C-C042-903B-59073A7F4832}"/>
                  </a:ext>
                </a:extLst>
              </p:cNvPr>
              <p:cNvSpPr>
                <a:spLocks noChangeArrowheads="1"/>
              </p:cNvSpPr>
              <p:nvPr/>
            </p:nvSpPr>
            <p:spPr bwMode="gray">
              <a:xfrm>
                <a:off x="2304" y="1498"/>
                <a:ext cx="1304" cy="446"/>
              </a:xfrm>
              <a:prstGeom prst="roundRect">
                <a:avLst>
                  <a:gd name="adj" fmla="val 50000"/>
                </a:avLst>
              </a:prstGeom>
              <a:gradFill rotWithShape="1">
                <a:gsLst>
                  <a:gs pos="0">
                    <a:srgbClr val="D0F7D4"/>
                  </a:gs>
                  <a:gs pos="100000">
                    <a:srgbClr val="73E77E"/>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endParaRPr lang="zh-CN" altLang="en-US" sz="1800" b="0">
                  <a:solidFill>
                    <a:srgbClr val="000000"/>
                  </a:solidFill>
                  <a:latin typeface="Arial" panose="020B0604020202020204" pitchFamily="34" charset="0"/>
                  <a:ea typeface="宋体" panose="02010600030101010101" pitchFamily="2" charset="-122"/>
                </a:endParaRPr>
              </a:p>
            </p:txBody>
          </p:sp>
        </p:grpSp>
        <p:sp>
          <p:nvSpPr>
            <p:cNvPr id="8271" name="Rectangle 26">
              <a:extLst>
                <a:ext uri="{FF2B5EF4-FFF2-40B4-BE49-F238E27FC236}">
                  <a16:creationId xmlns:a16="http://schemas.microsoft.com/office/drawing/2014/main" id="{A012C4B6-A9E1-7A45-9C8D-9863D39DFB16}"/>
                </a:ext>
              </a:extLst>
            </p:cNvPr>
            <p:cNvSpPr>
              <a:spLocks noChangeArrowheads="1"/>
            </p:cNvSpPr>
            <p:nvPr/>
          </p:nvSpPr>
          <p:spPr bwMode="auto">
            <a:xfrm>
              <a:off x="586" y="663"/>
              <a:ext cx="1091"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r>
                <a:rPr lang="en-US" altLang="zh-CN" sz="180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OSI</a:t>
              </a:r>
              <a:r>
                <a:rPr lang="zh-CN" altLang="en-US" sz="180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安全模型的结构</a:t>
              </a:r>
              <a:endParaRPr lang="zh-CN" altLang="zh-CN" sz="1800">
                <a:solidFill>
                  <a:srgbClr val="040404"/>
                </a:solidFill>
                <a:latin typeface="Times New Roman" panose="02020603050405020304" pitchFamily="18" charset="0"/>
                <a:ea typeface="宋体" panose="02010600030101010101" pitchFamily="2" charset="-122"/>
                <a:cs typeface="Times New Roman" panose="02020603050405020304" pitchFamily="18" charset="0"/>
              </a:endParaRPr>
            </a:p>
          </p:txBody>
        </p:sp>
      </p:grpSp>
      <p:grpSp>
        <p:nvGrpSpPr>
          <p:cNvPr id="8203" name="Group 42">
            <a:extLst>
              <a:ext uri="{FF2B5EF4-FFF2-40B4-BE49-F238E27FC236}">
                <a16:creationId xmlns:a16="http://schemas.microsoft.com/office/drawing/2014/main" id="{7BE1B422-2572-E842-92F2-624392AF5D7D}"/>
              </a:ext>
            </a:extLst>
          </p:cNvPr>
          <p:cNvGrpSpPr>
            <a:grpSpLocks/>
          </p:cNvGrpSpPr>
          <p:nvPr/>
        </p:nvGrpSpPr>
        <p:grpSpPr bwMode="auto">
          <a:xfrm>
            <a:off x="5172075" y="2565400"/>
            <a:ext cx="3343275" cy="388938"/>
            <a:chOff x="535" y="663"/>
            <a:chExt cx="1142" cy="288"/>
          </a:xfrm>
        </p:grpSpPr>
        <p:grpSp>
          <p:nvGrpSpPr>
            <p:cNvPr id="8264" name="Group 43">
              <a:extLst>
                <a:ext uri="{FF2B5EF4-FFF2-40B4-BE49-F238E27FC236}">
                  <a16:creationId xmlns:a16="http://schemas.microsoft.com/office/drawing/2014/main" id="{909B3185-B400-E842-98B3-941CA25C3CAC}"/>
                </a:ext>
              </a:extLst>
            </p:cNvPr>
            <p:cNvGrpSpPr>
              <a:grpSpLocks/>
            </p:cNvGrpSpPr>
            <p:nvPr/>
          </p:nvGrpSpPr>
          <p:grpSpPr bwMode="auto">
            <a:xfrm>
              <a:off x="535" y="663"/>
              <a:ext cx="1139" cy="288"/>
              <a:chOff x="2272" y="1479"/>
              <a:chExt cx="1363" cy="1907"/>
            </a:xfrm>
          </p:grpSpPr>
          <p:sp>
            <p:nvSpPr>
              <p:cNvPr id="8266" name="AutoShape 44">
                <a:extLst>
                  <a:ext uri="{FF2B5EF4-FFF2-40B4-BE49-F238E27FC236}">
                    <a16:creationId xmlns:a16="http://schemas.microsoft.com/office/drawing/2014/main" id="{065156DC-8EF1-2A48-B895-448A70B32DE0}"/>
                  </a:ext>
                </a:extLst>
              </p:cNvPr>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endParaRPr lang="zh-CN" altLang="en-US" sz="1800" b="0">
                  <a:solidFill>
                    <a:srgbClr val="000000"/>
                  </a:solidFill>
                  <a:latin typeface="Arial" panose="020B0604020202020204" pitchFamily="34" charset="0"/>
                  <a:ea typeface="宋体" panose="02010600030101010101" pitchFamily="2" charset="-122"/>
                </a:endParaRPr>
              </a:p>
            </p:txBody>
          </p:sp>
          <p:sp>
            <p:nvSpPr>
              <p:cNvPr id="8267" name="AutoShape 45">
                <a:extLst>
                  <a:ext uri="{FF2B5EF4-FFF2-40B4-BE49-F238E27FC236}">
                    <a16:creationId xmlns:a16="http://schemas.microsoft.com/office/drawing/2014/main" id="{AC3C9476-DEB7-9240-889F-02DB8FBAA6C2}"/>
                  </a:ext>
                </a:extLst>
              </p:cNvPr>
              <p:cNvSpPr>
                <a:spLocks noChangeArrowheads="1"/>
              </p:cNvSpPr>
              <p:nvPr/>
            </p:nvSpPr>
            <p:spPr bwMode="gray">
              <a:xfrm>
                <a:off x="2293" y="1484"/>
                <a:ext cx="1322" cy="1902"/>
              </a:xfrm>
              <a:prstGeom prst="roundRect">
                <a:avLst>
                  <a:gd name="adj" fmla="val 16667"/>
                </a:avLst>
              </a:prstGeom>
              <a:solidFill>
                <a:srgbClr val="73E77E"/>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endParaRPr lang="zh-CN" altLang="en-US" sz="1800" b="0">
                  <a:solidFill>
                    <a:srgbClr val="000000"/>
                  </a:solidFill>
                  <a:latin typeface="Arial" panose="020B0604020202020204" pitchFamily="34" charset="0"/>
                  <a:ea typeface="宋体" panose="02010600030101010101" pitchFamily="2" charset="-122"/>
                </a:endParaRPr>
              </a:p>
            </p:txBody>
          </p:sp>
          <p:sp>
            <p:nvSpPr>
              <p:cNvPr id="8268" name="AutoShape 46">
                <a:extLst>
                  <a:ext uri="{FF2B5EF4-FFF2-40B4-BE49-F238E27FC236}">
                    <a16:creationId xmlns:a16="http://schemas.microsoft.com/office/drawing/2014/main" id="{EBDF7B50-55CD-924E-B4E9-5468D64B894F}"/>
                  </a:ext>
                </a:extLst>
              </p:cNvPr>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B3F2B9"/>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endParaRPr lang="zh-CN" altLang="en-US" sz="1800" b="0">
                  <a:solidFill>
                    <a:srgbClr val="000000"/>
                  </a:solidFill>
                  <a:latin typeface="Arial" panose="020B0604020202020204" pitchFamily="34" charset="0"/>
                  <a:ea typeface="宋体" panose="02010600030101010101" pitchFamily="2" charset="-122"/>
                </a:endParaRPr>
              </a:p>
            </p:txBody>
          </p:sp>
          <p:sp>
            <p:nvSpPr>
              <p:cNvPr id="8269" name="AutoShape 47">
                <a:extLst>
                  <a:ext uri="{FF2B5EF4-FFF2-40B4-BE49-F238E27FC236}">
                    <a16:creationId xmlns:a16="http://schemas.microsoft.com/office/drawing/2014/main" id="{FE0BD27A-4271-A240-84DD-CAEFF3DEFBFF}"/>
                  </a:ext>
                </a:extLst>
              </p:cNvPr>
              <p:cNvSpPr>
                <a:spLocks noChangeArrowheads="1"/>
              </p:cNvSpPr>
              <p:nvPr/>
            </p:nvSpPr>
            <p:spPr bwMode="gray">
              <a:xfrm>
                <a:off x="2304" y="1498"/>
                <a:ext cx="1304" cy="446"/>
              </a:xfrm>
              <a:prstGeom prst="roundRect">
                <a:avLst>
                  <a:gd name="adj" fmla="val 50000"/>
                </a:avLst>
              </a:prstGeom>
              <a:gradFill rotWithShape="1">
                <a:gsLst>
                  <a:gs pos="0">
                    <a:srgbClr val="D0F7D4"/>
                  </a:gs>
                  <a:gs pos="100000">
                    <a:srgbClr val="73E77E"/>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endParaRPr lang="zh-CN" altLang="en-US" sz="1800" b="0">
                  <a:solidFill>
                    <a:srgbClr val="000000"/>
                  </a:solidFill>
                  <a:latin typeface="Arial" panose="020B0604020202020204" pitchFamily="34" charset="0"/>
                  <a:ea typeface="宋体" panose="02010600030101010101" pitchFamily="2" charset="-122"/>
                </a:endParaRPr>
              </a:p>
            </p:txBody>
          </p:sp>
        </p:grpSp>
        <p:sp>
          <p:nvSpPr>
            <p:cNvPr id="8265" name="Rectangle 48">
              <a:extLst>
                <a:ext uri="{FF2B5EF4-FFF2-40B4-BE49-F238E27FC236}">
                  <a16:creationId xmlns:a16="http://schemas.microsoft.com/office/drawing/2014/main" id="{34B87CD4-CC8D-A54E-A2E8-070DAA0D95B9}"/>
                </a:ext>
              </a:extLst>
            </p:cNvPr>
            <p:cNvSpPr>
              <a:spLocks noChangeArrowheads="1"/>
            </p:cNvSpPr>
            <p:nvPr/>
          </p:nvSpPr>
          <p:spPr bwMode="auto">
            <a:xfrm>
              <a:off x="586" y="663"/>
              <a:ext cx="109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r>
                <a:rPr lang="zh-CN" altLang="en-US" sz="1800">
                  <a:solidFill>
                    <a:srgbClr val="040404"/>
                  </a:solidFill>
                  <a:latin typeface="Arial" panose="020B0604020202020204" pitchFamily="34" charset="0"/>
                  <a:ea typeface="宋体" panose="02010600030101010101" pitchFamily="2" charset="-122"/>
                </a:rPr>
                <a:t>加密机制</a:t>
              </a:r>
              <a:endParaRPr lang="zh-CN" altLang="zh-CN" sz="1800">
                <a:solidFill>
                  <a:srgbClr val="040404"/>
                </a:solidFill>
                <a:latin typeface="Arial" panose="020B0604020202020204" pitchFamily="34" charset="0"/>
                <a:ea typeface="宋体" panose="02010600030101010101" pitchFamily="2" charset="-122"/>
              </a:endParaRPr>
            </a:p>
          </p:txBody>
        </p:sp>
      </p:grpSp>
      <p:sp>
        <p:nvSpPr>
          <p:cNvPr id="121" name="AutoShape 56">
            <a:extLst>
              <a:ext uri="{FF2B5EF4-FFF2-40B4-BE49-F238E27FC236}">
                <a16:creationId xmlns:a16="http://schemas.microsoft.com/office/drawing/2014/main" id="{5DB6D652-42AD-5E40-9E6D-5E2E4FD779BE}"/>
              </a:ext>
            </a:extLst>
          </p:cNvPr>
          <p:cNvSpPr>
            <a:spLocks/>
          </p:cNvSpPr>
          <p:nvPr/>
        </p:nvSpPr>
        <p:spPr bwMode="auto">
          <a:xfrm>
            <a:off x="4657725" y="1271588"/>
            <a:ext cx="419100" cy="1001712"/>
          </a:xfrm>
          <a:prstGeom prst="leftBrace">
            <a:avLst>
              <a:gd name="adj1" fmla="val 77423"/>
              <a:gd name="adj2" fmla="val 51567"/>
            </a:avLst>
          </a:prstGeom>
          <a:noFill/>
          <a:ln w="38100">
            <a:solidFill>
              <a:srgbClr val="000000"/>
            </a:solidFill>
            <a:round/>
            <a:headEnd/>
            <a:tailEnd/>
          </a:ln>
          <a:effectLst/>
        </p:spPr>
        <p:txBody>
          <a:bodyPr anchor="ctr"/>
          <a:lstStyle/>
          <a:p>
            <a:pPr eaLnBrk="1" fontAlgn="auto" hangingPunct="1">
              <a:spcBef>
                <a:spcPts val="0"/>
              </a:spcBef>
              <a:spcAft>
                <a:spcPts val="0"/>
              </a:spcAft>
              <a:defRPr/>
            </a:pPr>
            <a:endParaRPr lang="zh-CN" altLang="en-US" sz="1800" b="0" kern="0">
              <a:solidFill>
                <a:srgbClr val="000000"/>
              </a:solidFill>
              <a:latin typeface="Arial" charset="0"/>
              <a:ea typeface="宋体" pitchFamily="2" charset="-122"/>
            </a:endParaRPr>
          </a:p>
        </p:txBody>
      </p:sp>
      <p:sp>
        <p:nvSpPr>
          <p:cNvPr id="122" name="AutoShape 57">
            <a:extLst>
              <a:ext uri="{FF2B5EF4-FFF2-40B4-BE49-F238E27FC236}">
                <a16:creationId xmlns:a16="http://schemas.microsoft.com/office/drawing/2014/main" id="{39B88A6C-AA08-8442-8782-E25A02D57E0E}"/>
              </a:ext>
            </a:extLst>
          </p:cNvPr>
          <p:cNvSpPr>
            <a:spLocks/>
          </p:cNvSpPr>
          <p:nvPr/>
        </p:nvSpPr>
        <p:spPr bwMode="auto">
          <a:xfrm>
            <a:off x="4708525" y="2724150"/>
            <a:ext cx="368300" cy="2936875"/>
          </a:xfrm>
          <a:prstGeom prst="leftBrace">
            <a:avLst>
              <a:gd name="adj1" fmla="val 26725"/>
              <a:gd name="adj2" fmla="val 50000"/>
            </a:avLst>
          </a:prstGeom>
          <a:noFill/>
          <a:ln w="38100">
            <a:solidFill>
              <a:srgbClr val="000000"/>
            </a:solidFill>
            <a:round/>
            <a:headEnd/>
            <a:tailEnd/>
          </a:ln>
          <a:effectLst/>
        </p:spPr>
        <p:txBody>
          <a:bodyPr anchor="ctr"/>
          <a:lstStyle/>
          <a:p>
            <a:pPr eaLnBrk="1" fontAlgn="auto" hangingPunct="1">
              <a:spcBef>
                <a:spcPts val="0"/>
              </a:spcBef>
              <a:spcAft>
                <a:spcPts val="0"/>
              </a:spcAft>
              <a:defRPr/>
            </a:pPr>
            <a:endParaRPr lang="zh-CN" altLang="en-US" sz="1800" b="0" kern="0">
              <a:solidFill>
                <a:srgbClr val="000000"/>
              </a:solidFill>
              <a:latin typeface="Arial" charset="0"/>
              <a:ea typeface="宋体" pitchFamily="2" charset="-122"/>
            </a:endParaRPr>
          </a:p>
        </p:txBody>
      </p:sp>
      <p:grpSp>
        <p:nvGrpSpPr>
          <p:cNvPr id="8206" name="Group 58">
            <a:extLst>
              <a:ext uri="{FF2B5EF4-FFF2-40B4-BE49-F238E27FC236}">
                <a16:creationId xmlns:a16="http://schemas.microsoft.com/office/drawing/2014/main" id="{57697864-4098-2941-A789-78E8E5AFA8D7}"/>
              </a:ext>
            </a:extLst>
          </p:cNvPr>
          <p:cNvGrpSpPr>
            <a:grpSpLocks/>
          </p:cNvGrpSpPr>
          <p:nvPr/>
        </p:nvGrpSpPr>
        <p:grpSpPr bwMode="auto">
          <a:xfrm>
            <a:off x="5145088" y="2071688"/>
            <a:ext cx="3387725" cy="411162"/>
            <a:chOff x="535" y="663"/>
            <a:chExt cx="1142" cy="272"/>
          </a:xfrm>
        </p:grpSpPr>
        <p:grpSp>
          <p:nvGrpSpPr>
            <p:cNvPr id="8258" name="Group 59">
              <a:extLst>
                <a:ext uri="{FF2B5EF4-FFF2-40B4-BE49-F238E27FC236}">
                  <a16:creationId xmlns:a16="http://schemas.microsoft.com/office/drawing/2014/main" id="{1CA1B229-1BE5-A440-BED3-FDD538A06273}"/>
                </a:ext>
              </a:extLst>
            </p:cNvPr>
            <p:cNvGrpSpPr>
              <a:grpSpLocks/>
            </p:cNvGrpSpPr>
            <p:nvPr/>
          </p:nvGrpSpPr>
          <p:grpSpPr bwMode="auto">
            <a:xfrm>
              <a:off x="535" y="663"/>
              <a:ext cx="1139" cy="272"/>
              <a:chOff x="2272" y="1481"/>
              <a:chExt cx="1363" cy="1802"/>
            </a:xfrm>
          </p:grpSpPr>
          <p:sp>
            <p:nvSpPr>
              <p:cNvPr id="8260" name="AutoShape 60">
                <a:extLst>
                  <a:ext uri="{FF2B5EF4-FFF2-40B4-BE49-F238E27FC236}">
                    <a16:creationId xmlns:a16="http://schemas.microsoft.com/office/drawing/2014/main" id="{16CF9D26-0E03-EE48-9E7E-2572313E5C27}"/>
                  </a:ext>
                </a:extLst>
              </p:cNvPr>
              <p:cNvSpPr>
                <a:spLocks noChangeArrowheads="1"/>
              </p:cNvSpPr>
              <p:nvPr/>
            </p:nvSpPr>
            <p:spPr bwMode="gray">
              <a:xfrm>
                <a:off x="2272" y="1481"/>
                <a:ext cx="1363" cy="1802"/>
              </a:xfrm>
              <a:prstGeom prst="roundRect">
                <a:avLst>
                  <a:gd name="adj" fmla="val 17509"/>
                </a:avLst>
              </a:prstGeom>
              <a:gradFill rotWithShape="1">
                <a:gsLst>
                  <a:gs pos="0">
                    <a:srgbClr val="34B034"/>
                  </a:gs>
                  <a:gs pos="100000">
                    <a:srgbClr val="3F8B4A"/>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endParaRPr lang="zh-CN" altLang="en-US" sz="1800" b="0">
                  <a:solidFill>
                    <a:srgbClr val="000000"/>
                  </a:solidFill>
                  <a:latin typeface="Arial" panose="020B0604020202020204" pitchFamily="34" charset="0"/>
                  <a:ea typeface="宋体" panose="02010600030101010101" pitchFamily="2" charset="-122"/>
                </a:endParaRPr>
              </a:p>
            </p:txBody>
          </p:sp>
          <p:sp>
            <p:nvSpPr>
              <p:cNvPr id="8261" name="AutoShape 61">
                <a:extLst>
                  <a:ext uri="{FF2B5EF4-FFF2-40B4-BE49-F238E27FC236}">
                    <a16:creationId xmlns:a16="http://schemas.microsoft.com/office/drawing/2014/main" id="{4545E299-7AC6-EB4B-8448-45B08B70D797}"/>
                  </a:ext>
                </a:extLst>
              </p:cNvPr>
              <p:cNvSpPr>
                <a:spLocks noChangeArrowheads="1"/>
              </p:cNvSpPr>
              <p:nvPr/>
            </p:nvSpPr>
            <p:spPr bwMode="gray">
              <a:xfrm>
                <a:off x="2293" y="1484"/>
                <a:ext cx="1322" cy="1766"/>
              </a:xfrm>
              <a:prstGeom prst="roundRect">
                <a:avLst>
                  <a:gd name="adj" fmla="val 16667"/>
                </a:avLst>
              </a:prstGeom>
              <a:solidFill>
                <a:srgbClr val="73E77E"/>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endParaRPr lang="zh-CN" altLang="en-US" sz="1800" b="0">
                  <a:solidFill>
                    <a:srgbClr val="000000"/>
                  </a:solidFill>
                  <a:latin typeface="Arial" panose="020B0604020202020204" pitchFamily="34" charset="0"/>
                  <a:ea typeface="宋体" panose="02010600030101010101" pitchFamily="2" charset="-122"/>
                </a:endParaRPr>
              </a:p>
            </p:txBody>
          </p:sp>
          <p:sp>
            <p:nvSpPr>
              <p:cNvPr id="8262" name="AutoShape 62">
                <a:extLst>
                  <a:ext uri="{FF2B5EF4-FFF2-40B4-BE49-F238E27FC236}">
                    <a16:creationId xmlns:a16="http://schemas.microsoft.com/office/drawing/2014/main" id="{402396D6-F1C8-964F-A1F6-5ADE796EE060}"/>
                  </a:ext>
                </a:extLst>
              </p:cNvPr>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B3F2B9"/>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endParaRPr lang="zh-CN" altLang="en-US" sz="1800" b="0">
                  <a:solidFill>
                    <a:srgbClr val="000000"/>
                  </a:solidFill>
                  <a:latin typeface="Arial" panose="020B0604020202020204" pitchFamily="34" charset="0"/>
                  <a:ea typeface="宋体" panose="02010600030101010101" pitchFamily="2" charset="-122"/>
                </a:endParaRPr>
              </a:p>
            </p:txBody>
          </p:sp>
          <p:sp>
            <p:nvSpPr>
              <p:cNvPr id="8263" name="AutoShape 63">
                <a:extLst>
                  <a:ext uri="{FF2B5EF4-FFF2-40B4-BE49-F238E27FC236}">
                    <a16:creationId xmlns:a16="http://schemas.microsoft.com/office/drawing/2014/main" id="{324E8D68-B1AC-F94D-9205-28EF23467B8A}"/>
                  </a:ext>
                </a:extLst>
              </p:cNvPr>
              <p:cNvSpPr>
                <a:spLocks noChangeArrowheads="1"/>
              </p:cNvSpPr>
              <p:nvPr/>
            </p:nvSpPr>
            <p:spPr bwMode="gray">
              <a:xfrm>
                <a:off x="2304" y="1498"/>
                <a:ext cx="1304" cy="446"/>
              </a:xfrm>
              <a:prstGeom prst="roundRect">
                <a:avLst>
                  <a:gd name="adj" fmla="val 50000"/>
                </a:avLst>
              </a:prstGeom>
              <a:gradFill rotWithShape="1">
                <a:gsLst>
                  <a:gs pos="0">
                    <a:srgbClr val="D0F7D4"/>
                  </a:gs>
                  <a:gs pos="100000">
                    <a:srgbClr val="73E77E"/>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endParaRPr lang="zh-CN" altLang="en-US" sz="1600" b="0">
                  <a:solidFill>
                    <a:srgbClr val="000000"/>
                  </a:solidFill>
                  <a:latin typeface="Arial" panose="020B0604020202020204" pitchFamily="34" charset="0"/>
                  <a:ea typeface="宋体" panose="02010600030101010101" pitchFamily="2" charset="-122"/>
                </a:endParaRPr>
              </a:p>
            </p:txBody>
          </p:sp>
        </p:grpSp>
        <p:sp>
          <p:nvSpPr>
            <p:cNvPr id="8259" name="Rectangle 64">
              <a:extLst>
                <a:ext uri="{FF2B5EF4-FFF2-40B4-BE49-F238E27FC236}">
                  <a16:creationId xmlns:a16="http://schemas.microsoft.com/office/drawing/2014/main" id="{92F17730-85DA-E845-B0DA-87F444B9A015}"/>
                </a:ext>
              </a:extLst>
            </p:cNvPr>
            <p:cNvSpPr>
              <a:spLocks noChangeArrowheads="1"/>
            </p:cNvSpPr>
            <p:nvPr/>
          </p:nvSpPr>
          <p:spPr bwMode="auto">
            <a:xfrm>
              <a:off x="586" y="663"/>
              <a:ext cx="1091"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r>
                <a:rPr lang="zh-CN" altLang="en-US" sz="180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安全体系框架三维图</a:t>
              </a:r>
              <a:endParaRPr lang="zh-CN" altLang="zh-CN" sz="180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grpSp>
      <p:sp>
        <p:nvSpPr>
          <p:cNvPr id="130" name="Line 95">
            <a:extLst>
              <a:ext uri="{FF2B5EF4-FFF2-40B4-BE49-F238E27FC236}">
                <a16:creationId xmlns:a16="http://schemas.microsoft.com/office/drawing/2014/main" id="{D6E9E94C-87C6-994F-A8A0-EEC5A5F2617A}"/>
              </a:ext>
            </a:extLst>
          </p:cNvPr>
          <p:cNvSpPr>
            <a:spLocks noChangeShapeType="1"/>
          </p:cNvSpPr>
          <p:nvPr/>
        </p:nvSpPr>
        <p:spPr bwMode="auto">
          <a:xfrm>
            <a:off x="2673350" y="1470025"/>
            <a:ext cx="31750" cy="4433888"/>
          </a:xfrm>
          <a:prstGeom prst="line">
            <a:avLst/>
          </a:prstGeom>
          <a:noFill/>
          <a:ln w="38100">
            <a:solidFill>
              <a:srgbClr val="000000"/>
            </a:solidFill>
            <a:prstDash val="dash"/>
            <a:round/>
            <a:headEnd/>
            <a:tailEnd/>
          </a:ln>
          <a:effectLst/>
        </p:spPr>
        <p:txBody>
          <a:bodyPr anchor="ctr"/>
          <a:lstStyle/>
          <a:p>
            <a:pPr eaLnBrk="1" fontAlgn="auto" hangingPunct="1">
              <a:spcBef>
                <a:spcPts val="0"/>
              </a:spcBef>
              <a:spcAft>
                <a:spcPts val="0"/>
              </a:spcAft>
              <a:defRPr/>
            </a:pPr>
            <a:endParaRPr lang="zh-CN" altLang="en-US" sz="1800" b="0" kern="0">
              <a:solidFill>
                <a:srgbClr val="000000"/>
              </a:solidFill>
              <a:latin typeface="Arial" charset="0"/>
              <a:ea typeface="宋体" pitchFamily="2" charset="-122"/>
            </a:endParaRPr>
          </a:p>
        </p:txBody>
      </p:sp>
      <p:grpSp>
        <p:nvGrpSpPr>
          <p:cNvPr id="8208" name="Group 42">
            <a:extLst>
              <a:ext uri="{FF2B5EF4-FFF2-40B4-BE49-F238E27FC236}">
                <a16:creationId xmlns:a16="http://schemas.microsoft.com/office/drawing/2014/main" id="{B7BA4F6D-5D90-8549-A85B-3B3B6B50721C}"/>
              </a:ext>
            </a:extLst>
          </p:cNvPr>
          <p:cNvGrpSpPr>
            <a:grpSpLocks/>
          </p:cNvGrpSpPr>
          <p:nvPr/>
        </p:nvGrpSpPr>
        <p:grpSpPr bwMode="auto">
          <a:xfrm>
            <a:off x="5170488" y="2976563"/>
            <a:ext cx="3362325" cy="381000"/>
            <a:chOff x="535" y="663"/>
            <a:chExt cx="1142" cy="272"/>
          </a:xfrm>
        </p:grpSpPr>
        <p:grpSp>
          <p:nvGrpSpPr>
            <p:cNvPr id="8252" name="Group 43">
              <a:extLst>
                <a:ext uri="{FF2B5EF4-FFF2-40B4-BE49-F238E27FC236}">
                  <a16:creationId xmlns:a16="http://schemas.microsoft.com/office/drawing/2014/main" id="{87F0F9B9-2F6F-1749-AC2C-90B9F9A66062}"/>
                </a:ext>
              </a:extLst>
            </p:cNvPr>
            <p:cNvGrpSpPr>
              <a:grpSpLocks/>
            </p:cNvGrpSpPr>
            <p:nvPr/>
          </p:nvGrpSpPr>
          <p:grpSpPr bwMode="auto">
            <a:xfrm>
              <a:off x="535" y="663"/>
              <a:ext cx="1139" cy="272"/>
              <a:chOff x="2272" y="1479"/>
              <a:chExt cx="1363" cy="1800"/>
            </a:xfrm>
          </p:grpSpPr>
          <p:sp>
            <p:nvSpPr>
              <p:cNvPr id="8254" name="AutoShape 44">
                <a:extLst>
                  <a:ext uri="{FF2B5EF4-FFF2-40B4-BE49-F238E27FC236}">
                    <a16:creationId xmlns:a16="http://schemas.microsoft.com/office/drawing/2014/main" id="{0A640BA7-4E67-674D-A144-CB266C9C6F30}"/>
                  </a:ext>
                </a:extLst>
              </p:cNvPr>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endParaRPr lang="zh-CN" altLang="en-US" sz="1800" b="0">
                  <a:solidFill>
                    <a:srgbClr val="000000"/>
                  </a:solidFill>
                  <a:latin typeface="Arial" panose="020B0604020202020204" pitchFamily="34" charset="0"/>
                  <a:ea typeface="宋体" panose="02010600030101010101" pitchFamily="2" charset="-122"/>
                </a:endParaRPr>
              </a:p>
            </p:txBody>
          </p:sp>
          <p:sp>
            <p:nvSpPr>
              <p:cNvPr id="8255" name="AutoShape 45">
                <a:extLst>
                  <a:ext uri="{FF2B5EF4-FFF2-40B4-BE49-F238E27FC236}">
                    <a16:creationId xmlns:a16="http://schemas.microsoft.com/office/drawing/2014/main" id="{51F4CC4B-9FFC-C146-B814-420001544B5C}"/>
                  </a:ext>
                </a:extLst>
              </p:cNvPr>
              <p:cNvSpPr>
                <a:spLocks noChangeArrowheads="1"/>
              </p:cNvSpPr>
              <p:nvPr/>
            </p:nvSpPr>
            <p:spPr bwMode="gray">
              <a:xfrm>
                <a:off x="2293" y="1484"/>
                <a:ext cx="1322" cy="1766"/>
              </a:xfrm>
              <a:prstGeom prst="roundRect">
                <a:avLst>
                  <a:gd name="adj" fmla="val 16667"/>
                </a:avLst>
              </a:prstGeom>
              <a:solidFill>
                <a:srgbClr val="73E77E"/>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endParaRPr lang="zh-CN" altLang="en-US" sz="1800" b="0">
                  <a:solidFill>
                    <a:srgbClr val="000000"/>
                  </a:solidFill>
                  <a:latin typeface="Arial" panose="020B0604020202020204" pitchFamily="34" charset="0"/>
                  <a:ea typeface="宋体" panose="02010600030101010101" pitchFamily="2" charset="-122"/>
                </a:endParaRPr>
              </a:p>
            </p:txBody>
          </p:sp>
          <p:sp>
            <p:nvSpPr>
              <p:cNvPr id="8256" name="AutoShape 46">
                <a:extLst>
                  <a:ext uri="{FF2B5EF4-FFF2-40B4-BE49-F238E27FC236}">
                    <a16:creationId xmlns:a16="http://schemas.microsoft.com/office/drawing/2014/main" id="{172F20BE-9911-174B-A53F-B6AE38C166C8}"/>
                  </a:ext>
                </a:extLst>
              </p:cNvPr>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B3F2B9"/>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endParaRPr lang="zh-CN" altLang="en-US" sz="1800" b="0">
                  <a:solidFill>
                    <a:srgbClr val="000000"/>
                  </a:solidFill>
                  <a:latin typeface="Arial" panose="020B0604020202020204" pitchFamily="34" charset="0"/>
                  <a:ea typeface="宋体" panose="02010600030101010101" pitchFamily="2" charset="-122"/>
                </a:endParaRPr>
              </a:p>
            </p:txBody>
          </p:sp>
          <p:sp>
            <p:nvSpPr>
              <p:cNvPr id="8257" name="AutoShape 47">
                <a:extLst>
                  <a:ext uri="{FF2B5EF4-FFF2-40B4-BE49-F238E27FC236}">
                    <a16:creationId xmlns:a16="http://schemas.microsoft.com/office/drawing/2014/main" id="{578403C0-E0A6-F543-80CA-8C7184DB7A35}"/>
                  </a:ext>
                </a:extLst>
              </p:cNvPr>
              <p:cNvSpPr>
                <a:spLocks noChangeArrowheads="1"/>
              </p:cNvSpPr>
              <p:nvPr/>
            </p:nvSpPr>
            <p:spPr bwMode="gray">
              <a:xfrm>
                <a:off x="2304" y="1498"/>
                <a:ext cx="1304" cy="446"/>
              </a:xfrm>
              <a:prstGeom prst="roundRect">
                <a:avLst>
                  <a:gd name="adj" fmla="val 50000"/>
                </a:avLst>
              </a:prstGeom>
              <a:gradFill rotWithShape="1">
                <a:gsLst>
                  <a:gs pos="0">
                    <a:srgbClr val="D0F7D4"/>
                  </a:gs>
                  <a:gs pos="100000">
                    <a:srgbClr val="73E77E"/>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endParaRPr lang="zh-CN" altLang="en-US" sz="1800" b="0">
                  <a:solidFill>
                    <a:srgbClr val="000000"/>
                  </a:solidFill>
                  <a:latin typeface="Arial" panose="020B0604020202020204" pitchFamily="34" charset="0"/>
                  <a:ea typeface="宋体" panose="02010600030101010101" pitchFamily="2" charset="-122"/>
                </a:endParaRPr>
              </a:p>
            </p:txBody>
          </p:sp>
        </p:grpSp>
        <p:sp>
          <p:nvSpPr>
            <p:cNvPr id="8253" name="Rectangle 48">
              <a:extLst>
                <a:ext uri="{FF2B5EF4-FFF2-40B4-BE49-F238E27FC236}">
                  <a16:creationId xmlns:a16="http://schemas.microsoft.com/office/drawing/2014/main" id="{CEA82F62-CAD5-F049-8610-6F426933DB36}"/>
                </a:ext>
              </a:extLst>
            </p:cNvPr>
            <p:cNvSpPr>
              <a:spLocks noChangeArrowheads="1"/>
            </p:cNvSpPr>
            <p:nvPr/>
          </p:nvSpPr>
          <p:spPr bwMode="auto">
            <a:xfrm>
              <a:off x="586" y="663"/>
              <a:ext cx="109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r>
                <a:rPr lang="zh-CN" altLang="en-US" sz="1800">
                  <a:solidFill>
                    <a:srgbClr val="040404"/>
                  </a:solidFill>
                  <a:latin typeface="Arial" panose="020B0604020202020204" pitchFamily="34" charset="0"/>
                  <a:ea typeface="宋体" panose="02010600030101010101" pitchFamily="2" charset="-122"/>
                </a:rPr>
                <a:t>数字签名机制</a:t>
              </a:r>
              <a:endParaRPr lang="zh-CN" altLang="zh-CN" sz="1800">
                <a:solidFill>
                  <a:srgbClr val="040404"/>
                </a:solidFill>
                <a:latin typeface="Arial" panose="020B0604020202020204" pitchFamily="34" charset="0"/>
                <a:ea typeface="宋体" panose="02010600030101010101" pitchFamily="2" charset="-122"/>
              </a:endParaRPr>
            </a:p>
          </p:txBody>
        </p:sp>
      </p:grpSp>
      <p:grpSp>
        <p:nvGrpSpPr>
          <p:cNvPr id="8209" name="Group 42">
            <a:extLst>
              <a:ext uri="{FF2B5EF4-FFF2-40B4-BE49-F238E27FC236}">
                <a16:creationId xmlns:a16="http://schemas.microsoft.com/office/drawing/2014/main" id="{8EBD5303-D7B9-6742-8005-28C1736E11FA}"/>
              </a:ext>
            </a:extLst>
          </p:cNvPr>
          <p:cNvGrpSpPr>
            <a:grpSpLocks/>
          </p:cNvGrpSpPr>
          <p:nvPr/>
        </p:nvGrpSpPr>
        <p:grpSpPr bwMode="auto">
          <a:xfrm>
            <a:off x="5172075" y="3357563"/>
            <a:ext cx="3351213" cy="433387"/>
            <a:chOff x="535" y="663"/>
            <a:chExt cx="1142" cy="272"/>
          </a:xfrm>
        </p:grpSpPr>
        <p:grpSp>
          <p:nvGrpSpPr>
            <p:cNvPr id="8246" name="Group 43">
              <a:extLst>
                <a:ext uri="{FF2B5EF4-FFF2-40B4-BE49-F238E27FC236}">
                  <a16:creationId xmlns:a16="http://schemas.microsoft.com/office/drawing/2014/main" id="{A2253B19-4010-EC41-8AFA-851C477A71D5}"/>
                </a:ext>
              </a:extLst>
            </p:cNvPr>
            <p:cNvGrpSpPr>
              <a:grpSpLocks/>
            </p:cNvGrpSpPr>
            <p:nvPr/>
          </p:nvGrpSpPr>
          <p:grpSpPr bwMode="auto">
            <a:xfrm>
              <a:off x="535" y="663"/>
              <a:ext cx="1139" cy="272"/>
              <a:chOff x="2272" y="1479"/>
              <a:chExt cx="1363" cy="1800"/>
            </a:xfrm>
          </p:grpSpPr>
          <p:sp>
            <p:nvSpPr>
              <p:cNvPr id="8248" name="AutoShape 44">
                <a:extLst>
                  <a:ext uri="{FF2B5EF4-FFF2-40B4-BE49-F238E27FC236}">
                    <a16:creationId xmlns:a16="http://schemas.microsoft.com/office/drawing/2014/main" id="{68139B49-DA10-C642-9419-34509383EDDD}"/>
                  </a:ext>
                </a:extLst>
              </p:cNvPr>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endParaRPr lang="zh-CN" altLang="en-US" sz="1800" b="0">
                  <a:solidFill>
                    <a:srgbClr val="000000"/>
                  </a:solidFill>
                  <a:latin typeface="Arial" panose="020B0604020202020204" pitchFamily="34" charset="0"/>
                  <a:ea typeface="宋体" panose="02010600030101010101" pitchFamily="2" charset="-122"/>
                </a:endParaRPr>
              </a:p>
            </p:txBody>
          </p:sp>
          <p:sp>
            <p:nvSpPr>
              <p:cNvPr id="8249" name="AutoShape 45">
                <a:extLst>
                  <a:ext uri="{FF2B5EF4-FFF2-40B4-BE49-F238E27FC236}">
                    <a16:creationId xmlns:a16="http://schemas.microsoft.com/office/drawing/2014/main" id="{4F21B453-1BF2-C748-A49B-FEDC973AD312}"/>
                  </a:ext>
                </a:extLst>
              </p:cNvPr>
              <p:cNvSpPr>
                <a:spLocks noChangeArrowheads="1"/>
              </p:cNvSpPr>
              <p:nvPr/>
            </p:nvSpPr>
            <p:spPr bwMode="gray">
              <a:xfrm>
                <a:off x="2293" y="1484"/>
                <a:ext cx="1322" cy="1766"/>
              </a:xfrm>
              <a:prstGeom prst="roundRect">
                <a:avLst>
                  <a:gd name="adj" fmla="val 16667"/>
                </a:avLst>
              </a:prstGeom>
              <a:solidFill>
                <a:srgbClr val="73E77E"/>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endParaRPr lang="zh-CN" altLang="en-US" sz="1800" b="0">
                  <a:solidFill>
                    <a:srgbClr val="000000"/>
                  </a:solidFill>
                  <a:latin typeface="Arial" panose="020B0604020202020204" pitchFamily="34" charset="0"/>
                  <a:ea typeface="宋体" panose="02010600030101010101" pitchFamily="2" charset="-122"/>
                </a:endParaRPr>
              </a:p>
            </p:txBody>
          </p:sp>
          <p:sp>
            <p:nvSpPr>
              <p:cNvPr id="8250" name="AutoShape 46">
                <a:extLst>
                  <a:ext uri="{FF2B5EF4-FFF2-40B4-BE49-F238E27FC236}">
                    <a16:creationId xmlns:a16="http://schemas.microsoft.com/office/drawing/2014/main" id="{B443F584-127A-7C43-B4A1-11E68FF10BF6}"/>
                  </a:ext>
                </a:extLst>
              </p:cNvPr>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B3F2B9"/>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endParaRPr lang="zh-CN" altLang="en-US" sz="1800" b="0">
                  <a:solidFill>
                    <a:srgbClr val="000000"/>
                  </a:solidFill>
                  <a:latin typeface="Arial" panose="020B0604020202020204" pitchFamily="34" charset="0"/>
                  <a:ea typeface="宋体" panose="02010600030101010101" pitchFamily="2" charset="-122"/>
                </a:endParaRPr>
              </a:p>
            </p:txBody>
          </p:sp>
          <p:sp>
            <p:nvSpPr>
              <p:cNvPr id="8251" name="AutoShape 47">
                <a:extLst>
                  <a:ext uri="{FF2B5EF4-FFF2-40B4-BE49-F238E27FC236}">
                    <a16:creationId xmlns:a16="http://schemas.microsoft.com/office/drawing/2014/main" id="{67F508E3-7630-7F4F-A260-04659C8CF27B}"/>
                  </a:ext>
                </a:extLst>
              </p:cNvPr>
              <p:cNvSpPr>
                <a:spLocks noChangeArrowheads="1"/>
              </p:cNvSpPr>
              <p:nvPr/>
            </p:nvSpPr>
            <p:spPr bwMode="gray">
              <a:xfrm>
                <a:off x="2304" y="1498"/>
                <a:ext cx="1304" cy="446"/>
              </a:xfrm>
              <a:prstGeom prst="roundRect">
                <a:avLst>
                  <a:gd name="adj" fmla="val 50000"/>
                </a:avLst>
              </a:prstGeom>
              <a:gradFill rotWithShape="1">
                <a:gsLst>
                  <a:gs pos="0">
                    <a:srgbClr val="D0F7D4"/>
                  </a:gs>
                  <a:gs pos="100000">
                    <a:srgbClr val="73E77E"/>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endParaRPr lang="zh-CN" altLang="en-US" sz="1800" b="0">
                  <a:solidFill>
                    <a:srgbClr val="000000"/>
                  </a:solidFill>
                  <a:latin typeface="Arial" panose="020B0604020202020204" pitchFamily="34" charset="0"/>
                  <a:ea typeface="宋体" panose="02010600030101010101" pitchFamily="2" charset="-122"/>
                </a:endParaRPr>
              </a:p>
            </p:txBody>
          </p:sp>
        </p:grpSp>
        <p:sp>
          <p:nvSpPr>
            <p:cNvPr id="8247" name="Rectangle 48">
              <a:extLst>
                <a:ext uri="{FF2B5EF4-FFF2-40B4-BE49-F238E27FC236}">
                  <a16:creationId xmlns:a16="http://schemas.microsoft.com/office/drawing/2014/main" id="{7D278DC2-38D4-614C-97B8-4D2DFC453349}"/>
                </a:ext>
              </a:extLst>
            </p:cNvPr>
            <p:cNvSpPr>
              <a:spLocks noChangeArrowheads="1"/>
            </p:cNvSpPr>
            <p:nvPr/>
          </p:nvSpPr>
          <p:spPr bwMode="auto">
            <a:xfrm>
              <a:off x="586" y="663"/>
              <a:ext cx="109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r>
                <a:rPr lang="zh-CN" altLang="en-US" sz="1800">
                  <a:solidFill>
                    <a:srgbClr val="040404"/>
                  </a:solidFill>
                  <a:latin typeface="Arial" panose="020B0604020202020204" pitchFamily="34" charset="0"/>
                  <a:ea typeface="宋体" panose="02010600030101010101" pitchFamily="2" charset="-122"/>
                </a:rPr>
                <a:t>访问控制机制</a:t>
              </a:r>
              <a:endParaRPr lang="zh-CN" altLang="zh-CN" sz="1800">
                <a:solidFill>
                  <a:srgbClr val="040404"/>
                </a:solidFill>
                <a:latin typeface="Arial" panose="020B0604020202020204" pitchFamily="34" charset="0"/>
                <a:ea typeface="宋体" panose="02010600030101010101" pitchFamily="2" charset="-122"/>
              </a:endParaRPr>
            </a:p>
          </p:txBody>
        </p:sp>
      </p:grpSp>
      <p:grpSp>
        <p:nvGrpSpPr>
          <p:cNvPr id="8210" name="Group 42">
            <a:extLst>
              <a:ext uri="{FF2B5EF4-FFF2-40B4-BE49-F238E27FC236}">
                <a16:creationId xmlns:a16="http://schemas.microsoft.com/office/drawing/2014/main" id="{45D63685-4F6C-DA43-86ED-8A6790CD1068}"/>
              </a:ext>
            </a:extLst>
          </p:cNvPr>
          <p:cNvGrpSpPr>
            <a:grpSpLocks/>
          </p:cNvGrpSpPr>
          <p:nvPr/>
        </p:nvGrpSpPr>
        <p:grpSpPr bwMode="auto">
          <a:xfrm>
            <a:off x="5170488" y="3789363"/>
            <a:ext cx="3362325" cy="409575"/>
            <a:chOff x="535" y="663"/>
            <a:chExt cx="1142" cy="272"/>
          </a:xfrm>
        </p:grpSpPr>
        <p:grpSp>
          <p:nvGrpSpPr>
            <p:cNvPr id="8240" name="Group 43">
              <a:extLst>
                <a:ext uri="{FF2B5EF4-FFF2-40B4-BE49-F238E27FC236}">
                  <a16:creationId xmlns:a16="http://schemas.microsoft.com/office/drawing/2014/main" id="{F9A21D06-A06B-3441-A356-DF3C4824DD6D}"/>
                </a:ext>
              </a:extLst>
            </p:cNvPr>
            <p:cNvGrpSpPr>
              <a:grpSpLocks/>
            </p:cNvGrpSpPr>
            <p:nvPr/>
          </p:nvGrpSpPr>
          <p:grpSpPr bwMode="auto">
            <a:xfrm>
              <a:off x="535" y="663"/>
              <a:ext cx="1139" cy="272"/>
              <a:chOff x="2272" y="1479"/>
              <a:chExt cx="1363" cy="1800"/>
            </a:xfrm>
          </p:grpSpPr>
          <p:sp>
            <p:nvSpPr>
              <p:cNvPr id="8242" name="AutoShape 44">
                <a:extLst>
                  <a:ext uri="{FF2B5EF4-FFF2-40B4-BE49-F238E27FC236}">
                    <a16:creationId xmlns:a16="http://schemas.microsoft.com/office/drawing/2014/main" id="{BABDC265-FE63-2149-B38A-5007EBC742E7}"/>
                  </a:ext>
                </a:extLst>
              </p:cNvPr>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endParaRPr lang="zh-CN" altLang="en-US" sz="1800" b="0">
                  <a:solidFill>
                    <a:srgbClr val="000000"/>
                  </a:solidFill>
                  <a:latin typeface="Arial" panose="020B0604020202020204" pitchFamily="34" charset="0"/>
                  <a:ea typeface="宋体" panose="02010600030101010101" pitchFamily="2" charset="-122"/>
                </a:endParaRPr>
              </a:p>
            </p:txBody>
          </p:sp>
          <p:sp>
            <p:nvSpPr>
              <p:cNvPr id="8243" name="AutoShape 45">
                <a:extLst>
                  <a:ext uri="{FF2B5EF4-FFF2-40B4-BE49-F238E27FC236}">
                    <a16:creationId xmlns:a16="http://schemas.microsoft.com/office/drawing/2014/main" id="{EE8AB5C0-17E1-9E49-B800-5BED17DF75AF}"/>
                  </a:ext>
                </a:extLst>
              </p:cNvPr>
              <p:cNvSpPr>
                <a:spLocks noChangeArrowheads="1"/>
              </p:cNvSpPr>
              <p:nvPr/>
            </p:nvSpPr>
            <p:spPr bwMode="gray">
              <a:xfrm>
                <a:off x="2293" y="1484"/>
                <a:ext cx="1322" cy="1766"/>
              </a:xfrm>
              <a:prstGeom prst="roundRect">
                <a:avLst>
                  <a:gd name="adj" fmla="val 16667"/>
                </a:avLst>
              </a:prstGeom>
              <a:solidFill>
                <a:srgbClr val="73E77E"/>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endParaRPr lang="zh-CN" altLang="en-US" sz="1800" b="0">
                  <a:solidFill>
                    <a:srgbClr val="000000"/>
                  </a:solidFill>
                  <a:latin typeface="Arial" panose="020B0604020202020204" pitchFamily="34" charset="0"/>
                  <a:ea typeface="宋体" panose="02010600030101010101" pitchFamily="2" charset="-122"/>
                </a:endParaRPr>
              </a:p>
            </p:txBody>
          </p:sp>
          <p:sp>
            <p:nvSpPr>
              <p:cNvPr id="8244" name="AutoShape 46">
                <a:extLst>
                  <a:ext uri="{FF2B5EF4-FFF2-40B4-BE49-F238E27FC236}">
                    <a16:creationId xmlns:a16="http://schemas.microsoft.com/office/drawing/2014/main" id="{6A07A8FF-5157-244E-A2E6-49973DAF51B5}"/>
                  </a:ext>
                </a:extLst>
              </p:cNvPr>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B3F2B9"/>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endParaRPr lang="zh-CN" altLang="en-US" sz="1800" b="0">
                  <a:solidFill>
                    <a:srgbClr val="000000"/>
                  </a:solidFill>
                  <a:latin typeface="Arial" panose="020B0604020202020204" pitchFamily="34" charset="0"/>
                  <a:ea typeface="宋体" panose="02010600030101010101" pitchFamily="2" charset="-122"/>
                </a:endParaRPr>
              </a:p>
            </p:txBody>
          </p:sp>
          <p:sp>
            <p:nvSpPr>
              <p:cNvPr id="8245" name="AutoShape 47">
                <a:extLst>
                  <a:ext uri="{FF2B5EF4-FFF2-40B4-BE49-F238E27FC236}">
                    <a16:creationId xmlns:a16="http://schemas.microsoft.com/office/drawing/2014/main" id="{9331B08A-A11D-E840-B2EA-A65E69BF4A9F}"/>
                  </a:ext>
                </a:extLst>
              </p:cNvPr>
              <p:cNvSpPr>
                <a:spLocks noChangeArrowheads="1"/>
              </p:cNvSpPr>
              <p:nvPr/>
            </p:nvSpPr>
            <p:spPr bwMode="gray">
              <a:xfrm>
                <a:off x="2304" y="1498"/>
                <a:ext cx="1304" cy="446"/>
              </a:xfrm>
              <a:prstGeom prst="roundRect">
                <a:avLst>
                  <a:gd name="adj" fmla="val 50000"/>
                </a:avLst>
              </a:prstGeom>
              <a:gradFill rotWithShape="1">
                <a:gsLst>
                  <a:gs pos="0">
                    <a:srgbClr val="D0F7D4"/>
                  </a:gs>
                  <a:gs pos="100000">
                    <a:srgbClr val="73E77E"/>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endParaRPr lang="zh-CN" altLang="en-US" sz="1800" b="0">
                  <a:solidFill>
                    <a:srgbClr val="000000"/>
                  </a:solidFill>
                  <a:latin typeface="Arial" panose="020B0604020202020204" pitchFamily="34" charset="0"/>
                  <a:ea typeface="宋体" panose="02010600030101010101" pitchFamily="2" charset="-122"/>
                </a:endParaRPr>
              </a:p>
            </p:txBody>
          </p:sp>
        </p:grpSp>
        <p:sp>
          <p:nvSpPr>
            <p:cNvPr id="8241" name="Rectangle 48">
              <a:extLst>
                <a:ext uri="{FF2B5EF4-FFF2-40B4-BE49-F238E27FC236}">
                  <a16:creationId xmlns:a16="http://schemas.microsoft.com/office/drawing/2014/main" id="{B1BCD533-3A88-9B4F-B14E-09E835A7A039}"/>
                </a:ext>
              </a:extLst>
            </p:cNvPr>
            <p:cNvSpPr>
              <a:spLocks noChangeArrowheads="1"/>
            </p:cNvSpPr>
            <p:nvPr/>
          </p:nvSpPr>
          <p:spPr bwMode="auto">
            <a:xfrm>
              <a:off x="586" y="663"/>
              <a:ext cx="109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r>
                <a:rPr lang="zh-CN" altLang="en-US" sz="1800">
                  <a:solidFill>
                    <a:srgbClr val="040404"/>
                  </a:solidFill>
                  <a:latin typeface="Arial" panose="020B0604020202020204" pitchFamily="34" charset="0"/>
                  <a:ea typeface="宋体" panose="02010600030101010101" pitchFamily="2" charset="-122"/>
                </a:rPr>
                <a:t>数据完整性机制</a:t>
              </a:r>
              <a:endParaRPr lang="zh-CN" altLang="zh-CN" sz="1800">
                <a:solidFill>
                  <a:srgbClr val="040404"/>
                </a:solidFill>
                <a:latin typeface="Arial" panose="020B0604020202020204" pitchFamily="34" charset="0"/>
                <a:ea typeface="宋体" panose="02010600030101010101" pitchFamily="2" charset="-122"/>
              </a:endParaRPr>
            </a:p>
          </p:txBody>
        </p:sp>
      </p:grpSp>
      <p:sp>
        <p:nvSpPr>
          <p:cNvPr id="152" name="Line 95">
            <a:extLst>
              <a:ext uri="{FF2B5EF4-FFF2-40B4-BE49-F238E27FC236}">
                <a16:creationId xmlns:a16="http://schemas.microsoft.com/office/drawing/2014/main" id="{31CD5B6A-85B2-7042-AB86-2FD2C047FAB2}"/>
              </a:ext>
            </a:extLst>
          </p:cNvPr>
          <p:cNvSpPr>
            <a:spLocks noChangeShapeType="1"/>
          </p:cNvSpPr>
          <p:nvPr/>
        </p:nvSpPr>
        <p:spPr bwMode="auto">
          <a:xfrm>
            <a:off x="5076825" y="1087438"/>
            <a:ext cx="0" cy="4995862"/>
          </a:xfrm>
          <a:prstGeom prst="line">
            <a:avLst/>
          </a:prstGeom>
          <a:noFill/>
          <a:ln w="38100">
            <a:solidFill>
              <a:srgbClr val="000000"/>
            </a:solidFill>
            <a:prstDash val="dash"/>
            <a:round/>
            <a:headEnd/>
            <a:tailEnd/>
          </a:ln>
          <a:effectLst/>
        </p:spPr>
        <p:txBody>
          <a:bodyPr anchor="ctr"/>
          <a:lstStyle/>
          <a:p>
            <a:pPr eaLnBrk="1" fontAlgn="auto" hangingPunct="1">
              <a:spcBef>
                <a:spcPts val="0"/>
              </a:spcBef>
              <a:spcAft>
                <a:spcPts val="0"/>
              </a:spcAft>
              <a:defRPr/>
            </a:pPr>
            <a:endParaRPr lang="zh-CN" altLang="en-US" sz="1800" b="0" kern="0">
              <a:solidFill>
                <a:srgbClr val="000000"/>
              </a:solidFill>
              <a:latin typeface="Arial" charset="0"/>
              <a:ea typeface="宋体" pitchFamily="2" charset="-122"/>
            </a:endParaRPr>
          </a:p>
        </p:txBody>
      </p:sp>
      <p:grpSp>
        <p:nvGrpSpPr>
          <p:cNvPr id="8212" name="Group 42">
            <a:extLst>
              <a:ext uri="{FF2B5EF4-FFF2-40B4-BE49-F238E27FC236}">
                <a16:creationId xmlns:a16="http://schemas.microsoft.com/office/drawing/2014/main" id="{E7B74B3D-93E4-644B-8C31-8DD41E40C68B}"/>
              </a:ext>
            </a:extLst>
          </p:cNvPr>
          <p:cNvGrpSpPr>
            <a:grpSpLocks/>
          </p:cNvGrpSpPr>
          <p:nvPr/>
        </p:nvGrpSpPr>
        <p:grpSpPr bwMode="auto">
          <a:xfrm>
            <a:off x="5189538" y="4221163"/>
            <a:ext cx="3362325" cy="401637"/>
            <a:chOff x="535" y="663"/>
            <a:chExt cx="1142" cy="272"/>
          </a:xfrm>
        </p:grpSpPr>
        <p:grpSp>
          <p:nvGrpSpPr>
            <p:cNvPr id="8234" name="Group 43">
              <a:extLst>
                <a:ext uri="{FF2B5EF4-FFF2-40B4-BE49-F238E27FC236}">
                  <a16:creationId xmlns:a16="http://schemas.microsoft.com/office/drawing/2014/main" id="{F4F569CD-500B-2149-B84D-E33AC3693217}"/>
                </a:ext>
              </a:extLst>
            </p:cNvPr>
            <p:cNvGrpSpPr>
              <a:grpSpLocks/>
            </p:cNvGrpSpPr>
            <p:nvPr/>
          </p:nvGrpSpPr>
          <p:grpSpPr bwMode="auto">
            <a:xfrm>
              <a:off x="535" y="663"/>
              <a:ext cx="1139" cy="272"/>
              <a:chOff x="2272" y="1479"/>
              <a:chExt cx="1363" cy="1800"/>
            </a:xfrm>
          </p:grpSpPr>
          <p:sp>
            <p:nvSpPr>
              <p:cNvPr id="8236" name="AutoShape 44">
                <a:extLst>
                  <a:ext uri="{FF2B5EF4-FFF2-40B4-BE49-F238E27FC236}">
                    <a16:creationId xmlns:a16="http://schemas.microsoft.com/office/drawing/2014/main" id="{3EE990CB-3976-C846-9902-BC435635BD2D}"/>
                  </a:ext>
                </a:extLst>
              </p:cNvPr>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endParaRPr lang="zh-CN" altLang="en-US" sz="1800" b="0">
                  <a:solidFill>
                    <a:srgbClr val="000000"/>
                  </a:solidFill>
                  <a:latin typeface="Arial" panose="020B0604020202020204" pitchFamily="34" charset="0"/>
                  <a:ea typeface="宋体" panose="02010600030101010101" pitchFamily="2" charset="-122"/>
                </a:endParaRPr>
              </a:p>
            </p:txBody>
          </p:sp>
          <p:sp>
            <p:nvSpPr>
              <p:cNvPr id="8237" name="AutoShape 45">
                <a:extLst>
                  <a:ext uri="{FF2B5EF4-FFF2-40B4-BE49-F238E27FC236}">
                    <a16:creationId xmlns:a16="http://schemas.microsoft.com/office/drawing/2014/main" id="{DFFFFE25-5210-8F49-BBF0-9021444C0988}"/>
                  </a:ext>
                </a:extLst>
              </p:cNvPr>
              <p:cNvSpPr>
                <a:spLocks noChangeArrowheads="1"/>
              </p:cNvSpPr>
              <p:nvPr/>
            </p:nvSpPr>
            <p:spPr bwMode="gray">
              <a:xfrm>
                <a:off x="2293" y="1484"/>
                <a:ext cx="1322" cy="1766"/>
              </a:xfrm>
              <a:prstGeom prst="roundRect">
                <a:avLst>
                  <a:gd name="adj" fmla="val 16667"/>
                </a:avLst>
              </a:prstGeom>
              <a:solidFill>
                <a:srgbClr val="73E77E"/>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endParaRPr lang="zh-CN" altLang="en-US" sz="1800" b="0">
                  <a:solidFill>
                    <a:srgbClr val="000000"/>
                  </a:solidFill>
                  <a:latin typeface="Arial" panose="020B0604020202020204" pitchFamily="34" charset="0"/>
                  <a:ea typeface="宋体" panose="02010600030101010101" pitchFamily="2" charset="-122"/>
                </a:endParaRPr>
              </a:p>
            </p:txBody>
          </p:sp>
          <p:sp>
            <p:nvSpPr>
              <p:cNvPr id="8238" name="AutoShape 46">
                <a:extLst>
                  <a:ext uri="{FF2B5EF4-FFF2-40B4-BE49-F238E27FC236}">
                    <a16:creationId xmlns:a16="http://schemas.microsoft.com/office/drawing/2014/main" id="{0A14477F-0B29-354F-B87F-474224409303}"/>
                  </a:ext>
                </a:extLst>
              </p:cNvPr>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B3F2B9"/>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endParaRPr lang="zh-CN" altLang="en-US" sz="1800" b="0">
                  <a:solidFill>
                    <a:srgbClr val="000000"/>
                  </a:solidFill>
                  <a:latin typeface="Arial" panose="020B0604020202020204" pitchFamily="34" charset="0"/>
                  <a:ea typeface="宋体" panose="02010600030101010101" pitchFamily="2" charset="-122"/>
                </a:endParaRPr>
              </a:p>
            </p:txBody>
          </p:sp>
          <p:sp>
            <p:nvSpPr>
              <p:cNvPr id="8239" name="AutoShape 47">
                <a:extLst>
                  <a:ext uri="{FF2B5EF4-FFF2-40B4-BE49-F238E27FC236}">
                    <a16:creationId xmlns:a16="http://schemas.microsoft.com/office/drawing/2014/main" id="{39CD74D6-0C50-2C49-99BA-01D9DC1B8937}"/>
                  </a:ext>
                </a:extLst>
              </p:cNvPr>
              <p:cNvSpPr>
                <a:spLocks noChangeArrowheads="1"/>
              </p:cNvSpPr>
              <p:nvPr/>
            </p:nvSpPr>
            <p:spPr bwMode="gray">
              <a:xfrm>
                <a:off x="2304" y="1498"/>
                <a:ext cx="1304" cy="446"/>
              </a:xfrm>
              <a:prstGeom prst="roundRect">
                <a:avLst>
                  <a:gd name="adj" fmla="val 50000"/>
                </a:avLst>
              </a:prstGeom>
              <a:gradFill rotWithShape="1">
                <a:gsLst>
                  <a:gs pos="0">
                    <a:srgbClr val="D0F7D4"/>
                  </a:gs>
                  <a:gs pos="100000">
                    <a:srgbClr val="73E77E"/>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endParaRPr lang="zh-CN" altLang="en-US" sz="1800" b="0">
                  <a:solidFill>
                    <a:srgbClr val="000000"/>
                  </a:solidFill>
                  <a:latin typeface="Arial" panose="020B0604020202020204" pitchFamily="34" charset="0"/>
                  <a:ea typeface="宋体" panose="02010600030101010101" pitchFamily="2" charset="-122"/>
                </a:endParaRPr>
              </a:p>
            </p:txBody>
          </p:sp>
        </p:grpSp>
        <p:sp>
          <p:nvSpPr>
            <p:cNvPr id="8235" name="Rectangle 48">
              <a:extLst>
                <a:ext uri="{FF2B5EF4-FFF2-40B4-BE49-F238E27FC236}">
                  <a16:creationId xmlns:a16="http://schemas.microsoft.com/office/drawing/2014/main" id="{6045F7D3-8B27-3342-A1A6-4A7755F7AE8B}"/>
                </a:ext>
              </a:extLst>
            </p:cNvPr>
            <p:cNvSpPr>
              <a:spLocks noChangeArrowheads="1"/>
            </p:cNvSpPr>
            <p:nvPr/>
          </p:nvSpPr>
          <p:spPr bwMode="auto">
            <a:xfrm>
              <a:off x="586" y="663"/>
              <a:ext cx="1091" cy="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r>
                <a:rPr lang="zh-CN" altLang="en-US" sz="1800">
                  <a:solidFill>
                    <a:srgbClr val="040404"/>
                  </a:solidFill>
                  <a:latin typeface="Arial" panose="020B0604020202020204" pitchFamily="34" charset="0"/>
                  <a:ea typeface="宋体" panose="02010600030101010101" pitchFamily="2" charset="-122"/>
                </a:rPr>
                <a:t>鉴别交换机制</a:t>
              </a:r>
              <a:endParaRPr lang="zh-CN" altLang="zh-CN" sz="1800">
                <a:solidFill>
                  <a:srgbClr val="040404"/>
                </a:solidFill>
                <a:latin typeface="Arial" panose="020B0604020202020204" pitchFamily="34" charset="0"/>
                <a:ea typeface="宋体" panose="02010600030101010101" pitchFamily="2" charset="-122"/>
              </a:endParaRPr>
            </a:p>
          </p:txBody>
        </p:sp>
      </p:grpSp>
      <p:grpSp>
        <p:nvGrpSpPr>
          <p:cNvPr id="8213" name="Group 42">
            <a:extLst>
              <a:ext uri="{FF2B5EF4-FFF2-40B4-BE49-F238E27FC236}">
                <a16:creationId xmlns:a16="http://schemas.microsoft.com/office/drawing/2014/main" id="{9F2D134E-B052-7D49-9FF6-2881A59913CF}"/>
              </a:ext>
            </a:extLst>
          </p:cNvPr>
          <p:cNvGrpSpPr>
            <a:grpSpLocks/>
          </p:cNvGrpSpPr>
          <p:nvPr/>
        </p:nvGrpSpPr>
        <p:grpSpPr bwMode="auto">
          <a:xfrm>
            <a:off x="5210175" y="4652963"/>
            <a:ext cx="3362325" cy="401637"/>
            <a:chOff x="535" y="663"/>
            <a:chExt cx="1142" cy="272"/>
          </a:xfrm>
        </p:grpSpPr>
        <p:grpSp>
          <p:nvGrpSpPr>
            <p:cNvPr id="8228" name="Group 43">
              <a:extLst>
                <a:ext uri="{FF2B5EF4-FFF2-40B4-BE49-F238E27FC236}">
                  <a16:creationId xmlns:a16="http://schemas.microsoft.com/office/drawing/2014/main" id="{4C1B86F0-4A2D-1A42-8994-FB710EEF18A0}"/>
                </a:ext>
              </a:extLst>
            </p:cNvPr>
            <p:cNvGrpSpPr>
              <a:grpSpLocks/>
            </p:cNvGrpSpPr>
            <p:nvPr/>
          </p:nvGrpSpPr>
          <p:grpSpPr bwMode="auto">
            <a:xfrm>
              <a:off x="535" y="663"/>
              <a:ext cx="1139" cy="272"/>
              <a:chOff x="2272" y="1479"/>
              <a:chExt cx="1363" cy="1800"/>
            </a:xfrm>
          </p:grpSpPr>
          <p:sp>
            <p:nvSpPr>
              <p:cNvPr id="8230" name="AutoShape 44">
                <a:extLst>
                  <a:ext uri="{FF2B5EF4-FFF2-40B4-BE49-F238E27FC236}">
                    <a16:creationId xmlns:a16="http://schemas.microsoft.com/office/drawing/2014/main" id="{56D33701-5A73-2744-8E1D-205420CCAD3B}"/>
                  </a:ext>
                </a:extLst>
              </p:cNvPr>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endParaRPr lang="zh-CN" altLang="en-US" sz="1800" b="0">
                  <a:solidFill>
                    <a:srgbClr val="000000"/>
                  </a:solidFill>
                  <a:latin typeface="Arial" panose="020B0604020202020204" pitchFamily="34" charset="0"/>
                  <a:ea typeface="宋体" panose="02010600030101010101" pitchFamily="2" charset="-122"/>
                </a:endParaRPr>
              </a:p>
            </p:txBody>
          </p:sp>
          <p:sp>
            <p:nvSpPr>
              <p:cNvPr id="8231" name="AutoShape 45">
                <a:extLst>
                  <a:ext uri="{FF2B5EF4-FFF2-40B4-BE49-F238E27FC236}">
                    <a16:creationId xmlns:a16="http://schemas.microsoft.com/office/drawing/2014/main" id="{6B14CDF9-FA26-E246-BF03-AE34D67CDD52}"/>
                  </a:ext>
                </a:extLst>
              </p:cNvPr>
              <p:cNvSpPr>
                <a:spLocks noChangeArrowheads="1"/>
              </p:cNvSpPr>
              <p:nvPr/>
            </p:nvSpPr>
            <p:spPr bwMode="gray">
              <a:xfrm>
                <a:off x="2293" y="1484"/>
                <a:ext cx="1322" cy="1766"/>
              </a:xfrm>
              <a:prstGeom prst="roundRect">
                <a:avLst>
                  <a:gd name="adj" fmla="val 16667"/>
                </a:avLst>
              </a:prstGeom>
              <a:solidFill>
                <a:srgbClr val="73E77E"/>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endParaRPr lang="zh-CN" altLang="en-US" sz="1800" b="0">
                  <a:solidFill>
                    <a:srgbClr val="000000"/>
                  </a:solidFill>
                  <a:latin typeface="Arial" panose="020B0604020202020204" pitchFamily="34" charset="0"/>
                  <a:ea typeface="宋体" panose="02010600030101010101" pitchFamily="2" charset="-122"/>
                </a:endParaRPr>
              </a:p>
            </p:txBody>
          </p:sp>
          <p:sp>
            <p:nvSpPr>
              <p:cNvPr id="8232" name="AutoShape 46">
                <a:extLst>
                  <a:ext uri="{FF2B5EF4-FFF2-40B4-BE49-F238E27FC236}">
                    <a16:creationId xmlns:a16="http://schemas.microsoft.com/office/drawing/2014/main" id="{27983DA8-F73F-054E-B5CA-BD4956231CDA}"/>
                  </a:ext>
                </a:extLst>
              </p:cNvPr>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B3F2B9"/>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endParaRPr lang="zh-CN" altLang="en-US" sz="1800" b="0">
                  <a:solidFill>
                    <a:srgbClr val="000000"/>
                  </a:solidFill>
                  <a:latin typeface="Arial" panose="020B0604020202020204" pitchFamily="34" charset="0"/>
                  <a:ea typeface="宋体" panose="02010600030101010101" pitchFamily="2" charset="-122"/>
                </a:endParaRPr>
              </a:p>
            </p:txBody>
          </p:sp>
          <p:sp>
            <p:nvSpPr>
              <p:cNvPr id="8233" name="AutoShape 47">
                <a:extLst>
                  <a:ext uri="{FF2B5EF4-FFF2-40B4-BE49-F238E27FC236}">
                    <a16:creationId xmlns:a16="http://schemas.microsoft.com/office/drawing/2014/main" id="{0EEC0651-F837-634E-A8E0-AA3B4B8496D8}"/>
                  </a:ext>
                </a:extLst>
              </p:cNvPr>
              <p:cNvSpPr>
                <a:spLocks noChangeArrowheads="1"/>
              </p:cNvSpPr>
              <p:nvPr/>
            </p:nvSpPr>
            <p:spPr bwMode="gray">
              <a:xfrm>
                <a:off x="2304" y="1498"/>
                <a:ext cx="1304" cy="446"/>
              </a:xfrm>
              <a:prstGeom prst="roundRect">
                <a:avLst>
                  <a:gd name="adj" fmla="val 50000"/>
                </a:avLst>
              </a:prstGeom>
              <a:gradFill rotWithShape="1">
                <a:gsLst>
                  <a:gs pos="0">
                    <a:srgbClr val="D0F7D4"/>
                  </a:gs>
                  <a:gs pos="100000">
                    <a:srgbClr val="73E77E"/>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endParaRPr lang="zh-CN" altLang="en-US" sz="1800" b="0">
                  <a:solidFill>
                    <a:srgbClr val="000000"/>
                  </a:solidFill>
                  <a:latin typeface="Arial" panose="020B0604020202020204" pitchFamily="34" charset="0"/>
                  <a:ea typeface="宋体" panose="02010600030101010101" pitchFamily="2" charset="-122"/>
                </a:endParaRPr>
              </a:p>
            </p:txBody>
          </p:sp>
        </p:grpSp>
        <p:sp>
          <p:nvSpPr>
            <p:cNvPr id="162" name="Rectangle 48">
              <a:extLst>
                <a:ext uri="{FF2B5EF4-FFF2-40B4-BE49-F238E27FC236}">
                  <a16:creationId xmlns:a16="http://schemas.microsoft.com/office/drawing/2014/main" id="{0E487BB4-78DE-8549-A49C-D4FFA04F90E2}"/>
                </a:ext>
              </a:extLst>
            </p:cNvPr>
            <p:cNvSpPr>
              <a:spLocks noChangeArrowheads="1"/>
            </p:cNvSpPr>
            <p:nvPr/>
          </p:nvSpPr>
          <p:spPr bwMode="auto">
            <a:xfrm>
              <a:off x="586" y="663"/>
              <a:ext cx="1091" cy="250"/>
            </a:xfrm>
            <a:prstGeom prst="rect">
              <a:avLst/>
            </a:prstGeom>
            <a:noFill/>
            <a:ln w="9525">
              <a:noFill/>
              <a:miter lim="800000"/>
              <a:headEnd/>
              <a:tailEnd/>
            </a:ln>
            <a:effectLst/>
          </p:spPr>
          <p:txBody>
            <a:bodyPr>
              <a:spAutoFit/>
            </a:bodyPr>
            <a:lstStyle/>
            <a:p>
              <a:pPr eaLnBrk="1" hangingPunct="1">
                <a:defRPr/>
              </a:pPr>
              <a:r>
                <a:rPr lang="zh-CN" altLang="en-US" sz="1800" b="0" dirty="0">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通信业务流填充机制</a:t>
              </a:r>
              <a:endParaRPr lang="zh-CN" altLang="zh-CN" sz="1800" dirty="0">
                <a:solidFill>
                  <a:srgbClr val="040404"/>
                </a:solidFill>
                <a:latin typeface="Arial" charset="0"/>
                <a:ea typeface="宋体" pitchFamily="2" charset="-122"/>
              </a:endParaRPr>
            </a:p>
          </p:txBody>
        </p:sp>
      </p:grpSp>
      <p:grpSp>
        <p:nvGrpSpPr>
          <p:cNvPr id="8214" name="Group 42">
            <a:extLst>
              <a:ext uri="{FF2B5EF4-FFF2-40B4-BE49-F238E27FC236}">
                <a16:creationId xmlns:a16="http://schemas.microsoft.com/office/drawing/2014/main" id="{4AF86D34-DFB6-1049-8A20-A8C3737DDD65}"/>
              </a:ext>
            </a:extLst>
          </p:cNvPr>
          <p:cNvGrpSpPr>
            <a:grpSpLocks/>
          </p:cNvGrpSpPr>
          <p:nvPr/>
        </p:nvGrpSpPr>
        <p:grpSpPr bwMode="auto">
          <a:xfrm>
            <a:off x="5205413" y="5084763"/>
            <a:ext cx="3362325" cy="401637"/>
            <a:chOff x="535" y="663"/>
            <a:chExt cx="1142" cy="272"/>
          </a:xfrm>
        </p:grpSpPr>
        <p:grpSp>
          <p:nvGrpSpPr>
            <p:cNvPr id="8222" name="Group 43">
              <a:extLst>
                <a:ext uri="{FF2B5EF4-FFF2-40B4-BE49-F238E27FC236}">
                  <a16:creationId xmlns:a16="http://schemas.microsoft.com/office/drawing/2014/main" id="{66DC495D-4F5F-CC4B-9545-AEB7E4C4A5AF}"/>
                </a:ext>
              </a:extLst>
            </p:cNvPr>
            <p:cNvGrpSpPr>
              <a:grpSpLocks/>
            </p:cNvGrpSpPr>
            <p:nvPr/>
          </p:nvGrpSpPr>
          <p:grpSpPr bwMode="auto">
            <a:xfrm>
              <a:off x="535" y="663"/>
              <a:ext cx="1139" cy="272"/>
              <a:chOff x="2272" y="1479"/>
              <a:chExt cx="1363" cy="1800"/>
            </a:xfrm>
          </p:grpSpPr>
          <p:sp>
            <p:nvSpPr>
              <p:cNvPr id="8224" name="AutoShape 44">
                <a:extLst>
                  <a:ext uri="{FF2B5EF4-FFF2-40B4-BE49-F238E27FC236}">
                    <a16:creationId xmlns:a16="http://schemas.microsoft.com/office/drawing/2014/main" id="{86848701-ACD2-F44C-8E48-C1623A0148F8}"/>
                  </a:ext>
                </a:extLst>
              </p:cNvPr>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endParaRPr lang="zh-CN" altLang="en-US" sz="1800" b="0">
                  <a:solidFill>
                    <a:srgbClr val="000000"/>
                  </a:solidFill>
                  <a:latin typeface="Arial" panose="020B0604020202020204" pitchFamily="34" charset="0"/>
                  <a:ea typeface="宋体" panose="02010600030101010101" pitchFamily="2" charset="-122"/>
                </a:endParaRPr>
              </a:p>
            </p:txBody>
          </p:sp>
          <p:sp>
            <p:nvSpPr>
              <p:cNvPr id="8225" name="AutoShape 45">
                <a:extLst>
                  <a:ext uri="{FF2B5EF4-FFF2-40B4-BE49-F238E27FC236}">
                    <a16:creationId xmlns:a16="http://schemas.microsoft.com/office/drawing/2014/main" id="{0E40F3BB-028F-2746-BA17-9E0D0CA49B19}"/>
                  </a:ext>
                </a:extLst>
              </p:cNvPr>
              <p:cNvSpPr>
                <a:spLocks noChangeArrowheads="1"/>
              </p:cNvSpPr>
              <p:nvPr/>
            </p:nvSpPr>
            <p:spPr bwMode="gray">
              <a:xfrm>
                <a:off x="2293" y="1484"/>
                <a:ext cx="1322" cy="1766"/>
              </a:xfrm>
              <a:prstGeom prst="roundRect">
                <a:avLst>
                  <a:gd name="adj" fmla="val 16667"/>
                </a:avLst>
              </a:prstGeom>
              <a:solidFill>
                <a:srgbClr val="73E77E"/>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endParaRPr lang="zh-CN" altLang="en-US" sz="1800" b="0">
                  <a:solidFill>
                    <a:srgbClr val="000000"/>
                  </a:solidFill>
                  <a:latin typeface="Arial" panose="020B0604020202020204" pitchFamily="34" charset="0"/>
                  <a:ea typeface="宋体" panose="02010600030101010101" pitchFamily="2" charset="-122"/>
                </a:endParaRPr>
              </a:p>
            </p:txBody>
          </p:sp>
          <p:sp>
            <p:nvSpPr>
              <p:cNvPr id="8226" name="AutoShape 46">
                <a:extLst>
                  <a:ext uri="{FF2B5EF4-FFF2-40B4-BE49-F238E27FC236}">
                    <a16:creationId xmlns:a16="http://schemas.microsoft.com/office/drawing/2014/main" id="{5C22D579-8609-A44F-92ED-9BE16DC2DA71}"/>
                  </a:ext>
                </a:extLst>
              </p:cNvPr>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B3F2B9"/>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endParaRPr lang="zh-CN" altLang="en-US" sz="1800" b="0">
                  <a:solidFill>
                    <a:srgbClr val="000000"/>
                  </a:solidFill>
                  <a:latin typeface="Arial" panose="020B0604020202020204" pitchFamily="34" charset="0"/>
                  <a:ea typeface="宋体" panose="02010600030101010101" pitchFamily="2" charset="-122"/>
                </a:endParaRPr>
              </a:p>
            </p:txBody>
          </p:sp>
          <p:sp>
            <p:nvSpPr>
              <p:cNvPr id="8227" name="AutoShape 47">
                <a:extLst>
                  <a:ext uri="{FF2B5EF4-FFF2-40B4-BE49-F238E27FC236}">
                    <a16:creationId xmlns:a16="http://schemas.microsoft.com/office/drawing/2014/main" id="{C8C9D364-2B14-CE45-B681-8C84F94E471A}"/>
                  </a:ext>
                </a:extLst>
              </p:cNvPr>
              <p:cNvSpPr>
                <a:spLocks noChangeArrowheads="1"/>
              </p:cNvSpPr>
              <p:nvPr/>
            </p:nvSpPr>
            <p:spPr bwMode="gray">
              <a:xfrm>
                <a:off x="2304" y="1498"/>
                <a:ext cx="1304" cy="446"/>
              </a:xfrm>
              <a:prstGeom prst="roundRect">
                <a:avLst>
                  <a:gd name="adj" fmla="val 50000"/>
                </a:avLst>
              </a:prstGeom>
              <a:gradFill rotWithShape="1">
                <a:gsLst>
                  <a:gs pos="0">
                    <a:srgbClr val="D0F7D4"/>
                  </a:gs>
                  <a:gs pos="100000">
                    <a:srgbClr val="73E77E"/>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endParaRPr lang="zh-CN" altLang="en-US" sz="1800" b="0">
                  <a:solidFill>
                    <a:srgbClr val="000000"/>
                  </a:solidFill>
                  <a:latin typeface="Arial" panose="020B0604020202020204" pitchFamily="34" charset="0"/>
                  <a:ea typeface="宋体" panose="02010600030101010101" pitchFamily="2" charset="-122"/>
                </a:endParaRPr>
              </a:p>
            </p:txBody>
          </p:sp>
        </p:grpSp>
        <p:sp>
          <p:nvSpPr>
            <p:cNvPr id="169" name="Rectangle 48">
              <a:extLst>
                <a:ext uri="{FF2B5EF4-FFF2-40B4-BE49-F238E27FC236}">
                  <a16:creationId xmlns:a16="http://schemas.microsoft.com/office/drawing/2014/main" id="{15298EB7-64F2-E547-BEEE-E5B59AE53FD5}"/>
                </a:ext>
              </a:extLst>
            </p:cNvPr>
            <p:cNvSpPr>
              <a:spLocks noChangeArrowheads="1"/>
            </p:cNvSpPr>
            <p:nvPr/>
          </p:nvSpPr>
          <p:spPr bwMode="auto">
            <a:xfrm>
              <a:off x="586" y="663"/>
              <a:ext cx="1091" cy="231"/>
            </a:xfrm>
            <a:prstGeom prst="rect">
              <a:avLst/>
            </a:prstGeom>
            <a:noFill/>
            <a:ln w="9525">
              <a:noFill/>
              <a:miter lim="800000"/>
              <a:headEnd/>
              <a:tailEnd/>
            </a:ln>
            <a:effectLst/>
          </p:spPr>
          <p:txBody>
            <a:bodyPr>
              <a:spAutoFit/>
            </a:bodyPr>
            <a:lstStyle/>
            <a:p>
              <a:pPr eaLnBrk="1" hangingPunct="1">
                <a:lnSpc>
                  <a:spcPct val="90000"/>
                </a:lnSpc>
                <a:defRPr/>
              </a:pPr>
              <a:r>
                <a:rPr lang="zh-CN" altLang="en-US" sz="1800" b="0" dirty="0">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路由选择控制机制</a:t>
              </a:r>
            </a:p>
          </p:txBody>
        </p:sp>
      </p:grpSp>
      <p:grpSp>
        <p:nvGrpSpPr>
          <p:cNvPr id="8215" name="Group 42">
            <a:extLst>
              <a:ext uri="{FF2B5EF4-FFF2-40B4-BE49-F238E27FC236}">
                <a16:creationId xmlns:a16="http://schemas.microsoft.com/office/drawing/2014/main" id="{13A3F77A-9EAD-5F4B-9945-3404A1DCAA0D}"/>
              </a:ext>
            </a:extLst>
          </p:cNvPr>
          <p:cNvGrpSpPr>
            <a:grpSpLocks/>
          </p:cNvGrpSpPr>
          <p:nvPr/>
        </p:nvGrpSpPr>
        <p:grpSpPr bwMode="auto">
          <a:xfrm>
            <a:off x="5213350" y="5484813"/>
            <a:ext cx="3362325" cy="401637"/>
            <a:chOff x="535" y="663"/>
            <a:chExt cx="1142" cy="272"/>
          </a:xfrm>
        </p:grpSpPr>
        <p:grpSp>
          <p:nvGrpSpPr>
            <p:cNvPr id="8216" name="Group 43">
              <a:extLst>
                <a:ext uri="{FF2B5EF4-FFF2-40B4-BE49-F238E27FC236}">
                  <a16:creationId xmlns:a16="http://schemas.microsoft.com/office/drawing/2014/main" id="{DBFA97D9-9E33-D843-8786-037D94FDBFF8}"/>
                </a:ext>
              </a:extLst>
            </p:cNvPr>
            <p:cNvGrpSpPr>
              <a:grpSpLocks/>
            </p:cNvGrpSpPr>
            <p:nvPr/>
          </p:nvGrpSpPr>
          <p:grpSpPr bwMode="auto">
            <a:xfrm>
              <a:off x="535" y="663"/>
              <a:ext cx="1139" cy="272"/>
              <a:chOff x="2272" y="1479"/>
              <a:chExt cx="1363" cy="1800"/>
            </a:xfrm>
          </p:grpSpPr>
          <p:sp>
            <p:nvSpPr>
              <p:cNvPr id="8218" name="AutoShape 44">
                <a:extLst>
                  <a:ext uri="{FF2B5EF4-FFF2-40B4-BE49-F238E27FC236}">
                    <a16:creationId xmlns:a16="http://schemas.microsoft.com/office/drawing/2014/main" id="{C2B175C2-8778-DE4D-B85C-88AC5290B417}"/>
                  </a:ext>
                </a:extLst>
              </p:cNvPr>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endParaRPr lang="zh-CN" altLang="en-US" sz="1800" b="0">
                  <a:solidFill>
                    <a:srgbClr val="000000"/>
                  </a:solidFill>
                  <a:latin typeface="Arial" panose="020B0604020202020204" pitchFamily="34" charset="0"/>
                  <a:ea typeface="宋体" panose="02010600030101010101" pitchFamily="2" charset="-122"/>
                </a:endParaRPr>
              </a:p>
            </p:txBody>
          </p:sp>
          <p:sp>
            <p:nvSpPr>
              <p:cNvPr id="8219" name="AutoShape 45">
                <a:extLst>
                  <a:ext uri="{FF2B5EF4-FFF2-40B4-BE49-F238E27FC236}">
                    <a16:creationId xmlns:a16="http://schemas.microsoft.com/office/drawing/2014/main" id="{73E6CBB0-0548-FD47-B4F3-458761BDE8F8}"/>
                  </a:ext>
                </a:extLst>
              </p:cNvPr>
              <p:cNvSpPr>
                <a:spLocks noChangeArrowheads="1"/>
              </p:cNvSpPr>
              <p:nvPr/>
            </p:nvSpPr>
            <p:spPr bwMode="gray">
              <a:xfrm>
                <a:off x="2293" y="1484"/>
                <a:ext cx="1322" cy="1766"/>
              </a:xfrm>
              <a:prstGeom prst="roundRect">
                <a:avLst>
                  <a:gd name="adj" fmla="val 16667"/>
                </a:avLst>
              </a:prstGeom>
              <a:solidFill>
                <a:srgbClr val="73E77E"/>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endParaRPr lang="zh-CN" altLang="en-US" sz="1800" b="0">
                  <a:solidFill>
                    <a:srgbClr val="000000"/>
                  </a:solidFill>
                  <a:latin typeface="Arial" panose="020B0604020202020204" pitchFamily="34" charset="0"/>
                  <a:ea typeface="宋体" panose="02010600030101010101" pitchFamily="2" charset="-122"/>
                </a:endParaRPr>
              </a:p>
            </p:txBody>
          </p:sp>
          <p:sp>
            <p:nvSpPr>
              <p:cNvPr id="8220" name="AutoShape 46">
                <a:extLst>
                  <a:ext uri="{FF2B5EF4-FFF2-40B4-BE49-F238E27FC236}">
                    <a16:creationId xmlns:a16="http://schemas.microsoft.com/office/drawing/2014/main" id="{E7BEE4F7-2455-EF44-9F5E-45D1F133167E}"/>
                  </a:ext>
                </a:extLst>
              </p:cNvPr>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B3F2B9"/>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endParaRPr lang="zh-CN" altLang="en-US" sz="1800" b="0">
                  <a:solidFill>
                    <a:srgbClr val="000000"/>
                  </a:solidFill>
                  <a:latin typeface="Arial" panose="020B0604020202020204" pitchFamily="34" charset="0"/>
                  <a:ea typeface="宋体" panose="02010600030101010101" pitchFamily="2" charset="-122"/>
                </a:endParaRPr>
              </a:p>
            </p:txBody>
          </p:sp>
          <p:sp>
            <p:nvSpPr>
              <p:cNvPr id="8221" name="AutoShape 47">
                <a:extLst>
                  <a:ext uri="{FF2B5EF4-FFF2-40B4-BE49-F238E27FC236}">
                    <a16:creationId xmlns:a16="http://schemas.microsoft.com/office/drawing/2014/main" id="{BA2C0C19-CE43-CE46-BE17-EFFCC451241E}"/>
                  </a:ext>
                </a:extLst>
              </p:cNvPr>
              <p:cNvSpPr>
                <a:spLocks noChangeArrowheads="1"/>
              </p:cNvSpPr>
              <p:nvPr/>
            </p:nvSpPr>
            <p:spPr bwMode="gray">
              <a:xfrm>
                <a:off x="2304" y="1498"/>
                <a:ext cx="1304" cy="446"/>
              </a:xfrm>
              <a:prstGeom prst="roundRect">
                <a:avLst>
                  <a:gd name="adj" fmla="val 50000"/>
                </a:avLst>
              </a:prstGeom>
              <a:gradFill rotWithShape="1">
                <a:gsLst>
                  <a:gs pos="0">
                    <a:srgbClr val="D0F7D4"/>
                  </a:gs>
                  <a:gs pos="100000">
                    <a:srgbClr val="73E77E"/>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endParaRPr lang="zh-CN" altLang="en-US" sz="1800" b="0">
                  <a:solidFill>
                    <a:srgbClr val="000000"/>
                  </a:solidFill>
                  <a:latin typeface="Arial" panose="020B0604020202020204" pitchFamily="34" charset="0"/>
                  <a:ea typeface="宋体" panose="02010600030101010101" pitchFamily="2" charset="-122"/>
                </a:endParaRPr>
              </a:p>
            </p:txBody>
          </p:sp>
        </p:grpSp>
        <p:sp>
          <p:nvSpPr>
            <p:cNvPr id="176" name="Rectangle 48">
              <a:extLst>
                <a:ext uri="{FF2B5EF4-FFF2-40B4-BE49-F238E27FC236}">
                  <a16:creationId xmlns:a16="http://schemas.microsoft.com/office/drawing/2014/main" id="{32BEFBD4-F70C-2841-94D8-6ED3D4DB84AE}"/>
                </a:ext>
              </a:extLst>
            </p:cNvPr>
            <p:cNvSpPr>
              <a:spLocks noChangeArrowheads="1"/>
            </p:cNvSpPr>
            <p:nvPr/>
          </p:nvSpPr>
          <p:spPr bwMode="auto">
            <a:xfrm>
              <a:off x="586" y="663"/>
              <a:ext cx="1091" cy="231"/>
            </a:xfrm>
            <a:prstGeom prst="rect">
              <a:avLst/>
            </a:prstGeom>
            <a:noFill/>
            <a:ln w="9525">
              <a:noFill/>
              <a:miter lim="800000"/>
              <a:headEnd/>
              <a:tailEnd/>
            </a:ln>
            <a:effectLst/>
          </p:spPr>
          <p:txBody>
            <a:bodyPr>
              <a:spAutoFit/>
            </a:bodyPr>
            <a:lstStyle/>
            <a:p>
              <a:pPr eaLnBrk="1" hangingPunct="1">
                <a:lnSpc>
                  <a:spcPct val="90000"/>
                </a:lnSpc>
                <a:defRPr/>
              </a:pPr>
              <a:r>
                <a:rPr lang="zh-CN" altLang="en-US" sz="1800" b="0" dirty="0">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抗抵赖机制</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DA1C188C-D7DC-024A-A485-EE1DCA8D838A}"/>
              </a:ext>
            </a:extLst>
          </p:cNvPr>
          <p:cNvSpPr>
            <a:spLocks noChangeArrowheads="1"/>
          </p:cNvSpPr>
          <p:nvPr/>
        </p:nvSpPr>
        <p:spPr bwMode="auto">
          <a:xfrm>
            <a:off x="457200" y="1419225"/>
            <a:ext cx="81534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r>
              <a:rPr lang="zh-CN" altLang="en-US" sz="2400">
                <a:solidFill>
                  <a:srgbClr val="000000"/>
                </a:solidFill>
                <a:latin typeface="黑体" panose="02010609060101010101" pitchFamily="49" charset="-122"/>
                <a:ea typeface="黑体" panose="02010609060101010101" pitchFamily="49" charset="-122"/>
              </a:rPr>
              <a:t>    掌握网络空间安全风险状态和分布情况的变化规律，提出安全需求，建立起具有自适应能力的信息安全模型，从而驾驭风险，使网络空间安全风险被控制在可接受的最小限度内，并渐近于零风险。 </a:t>
            </a:r>
          </a:p>
        </p:txBody>
      </p:sp>
      <p:sp>
        <p:nvSpPr>
          <p:cNvPr id="10242" name="Rectangle 3">
            <a:extLst>
              <a:ext uri="{FF2B5EF4-FFF2-40B4-BE49-F238E27FC236}">
                <a16:creationId xmlns:a16="http://schemas.microsoft.com/office/drawing/2014/main" id="{B05E3D43-94E2-E448-8B5A-F9B6F8C52C57}"/>
              </a:ext>
            </a:extLst>
          </p:cNvPr>
          <p:cNvSpPr>
            <a:spLocks noChangeArrowheads="1"/>
          </p:cNvSpPr>
          <p:nvPr/>
        </p:nvSpPr>
        <p:spPr bwMode="auto">
          <a:xfrm>
            <a:off x="381000" y="639763"/>
            <a:ext cx="3429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r>
              <a:rPr lang="zh-CN" altLang="en-US" sz="3600">
                <a:latin typeface="黑体" panose="02010609060101010101" pitchFamily="49" charset="-122"/>
                <a:ea typeface="黑体" panose="02010609060101010101" pitchFamily="49" charset="-122"/>
              </a:rPr>
              <a:t>风险和安全策略 </a:t>
            </a:r>
          </a:p>
        </p:txBody>
      </p:sp>
      <p:sp>
        <p:nvSpPr>
          <p:cNvPr id="8196" name="Rectangle 4">
            <a:extLst>
              <a:ext uri="{FF2B5EF4-FFF2-40B4-BE49-F238E27FC236}">
                <a16:creationId xmlns:a16="http://schemas.microsoft.com/office/drawing/2014/main" id="{D09E435C-4D4B-D84B-A23D-6E65AF2A74C9}"/>
              </a:ext>
            </a:extLst>
          </p:cNvPr>
          <p:cNvSpPr>
            <a:spLocks noChangeArrowheads="1"/>
          </p:cNvSpPr>
          <p:nvPr/>
        </p:nvSpPr>
        <p:spPr bwMode="auto">
          <a:xfrm>
            <a:off x="457200" y="3186113"/>
            <a:ext cx="82296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r>
              <a:rPr lang="zh-CN" altLang="en-US" sz="2400">
                <a:solidFill>
                  <a:srgbClr val="000000"/>
                </a:solidFill>
                <a:latin typeface="黑体" panose="02010609060101010101" pitchFamily="49" charset="-122"/>
                <a:ea typeface="黑体" panose="02010609060101010101" pitchFamily="49" charset="-122"/>
              </a:rPr>
              <a:t>    安全与实现的方便性是矛盾的对立。必须牺牲方便性求得安全，我们必须在这两者之间找出平衡点，在可接受的安全状况下，尽力方便用户的使用。</a:t>
            </a:r>
          </a:p>
        </p:txBody>
      </p:sp>
      <p:sp>
        <p:nvSpPr>
          <p:cNvPr id="8197" name="Rectangle 5">
            <a:extLst>
              <a:ext uri="{FF2B5EF4-FFF2-40B4-BE49-F238E27FC236}">
                <a16:creationId xmlns:a16="http://schemas.microsoft.com/office/drawing/2014/main" id="{703AC834-B363-9242-AC21-22FDABF8C31E}"/>
              </a:ext>
            </a:extLst>
          </p:cNvPr>
          <p:cNvSpPr>
            <a:spLocks noChangeArrowheads="1"/>
          </p:cNvSpPr>
          <p:nvPr/>
        </p:nvSpPr>
        <p:spPr bwMode="auto">
          <a:xfrm>
            <a:off x="457200" y="4572000"/>
            <a:ext cx="82296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r>
              <a:rPr lang="zh-CN" altLang="en-US" sz="2400">
                <a:latin typeface="黑体" panose="02010609060101010101" pitchFamily="49" charset="-122"/>
                <a:ea typeface="黑体" panose="02010609060101010101" pitchFamily="49" charset="-122"/>
              </a:rPr>
              <a:t>    根据</a:t>
            </a:r>
            <a:r>
              <a:rPr lang="en-US" altLang="zh-CN" sz="2400">
                <a:latin typeface="黑体" panose="02010609060101010101" pitchFamily="49" charset="-122"/>
                <a:ea typeface="黑体" panose="02010609060101010101" pitchFamily="49" charset="-122"/>
              </a:rPr>
              <a:t>OSI</a:t>
            </a:r>
            <a:r>
              <a:rPr lang="zh-CN" altLang="en-US" sz="2400">
                <a:latin typeface="黑体" panose="02010609060101010101" pitchFamily="49" charset="-122"/>
                <a:ea typeface="黑体" panose="02010609060101010101" pitchFamily="49" charset="-122"/>
              </a:rPr>
              <a:t>安全体系结构</a:t>
            </a:r>
            <a:r>
              <a:rPr lang="en-US" altLang="zh-CN" sz="2400">
                <a:latin typeface="黑体" panose="02010609060101010101" pitchFamily="49" charset="-122"/>
                <a:ea typeface="黑体" panose="02010609060101010101" pitchFamily="49" charset="-122"/>
              </a:rPr>
              <a:t>GB/T 18794，</a:t>
            </a:r>
            <a:r>
              <a:rPr lang="zh-CN" altLang="en-US" sz="2400">
                <a:latin typeface="黑体" panose="02010609060101010101" pitchFamily="49" charset="-122"/>
                <a:ea typeface="黑体" panose="02010609060101010101" pitchFamily="49" charset="-122"/>
              </a:rPr>
              <a:t>提出安全服务(即安全功能)和安全机制，在此基础上提出网络空间安全体系框架，结合</a:t>
            </a:r>
            <a:r>
              <a:rPr lang="en-US" altLang="zh-CN" sz="2400">
                <a:latin typeface="黑体" panose="02010609060101010101" pitchFamily="49" charset="-122"/>
                <a:ea typeface="黑体" panose="02010609060101010101" pitchFamily="49" charset="-122"/>
              </a:rPr>
              <a:t>ISC</a:t>
            </a:r>
            <a:r>
              <a:rPr lang="en-US" altLang="zh-CN" sz="2400" baseline="30000">
                <a:latin typeface="黑体" panose="02010609060101010101" pitchFamily="49" charset="-122"/>
                <a:ea typeface="黑体" panose="02010609060101010101" pitchFamily="49" charset="-122"/>
              </a:rPr>
              <a:t>2</a:t>
            </a:r>
            <a:r>
              <a:rPr lang="zh-CN" altLang="en-US" sz="2400">
                <a:latin typeface="黑体" panose="02010609060101010101" pitchFamily="49" charset="-122"/>
                <a:ea typeface="黑体" panose="02010609060101010101" pitchFamily="49" charset="-122"/>
              </a:rPr>
              <a:t>提出的网络空间安全5重屏障，划定网络空间安全技术类型，形成相应的信息安全产品。</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8194"/>
                                        </p:tgtEl>
                                        <p:attrNameLst>
                                          <p:attrName>style.visibility</p:attrName>
                                        </p:attrNameLst>
                                      </p:cBhvr>
                                      <p:to>
                                        <p:strVal val="visible"/>
                                      </p:to>
                                    </p:set>
                                    <p:anim calcmode="lin" valueType="num">
                                      <p:cBhvr additive="base">
                                        <p:cTn id="7" dur="500" fill="hold"/>
                                        <p:tgtEl>
                                          <p:spTgt spid="8194"/>
                                        </p:tgtEl>
                                        <p:attrNameLst>
                                          <p:attrName>ppt_x</p:attrName>
                                        </p:attrNameLst>
                                      </p:cBhvr>
                                      <p:tavLst>
                                        <p:tav tm="0">
                                          <p:val>
                                            <p:strVal val="0-#ppt_w/2"/>
                                          </p:val>
                                        </p:tav>
                                        <p:tav tm="100000">
                                          <p:val>
                                            <p:strVal val="#ppt_x"/>
                                          </p:val>
                                        </p:tav>
                                      </p:tavLst>
                                    </p:anim>
                                    <p:anim calcmode="lin" valueType="num">
                                      <p:cBhvr additive="base">
                                        <p:cTn id="8" dur="500" fill="hold"/>
                                        <p:tgtEl>
                                          <p:spTgt spid="819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8196"/>
                                        </p:tgtEl>
                                        <p:attrNameLst>
                                          <p:attrName>style.visibility</p:attrName>
                                        </p:attrNameLst>
                                      </p:cBhvr>
                                      <p:to>
                                        <p:strVal val="visible"/>
                                      </p:to>
                                    </p:set>
                                    <p:anim calcmode="lin" valueType="num">
                                      <p:cBhvr additive="base">
                                        <p:cTn id="13" dur="500" fill="hold"/>
                                        <p:tgtEl>
                                          <p:spTgt spid="8196"/>
                                        </p:tgtEl>
                                        <p:attrNameLst>
                                          <p:attrName>ppt_x</p:attrName>
                                        </p:attrNameLst>
                                      </p:cBhvr>
                                      <p:tavLst>
                                        <p:tav tm="0">
                                          <p:val>
                                            <p:strVal val="0-#ppt_w/2"/>
                                          </p:val>
                                        </p:tav>
                                        <p:tav tm="100000">
                                          <p:val>
                                            <p:strVal val="#ppt_x"/>
                                          </p:val>
                                        </p:tav>
                                      </p:tavLst>
                                    </p:anim>
                                    <p:anim calcmode="lin" valueType="num">
                                      <p:cBhvr additive="base">
                                        <p:cTn id="14" dur="500" fill="hold"/>
                                        <p:tgtEl>
                                          <p:spTgt spid="8196"/>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8197"/>
                                        </p:tgtEl>
                                        <p:attrNameLst>
                                          <p:attrName>style.visibility</p:attrName>
                                        </p:attrNameLst>
                                      </p:cBhvr>
                                      <p:to>
                                        <p:strVal val="visible"/>
                                      </p:to>
                                    </p:set>
                                    <p:anim calcmode="lin" valueType="num">
                                      <p:cBhvr additive="base">
                                        <p:cTn id="19" dur="500" fill="hold"/>
                                        <p:tgtEl>
                                          <p:spTgt spid="8197"/>
                                        </p:tgtEl>
                                        <p:attrNameLst>
                                          <p:attrName>ppt_x</p:attrName>
                                        </p:attrNameLst>
                                      </p:cBhvr>
                                      <p:tavLst>
                                        <p:tav tm="0">
                                          <p:val>
                                            <p:strVal val="0-#ppt_w/2"/>
                                          </p:val>
                                        </p:tav>
                                        <p:tav tm="100000">
                                          <p:val>
                                            <p:strVal val="#ppt_x"/>
                                          </p:val>
                                        </p:tav>
                                      </p:tavLst>
                                    </p:anim>
                                    <p:anim calcmode="lin" valueType="num">
                                      <p:cBhvr additive="base">
                                        <p:cTn id="20" dur="500" fill="hold"/>
                                        <p:tgtEl>
                                          <p:spTgt spid="819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4" grpId="0"/>
      <p:bldP spid="8196" grpId="0"/>
      <p:bldP spid="819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290" name="直接箭头连接符 2">
            <a:extLst>
              <a:ext uri="{FF2B5EF4-FFF2-40B4-BE49-F238E27FC236}">
                <a16:creationId xmlns:a16="http://schemas.microsoft.com/office/drawing/2014/main" id="{46B26827-0E72-D24C-8BC0-48B981AFBD38}"/>
              </a:ext>
            </a:extLst>
          </p:cNvPr>
          <p:cNvCxnSpPr>
            <a:cxnSpLocks noChangeShapeType="1"/>
          </p:cNvCxnSpPr>
          <p:nvPr/>
        </p:nvCxnSpPr>
        <p:spPr bwMode="auto">
          <a:xfrm flipV="1">
            <a:off x="914400" y="3429000"/>
            <a:ext cx="7467600" cy="76200"/>
          </a:xfrm>
          <a:prstGeom prst="straightConnector1">
            <a:avLst/>
          </a:prstGeom>
          <a:noFill/>
          <a:ln w="76200">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2291" name="直接箭头连接符 6">
            <a:extLst>
              <a:ext uri="{FF2B5EF4-FFF2-40B4-BE49-F238E27FC236}">
                <a16:creationId xmlns:a16="http://schemas.microsoft.com/office/drawing/2014/main" id="{D5AE08E8-E60E-9348-AA5A-7AB399DC3554}"/>
              </a:ext>
            </a:extLst>
          </p:cNvPr>
          <p:cNvCxnSpPr>
            <a:cxnSpLocks noChangeShapeType="1"/>
          </p:cNvCxnSpPr>
          <p:nvPr/>
        </p:nvCxnSpPr>
        <p:spPr bwMode="auto">
          <a:xfrm flipV="1">
            <a:off x="914400" y="4876800"/>
            <a:ext cx="7467600" cy="76200"/>
          </a:xfrm>
          <a:prstGeom prst="straightConnector1">
            <a:avLst/>
          </a:prstGeom>
          <a:noFill/>
          <a:ln w="76200">
            <a:solidFill>
              <a:srgbClr val="000000"/>
            </a:solidFill>
            <a:round/>
            <a:headEnd/>
            <a:tailEnd type="triangle" w="med" len="med"/>
          </a:ln>
          <a:extLst>
            <a:ext uri="{909E8E84-426E-40DD-AFC4-6F175D3DCCD1}">
              <a14:hiddenFill xmlns:a14="http://schemas.microsoft.com/office/drawing/2010/main">
                <a:noFill/>
              </a14:hiddenFill>
            </a:ext>
          </a:extLst>
        </p:spPr>
      </p:cxnSp>
      <p:pic>
        <p:nvPicPr>
          <p:cNvPr id="2" name="图片 1">
            <a:extLst>
              <a:ext uri="{FF2B5EF4-FFF2-40B4-BE49-F238E27FC236}">
                <a16:creationId xmlns:a16="http://schemas.microsoft.com/office/drawing/2014/main" id="{2F25255C-3E36-C744-9308-5B3527E8A2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524000"/>
            <a:ext cx="1390650" cy="162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a:extLst>
              <a:ext uri="{FF2B5EF4-FFF2-40B4-BE49-F238E27FC236}">
                <a16:creationId xmlns:a16="http://schemas.microsoft.com/office/drawing/2014/main" id="{2F656A0E-7BC0-BC42-A818-E90C4B4B78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24100" y="1624013"/>
            <a:ext cx="1257300" cy="152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图片 4">
            <a:extLst>
              <a:ext uri="{FF2B5EF4-FFF2-40B4-BE49-F238E27FC236}">
                <a16:creationId xmlns:a16="http://schemas.microsoft.com/office/drawing/2014/main" id="{2565293B-BC36-1D40-A8D9-6CB570B753D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86200" y="1639888"/>
            <a:ext cx="121920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图片 5">
            <a:extLst>
              <a:ext uri="{FF2B5EF4-FFF2-40B4-BE49-F238E27FC236}">
                <a16:creationId xmlns:a16="http://schemas.microsoft.com/office/drawing/2014/main" id="{F426EF23-4C3E-4243-9E95-5031EA029E6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48300" y="1639888"/>
            <a:ext cx="1104900" cy="156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图片 6">
            <a:extLst>
              <a:ext uri="{FF2B5EF4-FFF2-40B4-BE49-F238E27FC236}">
                <a16:creationId xmlns:a16="http://schemas.microsoft.com/office/drawing/2014/main" id="{6D57AEFD-5BFC-2B4C-99D2-2B98BC7FC79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34200" y="1639888"/>
            <a:ext cx="1009650" cy="151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文本框 7">
            <a:extLst>
              <a:ext uri="{FF2B5EF4-FFF2-40B4-BE49-F238E27FC236}">
                <a16:creationId xmlns:a16="http://schemas.microsoft.com/office/drawing/2014/main" id="{48643927-68B9-AB45-8AC6-F23267B9E276}"/>
              </a:ext>
            </a:extLst>
          </p:cNvPr>
          <p:cNvSpPr txBox="1">
            <a:spLocks noChangeArrowheads="1"/>
          </p:cNvSpPr>
          <p:nvPr/>
        </p:nvSpPr>
        <p:spPr bwMode="auto">
          <a:xfrm>
            <a:off x="1228725" y="3540125"/>
            <a:ext cx="6096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r>
              <a:rPr lang="zh-CN" altLang="en-US" sz="2400">
                <a:solidFill>
                  <a:schemeClr val="bg2"/>
                </a:solidFill>
                <a:latin typeface="黑体" panose="02010609060101010101" pitchFamily="49" charset="-122"/>
                <a:ea typeface="黑体" panose="02010609060101010101" pitchFamily="49" charset="-122"/>
              </a:rPr>
              <a:t>进不来</a:t>
            </a:r>
          </a:p>
        </p:txBody>
      </p:sp>
      <p:sp>
        <p:nvSpPr>
          <p:cNvPr id="11" name="文本框 10">
            <a:extLst>
              <a:ext uri="{FF2B5EF4-FFF2-40B4-BE49-F238E27FC236}">
                <a16:creationId xmlns:a16="http://schemas.microsoft.com/office/drawing/2014/main" id="{ED987C77-ADF9-534E-921D-9C71F538334B}"/>
              </a:ext>
            </a:extLst>
          </p:cNvPr>
          <p:cNvSpPr txBox="1">
            <a:spLocks noChangeArrowheads="1"/>
          </p:cNvSpPr>
          <p:nvPr/>
        </p:nvSpPr>
        <p:spPr bwMode="auto">
          <a:xfrm>
            <a:off x="2667000" y="3505200"/>
            <a:ext cx="6096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r>
              <a:rPr lang="zh-CN" altLang="en-US" sz="2400">
                <a:solidFill>
                  <a:schemeClr val="bg2"/>
                </a:solidFill>
                <a:latin typeface="黑体" panose="02010609060101010101" pitchFamily="49" charset="-122"/>
                <a:ea typeface="黑体" panose="02010609060101010101" pitchFamily="49" charset="-122"/>
              </a:rPr>
              <a:t>拿不走</a:t>
            </a:r>
          </a:p>
        </p:txBody>
      </p:sp>
      <p:sp>
        <p:nvSpPr>
          <p:cNvPr id="12" name="文本框 11">
            <a:extLst>
              <a:ext uri="{FF2B5EF4-FFF2-40B4-BE49-F238E27FC236}">
                <a16:creationId xmlns:a16="http://schemas.microsoft.com/office/drawing/2014/main" id="{1BE6B745-42E0-5647-9450-3A0898CB4E7D}"/>
              </a:ext>
            </a:extLst>
          </p:cNvPr>
          <p:cNvSpPr txBox="1">
            <a:spLocks noChangeArrowheads="1"/>
          </p:cNvSpPr>
          <p:nvPr/>
        </p:nvSpPr>
        <p:spPr bwMode="auto">
          <a:xfrm>
            <a:off x="4343400" y="3494088"/>
            <a:ext cx="6096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r>
              <a:rPr lang="zh-CN" altLang="en-US" sz="2400">
                <a:solidFill>
                  <a:schemeClr val="bg2"/>
                </a:solidFill>
                <a:latin typeface="黑体" panose="02010609060101010101" pitchFamily="49" charset="-122"/>
                <a:ea typeface="黑体" panose="02010609060101010101" pitchFamily="49" charset="-122"/>
              </a:rPr>
              <a:t>改不了</a:t>
            </a:r>
          </a:p>
        </p:txBody>
      </p:sp>
      <p:sp>
        <p:nvSpPr>
          <p:cNvPr id="13" name="文本框 12">
            <a:extLst>
              <a:ext uri="{FF2B5EF4-FFF2-40B4-BE49-F238E27FC236}">
                <a16:creationId xmlns:a16="http://schemas.microsoft.com/office/drawing/2014/main" id="{DDBA4E0E-955A-0843-84A9-30F0FCFA2CB2}"/>
              </a:ext>
            </a:extLst>
          </p:cNvPr>
          <p:cNvSpPr txBox="1">
            <a:spLocks noChangeArrowheads="1"/>
          </p:cNvSpPr>
          <p:nvPr/>
        </p:nvSpPr>
        <p:spPr bwMode="auto">
          <a:xfrm>
            <a:off x="5753100" y="3459163"/>
            <a:ext cx="609600" cy="1201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r>
              <a:rPr lang="zh-CN" altLang="en-US" sz="2400">
                <a:solidFill>
                  <a:schemeClr val="bg2"/>
                </a:solidFill>
                <a:latin typeface="黑体" panose="02010609060101010101" pitchFamily="49" charset="-122"/>
                <a:ea typeface="黑体" panose="02010609060101010101" pitchFamily="49" charset="-122"/>
              </a:rPr>
              <a:t>看不懂</a:t>
            </a:r>
          </a:p>
        </p:txBody>
      </p:sp>
      <p:sp>
        <p:nvSpPr>
          <p:cNvPr id="14" name="文本框 13">
            <a:extLst>
              <a:ext uri="{FF2B5EF4-FFF2-40B4-BE49-F238E27FC236}">
                <a16:creationId xmlns:a16="http://schemas.microsoft.com/office/drawing/2014/main" id="{CD12E25F-A8CF-4240-A0E6-7210D5C9EFF5}"/>
              </a:ext>
            </a:extLst>
          </p:cNvPr>
          <p:cNvSpPr txBox="1">
            <a:spLocks noChangeArrowheads="1"/>
          </p:cNvSpPr>
          <p:nvPr/>
        </p:nvSpPr>
        <p:spPr bwMode="auto">
          <a:xfrm>
            <a:off x="7434263" y="3455988"/>
            <a:ext cx="6096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r>
              <a:rPr lang="zh-CN" altLang="en-US" sz="2400">
                <a:solidFill>
                  <a:schemeClr val="bg2"/>
                </a:solidFill>
                <a:latin typeface="黑体" panose="02010609060101010101" pitchFamily="49" charset="-122"/>
                <a:ea typeface="黑体" panose="02010609060101010101" pitchFamily="49" charset="-122"/>
              </a:rPr>
              <a:t>跑不掉</a:t>
            </a:r>
          </a:p>
        </p:txBody>
      </p:sp>
      <p:sp>
        <p:nvSpPr>
          <p:cNvPr id="11277" name="矩形 4">
            <a:extLst>
              <a:ext uri="{FF2B5EF4-FFF2-40B4-BE49-F238E27FC236}">
                <a16:creationId xmlns:a16="http://schemas.microsoft.com/office/drawing/2014/main" id="{A6027DF6-6083-6841-8A74-A9C011E8462A}"/>
              </a:ext>
            </a:extLst>
          </p:cNvPr>
          <p:cNvSpPr>
            <a:spLocks noChangeArrowheads="1"/>
          </p:cNvSpPr>
          <p:nvPr/>
        </p:nvSpPr>
        <p:spPr bwMode="auto">
          <a:xfrm>
            <a:off x="346075" y="779463"/>
            <a:ext cx="3878263" cy="604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lnSpc>
                <a:spcPct val="90000"/>
              </a:lnSpc>
            </a:pPr>
            <a:r>
              <a:rPr lang="zh-CN" altLang="en-US" sz="3600">
                <a:solidFill>
                  <a:srgbClr val="0000CC"/>
                </a:solidFill>
                <a:latin typeface="华文行楷" panose="02010800040101010101" pitchFamily="2" charset="-122"/>
                <a:ea typeface="华文行楷" panose="02010800040101010101" pitchFamily="2" charset="-122"/>
              </a:rPr>
              <a:t>简单理解就是</a:t>
            </a:r>
            <a:r>
              <a:rPr lang="en-US" altLang="zh-CN" sz="3600">
                <a:solidFill>
                  <a:srgbClr val="0000CC"/>
                </a:solidFill>
                <a:latin typeface="华文行楷" panose="02010800040101010101" pitchFamily="2" charset="-122"/>
                <a:ea typeface="华文行楷" panose="02010800040101010101" pitchFamily="2" charset="-122"/>
              </a:rPr>
              <a:t>……</a:t>
            </a:r>
            <a:endParaRPr lang="zh-CN" altLang="en-US" sz="3600">
              <a:solidFill>
                <a:srgbClr val="0000CC"/>
              </a:solidFill>
              <a:latin typeface="华文行楷" panose="02010800040101010101" pitchFamily="2" charset="-122"/>
              <a:ea typeface="华文行楷" panose="02010800040101010101" pitchFamily="2" charset="-122"/>
            </a:endParaRPr>
          </a:p>
        </p:txBody>
      </p:sp>
      <p:sp>
        <p:nvSpPr>
          <p:cNvPr id="9" name="文本框 8">
            <a:extLst>
              <a:ext uri="{FF2B5EF4-FFF2-40B4-BE49-F238E27FC236}">
                <a16:creationId xmlns:a16="http://schemas.microsoft.com/office/drawing/2014/main" id="{647B04AB-6B83-A344-99AB-6644CBC3A8C6}"/>
              </a:ext>
            </a:extLst>
          </p:cNvPr>
          <p:cNvSpPr txBox="1">
            <a:spLocks noChangeArrowheads="1"/>
          </p:cNvSpPr>
          <p:nvPr/>
        </p:nvSpPr>
        <p:spPr bwMode="auto">
          <a:xfrm>
            <a:off x="7105650" y="5026025"/>
            <a:ext cx="16764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r>
              <a:rPr lang="zh-CN" altLang="en-US" sz="2800">
                <a:latin typeface="黑体" panose="02010609060101010101" pitchFamily="49" charset="-122"/>
                <a:ea typeface="黑体" panose="02010609060101010101" pitchFamily="49" charset="-122"/>
              </a:rPr>
              <a:t>打不垮！</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par>
                          <p:cTn id="10" fill="hold" nodeType="afterGroup">
                            <p:stCondLst>
                              <p:cond delay="500"/>
                            </p:stCondLst>
                            <p:childTnLst>
                              <p:par>
                                <p:cTn id="11" presetID="53" presetClass="entr" presetSubtype="16" fill="hold" nodeType="after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500" fill="hold"/>
                                        <p:tgtEl>
                                          <p:spTgt spid="3"/>
                                        </p:tgtEl>
                                        <p:attrNameLst>
                                          <p:attrName>ppt_w</p:attrName>
                                        </p:attrNameLst>
                                      </p:cBhvr>
                                      <p:tavLst>
                                        <p:tav tm="0">
                                          <p:val>
                                            <p:fltVal val="0"/>
                                          </p:val>
                                        </p:tav>
                                        <p:tav tm="100000">
                                          <p:val>
                                            <p:strVal val="#ppt_w"/>
                                          </p:val>
                                        </p:tav>
                                      </p:tavLst>
                                    </p:anim>
                                    <p:anim calcmode="lin" valueType="num">
                                      <p:cBhvr>
                                        <p:cTn id="14" dur="500" fill="hold"/>
                                        <p:tgtEl>
                                          <p:spTgt spid="3"/>
                                        </p:tgtEl>
                                        <p:attrNameLst>
                                          <p:attrName>ppt_h</p:attrName>
                                        </p:attrNameLst>
                                      </p:cBhvr>
                                      <p:tavLst>
                                        <p:tav tm="0">
                                          <p:val>
                                            <p:fltVal val="0"/>
                                          </p:val>
                                        </p:tav>
                                        <p:tav tm="100000">
                                          <p:val>
                                            <p:strVal val="#ppt_h"/>
                                          </p:val>
                                        </p:tav>
                                      </p:tavLst>
                                    </p:anim>
                                    <p:animEffect transition="in" filter="fade">
                                      <p:cBhvr>
                                        <p:cTn id="15" dur="500"/>
                                        <p:tgtEl>
                                          <p:spTgt spid="3"/>
                                        </p:tgtEl>
                                      </p:cBhvr>
                                    </p:animEffect>
                                  </p:childTnLst>
                                </p:cTn>
                              </p:par>
                            </p:childTnLst>
                          </p:cTn>
                        </p:par>
                        <p:par>
                          <p:cTn id="16" fill="hold" nodeType="afterGroup">
                            <p:stCondLst>
                              <p:cond delay="1000"/>
                            </p:stCondLst>
                            <p:childTnLst>
                              <p:par>
                                <p:cTn id="17" presetID="53" presetClass="entr" presetSubtype="16" fill="hold" nodeType="after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p:cTn id="19" dur="500" fill="hold"/>
                                        <p:tgtEl>
                                          <p:spTgt spid="5"/>
                                        </p:tgtEl>
                                        <p:attrNameLst>
                                          <p:attrName>ppt_w</p:attrName>
                                        </p:attrNameLst>
                                      </p:cBhvr>
                                      <p:tavLst>
                                        <p:tav tm="0">
                                          <p:val>
                                            <p:fltVal val="0"/>
                                          </p:val>
                                        </p:tav>
                                        <p:tav tm="100000">
                                          <p:val>
                                            <p:strVal val="#ppt_w"/>
                                          </p:val>
                                        </p:tav>
                                      </p:tavLst>
                                    </p:anim>
                                    <p:anim calcmode="lin" valueType="num">
                                      <p:cBhvr>
                                        <p:cTn id="20" dur="500" fill="hold"/>
                                        <p:tgtEl>
                                          <p:spTgt spid="5"/>
                                        </p:tgtEl>
                                        <p:attrNameLst>
                                          <p:attrName>ppt_h</p:attrName>
                                        </p:attrNameLst>
                                      </p:cBhvr>
                                      <p:tavLst>
                                        <p:tav tm="0">
                                          <p:val>
                                            <p:fltVal val="0"/>
                                          </p:val>
                                        </p:tav>
                                        <p:tav tm="100000">
                                          <p:val>
                                            <p:strVal val="#ppt_h"/>
                                          </p:val>
                                        </p:tav>
                                      </p:tavLst>
                                    </p:anim>
                                    <p:animEffect transition="in" filter="fade">
                                      <p:cBhvr>
                                        <p:cTn id="21" dur="500"/>
                                        <p:tgtEl>
                                          <p:spTgt spid="5"/>
                                        </p:tgtEl>
                                      </p:cBhvr>
                                    </p:animEffect>
                                  </p:childTnLst>
                                </p:cTn>
                              </p:par>
                            </p:childTnLst>
                          </p:cTn>
                        </p:par>
                        <p:par>
                          <p:cTn id="22" fill="hold" nodeType="afterGroup">
                            <p:stCondLst>
                              <p:cond delay="1500"/>
                            </p:stCondLst>
                            <p:childTnLst>
                              <p:par>
                                <p:cTn id="23" presetID="53" presetClass="entr" presetSubtype="16" fill="hold" nodeType="after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p:cTn id="25" dur="500" fill="hold"/>
                                        <p:tgtEl>
                                          <p:spTgt spid="6"/>
                                        </p:tgtEl>
                                        <p:attrNameLst>
                                          <p:attrName>ppt_w</p:attrName>
                                        </p:attrNameLst>
                                      </p:cBhvr>
                                      <p:tavLst>
                                        <p:tav tm="0">
                                          <p:val>
                                            <p:fltVal val="0"/>
                                          </p:val>
                                        </p:tav>
                                        <p:tav tm="100000">
                                          <p:val>
                                            <p:strVal val="#ppt_w"/>
                                          </p:val>
                                        </p:tav>
                                      </p:tavLst>
                                    </p:anim>
                                    <p:anim calcmode="lin" valueType="num">
                                      <p:cBhvr>
                                        <p:cTn id="26" dur="500" fill="hold"/>
                                        <p:tgtEl>
                                          <p:spTgt spid="6"/>
                                        </p:tgtEl>
                                        <p:attrNameLst>
                                          <p:attrName>ppt_h</p:attrName>
                                        </p:attrNameLst>
                                      </p:cBhvr>
                                      <p:tavLst>
                                        <p:tav tm="0">
                                          <p:val>
                                            <p:fltVal val="0"/>
                                          </p:val>
                                        </p:tav>
                                        <p:tav tm="100000">
                                          <p:val>
                                            <p:strVal val="#ppt_h"/>
                                          </p:val>
                                        </p:tav>
                                      </p:tavLst>
                                    </p:anim>
                                    <p:animEffect transition="in" filter="fade">
                                      <p:cBhvr>
                                        <p:cTn id="27" dur="500"/>
                                        <p:tgtEl>
                                          <p:spTgt spid="6"/>
                                        </p:tgtEl>
                                      </p:cBhvr>
                                    </p:animEffect>
                                  </p:childTnLst>
                                </p:cTn>
                              </p:par>
                            </p:childTnLst>
                          </p:cTn>
                        </p:par>
                        <p:par>
                          <p:cTn id="28" fill="hold" nodeType="afterGroup">
                            <p:stCondLst>
                              <p:cond delay="2000"/>
                            </p:stCondLst>
                            <p:childTnLst>
                              <p:par>
                                <p:cTn id="29" presetID="53" presetClass="entr" presetSubtype="16" fill="hold" nodeType="after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p:cTn id="31" dur="500" fill="hold"/>
                                        <p:tgtEl>
                                          <p:spTgt spid="7"/>
                                        </p:tgtEl>
                                        <p:attrNameLst>
                                          <p:attrName>ppt_w</p:attrName>
                                        </p:attrNameLst>
                                      </p:cBhvr>
                                      <p:tavLst>
                                        <p:tav tm="0">
                                          <p:val>
                                            <p:fltVal val="0"/>
                                          </p:val>
                                        </p:tav>
                                        <p:tav tm="100000">
                                          <p:val>
                                            <p:strVal val="#ppt_w"/>
                                          </p:val>
                                        </p:tav>
                                      </p:tavLst>
                                    </p:anim>
                                    <p:anim calcmode="lin" valueType="num">
                                      <p:cBhvr>
                                        <p:cTn id="32" dur="500" fill="hold"/>
                                        <p:tgtEl>
                                          <p:spTgt spid="7"/>
                                        </p:tgtEl>
                                        <p:attrNameLst>
                                          <p:attrName>ppt_h</p:attrName>
                                        </p:attrNameLst>
                                      </p:cBhvr>
                                      <p:tavLst>
                                        <p:tav tm="0">
                                          <p:val>
                                            <p:fltVal val="0"/>
                                          </p:val>
                                        </p:tav>
                                        <p:tav tm="100000">
                                          <p:val>
                                            <p:strVal val="#ppt_h"/>
                                          </p:val>
                                        </p:tav>
                                      </p:tavLst>
                                    </p:anim>
                                    <p:animEffect transition="in" filter="fade">
                                      <p:cBhvr>
                                        <p:cTn id="33" dur="500"/>
                                        <p:tgtEl>
                                          <p:spTgt spid="7"/>
                                        </p:tgtEl>
                                      </p:cBhvr>
                                    </p:animEffect>
                                  </p:childTnLst>
                                </p:cTn>
                              </p:par>
                            </p:childTnLst>
                          </p:cTn>
                        </p:par>
                        <p:par>
                          <p:cTn id="34" fill="hold" nodeType="afterGroup">
                            <p:stCondLst>
                              <p:cond delay="2500"/>
                            </p:stCondLst>
                            <p:childTnLst>
                              <p:par>
                                <p:cTn id="35" presetID="2" presetClass="entr" presetSubtype="8" fill="hold" nodeType="afterEffect">
                                  <p:stCondLst>
                                    <p:cond delay="0"/>
                                  </p:stCondLst>
                                  <p:childTnLst>
                                    <p:set>
                                      <p:cBhvr>
                                        <p:cTn id="36" dur="1" fill="hold">
                                          <p:stCondLst>
                                            <p:cond delay="0"/>
                                          </p:stCondLst>
                                        </p:cTn>
                                        <p:tgtEl>
                                          <p:spTgt spid="12290"/>
                                        </p:tgtEl>
                                        <p:attrNameLst>
                                          <p:attrName>style.visibility</p:attrName>
                                        </p:attrNameLst>
                                      </p:cBhvr>
                                      <p:to>
                                        <p:strVal val="visible"/>
                                      </p:to>
                                    </p:set>
                                    <p:anim calcmode="lin" valueType="num">
                                      <p:cBhvr additive="base">
                                        <p:cTn id="37" dur="500" fill="hold"/>
                                        <p:tgtEl>
                                          <p:spTgt spid="12290"/>
                                        </p:tgtEl>
                                        <p:attrNameLst>
                                          <p:attrName>ppt_x</p:attrName>
                                        </p:attrNameLst>
                                      </p:cBhvr>
                                      <p:tavLst>
                                        <p:tav tm="0">
                                          <p:val>
                                            <p:strVal val="0-#ppt_w/2"/>
                                          </p:val>
                                        </p:tav>
                                        <p:tav tm="100000">
                                          <p:val>
                                            <p:strVal val="#ppt_x"/>
                                          </p:val>
                                        </p:tav>
                                      </p:tavLst>
                                    </p:anim>
                                    <p:anim calcmode="lin" valueType="num">
                                      <p:cBhvr additive="base">
                                        <p:cTn id="38" dur="500" fill="hold"/>
                                        <p:tgtEl>
                                          <p:spTgt spid="12290"/>
                                        </p:tgtEl>
                                        <p:attrNameLst>
                                          <p:attrName>ppt_y</p:attrName>
                                        </p:attrNameLst>
                                      </p:cBhvr>
                                      <p:tavLst>
                                        <p:tav tm="0">
                                          <p:val>
                                            <p:strVal val="#ppt_y"/>
                                          </p:val>
                                        </p:tav>
                                        <p:tav tm="100000">
                                          <p:val>
                                            <p:strVal val="#ppt_y"/>
                                          </p:val>
                                        </p:tav>
                                      </p:tavLst>
                                    </p:anim>
                                  </p:childTnLst>
                                </p:cTn>
                              </p:par>
                            </p:childTnLst>
                          </p:cTn>
                        </p:par>
                        <p:par>
                          <p:cTn id="39" fill="hold" nodeType="afterGroup">
                            <p:stCondLst>
                              <p:cond delay="3000"/>
                            </p:stCondLst>
                            <p:childTnLst>
                              <p:par>
                                <p:cTn id="40" presetID="53" presetClass="entr" presetSubtype="16" fill="hold" grpId="0" nodeType="afterEffect">
                                  <p:stCondLst>
                                    <p:cond delay="0"/>
                                  </p:stCondLst>
                                  <p:childTnLst>
                                    <p:set>
                                      <p:cBhvr>
                                        <p:cTn id="41" dur="1" fill="hold">
                                          <p:stCondLst>
                                            <p:cond delay="0"/>
                                          </p:stCondLst>
                                        </p:cTn>
                                        <p:tgtEl>
                                          <p:spTgt spid="8"/>
                                        </p:tgtEl>
                                        <p:attrNameLst>
                                          <p:attrName>style.visibility</p:attrName>
                                        </p:attrNameLst>
                                      </p:cBhvr>
                                      <p:to>
                                        <p:strVal val="visible"/>
                                      </p:to>
                                    </p:set>
                                    <p:anim calcmode="lin" valueType="num">
                                      <p:cBhvr>
                                        <p:cTn id="42" dur="500" fill="hold"/>
                                        <p:tgtEl>
                                          <p:spTgt spid="8"/>
                                        </p:tgtEl>
                                        <p:attrNameLst>
                                          <p:attrName>ppt_w</p:attrName>
                                        </p:attrNameLst>
                                      </p:cBhvr>
                                      <p:tavLst>
                                        <p:tav tm="0">
                                          <p:val>
                                            <p:fltVal val="0"/>
                                          </p:val>
                                        </p:tav>
                                        <p:tav tm="100000">
                                          <p:val>
                                            <p:strVal val="#ppt_w"/>
                                          </p:val>
                                        </p:tav>
                                      </p:tavLst>
                                    </p:anim>
                                    <p:anim calcmode="lin" valueType="num">
                                      <p:cBhvr>
                                        <p:cTn id="43" dur="500" fill="hold"/>
                                        <p:tgtEl>
                                          <p:spTgt spid="8"/>
                                        </p:tgtEl>
                                        <p:attrNameLst>
                                          <p:attrName>ppt_h</p:attrName>
                                        </p:attrNameLst>
                                      </p:cBhvr>
                                      <p:tavLst>
                                        <p:tav tm="0">
                                          <p:val>
                                            <p:fltVal val="0"/>
                                          </p:val>
                                        </p:tav>
                                        <p:tav tm="100000">
                                          <p:val>
                                            <p:strVal val="#ppt_h"/>
                                          </p:val>
                                        </p:tav>
                                      </p:tavLst>
                                    </p:anim>
                                    <p:animEffect transition="in" filter="fade">
                                      <p:cBhvr>
                                        <p:cTn id="44" dur="500"/>
                                        <p:tgtEl>
                                          <p:spTgt spid="8"/>
                                        </p:tgtEl>
                                      </p:cBhvr>
                                    </p:animEffect>
                                  </p:childTnLst>
                                </p:cTn>
                              </p:par>
                            </p:childTnLst>
                          </p:cTn>
                        </p:par>
                        <p:par>
                          <p:cTn id="45" fill="hold" nodeType="afterGroup">
                            <p:stCondLst>
                              <p:cond delay="3500"/>
                            </p:stCondLst>
                            <p:childTnLst>
                              <p:par>
                                <p:cTn id="46" presetID="53" presetClass="entr" presetSubtype="16" fill="hold" grpId="0" nodeType="afterEffect">
                                  <p:stCondLst>
                                    <p:cond delay="0"/>
                                  </p:stCondLst>
                                  <p:childTnLst>
                                    <p:set>
                                      <p:cBhvr>
                                        <p:cTn id="47" dur="1" fill="hold">
                                          <p:stCondLst>
                                            <p:cond delay="0"/>
                                          </p:stCondLst>
                                        </p:cTn>
                                        <p:tgtEl>
                                          <p:spTgt spid="11"/>
                                        </p:tgtEl>
                                        <p:attrNameLst>
                                          <p:attrName>style.visibility</p:attrName>
                                        </p:attrNameLst>
                                      </p:cBhvr>
                                      <p:to>
                                        <p:strVal val="visible"/>
                                      </p:to>
                                    </p:set>
                                    <p:anim calcmode="lin" valueType="num">
                                      <p:cBhvr>
                                        <p:cTn id="48" dur="500" fill="hold"/>
                                        <p:tgtEl>
                                          <p:spTgt spid="11"/>
                                        </p:tgtEl>
                                        <p:attrNameLst>
                                          <p:attrName>ppt_w</p:attrName>
                                        </p:attrNameLst>
                                      </p:cBhvr>
                                      <p:tavLst>
                                        <p:tav tm="0">
                                          <p:val>
                                            <p:fltVal val="0"/>
                                          </p:val>
                                        </p:tav>
                                        <p:tav tm="100000">
                                          <p:val>
                                            <p:strVal val="#ppt_w"/>
                                          </p:val>
                                        </p:tav>
                                      </p:tavLst>
                                    </p:anim>
                                    <p:anim calcmode="lin" valueType="num">
                                      <p:cBhvr>
                                        <p:cTn id="49" dur="500" fill="hold"/>
                                        <p:tgtEl>
                                          <p:spTgt spid="11"/>
                                        </p:tgtEl>
                                        <p:attrNameLst>
                                          <p:attrName>ppt_h</p:attrName>
                                        </p:attrNameLst>
                                      </p:cBhvr>
                                      <p:tavLst>
                                        <p:tav tm="0">
                                          <p:val>
                                            <p:fltVal val="0"/>
                                          </p:val>
                                        </p:tav>
                                        <p:tav tm="100000">
                                          <p:val>
                                            <p:strVal val="#ppt_h"/>
                                          </p:val>
                                        </p:tav>
                                      </p:tavLst>
                                    </p:anim>
                                    <p:animEffect transition="in" filter="fade">
                                      <p:cBhvr>
                                        <p:cTn id="50" dur="500"/>
                                        <p:tgtEl>
                                          <p:spTgt spid="11"/>
                                        </p:tgtEl>
                                      </p:cBhvr>
                                    </p:animEffect>
                                  </p:childTnLst>
                                </p:cTn>
                              </p:par>
                            </p:childTnLst>
                          </p:cTn>
                        </p:par>
                        <p:par>
                          <p:cTn id="51" fill="hold" nodeType="afterGroup">
                            <p:stCondLst>
                              <p:cond delay="4000"/>
                            </p:stCondLst>
                            <p:childTnLst>
                              <p:par>
                                <p:cTn id="52" presetID="53" presetClass="entr" presetSubtype="16" fill="hold" grpId="0" nodeType="afterEffect">
                                  <p:stCondLst>
                                    <p:cond delay="0"/>
                                  </p:stCondLst>
                                  <p:childTnLst>
                                    <p:set>
                                      <p:cBhvr>
                                        <p:cTn id="53" dur="1" fill="hold">
                                          <p:stCondLst>
                                            <p:cond delay="0"/>
                                          </p:stCondLst>
                                        </p:cTn>
                                        <p:tgtEl>
                                          <p:spTgt spid="12"/>
                                        </p:tgtEl>
                                        <p:attrNameLst>
                                          <p:attrName>style.visibility</p:attrName>
                                        </p:attrNameLst>
                                      </p:cBhvr>
                                      <p:to>
                                        <p:strVal val="visible"/>
                                      </p:to>
                                    </p:set>
                                    <p:anim calcmode="lin" valueType="num">
                                      <p:cBhvr>
                                        <p:cTn id="54" dur="500" fill="hold"/>
                                        <p:tgtEl>
                                          <p:spTgt spid="12"/>
                                        </p:tgtEl>
                                        <p:attrNameLst>
                                          <p:attrName>ppt_w</p:attrName>
                                        </p:attrNameLst>
                                      </p:cBhvr>
                                      <p:tavLst>
                                        <p:tav tm="0">
                                          <p:val>
                                            <p:fltVal val="0"/>
                                          </p:val>
                                        </p:tav>
                                        <p:tav tm="100000">
                                          <p:val>
                                            <p:strVal val="#ppt_w"/>
                                          </p:val>
                                        </p:tav>
                                      </p:tavLst>
                                    </p:anim>
                                    <p:anim calcmode="lin" valueType="num">
                                      <p:cBhvr>
                                        <p:cTn id="55" dur="500" fill="hold"/>
                                        <p:tgtEl>
                                          <p:spTgt spid="12"/>
                                        </p:tgtEl>
                                        <p:attrNameLst>
                                          <p:attrName>ppt_h</p:attrName>
                                        </p:attrNameLst>
                                      </p:cBhvr>
                                      <p:tavLst>
                                        <p:tav tm="0">
                                          <p:val>
                                            <p:fltVal val="0"/>
                                          </p:val>
                                        </p:tav>
                                        <p:tav tm="100000">
                                          <p:val>
                                            <p:strVal val="#ppt_h"/>
                                          </p:val>
                                        </p:tav>
                                      </p:tavLst>
                                    </p:anim>
                                    <p:animEffect transition="in" filter="fade">
                                      <p:cBhvr>
                                        <p:cTn id="56" dur="500"/>
                                        <p:tgtEl>
                                          <p:spTgt spid="12"/>
                                        </p:tgtEl>
                                      </p:cBhvr>
                                    </p:animEffect>
                                  </p:childTnLst>
                                </p:cTn>
                              </p:par>
                            </p:childTnLst>
                          </p:cTn>
                        </p:par>
                        <p:par>
                          <p:cTn id="57" fill="hold" nodeType="afterGroup">
                            <p:stCondLst>
                              <p:cond delay="4500"/>
                            </p:stCondLst>
                            <p:childTnLst>
                              <p:par>
                                <p:cTn id="58" presetID="53" presetClass="entr" presetSubtype="16" fill="hold" grpId="0" nodeType="afterEffect">
                                  <p:stCondLst>
                                    <p:cond delay="0"/>
                                  </p:stCondLst>
                                  <p:childTnLst>
                                    <p:set>
                                      <p:cBhvr>
                                        <p:cTn id="59" dur="1" fill="hold">
                                          <p:stCondLst>
                                            <p:cond delay="0"/>
                                          </p:stCondLst>
                                        </p:cTn>
                                        <p:tgtEl>
                                          <p:spTgt spid="13"/>
                                        </p:tgtEl>
                                        <p:attrNameLst>
                                          <p:attrName>style.visibility</p:attrName>
                                        </p:attrNameLst>
                                      </p:cBhvr>
                                      <p:to>
                                        <p:strVal val="visible"/>
                                      </p:to>
                                    </p:set>
                                    <p:anim calcmode="lin" valueType="num">
                                      <p:cBhvr>
                                        <p:cTn id="60" dur="500" fill="hold"/>
                                        <p:tgtEl>
                                          <p:spTgt spid="13"/>
                                        </p:tgtEl>
                                        <p:attrNameLst>
                                          <p:attrName>ppt_w</p:attrName>
                                        </p:attrNameLst>
                                      </p:cBhvr>
                                      <p:tavLst>
                                        <p:tav tm="0">
                                          <p:val>
                                            <p:fltVal val="0"/>
                                          </p:val>
                                        </p:tav>
                                        <p:tav tm="100000">
                                          <p:val>
                                            <p:strVal val="#ppt_w"/>
                                          </p:val>
                                        </p:tav>
                                      </p:tavLst>
                                    </p:anim>
                                    <p:anim calcmode="lin" valueType="num">
                                      <p:cBhvr>
                                        <p:cTn id="61" dur="500" fill="hold"/>
                                        <p:tgtEl>
                                          <p:spTgt spid="13"/>
                                        </p:tgtEl>
                                        <p:attrNameLst>
                                          <p:attrName>ppt_h</p:attrName>
                                        </p:attrNameLst>
                                      </p:cBhvr>
                                      <p:tavLst>
                                        <p:tav tm="0">
                                          <p:val>
                                            <p:fltVal val="0"/>
                                          </p:val>
                                        </p:tav>
                                        <p:tav tm="100000">
                                          <p:val>
                                            <p:strVal val="#ppt_h"/>
                                          </p:val>
                                        </p:tav>
                                      </p:tavLst>
                                    </p:anim>
                                    <p:animEffect transition="in" filter="fade">
                                      <p:cBhvr>
                                        <p:cTn id="62" dur="500"/>
                                        <p:tgtEl>
                                          <p:spTgt spid="13"/>
                                        </p:tgtEl>
                                      </p:cBhvr>
                                    </p:animEffect>
                                  </p:childTnLst>
                                </p:cTn>
                              </p:par>
                            </p:childTnLst>
                          </p:cTn>
                        </p:par>
                        <p:par>
                          <p:cTn id="63" fill="hold" nodeType="afterGroup">
                            <p:stCondLst>
                              <p:cond delay="5000"/>
                            </p:stCondLst>
                            <p:childTnLst>
                              <p:par>
                                <p:cTn id="64" presetID="53" presetClass="entr" presetSubtype="16" fill="hold" grpId="0" nodeType="afterEffect">
                                  <p:stCondLst>
                                    <p:cond delay="0"/>
                                  </p:stCondLst>
                                  <p:childTnLst>
                                    <p:set>
                                      <p:cBhvr>
                                        <p:cTn id="65" dur="1" fill="hold">
                                          <p:stCondLst>
                                            <p:cond delay="0"/>
                                          </p:stCondLst>
                                        </p:cTn>
                                        <p:tgtEl>
                                          <p:spTgt spid="14"/>
                                        </p:tgtEl>
                                        <p:attrNameLst>
                                          <p:attrName>style.visibility</p:attrName>
                                        </p:attrNameLst>
                                      </p:cBhvr>
                                      <p:to>
                                        <p:strVal val="visible"/>
                                      </p:to>
                                    </p:set>
                                    <p:anim calcmode="lin" valueType="num">
                                      <p:cBhvr>
                                        <p:cTn id="66" dur="500" fill="hold"/>
                                        <p:tgtEl>
                                          <p:spTgt spid="14"/>
                                        </p:tgtEl>
                                        <p:attrNameLst>
                                          <p:attrName>ppt_w</p:attrName>
                                        </p:attrNameLst>
                                      </p:cBhvr>
                                      <p:tavLst>
                                        <p:tav tm="0">
                                          <p:val>
                                            <p:fltVal val="0"/>
                                          </p:val>
                                        </p:tav>
                                        <p:tav tm="100000">
                                          <p:val>
                                            <p:strVal val="#ppt_w"/>
                                          </p:val>
                                        </p:tav>
                                      </p:tavLst>
                                    </p:anim>
                                    <p:anim calcmode="lin" valueType="num">
                                      <p:cBhvr>
                                        <p:cTn id="67" dur="500" fill="hold"/>
                                        <p:tgtEl>
                                          <p:spTgt spid="14"/>
                                        </p:tgtEl>
                                        <p:attrNameLst>
                                          <p:attrName>ppt_h</p:attrName>
                                        </p:attrNameLst>
                                      </p:cBhvr>
                                      <p:tavLst>
                                        <p:tav tm="0">
                                          <p:val>
                                            <p:fltVal val="0"/>
                                          </p:val>
                                        </p:tav>
                                        <p:tav tm="100000">
                                          <p:val>
                                            <p:strVal val="#ppt_h"/>
                                          </p:val>
                                        </p:tav>
                                      </p:tavLst>
                                    </p:anim>
                                    <p:animEffect transition="in" filter="fade">
                                      <p:cBhvr>
                                        <p:cTn id="68" dur="500"/>
                                        <p:tgtEl>
                                          <p:spTgt spid="14"/>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 presetClass="entr" presetSubtype="8" fill="hold" nodeType="clickEffect">
                                  <p:stCondLst>
                                    <p:cond delay="0"/>
                                  </p:stCondLst>
                                  <p:childTnLst>
                                    <p:set>
                                      <p:cBhvr>
                                        <p:cTn id="72" dur="1" fill="hold">
                                          <p:stCondLst>
                                            <p:cond delay="0"/>
                                          </p:stCondLst>
                                        </p:cTn>
                                        <p:tgtEl>
                                          <p:spTgt spid="12291"/>
                                        </p:tgtEl>
                                        <p:attrNameLst>
                                          <p:attrName>style.visibility</p:attrName>
                                        </p:attrNameLst>
                                      </p:cBhvr>
                                      <p:to>
                                        <p:strVal val="visible"/>
                                      </p:to>
                                    </p:set>
                                    <p:anim calcmode="lin" valueType="num">
                                      <p:cBhvr additive="base">
                                        <p:cTn id="73" dur="500" fill="hold"/>
                                        <p:tgtEl>
                                          <p:spTgt spid="12291"/>
                                        </p:tgtEl>
                                        <p:attrNameLst>
                                          <p:attrName>ppt_x</p:attrName>
                                        </p:attrNameLst>
                                      </p:cBhvr>
                                      <p:tavLst>
                                        <p:tav tm="0">
                                          <p:val>
                                            <p:strVal val="0-#ppt_w/2"/>
                                          </p:val>
                                        </p:tav>
                                        <p:tav tm="100000">
                                          <p:val>
                                            <p:strVal val="#ppt_x"/>
                                          </p:val>
                                        </p:tav>
                                      </p:tavLst>
                                    </p:anim>
                                    <p:anim calcmode="lin" valueType="num">
                                      <p:cBhvr additive="base">
                                        <p:cTn id="74" dur="500" fill="hold"/>
                                        <p:tgtEl>
                                          <p:spTgt spid="12291"/>
                                        </p:tgtEl>
                                        <p:attrNameLst>
                                          <p:attrName>ppt_y</p:attrName>
                                        </p:attrNameLst>
                                      </p:cBhvr>
                                      <p:tavLst>
                                        <p:tav tm="0">
                                          <p:val>
                                            <p:strVal val="#ppt_y"/>
                                          </p:val>
                                        </p:tav>
                                        <p:tav tm="100000">
                                          <p:val>
                                            <p:strVal val="#ppt_y"/>
                                          </p:val>
                                        </p:tav>
                                      </p:tavLst>
                                    </p:anim>
                                  </p:childTnLst>
                                </p:cTn>
                              </p:par>
                            </p:childTnLst>
                          </p:cTn>
                        </p:par>
                        <p:par>
                          <p:cTn id="75" fill="hold" nodeType="afterGroup">
                            <p:stCondLst>
                              <p:cond delay="500"/>
                            </p:stCondLst>
                            <p:childTnLst>
                              <p:par>
                                <p:cTn id="76" presetID="53" presetClass="entr" presetSubtype="16" fill="hold" grpId="0" nodeType="afterEffect">
                                  <p:stCondLst>
                                    <p:cond delay="0"/>
                                  </p:stCondLst>
                                  <p:childTnLst>
                                    <p:set>
                                      <p:cBhvr>
                                        <p:cTn id="77" dur="1" fill="hold">
                                          <p:stCondLst>
                                            <p:cond delay="0"/>
                                          </p:stCondLst>
                                        </p:cTn>
                                        <p:tgtEl>
                                          <p:spTgt spid="9"/>
                                        </p:tgtEl>
                                        <p:attrNameLst>
                                          <p:attrName>style.visibility</p:attrName>
                                        </p:attrNameLst>
                                      </p:cBhvr>
                                      <p:to>
                                        <p:strVal val="visible"/>
                                      </p:to>
                                    </p:set>
                                    <p:anim calcmode="lin" valueType="num">
                                      <p:cBhvr>
                                        <p:cTn id="78" dur="500" fill="hold"/>
                                        <p:tgtEl>
                                          <p:spTgt spid="9"/>
                                        </p:tgtEl>
                                        <p:attrNameLst>
                                          <p:attrName>ppt_w</p:attrName>
                                        </p:attrNameLst>
                                      </p:cBhvr>
                                      <p:tavLst>
                                        <p:tav tm="0">
                                          <p:val>
                                            <p:fltVal val="0"/>
                                          </p:val>
                                        </p:tav>
                                        <p:tav tm="100000">
                                          <p:val>
                                            <p:strVal val="#ppt_w"/>
                                          </p:val>
                                        </p:tav>
                                      </p:tavLst>
                                    </p:anim>
                                    <p:anim calcmode="lin" valueType="num">
                                      <p:cBhvr>
                                        <p:cTn id="79" dur="500" fill="hold"/>
                                        <p:tgtEl>
                                          <p:spTgt spid="9"/>
                                        </p:tgtEl>
                                        <p:attrNameLst>
                                          <p:attrName>ppt_h</p:attrName>
                                        </p:attrNameLst>
                                      </p:cBhvr>
                                      <p:tavLst>
                                        <p:tav tm="0">
                                          <p:val>
                                            <p:fltVal val="0"/>
                                          </p:val>
                                        </p:tav>
                                        <p:tav tm="100000">
                                          <p:val>
                                            <p:strVal val="#ppt_h"/>
                                          </p:val>
                                        </p:tav>
                                      </p:tavLst>
                                    </p:anim>
                                    <p:animEffect transition="in" filter="fade">
                                      <p:cBhvr>
                                        <p:cTn id="8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p:bldP spid="12" grpId="0"/>
      <p:bldP spid="13" grpId="0"/>
      <p:bldP spid="14" grpId="0"/>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89" name="Picture 2">
            <a:extLst>
              <a:ext uri="{FF2B5EF4-FFF2-40B4-BE49-F238E27FC236}">
                <a16:creationId xmlns:a16="http://schemas.microsoft.com/office/drawing/2014/main" id="{7093D2C2-3890-0F4B-8AAF-783FDA2428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600200"/>
            <a:ext cx="7943850" cy="453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0" name="Text Box 2">
            <a:extLst>
              <a:ext uri="{FF2B5EF4-FFF2-40B4-BE49-F238E27FC236}">
                <a16:creationId xmlns:a16="http://schemas.microsoft.com/office/drawing/2014/main" id="{6C5EB9CC-CF40-6443-B1BA-61315052C265}"/>
              </a:ext>
            </a:extLst>
          </p:cNvPr>
          <p:cNvSpPr txBox="1">
            <a:spLocks noChangeArrowheads="1"/>
          </p:cNvSpPr>
          <p:nvPr/>
        </p:nvSpPr>
        <p:spPr bwMode="auto">
          <a:xfrm>
            <a:off x="304800" y="762000"/>
            <a:ext cx="61722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spcBef>
                <a:spcPct val="50000"/>
              </a:spcBef>
            </a:pPr>
            <a:r>
              <a:rPr lang="en-US" altLang="zh-CN" sz="3200">
                <a:solidFill>
                  <a:srgbClr val="000000"/>
                </a:solidFill>
                <a:latin typeface="黑体" panose="02010609060101010101" pitchFamily="49" charset="-122"/>
                <a:ea typeface="黑体" panose="02010609060101010101" pitchFamily="49" charset="-122"/>
              </a:rPr>
              <a:t>4</a:t>
            </a:r>
            <a:r>
              <a:rPr lang="zh-CN" altLang="en-US" sz="3200">
                <a:solidFill>
                  <a:srgbClr val="000000"/>
                </a:solidFill>
                <a:latin typeface="黑体" panose="02010609060101010101" pitchFamily="49" charset="-122"/>
                <a:ea typeface="黑体" panose="02010609060101010101" pitchFamily="49" charset="-122"/>
              </a:rPr>
              <a:t>.</a:t>
            </a:r>
            <a:r>
              <a:rPr lang="en-US" altLang="zh-CN" sz="3200">
                <a:solidFill>
                  <a:srgbClr val="000000"/>
                </a:solidFill>
                <a:latin typeface="黑体" panose="02010609060101010101" pitchFamily="49" charset="-122"/>
                <a:ea typeface="黑体" panose="02010609060101010101" pitchFamily="49" charset="-122"/>
              </a:rPr>
              <a:t>1</a:t>
            </a:r>
            <a:r>
              <a:rPr lang="zh-CN" altLang="en-US" sz="3200">
                <a:solidFill>
                  <a:srgbClr val="000000"/>
                </a:solidFill>
                <a:latin typeface="黑体" panose="02010609060101010101" pitchFamily="49" charset="-122"/>
                <a:ea typeface="黑体" panose="02010609060101010101" pitchFamily="49" charset="-122"/>
              </a:rPr>
              <a:t>  信息系统安全的目的</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3" name="图片 1">
            <a:extLst>
              <a:ext uri="{FF2B5EF4-FFF2-40B4-BE49-F238E27FC236}">
                <a16:creationId xmlns:a16="http://schemas.microsoft.com/office/drawing/2014/main" id="{395A977D-D584-B84D-98BD-687D6A731D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066800"/>
            <a:ext cx="7883525" cy="503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2">
            <a:extLst>
              <a:ext uri="{FF2B5EF4-FFF2-40B4-BE49-F238E27FC236}">
                <a16:creationId xmlns:a16="http://schemas.microsoft.com/office/drawing/2014/main" id="{99877F34-9E86-4445-B83B-94F9CEC0683F}"/>
              </a:ext>
            </a:extLst>
          </p:cNvPr>
          <p:cNvSpPr>
            <a:spLocks noChangeArrowheads="1"/>
          </p:cNvSpPr>
          <p:nvPr/>
        </p:nvSpPr>
        <p:spPr bwMode="auto">
          <a:xfrm>
            <a:off x="304800" y="685800"/>
            <a:ext cx="83058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spcBef>
                <a:spcPct val="50000"/>
              </a:spcBef>
            </a:pPr>
            <a:r>
              <a:rPr lang="en-US" altLang="zh-CN" sz="3200">
                <a:solidFill>
                  <a:srgbClr val="000000"/>
                </a:solidFill>
                <a:latin typeface="黑体" panose="02010609060101010101" pitchFamily="49" charset="-122"/>
                <a:ea typeface="黑体" panose="02010609060101010101" pitchFamily="49" charset="-122"/>
              </a:rPr>
              <a:t>4</a:t>
            </a:r>
            <a:r>
              <a:rPr lang="zh-CN" altLang="en-US" sz="3200">
                <a:solidFill>
                  <a:srgbClr val="000000"/>
                </a:solidFill>
                <a:latin typeface="黑体" panose="02010609060101010101" pitchFamily="49" charset="-122"/>
                <a:ea typeface="黑体" panose="02010609060101010101" pitchFamily="49" charset="-122"/>
              </a:rPr>
              <a:t>.</a:t>
            </a:r>
            <a:r>
              <a:rPr lang="en-US" altLang="zh-CN" sz="3200">
                <a:solidFill>
                  <a:srgbClr val="000000"/>
                </a:solidFill>
                <a:latin typeface="黑体" panose="02010609060101010101" pitchFamily="49" charset="-122"/>
                <a:ea typeface="黑体" panose="02010609060101010101" pitchFamily="49" charset="-122"/>
              </a:rPr>
              <a:t>2</a:t>
            </a:r>
            <a:r>
              <a:rPr lang="zh-CN" altLang="en-US" sz="3200">
                <a:solidFill>
                  <a:srgbClr val="000000"/>
                </a:solidFill>
                <a:latin typeface="黑体" panose="02010609060101010101" pitchFamily="49" charset="-122"/>
                <a:ea typeface="黑体" panose="02010609060101010101" pitchFamily="49" charset="-122"/>
              </a:rPr>
              <a:t> 网络空间安全的保护机制</a:t>
            </a:r>
            <a:endParaRPr lang="en-US" altLang="zh-CN" sz="3200">
              <a:solidFill>
                <a:srgbClr val="000000"/>
              </a:solidFill>
              <a:latin typeface="黑体" panose="02010609060101010101" pitchFamily="49" charset="-122"/>
              <a:ea typeface="黑体" panose="02010609060101010101" pitchFamily="49" charset="-122"/>
            </a:endParaRPr>
          </a:p>
        </p:txBody>
      </p:sp>
      <p:sp>
        <p:nvSpPr>
          <p:cNvPr id="13315" name="Rectangle 3">
            <a:extLst>
              <a:ext uri="{FF2B5EF4-FFF2-40B4-BE49-F238E27FC236}">
                <a16:creationId xmlns:a16="http://schemas.microsoft.com/office/drawing/2014/main" id="{976D92C7-9D06-6249-A0AB-D21F7198E80B}"/>
              </a:ext>
            </a:extLst>
          </p:cNvPr>
          <p:cNvSpPr>
            <a:spLocks noChangeArrowheads="1"/>
          </p:cNvSpPr>
          <p:nvPr/>
        </p:nvSpPr>
        <p:spPr bwMode="auto">
          <a:xfrm>
            <a:off x="533400" y="1373188"/>
            <a:ext cx="81534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algn="just" eaLnBrk="1" hangingPunct="1"/>
            <a:r>
              <a:rPr lang="zh-CN" altLang="en-US" sz="2400">
                <a:solidFill>
                  <a:srgbClr val="000000"/>
                </a:solidFill>
                <a:latin typeface="宋体" panose="02010600030101010101" pitchFamily="2" charset="-122"/>
                <a:ea typeface="宋体" panose="02010600030101010101" pitchFamily="2" charset="-122"/>
              </a:rPr>
              <a:t>    </a:t>
            </a:r>
            <a:r>
              <a:rPr lang="zh-CN" altLang="en-US" sz="2400">
                <a:latin typeface="宋体" panose="02010600030101010101" pitchFamily="2" charset="-122"/>
                <a:ea typeface="宋体" panose="02010600030101010101" pitchFamily="2" charset="-122"/>
              </a:rPr>
              <a:t>网络空间安全的最终任务</a:t>
            </a:r>
            <a:r>
              <a:rPr lang="zh-CN" altLang="en-US" sz="2400">
                <a:solidFill>
                  <a:srgbClr val="000000"/>
                </a:solidFill>
                <a:latin typeface="宋体" panose="02010600030101010101" pitchFamily="2" charset="-122"/>
                <a:ea typeface="宋体" panose="02010600030101010101" pitchFamily="2" charset="-122"/>
              </a:rPr>
              <a:t>是保护信息资源被合法用户安全使用，并禁止非法用户、入侵者、攻击者和黑客非法偷盗、使用信息资源。</a:t>
            </a:r>
            <a:endParaRPr lang="zh-CN" altLang="en-US" sz="2400">
              <a:solidFill>
                <a:srgbClr val="000000"/>
              </a:solidFill>
              <a:latin typeface="Times New Roman" panose="02020603050405020304" pitchFamily="18" charset="0"/>
              <a:ea typeface="宋体" panose="02010600030101010101" pitchFamily="2" charset="-122"/>
            </a:endParaRPr>
          </a:p>
        </p:txBody>
      </p:sp>
      <p:sp>
        <p:nvSpPr>
          <p:cNvPr id="13316" name="Rectangle 4">
            <a:extLst>
              <a:ext uri="{FF2B5EF4-FFF2-40B4-BE49-F238E27FC236}">
                <a16:creationId xmlns:a16="http://schemas.microsoft.com/office/drawing/2014/main" id="{2EFEE5CA-6478-B543-98D5-C5DE85E2EA2F}"/>
              </a:ext>
            </a:extLst>
          </p:cNvPr>
          <p:cNvSpPr>
            <a:spLocks noChangeArrowheads="1"/>
          </p:cNvSpPr>
          <p:nvPr/>
        </p:nvSpPr>
        <p:spPr bwMode="auto">
          <a:xfrm>
            <a:off x="457200" y="2743200"/>
            <a:ext cx="82296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algn="just" eaLnBrk="1" hangingPunct="1"/>
            <a:r>
              <a:rPr lang="zh-CN" altLang="en-US" sz="2400">
                <a:solidFill>
                  <a:srgbClr val="000000"/>
                </a:solidFill>
                <a:latin typeface="宋体" panose="02010600030101010101" pitchFamily="2" charset="-122"/>
                <a:ea typeface="宋体" panose="02010600030101010101" pitchFamily="2" charset="-122"/>
              </a:rPr>
              <a:t>    </a:t>
            </a:r>
            <a:r>
              <a:rPr lang="zh-CN" altLang="en-US" sz="2400">
                <a:solidFill>
                  <a:srgbClr val="0000CC"/>
                </a:solidFill>
                <a:latin typeface="宋体" panose="02010600030101010101" pitchFamily="2" charset="-122"/>
                <a:ea typeface="宋体" panose="02010600030101010101" pitchFamily="2" charset="-122"/>
              </a:rPr>
              <a:t>网络空间安全的保护机制</a:t>
            </a:r>
            <a:r>
              <a:rPr lang="zh-CN" altLang="en-US" sz="2400">
                <a:solidFill>
                  <a:srgbClr val="000000"/>
                </a:solidFill>
                <a:latin typeface="宋体" panose="02010600030101010101" pitchFamily="2" charset="-122"/>
                <a:ea typeface="宋体" panose="02010600030101010101" pitchFamily="2" charset="-122"/>
              </a:rPr>
              <a:t>包括电磁辐射、环境安全、计算机技术、网络技术等技术因素，还包括信息安全管理（含系统安全管理、安全服务管理和安全机制管理）、法律和心理因素等机制。</a:t>
            </a:r>
            <a:r>
              <a:rPr lang="zh-CN" altLang="en-US" sz="2400">
                <a:solidFill>
                  <a:srgbClr val="000000"/>
                </a:solidFill>
                <a:latin typeface="Tahoma" panose="020B0604030504040204" pitchFamily="34" charset="0"/>
                <a:ea typeface="宋体" panose="02010600030101010101" pitchFamily="2" charset="-122"/>
              </a:rPr>
              <a:t> </a:t>
            </a:r>
            <a:endParaRPr lang="zh-CN" altLang="en-US" sz="2400">
              <a:solidFill>
                <a:srgbClr val="000000"/>
              </a:solidFill>
              <a:latin typeface="Times New Roman" panose="02020603050405020304" pitchFamily="18" charset="0"/>
              <a:ea typeface="宋体" panose="02010600030101010101" pitchFamily="2" charset="-122"/>
            </a:endParaRPr>
          </a:p>
        </p:txBody>
      </p:sp>
      <p:sp>
        <p:nvSpPr>
          <p:cNvPr id="13317" name="Rectangle 5">
            <a:extLst>
              <a:ext uri="{FF2B5EF4-FFF2-40B4-BE49-F238E27FC236}">
                <a16:creationId xmlns:a16="http://schemas.microsoft.com/office/drawing/2014/main" id="{4E2669AE-0757-734D-8BCB-06679BE4978B}"/>
              </a:ext>
            </a:extLst>
          </p:cNvPr>
          <p:cNvSpPr>
            <a:spLocks noChangeArrowheads="1"/>
          </p:cNvSpPr>
          <p:nvPr/>
        </p:nvSpPr>
        <p:spPr bwMode="auto">
          <a:xfrm>
            <a:off x="533400" y="4648200"/>
            <a:ext cx="81534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algn="just" eaLnBrk="1" hangingPunct="1"/>
            <a:r>
              <a:rPr lang="zh-CN" altLang="en-US" sz="2400">
                <a:solidFill>
                  <a:srgbClr val="000000"/>
                </a:solidFill>
                <a:latin typeface="宋体" panose="02010600030101010101" pitchFamily="2" charset="-122"/>
                <a:ea typeface="宋体" panose="02010600030101010101" pitchFamily="2" charset="-122"/>
              </a:rPr>
              <a:t>    国际信息系统安全认证组织（</a:t>
            </a:r>
            <a:r>
              <a:rPr lang="en-US" altLang="zh-CN" sz="2400">
                <a:solidFill>
                  <a:srgbClr val="000000"/>
                </a:solidFill>
                <a:latin typeface="宋体" panose="02010600030101010101" pitchFamily="2" charset="-122"/>
                <a:ea typeface="宋体" panose="02010600030101010101" pitchFamily="2" charset="-122"/>
              </a:rPr>
              <a:t>International Information Systems Security Consortium，</a:t>
            </a:r>
            <a:r>
              <a:rPr lang="zh-CN" altLang="en-US" sz="2400">
                <a:solidFill>
                  <a:srgbClr val="000000"/>
                </a:solidFill>
                <a:latin typeface="宋体" panose="02010600030101010101" pitchFamily="2" charset="-122"/>
                <a:ea typeface="宋体" panose="02010600030101010101" pitchFamily="2" charset="-122"/>
              </a:rPr>
              <a:t>简称</a:t>
            </a:r>
            <a:r>
              <a:rPr lang="en-US" altLang="zh-CN" sz="2400">
                <a:solidFill>
                  <a:srgbClr val="000000"/>
                </a:solidFill>
                <a:latin typeface="宋体" panose="02010600030101010101" pitchFamily="2" charset="-122"/>
                <a:ea typeface="宋体" panose="02010600030101010101" pitchFamily="2" charset="-122"/>
              </a:rPr>
              <a:t>ISC2）</a:t>
            </a:r>
            <a:r>
              <a:rPr lang="zh-CN" altLang="en-US" sz="2400">
                <a:solidFill>
                  <a:srgbClr val="000000"/>
                </a:solidFill>
                <a:latin typeface="宋体" panose="02010600030101010101" pitchFamily="2" charset="-122"/>
                <a:ea typeface="宋体" panose="02010600030101010101" pitchFamily="2" charset="-122"/>
              </a:rPr>
              <a:t>将信息安全划分为</a:t>
            </a:r>
            <a:r>
              <a:rPr lang="zh-CN" altLang="en-US" sz="2400">
                <a:latin typeface="宋体" panose="02010600030101010101" pitchFamily="2" charset="-122"/>
                <a:ea typeface="宋体" panose="02010600030101010101" pitchFamily="2" charset="-122"/>
              </a:rPr>
              <a:t>5重屏障共10大领域</a:t>
            </a:r>
            <a:r>
              <a:rPr lang="zh-CN" altLang="en-US" sz="2400">
                <a:solidFill>
                  <a:srgbClr val="000000"/>
                </a:solidFill>
                <a:latin typeface="宋体" panose="02010600030101010101" pitchFamily="2" charset="-122"/>
                <a:ea typeface="宋体" panose="02010600030101010101" pitchFamily="2" charset="-122"/>
              </a:rPr>
              <a:t>并给出了它们涵盖的知识结构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3315"/>
                                        </p:tgtEl>
                                        <p:attrNameLst>
                                          <p:attrName>style.visibility</p:attrName>
                                        </p:attrNameLst>
                                      </p:cBhvr>
                                      <p:to>
                                        <p:strVal val="visible"/>
                                      </p:to>
                                    </p:set>
                                    <p:anim calcmode="lin" valueType="num">
                                      <p:cBhvr additive="base">
                                        <p:cTn id="7" dur="500" fill="hold"/>
                                        <p:tgtEl>
                                          <p:spTgt spid="13315"/>
                                        </p:tgtEl>
                                        <p:attrNameLst>
                                          <p:attrName>ppt_x</p:attrName>
                                        </p:attrNameLst>
                                      </p:cBhvr>
                                      <p:tavLst>
                                        <p:tav tm="0">
                                          <p:val>
                                            <p:strVal val="0-#ppt_w/2"/>
                                          </p:val>
                                        </p:tav>
                                        <p:tav tm="100000">
                                          <p:val>
                                            <p:strVal val="#ppt_x"/>
                                          </p:val>
                                        </p:tav>
                                      </p:tavLst>
                                    </p:anim>
                                    <p:anim calcmode="lin" valueType="num">
                                      <p:cBhvr additive="base">
                                        <p:cTn id="8" dur="500" fill="hold"/>
                                        <p:tgtEl>
                                          <p:spTgt spid="13315"/>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13316"/>
                                        </p:tgtEl>
                                        <p:attrNameLst>
                                          <p:attrName>style.visibility</p:attrName>
                                        </p:attrNameLst>
                                      </p:cBhvr>
                                      <p:to>
                                        <p:strVal val="visible"/>
                                      </p:to>
                                    </p:set>
                                    <p:anim calcmode="lin" valueType="num">
                                      <p:cBhvr additive="base">
                                        <p:cTn id="12" dur="1500" fill="hold"/>
                                        <p:tgtEl>
                                          <p:spTgt spid="13316"/>
                                        </p:tgtEl>
                                        <p:attrNameLst>
                                          <p:attrName>ppt_x</p:attrName>
                                        </p:attrNameLst>
                                      </p:cBhvr>
                                      <p:tavLst>
                                        <p:tav tm="0">
                                          <p:val>
                                            <p:strVal val="0-#ppt_w/2"/>
                                          </p:val>
                                        </p:tav>
                                        <p:tav tm="100000">
                                          <p:val>
                                            <p:strVal val="#ppt_x"/>
                                          </p:val>
                                        </p:tav>
                                      </p:tavLst>
                                    </p:anim>
                                    <p:anim calcmode="lin" valueType="num">
                                      <p:cBhvr additive="base">
                                        <p:cTn id="13" dur="1500" fill="hold"/>
                                        <p:tgtEl>
                                          <p:spTgt spid="13316"/>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2000"/>
                            </p:stCondLst>
                            <p:childTnLst>
                              <p:par>
                                <p:cTn id="15" presetID="2" presetClass="entr" presetSubtype="8" fill="hold" grpId="0" nodeType="afterEffect">
                                  <p:stCondLst>
                                    <p:cond delay="0"/>
                                  </p:stCondLst>
                                  <p:childTnLst>
                                    <p:set>
                                      <p:cBhvr>
                                        <p:cTn id="16" dur="1" fill="hold">
                                          <p:stCondLst>
                                            <p:cond delay="0"/>
                                          </p:stCondLst>
                                        </p:cTn>
                                        <p:tgtEl>
                                          <p:spTgt spid="13317"/>
                                        </p:tgtEl>
                                        <p:attrNameLst>
                                          <p:attrName>style.visibility</p:attrName>
                                        </p:attrNameLst>
                                      </p:cBhvr>
                                      <p:to>
                                        <p:strVal val="visible"/>
                                      </p:to>
                                    </p:set>
                                    <p:anim calcmode="lin" valueType="num">
                                      <p:cBhvr additive="base">
                                        <p:cTn id="17" dur="2000" fill="hold"/>
                                        <p:tgtEl>
                                          <p:spTgt spid="13317"/>
                                        </p:tgtEl>
                                        <p:attrNameLst>
                                          <p:attrName>ppt_x</p:attrName>
                                        </p:attrNameLst>
                                      </p:cBhvr>
                                      <p:tavLst>
                                        <p:tav tm="0">
                                          <p:val>
                                            <p:strVal val="0-#ppt_w/2"/>
                                          </p:val>
                                        </p:tav>
                                        <p:tav tm="100000">
                                          <p:val>
                                            <p:strVal val="#ppt_x"/>
                                          </p:val>
                                        </p:tav>
                                      </p:tavLst>
                                    </p:anim>
                                    <p:anim calcmode="lin" valueType="num">
                                      <p:cBhvr additive="base">
                                        <p:cTn id="18" dur="2000" fill="hold"/>
                                        <p:tgtEl>
                                          <p:spTgt spid="1331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p:bldP spid="13316" grpId="0"/>
      <p:bldP spid="1331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32106D1A-026E-1246-BBA3-87D533AF9E14}"/>
              </a:ext>
            </a:extLst>
          </p:cNvPr>
          <p:cNvSpPr>
            <a:spLocks noChangeArrowheads="1"/>
          </p:cNvSpPr>
          <p:nvPr/>
        </p:nvSpPr>
        <p:spPr bwMode="auto">
          <a:xfrm>
            <a:off x="304800" y="762000"/>
            <a:ext cx="83058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spcBef>
                <a:spcPct val="50000"/>
              </a:spcBef>
            </a:pPr>
            <a:r>
              <a:rPr lang="en-US" altLang="zh-CN" sz="3200">
                <a:solidFill>
                  <a:srgbClr val="000000"/>
                </a:solidFill>
                <a:latin typeface="黑体" panose="02010609060101010101" pitchFamily="49" charset="-122"/>
                <a:ea typeface="黑体" panose="02010609060101010101" pitchFamily="49" charset="-122"/>
              </a:rPr>
              <a:t>4</a:t>
            </a:r>
            <a:r>
              <a:rPr lang="zh-CN" altLang="en-US" sz="3200">
                <a:solidFill>
                  <a:srgbClr val="000000"/>
                </a:solidFill>
                <a:latin typeface="黑体" panose="02010609060101010101" pitchFamily="49" charset="-122"/>
                <a:ea typeface="黑体" panose="02010609060101010101" pitchFamily="49" charset="-122"/>
              </a:rPr>
              <a:t>.</a:t>
            </a:r>
            <a:r>
              <a:rPr lang="en-US" altLang="zh-CN" sz="3200">
                <a:solidFill>
                  <a:srgbClr val="000000"/>
                </a:solidFill>
                <a:latin typeface="黑体" panose="02010609060101010101" pitchFamily="49" charset="-122"/>
                <a:ea typeface="黑体" panose="02010609060101010101" pitchFamily="49" charset="-122"/>
              </a:rPr>
              <a:t>2</a:t>
            </a:r>
            <a:r>
              <a:rPr lang="zh-CN" altLang="en-US" sz="3200">
                <a:solidFill>
                  <a:srgbClr val="000000"/>
                </a:solidFill>
                <a:latin typeface="黑体" panose="02010609060101010101" pitchFamily="49" charset="-122"/>
                <a:ea typeface="黑体" panose="02010609060101010101" pitchFamily="49" charset="-122"/>
              </a:rPr>
              <a:t> 网络空间安全的保护机制</a:t>
            </a:r>
            <a:endParaRPr lang="en-US" altLang="zh-CN" sz="3200">
              <a:solidFill>
                <a:srgbClr val="000000"/>
              </a:solidFill>
              <a:latin typeface="黑体" panose="02010609060101010101" pitchFamily="49" charset="-122"/>
              <a:ea typeface="黑体" panose="02010609060101010101" pitchFamily="49" charset="-122"/>
            </a:endParaRPr>
          </a:p>
        </p:txBody>
      </p:sp>
      <p:sp>
        <p:nvSpPr>
          <p:cNvPr id="1323011" name="Rectangle 3">
            <a:extLst>
              <a:ext uri="{FF2B5EF4-FFF2-40B4-BE49-F238E27FC236}">
                <a16:creationId xmlns:a16="http://schemas.microsoft.com/office/drawing/2014/main" id="{1F1552D8-8CAF-2644-9362-476A5B2BD15C}"/>
              </a:ext>
            </a:extLst>
          </p:cNvPr>
          <p:cNvSpPr>
            <a:spLocks noChangeArrowheads="1"/>
          </p:cNvSpPr>
          <p:nvPr/>
        </p:nvSpPr>
        <p:spPr bwMode="auto">
          <a:xfrm>
            <a:off x="2200275" y="2347913"/>
            <a:ext cx="9144000" cy="0"/>
          </a:xfrm>
          <a:prstGeom prst="rect">
            <a:avLst/>
          </a:prstGeom>
          <a:noFill/>
          <a:ln w="9525">
            <a:noFill/>
            <a:miter lim="800000"/>
          </a:ln>
          <a:effectLst/>
        </p:spPr>
        <p:txBody>
          <a:bodyPr>
            <a:spAutoFit/>
          </a:bodyPr>
          <a:lstStyle/>
          <a:p>
            <a:pPr eaLnBrk="1" hangingPunct="1">
              <a:lnSpc>
                <a:spcPct val="90000"/>
              </a:lnSpc>
              <a:defRPr/>
            </a:pPr>
            <a:endParaRPr kumimoji="1" lang="zh-CN" altLang="en-US">
              <a:effectLst>
                <a:outerShdw blurRad="38100" dist="38100" dir="2700000" algn="tl">
                  <a:srgbClr val="000000">
                    <a:alpha val="43137"/>
                  </a:srgbClr>
                </a:outerShdw>
              </a:effectLst>
            </a:endParaRPr>
          </a:p>
        </p:txBody>
      </p:sp>
      <p:pic>
        <p:nvPicPr>
          <p:cNvPr id="14340" name="Picture 4" descr="图2-1 信息安全五大屏障">
            <a:extLst>
              <a:ext uri="{FF2B5EF4-FFF2-40B4-BE49-F238E27FC236}">
                <a16:creationId xmlns:a16="http://schemas.microsoft.com/office/drawing/2014/main" id="{717D7633-F119-3544-830F-20BD2294B4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828800"/>
            <a:ext cx="8382000" cy="4341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nodeType="afterEffect">
                                  <p:stCondLst>
                                    <p:cond delay="0"/>
                                  </p:stCondLst>
                                  <p:childTnLst>
                                    <p:set>
                                      <p:cBhvr>
                                        <p:cTn id="6" dur="1" fill="hold">
                                          <p:stCondLst>
                                            <p:cond delay="0"/>
                                          </p:stCondLst>
                                        </p:cTn>
                                        <p:tgtEl>
                                          <p:spTgt spid="14340"/>
                                        </p:tgtEl>
                                        <p:attrNameLst>
                                          <p:attrName>style.visibility</p:attrName>
                                        </p:attrNameLst>
                                      </p:cBhvr>
                                      <p:to>
                                        <p:strVal val="visible"/>
                                      </p:to>
                                    </p:set>
                                    <p:anim calcmode="lin" valueType="num">
                                      <p:cBhvr>
                                        <p:cTn id="7" dur="500" fill="hold"/>
                                        <p:tgtEl>
                                          <p:spTgt spid="14340"/>
                                        </p:tgtEl>
                                        <p:attrNameLst>
                                          <p:attrName>ppt_w</p:attrName>
                                        </p:attrNameLst>
                                      </p:cBhvr>
                                      <p:tavLst>
                                        <p:tav tm="0">
                                          <p:val>
                                            <p:fltVal val="0"/>
                                          </p:val>
                                        </p:tav>
                                        <p:tav tm="100000">
                                          <p:val>
                                            <p:strVal val="#ppt_w"/>
                                          </p:val>
                                        </p:tav>
                                      </p:tavLst>
                                    </p:anim>
                                    <p:anim calcmode="lin" valueType="num">
                                      <p:cBhvr>
                                        <p:cTn id="8" dur="500" fill="hold"/>
                                        <p:tgtEl>
                                          <p:spTgt spid="14340"/>
                                        </p:tgtEl>
                                        <p:attrNameLst>
                                          <p:attrName>ppt_h</p:attrName>
                                        </p:attrNameLst>
                                      </p:cBhvr>
                                      <p:tavLst>
                                        <p:tav tm="0">
                                          <p:val>
                                            <p:fltVal val="0"/>
                                          </p:val>
                                        </p:tav>
                                        <p:tav tm="100000">
                                          <p:val>
                                            <p:strVal val="#ppt_h"/>
                                          </p:val>
                                        </p:tav>
                                      </p:tavLst>
                                    </p:anim>
                                    <p:animEffect transition="in" filter="fade">
                                      <p:cBhvr>
                                        <p:cTn id="9" dur="500"/>
                                        <p:tgtEl>
                                          <p:spTgt spid="143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0" name="组合 79">
            <a:extLst>
              <a:ext uri="{FF2B5EF4-FFF2-40B4-BE49-F238E27FC236}">
                <a16:creationId xmlns:a16="http://schemas.microsoft.com/office/drawing/2014/main" id="{2AA19050-A506-7F41-91E9-D724B91A056D}"/>
              </a:ext>
            </a:extLst>
          </p:cNvPr>
          <p:cNvGrpSpPr>
            <a:grpSpLocks/>
          </p:cNvGrpSpPr>
          <p:nvPr/>
        </p:nvGrpSpPr>
        <p:grpSpPr bwMode="auto">
          <a:xfrm>
            <a:off x="3432175" y="1270000"/>
            <a:ext cx="800100" cy="3024188"/>
            <a:chOff x="3390899" y="914400"/>
            <a:chExt cx="800101" cy="3200400"/>
          </a:xfrm>
        </p:grpSpPr>
        <p:cxnSp>
          <p:nvCxnSpPr>
            <p:cNvPr id="16434" name="直接箭头连接符 2">
              <a:extLst>
                <a:ext uri="{FF2B5EF4-FFF2-40B4-BE49-F238E27FC236}">
                  <a16:creationId xmlns:a16="http://schemas.microsoft.com/office/drawing/2014/main" id="{E61C27B9-D446-8444-A3C3-3E692C1080FB}"/>
                </a:ext>
              </a:extLst>
            </p:cNvPr>
            <p:cNvCxnSpPr>
              <a:cxnSpLocks noChangeShapeType="1"/>
            </p:cNvCxnSpPr>
            <p:nvPr/>
          </p:nvCxnSpPr>
          <p:spPr bwMode="auto">
            <a:xfrm flipV="1">
              <a:off x="4191000" y="914400"/>
              <a:ext cx="0" cy="3200400"/>
            </a:xfrm>
            <a:prstGeom prst="straightConnector1">
              <a:avLst/>
            </a:prstGeom>
            <a:noFill/>
            <a:ln w="57150">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6435" name="直接连接符 10">
              <a:extLst>
                <a:ext uri="{FF2B5EF4-FFF2-40B4-BE49-F238E27FC236}">
                  <a16:creationId xmlns:a16="http://schemas.microsoft.com/office/drawing/2014/main" id="{F802339E-A238-1949-87FC-71798A72CDCF}"/>
                </a:ext>
              </a:extLst>
            </p:cNvPr>
            <p:cNvCxnSpPr>
              <a:cxnSpLocks noChangeShapeType="1"/>
            </p:cNvCxnSpPr>
            <p:nvPr/>
          </p:nvCxnSpPr>
          <p:spPr bwMode="auto">
            <a:xfrm>
              <a:off x="3962400" y="3581400"/>
              <a:ext cx="228600"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cxnSp>
        <p:sp>
          <p:nvSpPr>
            <p:cNvPr id="16436" name="文本框 13">
              <a:extLst>
                <a:ext uri="{FF2B5EF4-FFF2-40B4-BE49-F238E27FC236}">
                  <a16:creationId xmlns:a16="http://schemas.microsoft.com/office/drawing/2014/main" id="{31E2F555-F590-6543-B443-F5BA556292F9}"/>
                </a:ext>
              </a:extLst>
            </p:cNvPr>
            <p:cNvSpPr txBox="1">
              <a:spLocks noChangeArrowheads="1"/>
            </p:cNvSpPr>
            <p:nvPr/>
          </p:nvSpPr>
          <p:spPr bwMode="auto">
            <a:xfrm>
              <a:off x="3390899" y="3432602"/>
              <a:ext cx="68580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r>
                <a:rPr lang="zh-CN" altLang="en-US" sz="1200">
                  <a:latin typeface="黑体" panose="02010609060101010101" pitchFamily="49" charset="-122"/>
                  <a:ea typeface="黑体" panose="02010609060101010101" pitchFamily="49" charset="-122"/>
                </a:rPr>
                <a:t>物理层</a:t>
              </a:r>
            </a:p>
          </p:txBody>
        </p:sp>
        <p:cxnSp>
          <p:nvCxnSpPr>
            <p:cNvPr id="16437" name="直接连接符 16">
              <a:extLst>
                <a:ext uri="{FF2B5EF4-FFF2-40B4-BE49-F238E27FC236}">
                  <a16:creationId xmlns:a16="http://schemas.microsoft.com/office/drawing/2014/main" id="{BDDB4568-A845-7F40-B62D-E2A83EE9DA85}"/>
                </a:ext>
              </a:extLst>
            </p:cNvPr>
            <p:cNvCxnSpPr>
              <a:cxnSpLocks noChangeShapeType="1"/>
            </p:cNvCxnSpPr>
            <p:nvPr/>
          </p:nvCxnSpPr>
          <p:spPr bwMode="auto">
            <a:xfrm>
              <a:off x="3962400" y="3196798"/>
              <a:ext cx="228600"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cxnSp>
        <p:sp>
          <p:nvSpPr>
            <p:cNvPr id="16438" name="文本框 17">
              <a:extLst>
                <a:ext uri="{FF2B5EF4-FFF2-40B4-BE49-F238E27FC236}">
                  <a16:creationId xmlns:a16="http://schemas.microsoft.com/office/drawing/2014/main" id="{84498382-458A-4549-8D62-A75EFD2B3C03}"/>
                </a:ext>
              </a:extLst>
            </p:cNvPr>
            <p:cNvSpPr txBox="1">
              <a:spLocks noChangeArrowheads="1"/>
            </p:cNvSpPr>
            <p:nvPr/>
          </p:nvSpPr>
          <p:spPr bwMode="auto">
            <a:xfrm>
              <a:off x="3390899" y="3048000"/>
              <a:ext cx="68580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r>
                <a:rPr lang="zh-CN" altLang="en-US" sz="1200">
                  <a:latin typeface="黑体" panose="02010609060101010101" pitchFamily="49" charset="-122"/>
                  <a:ea typeface="黑体" panose="02010609060101010101" pitchFamily="49" charset="-122"/>
                </a:rPr>
                <a:t>链路层</a:t>
              </a:r>
            </a:p>
          </p:txBody>
        </p:sp>
        <p:cxnSp>
          <p:nvCxnSpPr>
            <p:cNvPr id="16439" name="直接连接符 18">
              <a:extLst>
                <a:ext uri="{FF2B5EF4-FFF2-40B4-BE49-F238E27FC236}">
                  <a16:creationId xmlns:a16="http://schemas.microsoft.com/office/drawing/2014/main" id="{4F8E7A94-717F-8A41-BD6B-72FC3B69E864}"/>
                </a:ext>
              </a:extLst>
            </p:cNvPr>
            <p:cNvCxnSpPr>
              <a:cxnSpLocks noChangeShapeType="1"/>
            </p:cNvCxnSpPr>
            <p:nvPr/>
          </p:nvCxnSpPr>
          <p:spPr bwMode="auto">
            <a:xfrm>
              <a:off x="3962400" y="2815798"/>
              <a:ext cx="228600"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cxnSp>
        <p:sp>
          <p:nvSpPr>
            <p:cNvPr id="16440" name="文本框 19">
              <a:extLst>
                <a:ext uri="{FF2B5EF4-FFF2-40B4-BE49-F238E27FC236}">
                  <a16:creationId xmlns:a16="http://schemas.microsoft.com/office/drawing/2014/main" id="{8E46DB83-0F2D-A34B-8536-4237BD827746}"/>
                </a:ext>
              </a:extLst>
            </p:cNvPr>
            <p:cNvSpPr txBox="1">
              <a:spLocks noChangeArrowheads="1"/>
            </p:cNvSpPr>
            <p:nvPr/>
          </p:nvSpPr>
          <p:spPr bwMode="auto">
            <a:xfrm>
              <a:off x="3390899" y="2667000"/>
              <a:ext cx="68580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r>
                <a:rPr lang="zh-CN" altLang="en-US" sz="1200">
                  <a:latin typeface="黑体" panose="02010609060101010101" pitchFamily="49" charset="-122"/>
                  <a:ea typeface="黑体" panose="02010609060101010101" pitchFamily="49" charset="-122"/>
                </a:rPr>
                <a:t>网络层</a:t>
              </a:r>
            </a:p>
          </p:txBody>
        </p:sp>
        <p:cxnSp>
          <p:nvCxnSpPr>
            <p:cNvPr id="16441" name="直接连接符 20">
              <a:extLst>
                <a:ext uri="{FF2B5EF4-FFF2-40B4-BE49-F238E27FC236}">
                  <a16:creationId xmlns:a16="http://schemas.microsoft.com/office/drawing/2014/main" id="{A230C06C-D2FF-1543-8BFE-F8FFCEB03E08}"/>
                </a:ext>
              </a:extLst>
            </p:cNvPr>
            <p:cNvCxnSpPr>
              <a:cxnSpLocks noChangeShapeType="1"/>
            </p:cNvCxnSpPr>
            <p:nvPr/>
          </p:nvCxnSpPr>
          <p:spPr bwMode="auto">
            <a:xfrm>
              <a:off x="3962400" y="2462599"/>
              <a:ext cx="228600"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cxnSp>
        <p:sp>
          <p:nvSpPr>
            <p:cNvPr id="16442" name="文本框 21">
              <a:extLst>
                <a:ext uri="{FF2B5EF4-FFF2-40B4-BE49-F238E27FC236}">
                  <a16:creationId xmlns:a16="http://schemas.microsoft.com/office/drawing/2014/main" id="{2F9E45CC-4B3B-5D44-A0B1-913B97F4E75C}"/>
                </a:ext>
              </a:extLst>
            </p:cNvPr>
            <p:cNvSpPr txBox="1">
              <a:spLocks noChangeArrowheads="1"/>
            </p:cNvSpPr>
            <p:nvPr/>
          </p:nvSpPr>
          <p:spPr bwMode="auto">
            <a:xfrm>
              <a:off x="3390899" y="2313801"/>
              <a:ext cx="68580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r>
                <a:rPr lang="zh-CN" altLang="en-US" sz="1200">
                  <a:latin typeface="黑体" panose="02010609060101010101" pitchFamily="49" charset="-122"/>
                  <a:ea typeface="黑体" panose="02010609060101010101" pitchFamily="49" charset="-122"/>
                </a:rPr>
                <a:t>传输层</a:t>
              </a:r>
            </a:p>
          </p:txBody>
        </p:sp>
        <p:cxnSp>
          <p:nvCxnSpPr>
            <p:cNvPr id="16443" name="直接连接符 22">
              <a:extLst>
                <a:ext uri="{FF2B5EF4-FFF2-40B4-BE49-F238E27FC236}">
                  <a16:creationId xmlns:a16="http://schemas.microsoft.com/office/drawing/2014/main" id="{FE650F00-AFD8-8B46-A7A3-0ADB0D8C7B60}"/>
                </a:ext>
              </a:extLst>
            </p:cNvPr>
            <p:cNvCxnSpPr>
              <a:cxnSpLocks noChangeShapeType="1"/>
            </p:cNvCxnSpPr>
            <p:nvPr/>
          </p:nvCxnSpPr>
          <p:spPr bwMode="auto">
            <a:xfrm>
              <a:off x="3962400" y="2081599"/>
              <a:ext cx="228600"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cxnSp>
        <p:sp>
          <p:nvSpPr>
            <p:cNvPr id="16444" name="文本框 23">
              <a:extLst>
                <a:ext uri="{FF2B5EF4-FFF2-40B4-BE49-F238E27FC236}">
                  <a16:creationId xmlns:a16="http://schemas.microsoft.com/office/drawing/2014/main" id="{A6AE1E78-57B5-974A-987F-2B154732AAFF}"/>
                </a:ext>
              </a:extLst>
            </p:cNvPr>
            <p:cNvSpPr txBox="1">
              <a:spLocks noChangeArrowheads="1"/>
            </p:cNvSpPr>
            <p:nvPr/>
          </p:nvSpPr>
          <p:spPr bwMode="auto">
            <a:xfrm>
              <a:off x="3390899" y="1932801"/>
              <a:ext cx="68580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r>
                <a:rPr lang="zh-CN" altLang="en-US" sz="1200">
                  <a:latin typeface="黑体" panose="02010609060101010101" pitchFamily="49" charset="-122"/>
                  <a:ea typeface="黑体" panose="02010609060101010101" pitchFamily="49" charset="-122"/>
                </a:rPr>
                <a:t>会话层</a:t>
              </a:r>
            </a:p>
          </p:txBody>
        </p:sp>
        <p:cxnSp>
          <p:nvCxnSpPr>
            <p:cNvPr id="16445" name="直接连接符 24">
              <a:extLst>
                <a:ext uri="{FF2B5EF4-FFF2-40B4-BE49-F238E27FC236}">
                  <a16:creationId xmlns:a16="http://schemas.microsoft.com/office/drawing/2014/main" id="{2343A6BF-0EB7-4644-9425-FC6F5D448C4C}"/>
                </a:ext>
              </a:extLst>
            </p:cNvPr>
            <p:cNvCxnSpPr>
              <a:cxnSpLocks noChangeShapeType="1"/>
            </p:cNvCxnSpPr>
            <p:nvPr/>
          </p:nvCxnSpPr>
          <p:spPr bwMode="auto">
            <a:xfrm>
              <a:off x="3962400" y="1748998"/>
              <a:ext cx="228600"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cxnSp>
        <p:sp>
          <p:nvSpPr>
            <p:cNvPr id="16446" name="文本框 25">
              <a:extLst>
                <a:ext uri="{FF2B5EF4-FFF2-40B4-BE49-F238E27FC236}">
                  <a16:creationId xmlns:a16="http://schemas.microsoft.com/office/drawing/2014/main" id="{1A0BEC1F-7FAB-C54A-B9D8-0EF04E1D4D4F}"/>
                </a:ext>
              </a:extLst>
            </p:cNvPr>
            <p:cNvSpPr txBox="1">
              <a:spLocks noChangeArrowheads="1"/>
            </p:cNvSpPr>
            <p:nvPr/>
          </p:nvSpPr>
          <p:spPr bwMode="auto">
            <a:xfrm>
              <a:off x="3390899" y="1600200"/>
              <a:ext cx="68580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r>
                <a:rPr lang="zh-CN" altLang="en-US" sz="1200">
                  <a:latin typeface="黑体" panose="02010609060101010101" pitchFamily="49" charset="-122"/>
                  <a:ea typeface="黑体" panose="02010609060101010101" pitchFamily="49" charset="-122"/>
                </a:rPr>
                <a:t>表示层</a:t>
              </a:r>
            </a:p>
          </p:txBody>
        </p:sp>
        <p:cxnSp>
          <p:nvCxnSpPr>
            <p:cNvPr id="16447" name="直接连接符 27">
              <a:extLst>
                <a:ext uri="{FF2B5EF4-FFF2-40B4-BE49-F238E27FC236}">
                  <a16:creationId xmlns:a16="http://schemas.microsoft.com/office/drawing/2014/main" id="{D72A07F7-1891-CF46-A9DE-DFA7436CA44E}"/>
                </a:ext>
              </a:extLst>
            </p:cNvPr>
            <p:cNvCxnSpPr>
              <a:cxnSpLocks noChangeShapeType="1"/>
            </p:cNvCxnSpPr>
            <p:nvPr/>
          </p:nvCxnSpPr>
          <p:spPr bwMode="auto">
            <a:xfrm>
              <a:off x="3962400" y="1395799"/>
              <a:ext cx="228600"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cxnSp>
        <p:sp>
          <p:nvSpPr>
            <p:cNvPr id="16448" name="文本框 28">
              <a:extLst>
                <a:ext uri="{FF2B5EF4-FFF2-40B4-BE49-F238E27FC236}">
                  <a16:creationId xmlns:a16="http://schemas.microsoft.com/office/drawing/2014/main" id="{FB2F5376-7978-DC47-93EE-CA63B8B36C6F}"/>
                </a:ext>
              </a:extLst>
            </p:cNvPr>
            <p:cNvSpPr txBox="1">
              <a:spLocks noChangeArrowheads="1"/>
            </p:cNvSpPr>
            <p:nvPr/>
          </p:nvSpPr>
          <p:spPr bwMode="auto">
            <a:xfrm>
              <a:off x="3390899" y="1247001"/>
              <a:ext cx="68580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r>
                <a:rPr lang="zh-CN" altLang="en-US" sz="1200">
                  <a:latin typeface="黑体" panose="02010609060101010101" pitchFamily="49" charset="-122"/>
                  <a:ea typeface="黑体" panose="02010609060101010101" pitchFamily="49" charset="-122"/>
                </a:rPr>
                <a:t>应用层</a:t>
              </a:r>
            </a:p>
          </p:txBody>
        </p:sp>
      </p:grpSp>
      <p:grpSp>
        <p:nvGrpSpPr>
          <p:cNvPr id="81" name="组合 80">
            <a:extLst>
              <a:ext uri="{FF2B5EF4-FFF2-40B4-BE49-F238E27FC236}">
                <a16:creationId xmlns:a16="http://schemas.microsoft.com/office/drawing/2014/main" id="{D0263EF6-1D72-3648-A6A9-A476920D8602}"/>
              </a:ext>
            </a:extLst>
          </p:cNvPr>
          <p:cNvGrpSpPr>
            <a:grpSpLocks/>
          </p:cNvGrpSpPr>
          <p:nvPr/>
        </p:nvGrpSpPr>
        <p:grpSpPr bwMode="auto">
          <a:xfrm>
            <a:off x="422275" y="4181475"/>
            <a:ext cx="3810000" cy="1636713"/>
            <a:chOff x="381000" y="4001527"/>
            <a:chExt cx="3810000" cy="1637273"/>
          </a:xfrm>
        </p:grpSpPr>
        <p:cxnSp>
          <p:nvCxnSpPr>
            <p:cNvPr id="16423" name="直接箭头连接符 5">
              <a:extLst>
                <a:ext uri="{FF2B5EF4-FFF2-40B4-BE49-F238E27FC236}">
                  <a16:creationId xmlns:a16="http://schemas.microsoft.com/office/drawing/2014/main" id="{6CB6F720-9A94-8F41-A234-2AE15E3B3348}"/>
                </a:ext>
              </a:extLst>
            </p:cNvPr>
            <p:cNvCxnSpPr>
              <a:cxnSpLocks noChangeShapeType="1"/>
            </p:cNvCxnSpPr>
            <p:nvPr/>
          </p:nvCxnSpPr>
          <p:spPr bwMode="auto">
            <a:xfrm flipH="1">
              <a:off x="381000" y="4114800"/>
              <a:ext cx="3810000" cy="1524000"/>
            </a:xfrm>
            <a:prstGeom prst="straightConnector1">
              <a:avLst/>
            </a:prstGeom>
            <a:noFill/>
            <a:ln w="57150">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6424" name="直接连接符 31">
              <a:extLst>
                <a:ext uri="{FF2B5EF4-FFF2-40B4-BE49-F238E27FC236}">
                  <a16:creationId xmlns:a16="http://schemas.microsoft.com/office/drawing/2014/main" id="{14B536A4-58FE-5D44-B8DC-8DE1BF11B608}"/>
                </a:ext>
              </a:extLst>
            </p:cNvPr>
            <p:cNvCxnSpPr>
              <a:cxnSpLocks noChangeShapeType="1"/>
            </p:cNvCxnSpPr>
            <p:nvPr/>
          </p:nvCxnSpPr>
          <p:spPr bwMode="auto">
            <a:xfrm>
              <a:off x="3543299" y="4204900"/>
              <a:ext cx="419101" cy="1029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cxnSp>
        <p:sp>
          <p:nvSpPr>
            <p:cNvPr id="16425" name="文本框 32">
              <a:extLst>
                <a:ext uri="{FF2B5EF4-FFF2-40B4-BE49-F238E27FC236}">
                  <a16:creationId xmlns:a16="http://schemas.microsoft.com/office/drawing/2014/main" id="{B0052CAB-27CF-4D4F-9895-A4903DDBFDF9}"/>
                </a:ext>
              </a:extLst>
            </p:cNvPr>
            <p:cNvSpPr txBox="1">
              <a:spLocks noChangeArrowheads="1"/>
            </p:cNvSpPr>
            <p:nvPr/>
          </p:nvSpPr>
          <p:spPr bwMode="auto">
            <a:xfrm>
              <a:off x="2807303" y="4001527"/>
              <a:ext cx="83819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r>
                <a:rPr lang="zh-CN" altLang="en-US" sz="1200">
                  <a:solidFill>
                    <a:srgbClr val="0000CC"/>
                  </a:solidFill>
                  <a:latin typeface="黑体" panose="02010609060101010101" pitchFamily="49" charset="-122"/>
                  <a:ea typeface="黑体" panose="02010609060101010101" pitchFamily="49" charset="-122"/>
                </a:rPr>
                <a:t>鉴别服务</a:t>
              </a:r>
            </a:p>
          </p:txBody>
        </p:sp>
        <p:cxnSp>
          <p:nvCxnSpPr>
            <p:cNvPr id="16426" name="直接连接符 34">
              <a:extLst>
                <a:ext uri="{FF2B5EF4-FFF2-40B4-BE49-F238E27FC236}">
                  <a16:creationId xmlns:a16="http://schemas.microsoft.com/office/drawing/2014/main" id="{8903B539-B726-594C-8FBB-02FF9D3BB531}"/>
                </a:ext>
              </a:extLst>
            </p:cNvPr>
            <p:cNvCxnSpPr>
              <a:cxnSpLocks noChangeShapeType="1"/>
            </p:cNvCxnSpPr>
            <p:nvPr/>
          </p:nvCxnSpPr>
          <p:spPr bwMode="auto">
            <a:xfrm>
              <a:off x="2933699" y="4437102"/>
              <a:ext cx="419101" cy="1029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cxnSp>
        <p:sp>
          <p:nvSpPr>
            <p:cNvPr id="16427" name="文本框 35">
              <a:extLst>
                <a:ext uri="{FF2B5EF4-FFF2-40B4-BE49-F238E27FC236}">
                  <a16:creationId xmlns:a16="http://schemas.microsoft.com/office/drawing/2014/main" id="{06C5170D-81FC-E041-8A80-197F79F7BBE0}"/>
                </a:ext>
              </a:extLst>
            </p:cNvPr>
            <p:cNvSpPr txBox="1">
              <a:spLocks noChangeArrowheads="1"/>
            </p:cNvSpPr>
            <p:nvPr/>
          </p:nvSpPr>
          <p:spPr bwMode="auto">
            <a:xfrm>
              <a:off x="2219326" y="4213652"/>
              <a:ext cx="83819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r>
                <a:rPr lang="zh-CN" altLang="en-US" sz="1200">
                  <a:solidFill>
                    <a:srgbClr val="0000CC"/>
                  </a:solidFill>
                  <a:latin typeface="黑体" panose="02010609060101010101" pitchFamily="49" charset="-122"/>
                  <a:ea typeface="黑体" panose="02010609060101010101" pitchFamily="49" charset="-122"/>
                </a:rPr>
                <a:t>访问控制</a:t>
              </a:r>
            </a:p>
          </p:txBody>
        </p:sp>
        <p:cxnSp>
          <p:nvCxnSpPr>
            <p:cNvPr id="16428" name="直接连接符 36">
              <a:extLst>
                <a:ext uri="{FF2B5EF4-FFF2-40B4-BE49-F238E27FC236}">
                  <a16:creationId xmlns:a16="http://schemas.microsoft.com/office/drawing/2014/main" id="{37B45F2A-F596-C945-B894-91DE2261AE37}"/>
                </a:ext>
              </a:extLst>
            </p:cNvPr>
            <p:cNvCxnSpPr>
              <a:cxnSpLocks noChangeShapeType="1"/>
            </p:cNvCxnSpPr>
            <p:nvPr/>
          </p:nvCxnSpPr>
          <p:spPr bwMode="auto">
            <a:xfrm>
              <a:off x="2476499" y="4637901"/>
              <a:ext cx="419101" cy="1029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cxnSp>
        <p:sp>
          <p:nvSpPr>
            <p:cNvPr id="16429" name="文本框 37">
              <a:extLst>
                <a:ext uri="{FF2B5EF4-FFF2-40B4-BE49-F238E27FC236}">
                  <a16:creationId xmlns:a16="http://schemas.microsoft.com/office/drawing/2014/main" id="{553BF103-75E5-A041-9DED-1E71F2E6549A}"/>
                </a:ext>
              </a:extLst>
            </p:cNvPr>
            <p:cNvSpPr txBox="1">
              <a:spLocks noChangeArrowheads="1"/>
            </p:cNvSpPr>
            <p:nvPr/>
          </p:nvSpPr>
          <p:spPr bwMode="auto">
            <a:xfrm>
              <a:off x="1619250" y="4447401"/>
              <a:ext cx="99059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r>
                <a:rPr lang="zh-CN" altLang="en-US" sz="1200">
                  <a:solidFill>
                    <a:srgbClr val="0000CC"/>
                  </a:solidFill>
                  <a:latin typeface="黑体" panose="02010609060101010101" pitchFamily="49" charset="-122"/>
                  <a:ea typeface="黑体" panose="02010609060101010101" pitchFamily="49" charset="-122"/>
                </a:rPr>
                <a:t>数据完整性</a:t>
              </a:r>
            </a:p>
          </p:txBody>
        </p:sp>
        <p:cxnSp>
          <p:nvCxnSpPr>
            <p:cNvPr id="16430" name="直接连接符 38">
              <a:extLst>
                <a:ext uri="{FF2B5EF4-FFF2-40B4-BE49-F238E27FC236}">
                  <a16:creationId xmlns:a16="http://schemas.microsoft.com/office/drawing/2014/main" id="{01F47E1C-0525-7D4A-90BC-9CB423DD13A7}"/>
                </a:ext>
              </a:extLst>
            </p:cNvPr>
            <p:cNvCxnSpPr>
              <a:cxnSpLocks noChangeShapeType="1"/>
            </p:cNvCxnSpPr>
            <p:nvPr/>
          </p:nvCxnSpPr>
          <p:spPr bwMode="auto">
            <a:xfrm>
              <a:off x="1866899" y="4866501"/>
              <a:ext cx="419101" cy="1029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cxnSp>
        <p:sp>
          <p:nvSpPr>
            <p:cNvPr id="16431" name="文本框 39">
              <a:extLst>
                <a:ext uri="{FF2B5EF4-FFF2-40B4-BE49-F238E27FC236}">
                  <a16:creationId xmlns:a16="http://schemas.microsoft.com/office/drawing/2014/main" id="{A4CB41CF-FDEF-6442-82A1-40EF7D94F86D}"/>
                </a:ext>
              </a:extLst>
            </p:cNvPr>
            <p:cNvSpPr txBox="1">
              <a:spLocks noChangeArrowheads="1"/>
            </p:cNvSpPr>
            <p:nvPr/>
          </p:nvSpPr>
          <p:spPr bwMode="auto">
            <a:xfrm>
              <a:off x="1009650" y="4676001"/>
              <a:ext cx="99059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r>
                <a:rPr lang="zh-CN" altLang="en-US" sz="1200">
                  <a:solidFill>
                    <a:srgbClr val="0000CC"/>
                  </a:solidFill>
                  <a:latin typeface="黑体" panose="02010609060101010101" pitchFamily="49" charset="-122"/>
                  <a:ea typeface="黑体" panose="02010609060101010101" pitchFamily="49" charset="-122"/>
                </a:rPr>
                <a:t>数据机密性</a:t>
              </a:r>
            </a:p>
          </p:txBody>
        </p:sp>
        <p:cxnSp>
          <p:nvCxnSpPr>
            <p:cNvPr id="16432" name="直接连接符 40">
              <a:extLst>
                <a:ext uri="{FF2B5EF4-FFF2-40B4-BE49-F238E27FC236}">
                  <a16:creationId xmlns:a16="http://schemas.microsoft.com/office/drawing/2014/main" id="{13EE1179-FDB6-A54A-BEA5-27628DA1B089}"/>
                </a:ext>
              </a:extLst>
            </p:cNvPr>
            <p:cNvCxnSpPr>
              <a:cxnSpLocks noChangeShapeType="1"/>
            </p:cNvCxnSpPr>
            <p:nvPr/>
          </p:nvCxnSpPr>
          <p:spPr bwMode="auto">
            <a:xfrm>
              <a:off x="1219200" y="5105400"/>
              <a:ext cx="419101" cy="1029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cxnSp>
        <p:sp>
          <p:nvSpPr>
            <p:cNvPr id="16433" name="文本框 41">
              <a:extLst>
                <a:ext uri="{FF2B5EF4-FFF2-40B4-BE49-F238E27FC236}">
                  <a16:creationId xmlns:a16="http://schemas.microsoft.com/office/drawing/2014/main" id="{E835A9E2-9799-2345-AB9C-690C0D8518D5}"/>
                </a:ext>
              </a:extLst>
            </p:cNvPr>
            <p:cNvSpPr txBox="1">
              <a:spLocks noChangeArrowheads="1"/>
            </p:cNvSpPr>
            <p:nvPr/>
          </p:nvSpPr>
          <p:spPr bwMode="auto">
            <a:xfrm>
              <a:off x="641521" y="4955059"/>
              <a:ext cx="99059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r>
                <a:rPr lang="zh-CN" altLang="en-US" sz="1200">
                  <a:solidFill>
                    <a:srgbClr val="0000CC"/>
                  </a:solidFill>
                  <a:latin typeface="黑体" panose="02010609060101010101" pitchFamily="49" charset="-122"/>
                  <a:ea typeface="黑体" panose="02010609060101010101" pitchFamily="49" charset="-122"/>
                </a:rPr>
                <a:t>抗抵赖</a:t>
              </a:r>
            </a:p>
          </p:txBody>
        </p:sp>
      </p:grpSp>
      <p:grpSp>
        <p:nvGrpSpPr>
          <p:cNvPr id="82" name="组合 81">
            <a:extLst>
              <a:ext uri="{FF2B5EF4-FFF2-40B4-BE49-F238E27FC236}">
                <a16:creationId xmlns:a16="http://schemas.microsoft.com/office/drawing/2014/main" id="{FC5C1FD5-BF4F-A74B-9F6C-64D16DD1C977}"/>
              </a:ext>
            </a:extLst>
          </p:cNvPr>
          <p:cNvGrpSpPr>
            <a:grpSpLocks/>
          </p:cNvGrpSpPr>
          <p:nvPr/>
        </p:nvGrpSpPr>
        <p:grpSpPr bwMode="auto">
          <a:xfrm>
            <a:off x="4232275" y="3441700"/>
            <a:ext cx="4724400" cy="1725613"/>
            <a:chOff x="4191000" y="3262688"/>
            <a:chExt cx="4724400" cy="1724978"/>
          </a:xfrm>
        </p:grpSpPr>
        <p:cxnSp>
          <p:nvCxnSpPr>
            <p:cNvPr id="16398" name="直接箭头连接符 7">
              <a:extLst>
                <a:ext uri="{FF2B5EF4-FFF2-40B4-BE49-F238E27FC236}">
                  <a16:creationId xmlns:a16="http://schemas.microsoft.com/office/drawing/2014/main" id="{5F8D67B9-7472-2C47-80DA-11EC13591AE4}"/>
                </a:ext>
              </a:extLst>
            </p:cNvPr>
            <p:cNvCxnSpPr>
              <a:cxnSpLocks noChangeShapeType="1"/>
            </p:cNvCxnSpPr>
            <p:nvPr/>
          </p:nvCxnSpPr>
          <p:spPr bwMode="auto">
            <a:xfrm>
              <a:off x="4191000" y="4114800"/>
              <a:ext cx="4724400" cy="98852"/>
            </a:xfrm>
            <a:prstGeom prst="straightConnector1">
              <a:avLst/>
            </a:prstGeom>
            <a:noFill/>
            <a:ln w="57150">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6399" name="直接连接符 45">
              <a:extLst>
                <a:ext uri="{FF2B5EF4-FFF2-40B4-BE49-F238E27FC236}">
                  <a16:creationId xmlns:a16="http://schemas.microsoft.com/office/drawing/2014/main" id="{230C8A07-E8B5-5B40-856E-56B97014BBBD}"/>
                </a:ext>
              </a:extLst>
            </p:cNvPr>
            <p:cNvCxnSpPr>
              <a:cxnSpLocks noChangeShapeType="1"/>
            </p:cNvCxnSpPr>
            <p:nvPr/>
          </p:nvCxnSpPr>
          <p:spPr bwMode="auto">
            <a:xfrm>
              <a:off x="4572000" y="4114800"/>
              <a:ext cx="0" cy="23735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cxnSp>
        <p:sp>
          <p:nvSpPr>
            <p:cNvPr id="16400" name="文本框 47">
              <a:extLst>
                <a:ext uri="{FF2B5EF4-FFF2-40B4-BE49-F238E27FC236}">
                  <a16:creationId xmlns:a16="http://schemas.microsoft.com/office/drawing/2014/main" id="{D88F5AF5-1E79-154B-A4ED-A677BE151AED}"/>
                </a:ext>
              </a:extLst>
            </p:cNvPr>
            <p:cNvSpPr txBox="1">
              <a:spLocks noChangeArrowheads="1"/>
            </p:cNvSpPr>
            <p:nvPr/>
          </p:nvSpPr>
          <p:spPr bwMode="auto">
            <a:xfrm>
              <a:off x="4345781" y="4332584"/>
              <a:ext cx="52863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r>
                <a:rPr lang="zh-CN" altLang="en-US" sz="1200">
                  <a:solidFill>
                    <a:srgbClr val="0000CC"/>
                  </a:solidFill>
                  <a:latin typeface="黑体" panose="02010609060101010101" pitchFamily="49" charset="-122"/>
                  <a:ea typeface="黑体" panose="02010609060101010101" pitchFamily="49" charset="-122"/>
                </a:rPr>
                <a:t>加密</a:t>
              </a:r>
            </a:p>
          </p:txBody>
        </p:sp>
        <p:cxnSp>
          <p:nvCxnSpPr>
            <p:cNvPr id="16401" name="直接连接符 48">
              <a:extLst>
                <a:ext uri="{FF2B5EF4-FFF2-40B4-BE49-F238E27FC236}">
                  <a16:creationId xmlns:a16="http://schemas.microsoft.com/office/drawing/2014/main" id="{1478D594-14B6-FF4E-B564-461B74878EF6}"/>
                </a:ext>
              </a:extLst>
            </p:cNvPr>
            <p:cNvCxnSpPr>
              <a:cxnSpLocks noChangeShapeType="1"/>
            </p:cNvCxnSpPr>
            <p:nvPr/>
          </p:nvCxnSpPr>
          <p:spPr bwMode="auto">
            <a:xfrm>
              <a:off x="5031581" y="3886200"/>
              <a:ext cx="0" cy="47470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cxnSp>
        <p:sp>
          <p:nvSpPr>
            <p:cNvPr id="16402" name="文本框 49">
              <a:extLst>
                <a:ext uri="{FF2B5EF4-FFF2-40B4-BE49-F238E27FC236}">
                  <a16:creationId xmlns:a16="http://schemas.microsoft.com/office/drawing/2014/main" id="{ADCD863F-3D2B-9B46-A28B-B2E3F1D4EEE0}"/>
                </a:ext>
              </a:extLst>
            </p:cNvPr>
            <p:cNvSpPr txBox="1">
              <a:spLocks noChangeArrowheads="1"/>
            </p:cNvSpPr>
            <p:nvPr/>
          </p:nvSpPr>
          <p:spPr bwMode="auto">
            <a:xfrm>
              <a:off x="4805362" y="4343400"/>
              <a:ext cx="52863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r>
                <a:rPr lang="zh-CN" altLang="en-US" sz="1200">
                  <a:solidFill>
                    <a:srgbClr val="0000CC"/>
                  </a:solidFill>
                  <a:latin typeface="黑体" panose="02010609060101010101" pitchFamily="49" charset="-122"/>
                  <a:ea typeface="黑体" panose="02010609060101010101" pitchFamily="49" charset="-122"/>
                </a:rPr>
                <a:t>数字签名</a:t>
              </a:r>
            </a:p>
          </p:txBody>
        </p:sp>
        <p:cxnSp>
          <p:nvCxnSpPr>
            <p:cNvPr id="16403" name="直接连接符 50">
              <a:extLst>
                <a:ext uri="{FF2B5EF4-FFF2-40B4-BE49-F238E27FC236}">
                  <a16:creationId xmlns:a16="http://schemas.microsoft.com/office/drawing/2014/main" id="{A7428FBA-79C2-4C47-BE79-8924D4D8D4FC}"/>
                </a:ext>
              </a:extLst>
            </p:cNvPr>
            <p:cNvCxnSpPr>
              <a:cxnSpLocks noChangeShapeType="1"/>
            </p:cNvCxnSpPr>
            <p:nvPr/>
          </p:nvCxnSpPr>
          <p:spPr bwMode="auto">
            <a:xfrm>
              <a:off x="5486400" y="4114800"/>
              <a:ext cx="2381" cy="24610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cxnSp>
        <p:sp>
          <p:nvSpPr>
            <p:cNvPr id="16404" name="文本框 51">
              <a:extLst>
                <a:ext uri="{FF2B5EF4-FFF2-40B4-BE49-F238E27FC236}">
                  <a16:creationId xmlns:a16="http://schemas.microsoft.com/office/drawing/2014/main" id="{F19B120A-74B3-2B4C-9726-4B2FF1F9F85A}"/>
                </a:ext>
              </a:extLst>
            </p:cNvPr>
            <p:cNvSpPr txBox="1">
              <a:spLocks noChangeArrowheads="1"/>
            </p:cNvSpPr>
            <p:nvPr/>
          </p:nvSpPr>
          <p:spPr bwMode="auto">
            <a:xfrm>
              <a:off x="5262562" y="4341335"/>
              <a:ext cx="52863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r>
                <a:rPr lang="zh-CN" altLang="en-US" sz="1200">
                  <a:solidFill>
                    <a:srgbClr val="0000CC"/>
                  </a:solidFill>
                  <a:latin typeface="黑体" panose="02010609060101010101" pitchFamily="49" charset="-122"/>
                  <a:ea typeface="黑体" panose="02010609060101010101" pitchFamily="49" charset="-122"/>
                </a:rPr>
                <a:t>访问控制</a:t>
              </a:r>
            </a:p>
          </p:txBody>
        </p:sp>
        <p:cxnSp>
          <p:nvCxnSpPr>
            <p:cNvPr id="16405" name="直接连接符 52">
              <a:extLst>
                <a:ext uri="{FF2B5EF4-FFF2-40B4-BE49-F238E27FC236}">
                  <a16:creationId xmlns:a16="http://schemas.microsoft.com/office/drawing/2014/main" id="{8EB26289-6832-8E49-8401-3CBD111EA400}"/>
                </a:ext>
              </a:extLst>
            </p:cNvPr>
            <p:cNvCxnSpPr>
              <a:cxnSpLocks noChangeShapeType="1"/>
            </p:cNvCxnSpPr>
            <p:nvPr/>
          </p:nvCxnSpPr>
          <p:spPr bwMode="auto">
            <a:xfrm>
              <a:off x="5945981" y="4140026"/>
              <a:ext cx="0" cy="220876"/>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cxnSp>
        <p:sp>
          <p:nvSpPr>
            <p:cNvPr id="16406" name="文本框 53">
              <a:extLst>
                <a:ext uri="{FF2B5EF4-FFF2-40B4-BE49-F238E27FC236}">
                  <a16:creationId xmlns:a16="http://schemas.microsoft.com/office/drawing/2014/main" id="{C9E3680F-3228-D34F-8C5E-CEA9BB1065A1}"/>
                </a:ext>
              </a:extLst>
            </p:cNvPr>
            <p:cNvSpPr txBox="1">
              <a:spLocks noChangeArrowheads="1"/>
            </p:cNvSpPr>
            <p:nvPr/>
          </p:nvSpPr>
          <p:spPr bwMode="auto">
            <a:xfrm>
              <a:off x="5719762" y="4341335"/>
              <a:ext cx="52863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r>
                <a:rPr lang="zh-CN" altLang="en-US" sz="1200">
                  <a:solidFill>
                    <a:srgbClr val="0000CC"/>
                  </a:solidFill>
                  <a:latin typeface="黑体" panose="02010609060101010101" pitchFamily="49" charset="-122"/>
                  <a:ea typeface="黑体" panose="02010609060101010101" pitchFamily="49" charset="-122"/>
                </a:rPr>
                <a:t>数据完整性</a:t>
              </a:r>
            </a:p>
          </p:txBody>
        </p:sp>
        <p:cxnSp>
          <p:nvCxnSpPr>
            <p:cNvPr id="16407" name="直接连接符 54">
              <a:extLst>
                <a:ext uri="{FF2B5EF4-FFF2-40B4-BE49-F238E27FC236}">
                  <a16:creationId xmlns:a16="http://schemas.microsoft.com/office/drawing/2014/main" id="{5D8F3CDF-7F1A-2D40-A5DB-07B23F6F596E}"/>
                </a:ext>
              </a:extLst>
            </p:cNvPr>
            <p:cNvCxnSpPr>
              <a:cxnSpLocks noChangeShapeType="1"/>
            </p:cNvCxnSpPr>
            <p:nvPr/>
          </p:nvCxnSpPr>
          <p:spPr bwMode="auto">
            <a:xfrm flipH="1">
              <a:off x="6474620" y="3909019"/>
              <a:ext cx="2380" cy="451883"/>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cxnSp>
        <p:sp>
          <p:nvSpPr>
            <p:cNvPr id="16408" name="文本框 55">
              <a:extLst>
                <a:ext uri="{FF2B5EF4-FFF2-40B4-BE49-F238E27FC236}">
                  <a16:creationId xmlns:a16="http://schemas.microsoft.com/office/drawing/2014/main" id="{C2BE1A16-BC8E-2043-A023-D3B9AE81632D}"/>
                </a:ext>
              </a:extLst>
            </p:cNvPr>
            <p:cNvSpPr txBox="1">
              <a:spLocks noChangeArrowheads="1"/>
            </p:cNvSpPr>
            <p:nvPr/>
          </p:nvSpPr>
          <p:spPr bwMode="auto">
            <a:xfrm>
              <a:off x="6248400" y="4341335"/>
              <a:ext cx="52863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r>
                <a:rPr lang="zh-CN" altLang="en-US" sz="1200">
                  <a:solidFill>
                    <a:srgbClr val="0000CC"/>
                  </a:solidFill>
                  <a:latin typeface="黑体" panose="02010609060101010101" pitchFamily="49" charset="-122"/>
                  <a:ea typeface="黑体" panose="02010609060101010101" pitchFamily="49" charset="-122"/>
                </a:rPr>
                <a:t>鉴别交换</a:t>
              </a:r>
            </a:p>
          </p:txBody>
        </p:sp>
        <p:cxnSp>
          <p:nvCxnSpPr>
            <p:cNvPr id="16409" name="直接连接符 56">
              <a:extLst>
                <a:ext uri="{FF2B5EF4-FFF2-40B4-BE49-F238E27FC236}">
                  <a16:creationId xmlns:a16="http://schemas.microsoft.com/office/drawing/2014/main" id="{9CB6C83C-10A2-0B47-BB25-FBC6277AFF77}"/>
                </a:ext>
              </a:extLst>
            </p:cNvPr>
            <p:cNvCxnSpPr>
              <a:cxnSpLocks noChangeShapeType="1"/>
            </p:cNvCxnSpPr>
            <p:nvPr/>
          </p:nvCxnSpPr>
          <p:spPr bwMode="auto">
            <a:xfrm>
              <a:off x="7010400" y="4204900"/>
              <a:ext cx="2381" cy="15600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cxnSp>
        <p:sp>
          <p:nvSpPr>
            <p:cNvPr id="16410" name="文本框 57">
              <a:extLst>
                <a:ext uri="{FF2B5EF4-FFF2-40B4-BE49-F238E27FC236}">
                  <a16:creationId xmlns:a16="http://schemas.microsoft.com/office/drawing/2014/main" id="{FC9F17BE-9655-0D4B-94AF-9F94B1077ACA}"/>
                </a:ext>
              </a:extLst>
            </p:cNvPr>
            <p:cNvSpPr txBox="1">
              <a:spLocks noChangeArrowheads="1"/>
            </p:cNvSpPr>
            <p:nvPr/>
          </p:nvSpPr>
          <p:spPr bwMode="auto">
            <a:xfrm>
              <a:off x="6786562" y="4341335"/>
              <a:ext cx="52863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r>
                <a:rPr lang="zh-CN" altLang="en-US" sz="1200">
                  <a:solidFill>
                    <a:srgbClr val="0000CC"/>
                  </a:solidFill>
                  <a:latin typeface="黑体" panose="02010609060101010101" pitchFamily="49" charset="-122"/>
                  <a:ea typeface="黑体" panose="02010609060101010101" pitchFamily="49" charset="-122"/>
                </a:rPr>
                <a:t>业务流填充</a:t>
              </a:r>
            </a:p>
          </p:txBody>
        </p:sp>
        <p:cxnSp>
          <p:nvCxnSpPr>
            <p:cNvPr id="16411" name="直接连接符 58">
              <a:extLst>
                <a:ext uri="{FF2B5EF4-FFF2-40B4-BE49-F238E27FC236}">
                  <a16:creationId xmlns:a16="http://schemas.microsoft.com/office/drawing/2014/main" id="{90A42A12-E752-1844-865B-820B48A73B5B}"/>
                </a:ext>
              </a:extLst>
            </p:cNvPr>
            <p:cNvCxnSpPr>
              <a:cxnSpLocks noChangeShapeType="1"/>
            </p:cNvCxnSpPr>
            <p:nvPr/>
          </p:nvCxnSpPr>
          <p:spPr bwMode="auto">
            <a:xfrm>
              <a:off x="7620000" y="4204900"/>
              <a:ext cx="2381" cy="15600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cxnSp>
        <p:sp>
          <p:nvSpPr>
            <p:cNvPr id="16412" name="文本框 59">
              <a:extLst>
                <a:ext uri="{FF2B5EF4-FFF2-40B4-BE49-F238E27FC236}">
                  <a16:creationId xmlns:a16="http://schemas.microsoft.com/office/drawing/2014/main" id="{9A7694B5-4C7A-6245-A9F6-B75A7EEC40C2}"/>
                </a:ext>
              </a:extLst>
            </p:cNvPr>
            <p:cNvSpPr txBox="1">
              <a:spLocks noChangeArrowheads="1"/>
            </p:cNvSpPr>
            <p:nvPr/>
          </p:nvSpPr>
          <p:spPr bwMode="auto">
            <a:xfrm>
              <a:off x="7396162" y="4341335"/>
              <a:ext cx="52863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r>
                <a:rPr lang="zh-CN" altLang="en-US" sz="1200">
                  <a:solidFill>
                    <a:srgbClr val="0000CC"/>
                  </a:solidFill>
                  <a:latin typeface="黑体" panose="02010609060101010101" pitchFamily="49" charset="-122"/>
                  <a:ea typeface="黑体" panose="02010609060101010101" pitchFamily="49" charset="-122"/>
                </a:rPr>
                <a:t>路由控制</a:t>
              </a:r>
            </a:p>
          </p:txBody>
        </p:sp>
        <p:cxnSp>
          <p:nvCxnSpPr>
            <p:cNvPr id="16413" name="直接连接符 60">
              <a:extLst>
                <a:ext uri="{FF2B5EF4-FFF2-40B4-BE49-F238E27FC236}">
                  <a16:creationId xmlns:a16="http://schemas.microsoft.com/office/drawing/2014/main" id="{22BA541D-F5D2-6C48-9C68-8C9DFEBDE054}"/>
                </a:ext>
              </a:extLst>
            </p:cNvPr>
            <p:cNvCxnSpPr>
              <a:cxnSpLocks noChangeShapeType="1"/>
            </p:cNvCxnSpPr>
            <p:nvPr/>
          </p:nvCxnSpPr>
          <p:spPr bwMode="auto">
            <a:xfrm>
              <a:off x="8153400" y="4204900"/>
              <a:ext cx="2381" cy="15600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cxnSp>
        <p:sp>
          <p:nvSpPr>
            <p:cNvPr id="16414" name="文本框 61">
              <a:extLst>
                <a:ext uri="{FF2B5EF4-FFF2-40B4-BE49-F238E27FC236}">
                  <a16:creationId xmlns:a16="http://schemas.microsoft.com/office/drawing/2014/main" id="{AA067928-5180-1441-873C-0D78CF45F16F}"/>
                </a:ext>
              </a:extLst>
            </p:cNvPr>
            <p:cNvSpPr txBox="1">
              <a:spLocks noChangeArrowheads="1"/>
            </p:cNvSpPr>
            <p:nvPr/>
          </p:nvSpPr>
          <p:spPr bwMode="auto">
            <a:xfrm>
              <a:off x="7929562" y="4341335"/>
              <a:ext cx="52863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r>
                <a:rPr lang="zh-CN" altLang="en-US" sz="1200">
                  <a:solidFill>
                    <a:srgbClr val="0000CC"/>
                  </a:solidFill>
                  <a:latin typeface="黑体" panose="02010609060101010101" pitchFamily="49" charset="-122"/>
                  <a:ea typeface="黑体" panose="02010609060101010101" pitchFamily="49" charset="-122"/>
                </a:rPr>
                <a:t>公证</a:t>
              </a:r>
            </a:p>
          </p:txBody>
        </p:sp>
        <p:sp>
          <p:nvSpPr>
            <p:cNvPr id="16415" name="文本框 69">
              <a:extLst>
                <a:ext uri="{FF2B5EF4-FFF2-40B4-BE49-F238E27FC236}">
                  <a16:creationId xmlns:a16="http://schemas.microsoft.com/office/drawing/2014/main" id="{22694B04-0986-824C-B1B8-BD7916C90DC5}"/>
                </a:ext>
              </a:extLst>
            </p:cNvPr>
            <p:cNvSpPr txBox="1">
              <a:spLocks noChangeArrowheads="1"/>
            </p:cNvSpPr>
            <p:nvPr/>
          </p:nvSpPr>
          <p:spPr bwMode="auto">
            <a:xfrm>
              <a:off x="4847646" y="3262688"/>
              <a:ext cx="52863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r>
                <a:rPr lang="zh-CN" altLang="en-US" sz="1200">
                  <a:solidFill>
                    <a:srgbClr val="0000CC"/>
                  </a:solidFill>
                  <a:latin typeface="黑体" panose="02010609060101010101" pitchFamily="49" charset="-122"/>
                  <a:ea typeface="黑体" panose="02010609060101010101" pitchFamily="49" charset="-122"/>
                </a:rPr>
                <a:t>可信功能模块</a:t>
              </a:r>
            </a:p>
          </p:txBody>
        </p:sp>
        <p:cxnSp>
          <p:nvCxnSpPr>
            <p:cNvPr id="16416" name="直接连接符 71">
              <a:extLst>
                <a:ext uri="{FF2B5EF4-FFF2-40B4-BE49-F238E27FC236}">
                  <a16:creationId xmlns:a16="http://schemas.microsoft.com/office/drawing/2014/main" id="{AF93CC00-E6BD-204C-B62C-D89D4AFDDA13}"/>
                </a:ext>
              </a:extLst>
            </p:cNvPr>
            <p:cNvCxnSpPr>
              <a:cxnSpLocks noChangeShapeType="1"/>
            </p:cNvCxnSpPr>
            <p:nvPr/>
          </p:nvCxnSpPr>
          <p:spPr bwMode="auto">
            <a:xfrm>
              <a:off x="5712619" y="3886200"/>
              <a:ext cx="2381" cy="24610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cxnSp>
        <p:sp>
          <p:nvSpPr>
            <p:cNvPr id="16417" name="文本框 72">
              <a:extLst>
                <a:ext uri="{FF2B5EF4-FFF2-40B4-BE49-F238E27FC236}">
                  <a16:creationId xmlns:a16="http://schemas.microsoft.com/office/drawing/2014/main" id="{3CDD9F6D-A7D7-3649-9E94-604C32FEC71D}"/>
                </a:ext>
              </a:extLst>
            </p:cNvPr>
            <p:cNvSpPr txBox="1">
              <a:spLocks noChangeArrowheads="1"/>
            </p:cNvSpPr>
            <p:nvPr/>
          </p:nvSpPr>
          <p:spPr bwMode="auto">
            <a:xfrm>
              <a:off x="5486400" y="3415693"/>
              <a:ext cx="52863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r>
                <a:rPr lang="zh-CN" altLang="en-US" sz="1200">
                  <a:solidFill>
                    <a:srgbClr val="0000CC"/>
                  </a:solidFill>
                  <a:latin typeface="黑体" panose="02010609060101010101" pitchFamily="49" charset="-122"/>
                  <a:ea typeface="黑体" panose="02010609060101010101" pitchFamily="49" charset="-122"/>
                </a:rPr>
                <a:t>安全标记</a:t>
              </a:r>
            </a:p>
          </p:txBody>
        </p:sp>
        <p:sp>
          <p:nvSpPr>
            <p:cNvPr id="16418" name="文本框 74">
              <a:extLst>
                <a:ext uri="{FF2B5EF4-FFF2-40B4-BE49-F238E27FC236}">
                  <a16:creationId xmlns:a16="http://schemas.microsoft.com/office/drawing/2014/main" id="{5887568D-2D84-E44E-94ED-7C9E9CF8D594}"/>
                </a:ext>
              </a:extLst>
            </p:cNvPr>
            <p:cNvSpPr txBox="1">
              <a:spLocks noChangeArrowheads="1"/>
            </p:cNvSpPr>
            <p:nvPr/>
          </p:nvSpPr>
          <p:spPr bwMode="auto">
            <a:xfrm>
              <a:off x="6238876" y="3460226"/>
              <a:ext cx="52863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r>
                <a:rPr lang="zh-CN" altLang="en-US" sz="1200">
                  <a:solidFill>
                    <a:srgbClr val="0000CC"/>
                  </a:solidFill>
                  <a:latin typeface="黑体" panose="02010609060101010101" pitchFamily="49" charset="-122"/>
                  <a:ea typeface="黑体" panose="02010609060101010101" pitchFamily="49" charset="-122"/>
                </a:rPr>
                <a:t>事件检测</a:t>
              </a:r>
            </a:p>
          </p:txBody>
        </p:sp>
        <p:cxnSp>
          <p:nvCxnSpPr>
            <p:cNvPr id="16419" name="直接连接符 75">
              <a:extLst>
                <a:ext uri="{FF2B5EF4-FFF2-40B4-BE49-F238E27FC236}">
                  <a16:creationId xmlns:a16="http://schemas.microsoft.com/office/drawing/2014/main" id="{4EE7C960-4E80-7540-856C-1543838A431D}"/>
                </a:ext>
              </a:extLst>
            </p:cNvPr>
            <p:cNvCxnSpPr>
              <a:cxnSpLocks noChangeShapeType="1"/>
            </p:cNvCxnSpPr>
            <p:nvPr/>
          </p:nvCxnSpPr>
          <p:spPr bwMode="auto">
            <a:xfrm>
              <a:off x="7236619" y="3944898"/>
              <a:ext cx="2381" cy="24610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cxnSp>
        <p:sp>
          <p:nvSpPr>
            <p:cNvPr id="16420" name="文本框 76">
              <a:extLst>
                <a:ext uri="{FF2B5EF4-FFF2-40B4-BE49-F238E27FC236}">
                  <a16:creationId xmlns:a16="http://schemas.microsoft.com/office/drawing/2014/main" id="{7C9D9F49-6743-A640-AF0B-89303FAB7B29}"/>
                </a:ext>
              </a:extLst>
            </p:cNvPr>
            <p:cNvSpPr txBox="1">
              <a:spLocks noChangeArrowheads="1"/>
            </p:cNvSpPr>
            <p:nvPr/>
          </p:nvSpPr>
          <p:spPr bwMode="auto">
            <a:xfrm>
              <a:off x="6991352" y="3349748"/>
              <a:ext cx="52863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r>
                <a:rPr lang="zh-CN" altLang="en-US" sz="1200">
                  <a:solidFill>
                    <a:srgbClr val="0000CC"/>
                  </a:solidFill>
                  <a:latin typeface="黑体" panose="02010609060101010101" pitchFamily="49" charset="-122"/>
                  <a:ea typeface="黑体" panose="02010609060101010101" pitchFamily="49" charset="-122"/>
                </a:rPr>
                <a:t>安全审计跟踪</a:t>
              </a:r>
            </a:p>
          </p:txBody>
        </p:sp>
        <p:cxnSp>
          <p:nvCxnSpPr>
            <p:cNvPr id="16421" name="直接连接符 77">
              <a:extLst>
                <a:ext uri="{FF2B5EF4-FFF2-40B4-BE49-F238E27FC236}">
                  <a16:creationId xmlns:a16="http://schemas.microsoft.com/office/drawing/2014/main" id="{1E8B79C3-B95D-9543-8CE3-B688AFFD75CD}"/>
                </a:ext>
              </a:extLst>
            </p:cNvPr>
            <p:cNvCxnSpPr>
              <a:cxnSpLocks noChangeShapeType="1"/>
            </p:cNvCxnSpPr>
            <p:nvPr/>
          </p:nvCxnSpPr>
          <p:spPr bwMode="auto">
            <a:xfrm>
              <a:off x="7865267" y="3947950"/>
              <a:ext cx="2381" cy="24610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cxnSp>
        <p:sp>
          <p:nvSpPr>
            <p:cNvPr id="16422" name="文本框 78">
              <a:extLst>
                <a:ext uri="{FF2B5EF4-FFF2-40B4-BE49-F238E27FC236}">
                  <a16:creationId xmlns:a16="http://schemas.microsoft.com/office/drawing/2014/main" id="{2FE06612-5A61-864A-9DEC-B7E95B24E0BE}"/>
                </a:ext>
              </a:extLst>
            </p:cNvPr>
            <p:cNvSpPr txBox="1">
              <a:spLocks noChangeArrowheads="1"/>
            </p:cNvSpPr>
            <p:nvPr/>
          </p:nvSpPr>
          <p:spPr bwMode="auto">
            <a:xfrm>
              <a:off x="7620000" y="3488383"/>
              <a:ext cx="52863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r>
                <a:rPr lang="zh-CN" altLang="en-US" sz="1200">
                  <a:solidFill>
                    <a:srgbClr val="0000CC"/>
                  </a:solidFill>
                  <a:latin typeface="黑体" panose="02010609060101010101" pitchFamily="49" charset="-122"/>
                  <a:ea typeface="黑体" panose="02010609060101010101" pitchFamily="49" charset="-122"/>
                </a:rPr>
                <a:t>安全恢复</a:t>
              </a:r>
            </a:p>
          </p:txBody>
        </p:sp>
      </p:grpSp>
      <p:pic>
        <p:nvPicPr>
          <p:cNvPr id="83" name="图片 82">
            <a:extLst>
              <a:ext uri="{FF2B5EF4-FFF2-40B4-BE49-F238E27FC236}">
                <a16:creationId xmlns:a16="http://schemas.microsoft.com/office/drawing/2014/main" id="{C5E00C07-264B-E94A-A21A-9F41CC7AC4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1563" y="1797050"/>
            <a:ext cx="2382837" cy="1998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4" name="图片 83">
            <a:extLst>
              <a:ext uri="{FF2B5EF4-FFF2-40B4-BE49-F238E27FC236}">
                <a16:creationId xmlns:a16="http://schemas.microsoft.com/office/drawing/2014/main" id="{B6096D78-705A-A849-83CA-6D1D47C9D8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5400" y="5129213"/>
            <a:ext cx="3446463" cy="1195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6" name="图片 85">
            <a:extLst>
              <a:ext uri="{FF2B5EF4-FFF2-40B4-BE49-F238E27FC236}">
                <a16:creationId xmlns:a16="http://schemas.microsoft.com/office/drawing/2014/main" id="{C725222E-0FCF-E44C-9569-A5A04B0DC07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03838" y="2028825"/>
            <a:ext cx="2506662" cy="144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2" name="组合 91">
            <a:extLst>
              <a:ext uri="{FF2B5EF4-FFF2-40B4-BE49-F238E27FC236}">
                <a16:creationId xmlns:a16="http://schemas.microsoft.com/office/drawing/2014/main" id="{E8D178F3-2CA4-9448-B443-26FAC6FF3CC5}"/>
              </a:ext>
            </a:extLst>
          </p:cNvPr>
          <p:cNvGrpSpPr>
            <a:grpSpLocks/>
          </p:cNvGrpSpPr>
          <p:nvPr/>
        </p:nvGrpSpPr>
        <p:grpSpPr bwMode="auto">
          <a:xfrm>
            <a:off x="830263" y="4789488"/>
            <a:ext cx="3568700" cy="1409700"/>
            <a:chOff x="788293" y="4610173"/>
            <a:chExt cx="3569393" cy="1409381"/>
          </a:xfrm>
        </p:grpSpPr>
        <p:pic>
          <p:nvPicPr>
            <p:cNvPr id="16393" name="图片 86">
              <a:extLst>
                <a:ext uri="{FF2B5EF4-FFF2-40B4-BE49-F238E27FC236}">
                  <a16:creationId xmlns:a16="http://schemas.microsoft.com/office/drawing/2014/main" id="{9D9A8D75-A79D-304D-B565-0103F16D564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59855" y="4610173"/>
              <a:ext cx="1697831" cy="32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94" name="图片 87">
              <a:extLst>
                <a:ext uri="{FF2B5EF4-FFF2-40B4-BE49-F238E27FC236}">
                  <a16:creationId xmlns:a16="http://schemas.microsoft.com/office/drawing/2014/main" id="{6AEBC9F4-CCDC-5941-9FA9-3054CA49312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06337" y="4927709"/>
              <a:ext cx="1731170" cy="298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95" name="图片 88">
              <a:extLst>
                <a:ext uri="{FF2B5EF4-FFF2-40B4-BE49-F238E27FC236}">
                  <a16:creationId xmlns:a16="http://schemas.microsoft.com/office/drawing/2014/main" id="{EF716CBA-08A8-484A-9C7C-D47013DBD8B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97844" y="5185402"/>
              <a:ext cx="1800225" cy="279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96" name="图片 89">
              <a:extLst>
                <a:ext uri="{FF2B5EF4-FFF2-40B4-BE49-F238E27FC236}">
                  <a16:creationId xmlns:a16="http://schemas.microsoft.com/office/drawing/2014/main" id="{E291B1BC-ACF3-C448-BFA1-9D9C2F44EF4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04913" y="5441350"/>
              <a:ext cx="2241560" cy="305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97" name="图片 90">
              <a:extLst>
                <a:ext uri="{FF2B5EF4-FFF2-40B4-BE49-F238E27FC236}">
                  <a16:creationId xmlns:a16="http://schemas.microsoft.com/office/drawing/2014/main" id="{C2A01A0B-AECD-8E48-8768-2BD0BF75E5E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88293" y="5693060"/>
              <a:ext cx="1850132" cy="326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6392" name="Rectangle 2">
            <a:extLst>
              <a:ext uri="{FF2B5EF4-FFF2-40B4-BE49-F238E27FC236}">
                <a16:creationId xmlns:a16="http://schemas.microsoft.com/office/drawing/2014/main" id="{17966BCF-786B-A14C-86DA-2FF1A9CF9B6D}"/>
              </a:ext>
            </a:extLst>
          </p:cNvPr>
          <p:cNvSpPr>
            <a:spLocks noChangeArrowheads="1"/>
          </p:cNvSpPr>
          <p:nvPr/>
        </p:nvSpPr>
        <p:spPr bwMode="auto">
          <a:xfrm>
            <a:off x="0" y="685800"/>
            <a:ext cx="86868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spcBef>
                <a:spcPct val="50000"/>
              </a:spcBef>
            </a:pPr>
            <a:r>
              <a:rPr lang="en-US" altLang="zh-CN" sz="3200">
                <a:solidFill>
                  <a:srgbClr val="000000"/>
                </a:solidFill>
                <a:latin typeface="黑体" panose="02010609060101010101" pitchFamily="49" charset="-122"/>
                <a:ea typeface="黑体" panose="02010609060101010101" pitchFamily="49" charset="-122"/>
              </a:rPr>
              <a:t> 4</a:t>
            </a:r>
            <a:r>
              <a:rPr lang="zh-CN" altLang="en-US" sz="3200">
                <a:solidFill>
                  <a:srgbClr val="000000"/>
                </a:solidFill>
                <a:latin typeface="黑体" panose="02010609060101010101" pitchFamily="49" charset="-122"/>
                <a:ea typeface="黑体" panose="02010609060101010101" pitchFamily="49" charset="-122"/>
              </a:rPr>
              <a:t>.</a:t>
            </a:r>
            <a:r>
              <a:rPr lang="en-US" altLang="zh-CN" sz="3200">
                <a:solidFill>
                  <a:srgbClr val="000000"/>
                </a:solidFill>
                <a:latin typeface="黑体" panose="02010609060101010101" pitchFamily="49" charset="-122"/>
                <a:ea typeface="黑体" panose="02010609060101010101" pitchFamily="49" charset="-122"/>
              </a:rPr>
              <a:t>3 </a:t>
            </a:r>
            <a:r>
              <a:rPr lang="zh-CN" altLang="en-US" sz="3200">
                <a:solidFill>
                  <a:srgbClr val="000000"/>
                </a:solidFill>
                <a:latin typeface="黑体" panose="02010609060101010101" pitchFamily="49" charset="-122"/>
                <a:ea typeface="黑体" panose="02010609060101010101" pitchFamily="49" charset="-122"/>
              </a:rPr>
              <a:t>开放系统互连安全体系结构</a:t>
            </a:r>
            <a:r>
              <a:rPr lang="en-US" altLang="zh-CN" sz="3200">
                <a:solidFill>
                  <a:srgbClr val="000000"/>
                </a:solidFill>
                <a:latin typeface="黑体" panose="02010609060101010101" pitchFamily="49" charset="-122"/>
                <a:ea typeface="黑体" panose="02010609060101010101" pitchFamily="49" charset="-122"/>
              </a:rPr>
              <a:t>GB/T 18794</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80"/>
                                        </p:tgtEl>
                                        <p:attrNameLst>
                                          <p:attrName>style.visibility</p:attrName>
                                        </p:attrNameLst>
                                      </p:cBhvr>
                                      <p:to>
                                        <p:strVal val="visible"/>
                                      </p:to>
                                    </p:set>
                                    <p:anim calcmode="lin" valueType="num">
                                      <p:cBhvr>
                                        <p:cTn id="7" dur="500" fill="hold"/>
                                        <p:tgtEl>
                                          <p:spTgt spid="80"/>
                                        </p:tgtEl>
                                        <p:attrNameLst>
                                          <p:attrName>ppt_w</p:attrName>
                                        </p:attrNameLst>
                                      </p:cBhvr>
                                      <p:tavLst>
                                        <p:tav tm="0">
                                          <p:val>
                                            <p:fltVal val="0"/>
                                          </p:val>
                                        </p:tav>
                                        <p:tav tm="100000">
                                          <p:val>
                                            <p:strVal val="#ppt_w"/>
                                          </p:val>
                                        </p:tav>
                                      </p:tavLst>
                                    </p:anim>
                                    <p:anim calcmode="lin" valueType="num">
                                      <p:cBhvr>
                                        <p:cTn id="8" dur="500" fill="hold"/>
                                        <p:tgtEl>
                                          <p:spTgt spid="80"/>
                                        </p:tgtEl>
                                        <p:attrNameLst>
                                          <p:attrName>ppt_h</p:attrName>
                                        </p:attrNameLst>
                                      </p:cBhvr>
                                      <p:tavLst>
                                        <p:tav tm="0">
                                          <p:val>
                                            <p:fltVal val="0"/>
                                          </p:val>
                                        </p:tav>
                                        <p:tav tm="100000">
                                          <p:val>
                                            <p:strVal val="#ppt_h"/>
                                          </p:val>
                                        </p:tav>
                                      </p:tavLst>
                                    </p:anim>
                                    <p:animEffect transition="in" filter="fade">
                                      <p:cBhvr>
                                        <p:cTn id="9" dur="500"/>
                                        <p:tgtEl>
                                          <p:spTgt spid="80"/>
                                        </p:tgtEl>
                                      </p:cBhvr>
                                    </p:animEffect>
                                  </p:childTnLst>
                                </p:cTn>
                              </p:par>
                            </p:childTnLst>
                          </p:cTn>
                        </p:par>
                        <p:par>
                          <p:cTn id="10" fill="hold" nodeType="afterGroup">
                            <p:stCondLst>
                              <p:cond delay="500"/>
                            </p:stCondLst>
                            <p:childTnLst>
                              <p:par>
                                <p:cTn id="11" presetID="53" presetClass="entr" presetSubtype="16" fill="hold" nodeType="afterEffect">
                                  <p:stCondLst>
                                    <p:cond delay="0"/>
                                  </p:stCondLst>
                                  <p:childTnLst>
                                    <p:set>
                                      <p:cBhvr>
                                        <p:cTn id="12" dur="1" fill="hold">
                                          <p:stCondLst>
                                            <p:cond delay="0"/>
                                          </p:stCondLst>
                                        </p:cTn>
                                        <p:tgtEl>
                                          <p:spTgt spid="83"/>
                                        </p:tgtEl>
                                        <p:attrNameLst>
                                          <p:attrName>style.visibility</p:attrName>
                                        </p:attrNameLst>
                                      </p:cBhvr>
                                      <p:to>
                                        <p:strVal val="visible"/>
                                      </p:to>
                                    </p:set>
                                    <p:anim calcmode="lin" valueType="num">
                                      <p:cBhvr>
                                        <p:cTn id="13" dur="500" fill="hold"/>
                                        <p:tgtEl>
                                          <p:spTgt spid="83"/>
                                        </p:tgtEl>
                                        <p:attrNameLst>
                                          <p:attrName>ppt_w</p:attrName>
                                        </p:attrNameLst>
                                      </p:cBhvr>
                                      <p:tavLst>
                                        <p:tav tm="0">
                                          <p:val>
                                            <p:fltVal val="0"/>
                                          </p:val>
                                        </p:tav>
                                        <p:tav tm="100000">
                                          <p:val>
                                            <p:strVal val="#ppt_w"/>
                                          </p:val>
                                        </p:tav>
                                      </p:tavLst>
                                    </p:anim>
                                    <p:anim calcmode="lin" valueType="num">
                                      <p:cBhvr>
                                        <p:cTn id="14" dur="500" fill="hold"/>
                                        <p:tgtEl>
                                          <p:spTgt spid="83"/>
                                        </p:tgtEl>
                                        <p:attrNameLst>
                                          <p:attrName>ppt_h</p:attrName>
                                        </p:attrNameLst>
                                      </p:cBhvr>
                                      <p:tavLst>
                                        <p:tav tm="0">
                                          <p:val>
                                            <p:fltVal val="0"/>
                                          </p:val>
                                        </p:tav>
                                        <p:tav tm="100000">
                                          <p:val>
                                            <p:strVal val="#ppt_h"/>
                                          </p:val>
                                        </p:tav>
                                      </p:tavLst>
                                    </p:anim>
                                    <p:animEffect transition="in" filter="fade">
                                      <p:cBhvr>
                                        <p:cTn id="15" dur="500"/>
                                        <p:tgtEl>
                                          <p:spTgt spid="83"/>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53" presetClass="entr" presetSubtype="16" fill="hold" nodeType="clickEffect">
                                  <p:stCondLst>
                                    <p:cond delay="0"/>
                                  </p:stCondLst>
                                  <p:childTnLst>
                                    <p:set>
                                      <p:cBhvr>
                                        <p:cTn id="19" dur="1" fill="hold">
                                          <p:stCondLst>
                                            <p:cond delay="0"/>
                                          </p:stCondLst>
                                        </p:cTn>
                                        <p:tgtEl>
                                          <p:spTgt spid="82"/>
                                        </p:tgtEl>
                                        <p:attrNameLst>
                                          <p:attrName>style.visibility</p:attrName>
                                        </p:attrNameLst>
                                      </p:cBhvr>
                                      <p:to>
                                        <p:strVal val="visible"/>
                                      </p:to>
                                    </p:set>
                                    <p:anim calcmode="lin" valueType="num">
                                      <p:cBhvr>
                                        <p:cTn id="20" dur="500" fill="hold"/>
                                        <p:tgtEl>
                                          <p:spTgt spid="82"/>
                                        </p:tgtEl>
                                        <p:attrNameLst>
                                          <p:attrName>ppt_w</p:attrName>
                                        </p:attrNameLst>
                                      </p:cBhvr>
                                      <p:tavLst>
                                        <p:tav tm="0">
                                          <p:val>
                                            <p:fltVal val="0"/>
                                          </p:val>
                                        </p:tav>
                                        <p:tav tm="100000">
                                          <p:val>
                                            <p:strVal val="#ppt_w"/>
                                          </p:val>
                                        </p:tav>
                                      </p:tavLst>
                                    </p:anim>
                                    <p:anim calcmode="lin" valueType="num">
                                      <p:cBhvr>
                                        <p:cTn id="21" dur="500" fill="hold"/>
                                        <p:tgtEl>
                                          <p:spTgt spid="82"/>
                                        </p:tgtEl>
                                        <p:attrNameLst>
                                          <p:attrName>ppt_h</p:attrName>
                                        </p:attrNameLst>
                                      </p:cBhvr>
                                      <p:tavLst>
                                        <p:tav tm="0">
                                          <p:val>
                                            <p:fltVal val="0"/>
                                          </p:val>
                                        </p:tav>
                                        <p:tav tm="100000">
                                          <p:val>
                                            <p:strVal val="#ppt_h"/>
                                          </p:val>
                                        </p:tav>
                                      </p:tavLst>
                                    </p:anim>
                                    <p:animEffect transition="in" filter="fade">
                                      <p:cBhvr>
                                        <p:cTn id="22" dur="500"/>
                                        <p:tgtEl>
                                          <p:spTgt spid="82"/>
                                        </p:tgtEl>
                                      </p:cBhvr>
                                    </p:animEffect>
                                  </p:childTnLst>
                                </p:cTn>
                              </p:par>
                            </p:childTnLst>
                          </p:cTn>
                        </p:par>
                        <p:par>
                          <p:cTn id="23" fill="hold" nodeType="afterGroup">
                            <p:stCondLst>
                              <p:cond delay="500"/>
                            </p:stCondLst>
                            <p:childTnLst>
                              <p:par>
                                <p:cTn id="24" presetID="53" presetClass="entr" presetSubtype="16" fill="hold" nodeType="afterEffect">
                                  <p:stCondLst>
                                    <p:cond delay="0"/>
                                  </p:stCondLst>
                                  <p:childTnLst>
                                    <p:set>
                                      <p:cBhvr>
                                        <p:cTn id="25" dur="1" fill="hold">
                                          <p:stCondLst>
                                            <p:cond delay="0"/>
                                          </p:stCondLst>
                                        </p:cTn>
                                        <p:tgtEl>
                                          <p:spTgt spid="84"/>
                                        </p:tgtEl>
                                        <p:attrNameLst>
                                          <p:attrName>style.visibility</p:attrName>
                                        </p:attrNameLst>
                                      </p:cBhvr>
                                      <p:to>
                                        <p:strVal val="visible"/>
                                      </p:to>
                                    </p:set>
                                    <p:anim calcmode="lin" valueType="num">
                                      <p:cBhvr>
                                        <p:cTn id="26" dur="500" fill="hold"/>
                                        <p:tgtEl>
                                          <p:spTgt spid="84"/>
                                        </p:tgtEl>
                                        <p:attrNameLst>
                                          <p:attrName>ppt_w</p:attrName>
                                        </p:attrNameLst>
                                      </p:cBhvr>
                                      <p:tavLst>
                                        <p:tav tm="0">
                                          <p:val>
                                            <p:fltVal val="0"/>
                                          </p:val>
                                        </p:tav>
                                        <p:tav tm="100000">
                                          <p:val>
                                            <p:strVal val="#ppt_w"/>
                                          </p:val>
                                        </p:tav>
                                      </p:tavLst>
                                    </p:anim>
                                    <p:anim calcmode="lin" valueType="num">
                                      <p:cBhvr>
                                        <p:cTn id="27" dur="500" fill="hold"/>
                                        <p:tgtEl>
                                          <p:spTgt spid="84"/>
                                        </p:tgtEl>
                                        <p:attrNameLst>
                                          <p:attrName>ppt_h</p:attrName>
                                        </p:attrNameLst>
                                      </p:cBhvr>
                                      <p:tavLst>
                                        <p:tav tm="0">
                                          <p:val>
                                            <p:fltVal val="0"/>
                                          </p:val>
                                        </p:tav>
                                        <p:tav tm="100000">
                                          <p:val>
                                            <p:strVal val="#ppt_h"/>
                                          </p:val>
                                        </p:tav>
                                      </p:tavLst>
                                    </p:anim>
                                    <p:animEffect transition="in" filter="fade">
                                      <p:cBhvr>
                                        <p:cTn id="28" dur="500"/>
                                        <p:tgtEl>
                                          <p:spTgt spid="84"/>
                                        </p:tgtEl>
                                      </p:cBhvr>
                                    </p:animEffect>
                                  </p:childTnLst>
                                </p:cTn>
                              </p:par>
                            </p:childTnLst>
                          </p:cTn>
                        </p:par>
                        <p:par>
                          <p:cTn id="29" fill="hold" nodeType="afterGroup">
                            <p:stCondLst>
                              <p:cond delay="1000"/>
                            </p:stCondLst>
                            <p:childTnLst>
                              <p:par>
                                <p:cTn id="30" presetID="53" presetClass="entr" presetSubtype="16" fill="hold" nodeType="afterEffect">
                                  <p:stCondLst>
                                    <p:cond delay="0"/>
                                  </p:stCondLst>
                                  <p:childTnLst>
                                    <p:set>
                                      <p:cBhvr>
                                        <p:cTn id="31" dur="1" fill="hold">
                                          <p:stCondLst>
                                            <p:cond delay="0"/>
                                          </p:stCondLst>
                                        </p:cTn>
                                        <p:tgtEl>
                                          <p:spTgt spid="86"/>
                                        </p:tgtEl>
                                        <p:attrNameLst>
                                          <p:attrName>style.visibility</p:attrName>
                                        </p:attrNameLst>
                                      </p:cBhvr>
                                      <p:to>
                                        <p:strVal val="visible"/>
                                      </p:to>
                                    </p:set>
                                    <p:anim calcmode="lin" valueType="num">
                                      <p:cBhvr>
                                        <p:cTn id="32" dur="500" fill="hold"/>
                                        <p:tgtEl>
                                          <p:spTgt spid="86"/>
                                        </p:tgtEl>
                                        <p:attrNameLst>
                                          <p:attrName>ppt_w</p:attrName>
                                        </p:attrNameLst>
                                      </p:cBhvr>
                                      <p:tavLst>
                                        <p:tav tm="0">
                                          <p:val>
                                            <p:fltVal val="0"/>
                                          </p:val>
                                        </p:tav>
                                        <p:tav tm="100000">
                                          <p:val>
                                            <p:strVal val="#ppt_w"/>
                                          </p:val>
                                        </p:tav>
                                      </p:tavLst>
                                    </p:anim>
                                    <p:anim calcmode="lin" valueType="num">
                                      <p:cBhvr>
                                        <p:cTn id="33" dur="500" fill="hold"/>
                                        <p:tgtEl>
                                          <p:spTgt spid="86"/>
                                        </p:tgtEl>
                                        <p:attrNameLst>
                                          <p:attrName>ppt_h</p:attrName>
                                        </p:attrNameLst>
                                      </p:cBhvr>
                                      <p:tavLst>
                                        <p:tav tm="0">
                                          <p:val>
                                            <p:fltVal val="0"/>
                                          </p:val>
                                        </p:tav>
                                        <p:tav tm="100000">
                                          <p:val>
                                            <p:strVal val="#ppt_h"/>
                                          </p:val>
                                        </p:tav>
                                      </p:tavLst>
                                    </p:anim>
                                    <p:animEffect transition="in" filter="fade">
                                      <p:cBhvr>
                                        <p:cTn id="34" dur="500"/>
                                        <p:tgtEl>
                                          <p:spTgt spid="86"/>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53" presetClass="entr" presetSubtype="16" fill="hold" nodeType="clickEffect">
                                  <p:stCondLst>
                                    <p:cond delay="0"/>
                                  </p:stCondLst>
                                  <p:childTnLst>
                                    <p:set>
                                      <p:cBhvr>
                                        <p:cTn id="38" dur="1" fill="hold">
                                          <p:stCondLst>
                                            <p:cond delay="0"/>
                                          </p:stCondLst>
                                        </p:cTn>
                                        <p:tgtEl>
                                          <p:spTgt spid="81"/>
                                        </p:tgtEl>
                                        <p:attrNameLst>
                                          <p:attrName>style.visibility</p:attrName>
                                        </p:attrNameLst>
                                      </p:cBhvr>
                                      <p:to>
                                        <p:strVal val="visible"/>
                                      </p:to>
                                    </p:set>
                                    <p:anim calcmode="lin" valueType="num">
                                      <p:cBhvr>
                                        <p:cTn id="39" dur="500" fill="hold"/>
                                        <p:tgtEl>
                                          <p:spTgt spid="81"/>
                                        </p:tgtEl>
                                        <p:attrNameLst>
                                          <p:attrName>ppt_w</p:attrName>
                                        </p:attrNameLst>
                                      </p:cBhvr>
                                      <p:tavLst>
                                        <p:tav tm="0">
                                          <p:val>
                                            <p:fltVal val="0"/>
                                          </p:val>
                                        </p:tav>
                                        <p:tav tm="100000">
                                          <p:val>
                                            <p:strVal val="#ppt_w"/>
                                          </p:val>
                                        </p:tav>
                                      </p:tavLst>
                                    </p:anim>
                                    <p:anim calcmode="lin" valueType="num">
                                      <p:cBhvr>
                                        <p:cTn id="40" dur="500" fill="hold"/>
                                        <p:tgtEl>
                                          <p:spTgt spid="81"/>
                                        </p:tgtEl>
                                        <p:attrNameLst>
                                          <p:attrName>ppt_h</p:attrName>
                                        </p:attrNameLst>
                                      </p:cBhvr>
                                      <p:tavLst>
                                        <p:tav tm="0">
                                          <p:val>
                                            <p:fltVal val="0"/>
                                          </p:val>
                                        </p:tav>
                                        <p:tav tm="100000">
                                          <p:val>
                                            <p:strVal val="#ppt_h"/>
                                          </p:val>
                                        </p:tav>
                                      </p:tavLst>
                                    </p:anim>
                                    <p:animEffect transition="in" filter="fade">
                                      <p:cBhvr>
                                        <p:cTn id="41" dur="500"/>
                                        <p:tgtEl>
                                          <p:spTgt spid="81"/>
                                        </p:tgtEl>
                                      </p:cBhvr>
                                    </p:animEffect>
                                  </p:childTnLst>
                                </p:cTn>
                              </p:par>
                            </p:childTnLst>
                          </p:cTn>
                        </p:par>
                        <p:par>
                          <p:cTn id="42" fill="hold" nodeType="afterGroup">
                            <p:stCondLst>
                              <p:cond delay="500"/>
                            </p:stCondLst>
                            <p:childTnLst>
                              <p:par>
                                <p:cTn id="43" presetID="53" presetClass="entr" presetSubtype="16" fill="hold" nodeType="afterEffect">
                                  <p:stCondLst>
                                    <p:cond delay="0"/>
                                  </p:stCondLst>
                                  <p:childTnLst>
                                    <p:set>
                                      <p:cBhvr>
                                        <p:cTn id="44" dur="1" fill="hold">
                                          <p:stCondLst>
                                            <p:cond delay="0"/>
                                          </p:stCondLst>
                                        </p:cTn>
                                        <p:tgtEl>
                                          <p:spTgt spid="92"/>
                                        </p:tgtEl>
                                        <p:attrNameLst>
                                          <p:attrName>style.visibility</p:attrName>
                                        </p:attrNameLst>
                                      </p:cBhvr>
                                      <p:to>
                                        <p:strVal val="visible"/>
                                      </p:to>
                                    </p:set>
                                    <p:anim calcmode="lin" valueType="num">
                                      <p:cBhvr>
                                        <p:cTn id="45" dur="500" fill="hold"/>
                                        <p:tgtEl>
                                          <p:spTgt spid="92"/>
                                        </p:tgtEl>
                                        <p:attrNameLst>
                                          <p:attrName>ppt_w</p:attrName>
                                        </p:attrNameLst>
                                      </p:cBhvr>
                                      <p:tavLst>
                                        <p:tav tm="0">
                                          <p:val>
                                            <p:fltVal val="0"/>
                                          </p:val>
                                        </p:tav>
                                        <p:tav tm="100000">
                                          <p:val>
                                            <p:strVal val="#ppt_w"/>
                                          </p:val>
                                        </p:tav>
                                      </p:tavLst>
                                    </p:anim>
                                    <p:anim calcmode="lin" valueType="num">
                                      <p:cBhvr>
                                        <p:cTn id="46" dur="500" fill="hold"/>
                                        <p:tgtEl>
                                          <p:spTgt spid="92"/>
                                        </p:tgtEl>
                                        <p:attrNameLst>
                                          <p:attrName>ppt_h</p:attrName>
                                        </p:attrNameLst>
                                      </p:cBhvr>
                                      <p:tavLst>
                                        <p:tav tm="0">
                                          <p:val>
                                            <p:fltVal val="0"/>
                                          </p:val>
                                        </p:tav>
                                        <p:tav tm="100000">
                                          <p:val>
                                            <p:strVal val="#ppt_h"/>
                                          </p:val>
                                        </p:tav>
                                      </p:tavLst>
                                    </p:anim>
                                    <p:animEffect transition="in" filter="fade">
                                      <p:cBhvr>
                                        <p:cTn id="47" dur="500"/>
                                        <p:tgtEl>
                                          <p:spTgt spid="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09" name="图片 2">
            <a:extLst>
              <a:ext uri="{FF2B5EF4-FFF2-40B4-BE49-F238E27FC236}">
                <a16:creationId xmlns:a16="http://schemas.microsoft.com/office/drawing/2014/main" id="{8B4B7393-46BB-F042-9F18-FA0E41E7B6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85000" y="3886200"/>
            <a:ext cx="2032000" cy="2382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2">
            <a:extLst>
              <a:ext uri="{FF2B5EF4-FFF2-40B4-BE49-F238E27FC236}">
                <a16:creationId xmlns:a16="http://schemas.microsoft.com/office/drawing/2014/main" id="{839AF7FC-BC90-B94B-A3AD-44BC4BB30C3A}"/>
              </a:ext>
            </a:extLst>
          </p:cNvPr>
          <p:cNvSpPr>
            <a:spLocks noChangeArrowheads="1"/>
          </p:cNvSpPr>
          <p:nvPr/>
        </p:nvSpPr>
        <p:spPr bwMode="auto">
          <a:xfrm>
            <a:off x="762000" y="3124200"/>
            <a:ext cx="73152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r>
              <a:rPr lang="zh-CN" altLang="en-US" sz="2400">
                <a:latin typeface="宋体" panose="02010600030101010101" pitchFamily="2" charset="-122"/>
                <a:ea typeface="宋体" panose="02010600030101010101" pitchFamily="2" charset="-122"/>
              </a:rPr>
              <a:t>    安全服务</a:t>
            </a:r>
            <a:r>
              <a:rPr lang="zh-CN" altLang="en-US" sz="2400">
                <a:solidFill>
                  <a:srgbClr val="000000"/>
                </a:solidFill>
                <a:latin typeface="黑体" panose="02010609060101010101" pitchFamily="49" charset="-122"/>
                <a:ea typeface="黑体" panose="02010609060101010101" pitchFamily="49" charset="-122"/>
              </a:rPr>
              <a:t>就是加强数据处理系统和信息传输的安全性的一类服务，其目的在于利用一种或多种安全机制保障信息系统安全或信息系统安全可靠运行。</a:t>
            </a:r>
          </a:p>
        </p:txBody>
      </p:sp>
      <p:sp>
        <p:nvSpPr>
          <p:cNvPr id="16387" name="Rectangle 3">
            <a:extLst>
              <a:ext uri="{FF2B5EF4-FFF2-40B4-BE49-F238E27FC236}">
                <a16:creationId xmlns:a16="http://schemas.microsoft.com/office/drawing/2014/main" id="{B1CD2645-4500-BF4B-8950-87E795E28262}"/>
              </a:ext>
            </a:extLst>
          </p:cNvPr>
          <p:cNvSpPr>
            <a:spLocks noChangeArrowheads="1"/>
          </p:cNvSpPr>
          <p:nvPr/>
        </p:nvSpPr>
        <p:spPr bwMode="auto">
          <a:xfrm>
            <a:off x="914400" y="1828800"/>
            <a:ext cx="73152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r>
              <a:rPr lang="zh-CN" altLang="en-US" sz="2400">
                <a:latin typeface="宋体" panose="02010600030101010101" pitchFamily="2" charset="-122"/>
                <a:ea typeface="宋体" panose="02010600030101010101" pitchFamily="2" charset="-122"/>
              </a:rPr>
              <a:t>    安全机制</a:t>
            </a:r>
            <a:r>
              <a:rPr lang="zh-CN" altLang="en-US" sz="2400">
                <a:solidFill>
                  <a:srgbClr val="000000"/>
                </a:solidFill>
                <a:latin typeface="黑体" panose="02010609060101010101" pitchFamily="49" charset="-122"/>
                <a:ea typeface="黑体" panose="02010609060101010101" pitchFamily="49" charset="-122"/>
              </a:rPr>
              <a:t>是指用来保护或保障信息系统安全的一种或一类技术的总称。</a:t>
            </a:r>
          </a:p>
        </p:txBody>
      </p:sp>
      <p:sp>
        <p:nvSpPr>
          <p:cNvPr id="17412" name="Rectangle 4">
            <a:extLst>
              <a:ext uri="{FF2B5EF4-FFF2-40B4-BE49-F238E27FC236}">
                <a16:creationId xmlns:a16="http://schemas.microsoft.com/office/drawing/2014/main" id="{E2FE7DA2-1BC1-EA49-A179-90A1F4226A76}"/>
              </a:ext>
            </a:extLst>
          </p:cNvPr>
          <p:cNvSpPr>
            <a:spLocks noChangeArrowheads="1"/>
          </p:cNvSpPr>
          <p:nvPr/>
        </p:nvSpPr>
        <p:spPr bwMode="auto">
          <a:xfrm>
            <a:off x="381000" y="838200"/>
            <a:ext cx="7620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spcBef>
                <a:spcPct val="50000"/>
              </a:spcBef>
            </a:pPr>
            <a:r>
              <a:rPr lang="en-US" altLang="zh-CN" sz="3200">
                <a:solidFill>
                  <a:srgbClr val="000000"/>
                </a:solidFill>
                <a:latin typeface="黑体" panose="02010609060101010101" pitchFamily="49" charset="-122"/>
                <a:ea typeface="黑体" panose="02010609060101010101" pitchFamily="49" charset="-122"/>
              </a:rPr>
              <a:t>4</a:t>
            </a:r>
            <a:r>
              <a:rPr lang="zh-CN" altLang="en-US" sz="3200">
                <a:solidFill>
                  <a:srgbClr val="000000"/>
                </a:solidFill>
                <a:latin typeface="黑体" panose="02010609060101010101" pitchFamily="49" charset="-122"/>
                <a:ea typeface="黑体" panose="02010609060101010101" pitchFamily="49" charset="-122"/>
              </a:rPr>
              <a:t>.</a:t>
            </a:r>
            <a:r>
              <a:rPr lang="en-US" altLang="zh-CN" sz="3200">
                <a:solidFill>
                  <a:srgbClr val="000000"/>
                </a:solidFill>
                <a:latin typeface="黑体" panose="02010609060101010101" pitchFamily="49" charset="-122"/>
                <a:ea typeface="黑体" panose="02010609060101010101" pitchFamily="49" charset="-122"/>
              </a:rPr>
              <a:t>3</a:t>
            </a:r>
            <a:r>
              <a:rPr lang="zh-CN" altLang="en-US" sz="3200">
                <a:solidFill>
                  <a:srgbClr val="000000"/>
                </a:solidFill>
                <a:latin typeface="黑体" panose="02010609060101010101" pitchFamily="49" charset="-122"/>
                <a:ea typeface="黑体" panose="02010609060101010101" pitchFamily="49" charset="-122"/>
              </a:rPr>
              <a:t> 开放系统互连安全体系结构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6387"/>
                                        </p:tgtEl>
                                        <p:attrNameLst>
                                          <p:attrName>style.visibility</p:attrName>
                                        </p:attrNameLst>
                                      </p:cBhvr>
                                      <p:to>
                                        <p:strVal val="visible"/>
                                      </p:to>
                                    </p:set>
                                    <p:anim calcmode="lin" valueType="num">
                                      <p:cBhvr additive="base">
                                        <p:cTn id="7" dur="500" fill="hold"/>
                                        <p:tgtEl>
                                          <p:spTgt spid="16387"/>
                                        </p:tgtEl>
                                        <p:attrNameLst>
                                          <p:attrName>ppt_x</p:attrName>
                                        </p:attrNameLst>
                                      </p:cBhvr>
                                      <p:tavLst>
                                        <p:tav tm="0">
                                          <p:val>
                                            <p:strVal val="0-#ppt_w/2"/>
                                          </p:val>
                                        </p:tav>
                                        <p:tav tm="100000">
                                          <p:val>
                                            <p:strVal val="#ppt_x"/>
                                          </p:val>
                                        </p:tav>
                                      </p:tavLst>
                                    </p:anim>
                                    <p:anim calcmode="lin" valueType="num">
                                      <p:cBhvr additive="base">
                                        <p:cTn id="8" dur="500" fill="hold"/>
                                        <p:tgtEl>
                                          <p:spTgt spid="16387"/>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0-#ppt_w/2"/>
                                          </p:val>
                                        </p:tav>
                                        <p:tav tm="100000">
                                          <p:val>
                                            <p:strVal val="#ppt_x"/>
                                          </p:val>
                                        </p:tav>
                                      </p:tavLst>
                                    </p:anim>
                                    <p:anim calcmode="lin" valueType="num">
                                      <p:cBhvr additive="base">
                                        <p:cTn id="14"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638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299" name="Picture 3">
            <a:extLst>
              <a:ext uri="{FF2B5EF4-FFF2-40B4-BE49-F238E27FC236}">
                <a16:creationId xmlns:a16="http://schemas.microsoft.com/office/drawing/2014/main" id="{DD0BFF90-D0ED-4C41-8CE4-B00CC765E8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0075" y="1676400"/>
            <a:ext cx="2295525"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00" name="Picture 4">
            <a:extLst>
              <a:ext uri="{FF2B5EF4-FFF2-40B4-BE49-F238E27FC236}">
                <a16:creationId xmlns:a16="http://schemas.microsoft.com/office/drawing/2014/main" id="{CB0AC74F-9056-6246-880A-D78713AE18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2590800"/>
            <a:ext cx="22860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01" name="Picture 5">
            <a:extLst>
              <a:ext uri="{FF2B5EF4-FFF2-40B4-BE49-F238E27FC236}">
                <a16:creationId xmlns:a16="http://schemas.microsoft.com/office/drawing/2014/main" id="{5435C71F-4B5B-D040-9ADD-9BF92C96176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3429000"/>
            <a:ext cx="2324100" cy="65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02" name="Picture 6">
            <a:extLst>
              <a:ext uri="{FF2B5EF4-FFF2-40B4-BE49-F238E27FC236}">
                <a16:creationId xmlns:a16="http://schemas.microsoft.com/office/drawing/2014/main" id="{FC26B993-C9D3-824D-B955-58087961AD5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 y="4286250"/>
            <a:ext cx="2343150"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03" name="Picture 7">
            <a:extLst>
              <a:ext uri="{FF2B5EF4-FFF2-40B4-BE49-F238E27FC236}">
                <a16:creationId xmlns:a16="http://schemas.microsoft.com/office/drawing/2014/main" id="{D4194D4A-DB45-1341-80B2-96B93B957D5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9600" y="5181600"/>
            <a:ext cx="23431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矩形标注 9">
            <a:extLst>
              <a:ext uri="{FF2B5EF4-FFF2-40B4-BE49-F238E27FC236}">
                <a16:creationId xmlns:a16="http://schemas.microsoft.com/office/drawing/2014/main" id="{D2684CDD-A7FB-FA46-915E-7A516607C06D}"/>
              </a:ext>
            </a:extLst>
          </p:cNvPr>
          <p:cNvSpPr/>
          <p:nvPr/>
        </p:nvSpPr>
        <p:spPr bwMode="auto">
          <a:xfrm>
            <a:off x="3276600" y="1524000"/>
            <a:ext cx="4724400" cy="1143000"/>
          </a:xfrm>
          <a:prstGeom prst="wedgeRectCallout">
            <a:avLst>
              <a:gd name="adj1" fmla="val -59253"/>
              <a:gd name="adj2" fmla="val -3701"/>
            </a:avLst>
          </a:prstGeom>
          <a:ln>
            <a:headEnd type="none" w="med" len="med"/>
            <a:tailEnd type="none" w="med" len="med"/>
          </a:ln>
        </p:spPr>
        <p:style>
          <a:lnRef idx="1">
            <a:schemeClr val="dk1"/>
          </a:lnRef>
          <a:fillRef idx="2">
            <a:schemeClr val="dk1"/>
          </a:fillRef>
          <a:effectRef idx="1">
            <a:schemeClr val="dk1"/>
          </a:effectRef>
          <a:fontRef idx="minor">
            <a:schemeClr val="dk1"/>
          </a:fontRef>
        </p:style>
        <p:txBody>
          <a:bodyPr/>
          <a:lstStyle/>
          <a:p>
            <a:pPr eaLnBrk="1" hangingPunct="1">
              <a:lnSpc>
                <a:spcPct val="90000"/>
              </a:lnSpc>
              <a:defRPr/>
            </a:pPr>
            <a:r>
              <a:rPr lang="zh-CN" altLang="en-US" sz="2400">
                <a:solidFill>
                  <a:srgbClr val="000000"/>
                </a:solidFill>
                <a:latin typeface="宋体" panose="02010600030101010101" pitchFamily="2" charset="-122"/>
                <a:ea typeface="宋体" panose="02010600030101010101" pitchFamily="2" charset="-122"/>
              </a:rPr>
              <a:t>鉴别服务提供对通信中的对等实体和数据来源的鉴别。</a:t>
            </a:r>
            <a:endParaRPr lang="en-US" altLang="zh-CN" sz="2400">
              <a:solidFill>
                <a:srgbClr val="000000"/>
              </a:solidFill>
              <a:latin typeface="宋体" panose="02010600030101010101" pitchFamily="2" charset="-122"/>
              <a:ea typeface="宋体" panose="02010600030101010101" pitchFamily="2" charset="-122"/>
            </a:endParaRPr>
          </a:p>
          <a:p>
            <a:pPr eaLnBrk="1" hangingPunct="1">
              <a:lnSpc>
                <a:spcPct val="90000"/>
              </a:lnSpc>
              <a:defRPr/>
            </a:pPr>
            <a:r>
              <a:rPr lang="zh-CN" altLang="en-US" sz="2400">
                <a:solidFill>
                  <a:srgbClr val="000000"/>
                </a:solidFill>
                <a:latin typeface="宋体" panose="02010600030101010101" pitchFamily="2" charset="-122"/>
                <a:ea typeface="宋体" panose="02010600030101010101" pitchFamily="2" charset="-122"/>
              </a:rPr>
              <a:t>对等实体鉴别；数据原发鉴别</a:t>
            </a:r>
            <a:endParaRPr lang="en-US" altLang="zh-CN" sz="2400">
              <a:solidFill>
                <a:srgbClr val="000000"/>
              </a:solidFill>
              <a:latin typeface="宋体" panose="02010600030101010101" pitchFamily="2" charset="-122"/>
              <a:ea typeface="宋体" panose="02010600030101010101" pitchFamily="2" charset="-122"/>
            </a:endParaRPr>
          </a:p>
          <a:p>
            <a:pPr eaLnBrk="1" hangingPunct="1">
              <a:lnSpc>
                <a:spcPct val="90000"/>
              </a:lnSpc>
              <a:defRPr/>
            </a:pPr>
            <a:endParaRPr lang="zh-CN" altLang="en-US" sz="2400">
              <a:solidFill>
                <a:srgbClr val="FF0000"/>
              </a:solidFill>
              <a:effectLst>
                <a:outerShdw blurRad="38100" dist="38100" dir="2700000" algn="tl">
                  <a:srgbClr val="000000"/>
                </a:outerShdw>
              </a:effectLst>
              <a:latin typeface="隶书" pitchFamily="49" charset="-122"/>
              <a:ea typeface="隶书" pitchFamily="49" charset="-122"/>
            </a:endParaRPr>
          </a:p>
        </p:txBody>
      </p:sp>
      <p:sp>
        <p:nvSpPr>
          <p:cNvPr id="11" name="矩形标注 10">
            <a:extLst>
              <a:ext uri="{FF2B5EF4-FFF2-40B4-BE49-F238E27FC236}">
                <a16:creationId xmlns:a16="http://schemas.microsoft.com/office/drawing/2014/main" id="{53AEFCB7-601D-F34F-9D79-DE18AEBB09A8}"/>
              </a:ext>
            </a:extLst>
          </p:cNvPr>
          <p:cNvSpPr/>
          <p:nvPr/>
        </p:nvSpPr>
        <p:spPr bwMode="auto">
          <a:xfrm>
            <a:off x="3276600" y="2438400"/>
            <a:ext cx="4724400" cy="1143000"/>
          </a:xfrm>
          <a:prstGeom prst="wedgeRectCallout">
            <a:avLst>
              <a:gd name="adj1" fmla="val -59253"/>
              <a:gd name="adj2" fmla="val -3701"/>
            </a:avLst>
          </a:prstGeom>
          <a:ln>
            <a:headEnd type="none" w="med" len="med"/>
            <a:tailEnd type="none" w="med" len="med"/>
          </a:ln>
        </p:spPr>
        <p:style>
          <a:lnRef idx="1">
            <a:schemeClr val="dk1"/>
          </a:lnRef>
          <a:fillRef idx="2">
            <a:schemeClr val="dk1"/>
          </a:fillRef>
          <a:effectRef idx="1">
            <a:schemeClr val="dk1"/>
          </a:effectRef>
          <a:fontRef idx="minor">
            <a:schemeClr val="dk1"/>
          </a:fontRef>
        </p:style>
        <p:txBody>
          <a:bodyPr/>
          <a:lstStyle/>
          <a:p>
            <a:pPr eaLnBrk="1" hangingPunct="1">
              <a:lnSpc>
                <a:spcPct val="90000"/>
              </a:lnSpc>
              <a:defRPr/>
            </a:pPr>
            <a:r>
              <a:rPr lang="zh-CN" altLang="en-US" sz="2400">
                <a:solidFill>
                  <a:srgbClr val="000000"/>
                </a:solidFill>
                <a:latin typeface="宋体" panose="02010600030101010101" pitchFamily="2" charset="-122"/>
                <a:ea typeface="宋体" panose="02010600030101010101" pitchFamily="2" charset="-122"/>
              </a:rPr>
              <a:t>该服务提供保护以对抗开放系统互连可访问资源的非授权使用。</a:t>
            </a:r>
            <a:endParaRPr lang="zh-CN" altLang="en-US" sz="2400">
              <a:solidFill>
                <a:srgbClr val="FF0000"/>
              </a:solidFill>
              <a:effectLst>
                <a:outerShdw blurRad="38100" dist="38100" dir="2700000" algn="tl">
                  <a:srgbClr val="000000"/>
                </a:outerShdw>
              </a:effectLst>
              <a:latin typeface="隶书" pitchFamily="49" charset="-122"/>
              <a:ea typeface="隶书" pitchFamily="49" charset="-122"/>
            </a:endParaRPr>
          </a:p>
        </p:txBody>
      </p:sp>
      <p:sp>
        <p:nvSpPr>
          <p:cNvPr id="12" name="矩形标注 11">
            <a:extLst>
              <a:ext uri="{FF2B5EF4-FFF2-40B4-BE49-F238E27FC236}">
                <a16:creationId xmlns:a16="http://schemas.microsoft.com/office/drawing/2014/main" id="{F4CAA901-F01D-BD4D-9BD0-CD26396EDC8C}"/>
              </a:ext>
            </a:extLst>
          </p:cNvPr>
          <p:cNvSpPr/>
          <p:nvPr/>
        </p:nvSpPr>
        <p:spPr bwMode="auto">
          <a:xfrm>
            <a:off x="3276600" y="3352800"/>
            <a:ext cx="4724400" cy="1143000"/>
          </a:xfrm>
          <a:prstGeom prst="wedgeRectCallout">
            <a:avLst>
              <a:gd name="adj1" fmla="val -59253"/>
              <a:gd name="adj2" fmla="val -3701"/>
            </a:avLst>
          </a:prstGeom>
          <a:ln>
            <a:headEnd type="none" w="med" len="med"/>
            <a:tailEnd type="none" w="med" len="med"/>
          </a:ln>
        </p:spPr>
        <p:style>
          <a:lnRef idx="1">
            <a:schemeClr val="dk1"/>
          </a:lnRef>
          <a:fillRef idx="2">
            <a:schemeClr val="dk1"/>
          </a:fillRef>
          <a:effectRef idx="1">
            <a:schemeClr val="dk1"/>
          </a:effectRef>
          <a:fontRef idx="minor">
            <a:schemeClr val="dk1"/>
          </a:fontRef>
        </p:style>
        <p:txBody>
          <a:bodyPr/>
          <a:lstStyle/>
          <a:p>
            <a:pPr eaLnBrk="1" hangingPunct="1">
              <a:lnSpc>
                <a:spcPct val="90000"/>
              </a:lnSpc>
              <a:defRPr/>
            </a:pPr>
            <a:r>
              <a:rPr lang="zh-CN" altLang="en-US" sz="2400">
                <a:solidFill>
                  <a:srgbClr val="000000"/>
                </a:solidFill>
                <a:latin typeface="宋体" panose="02010600030101010101" pitchFamily="2" charset="-122"/>
                <a:ea typeface="宋体" panose="02010600030101010101" pitchFamily="2" charset="-122"/>
              </a:rPr>
              <a:t>该服务对数据提供保护使之不被非授权地泄漏。</a:t>
            </a:r>
            <a:endParaRPr lang="zh-CN" altLang="en-US" sz="2400">
              <a:solidFill>
                <a:srgbClr val="FF0000"/>
              </a:solidFill>
              <a:effectLst>
                <a:outerShdw blurRad="38100" dist="38100" dir="2700000" algn="tl">
                  <a:srgbClr val="000000"/>
                </a:outerShdw>
              </a:effectLst>
              <a:latin typeface="隶书" pitchFamily="49" charset="-122"/>
              <a:ea typeface="隶书" pitchFamily="49" charset="-122"/>
            </a:endParaRPr>
          </a:p>
        </p:txBody>
      </p:sp>
      <p:sp>
        <p:nvSpPr>
          <p:cNvPr id="13" name="矩形标注 12">
            <a:extLst>
              <a:ext uri="{FF2B5EF4-FFF2-40B4-BE49-F238E27FC236}">
                <a16:creationId xmlns:a16="http://schemas.microsoft.com/office/drawing/2014/main" id="{E522C568-4673-D640-9944-09976B329EE6}"/>
              </a:ext>
            </a:extLst>
          </p:cNvPr>
          <p:cNvSpPr/>
          <p:nvPr/>
        </p:nvSpPr>
        <p:spPr bwMode="auto">
          <a:xfrm>
            <a:off x="3276600" y="4191000"/>
            <a:ext cx="5715000" cy="1371600"/>
          </a:xfrm>
          <a:prstGeom prst="wedgeRectCallout">
            <a:avLst>
              <a:gd name="adj1" fmla="val -59253"/>
              <a:gd name="adj2" fmla="val -3701"/>
            </a:avLst>
          </a:prstGeom>
          <a:ln>
            <a:headEnd type="none" w="med" len="med"/>
            <a:tailEnd type="none" w="med" len="med"/>
          </a:ln>
        </p:spPr>
        <p:style>
          <a:lnRef idx="1">
            <a:schemeClr val="dk1"/>
          </a:lnRef>
          <a:fillRef idx="2">
            <a:schemeClr val="dk1"/>
          </a:fillRef>
          <a:effectRef idx="1">
            <a:schemeClr val="dk1"/>
          </a:effectRef>
          <a:fontRef idx="minor">
            <a:schemeClr val="dk1"/>
          </a:fontRef>
        </p:style>
        <p:txBody>
          <a:bodyPr/>
          <a:lstStyle/>
          <a:p>
            <a:pPr eaLnBrk="1" hangingPunct="1">
              <a:lnSpc>
                <a:spcPct val="90000"/>
              </a:lnSpc>
              <a:defRPr/>
            </a:pPr>
            <a:r>
              <a:rPr lang="zh-CN" altLang="en-US" sz="2400">
                <a:solidFill>
                  <a:srgbClr val="000000"/>
                </a:solidFill>
                <a:latin typeface="宋体" panose="02010600030101010101" pitchFamily="2" charset="-122"/>
                <a:ea typeface="宋体" panose="02010600030101010101" pitchFamily="2" charset="-122"/>
              </a:rPr>
              <a:t>该服务可以针对有连接或无连接的条件下，对数据进行完整性检验。在连接状态下，当数据遭到任何篡改、插入、删除时还可进行补救或恢复。</a:t>
            </a:r>
            <a:endParaRPr lang="zh-CN" altLang="en-US" sz="2400">
              <a:solidFill>
                <a:srgbClr val="FF0000"/>
              </a:solidFill>
              <a:effectLst>
                <a:outerShdw blurRad="38100" dist="38100" dir="2700000" algn="tl">
                  <a:srgbClr val="000000"/>
                </a:outerShdw>
              </a:effectLst>
              <a:latin typeface="隶书" pitchFamily="49" charset="-122"/>
              <a:ea typeface="隶书" pitchFamily="49" charset="-122"/>
            </a:endParaRPr>
          </a:p>
        </p:txBody>
      </p:sp>
      <p:sp>
        <p:nvSpPr>
          <p:cNvPr id="14" name="矩形标注 13">
            <a:extLst>
              <a:ext uri="{FF2B5EF4-FFF2-40B4-BE49-F238E27FC236}">
                <a16:creationId xmlns:a16="http://schemas.microsoft.com/office/drawing/2014/main" id="{FA1918FF-2FD2-3644-ABCE-656852052C8A}"/>
              </a:ext>
            </a:extLst>
          </p:cNvPr>
          <p:cNvSpPr/>
          <p:nvPr/>
        </p:nvSpPr>
        <p:spPr bwMode="auto">
          <a:xfrm>
            <a:off x="3276600" y="5029200"/>
            <a:ext cx="5715000" cy="1371600"/>
          </a:xfrm>
          <a:prstGeom prst="wedgeRectCallout">
            <a:avLst>
              <a:gd name="adj1" fmla="val -59253"/>
              <a:gd name="adj2" fmla="val -3701"/>
            </a:avLst>
          </a:prstGeom>
          <a:ln>
            <a:headEnd type="none" w="med" len="med"/>
            <a:tailEnd type="none" w="med" len="med"/>
          </a:ln>
        </p:spPr>
        <p:style>
          <a:lnRef idx="1">
            <a:schemeClr val="dk1"/>
          </a:lnRef>
          <a:fillRef idx="2">
            <a:schemeClr val="dk1"/>
          </a:fillRef>
          <a:effectRef idx="1">
            <a:schemeClr val="dk1"/>
          </a:effectRef>
          <a:fontRef idx="minor">
            <a:schemeClr val="dk1"/>
          </a:fontRef>
        </p:style>
        <p:txBody>
          <a:bodyPr/>
          <a:lstStyle/>
          <a:p>
            <a:pPr eaLnBrk="1" hangingPunct="1">
              <a:lnSpc>
                <a:spcPct val="90000"/>
              </a:lnSpc>
              <a:defRPr/>
            </a:pPr>
            <a:r>
              <a:rPr lang="zh-CN" altLang="en-US" sz="2000">
                <a:solidFill>
                  <a:srgbClr val="000000"/>
                </a:solidFill>
                <a:latin typeface="宋体" panose="02010600030101010101" pitchFamily="2" charset="-122"/>
                <a:ea typeface="宋体" panose="02010600030101010101" pitchFamily="2" charset="-122"/>
              </a:rPr>
              <a:t>对发送者来说，数据发送将被证据保留，并将这一证据提供给接收者，以此证明发送者的发送行为。同样，接收者接收数据后将产生交付证据并送回原发送者，接收者不能否认收到过这些数据。</a:t>
            </a:r>
            <a:endParaRPr lang="zh-CN" altLang="en-US" sz="2000">
              <a:solidFill>
                <a:srgbClr val="FF0000"/>
              </a:solidFill>
              <a:effectLst>
                <a:outerShdw blurRad="38100" dist="38100" dir="2700000" algn="tl">
                  <a:srgbClr val="000000"/>
                </a:outerShdw>
              </a:effectLst>
              <a:latin typeface="隶书" pitchFamily="49" charset="-122"/>
              <a:ea typeface="隶书" pitchFamily="49" charset="-122"/>
            </a:endParaRPr>
          </a:p>
        </p:txBody>
      </p:sp>
      <p:sp>
        <p:nvSpPr>
          <p:cNvPr id="18443" name="Rectangle 2">
            <a:extLst>
              <a:ext uri="{FF2B5EF4-FFF2-40B4-BE49-F238E27FC236}">
                <a16:creationId xmlns:a16="http://schemas.microsoft.com/office/drawing/2014/main" id="{0D5AF804-2B9E-2040-9AF2-FB7BD5E049C4}"/>
              </a:ext>
            </a:extLst>
          </p:cNvPr>
          <p:cNvSpPr>
            <a:spLocks noChangeArrowheads="1"/>
          </p:cNvSpPr>
          <p:nvPr/>
        </p:nvSpPr>
        <p:spPr bwMode="auto">
          <a:xfrm>
            <a:off x="228600" y="1066800"/>
            <a:ext cx="3200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r>
              <a:rPr lang="zh-CN" altLang="en-US" sz="3200">
                <a:latin typeface="黑体" panose="02010609060101010101" pitchFamily="49" charset="-122"/>
                <a:ea typeface="黑体" panose="02010609060101010101" pitchFamily="49" charset="-122"/>
              </a:rPr>
              <a:t>1、安全服务</a:t>
            </a:r>
            <a:endParaRPr lang="zh-CN" altLang="en-US" sz="3200">
              <a:solidFill>
                <a:srgbClr val="000000"/>
              </a:solidFill>
              <a:latin typeface="黑体" panose="02010609060101010101" pitchFamily="49" charset="-122"/>
              <a:ea typeface="黑体" panose="02010609060101010101" pitchFamily="49" charset="-122"/>
            </a:endParaRPr>
          </a:p>
        </p:txBody>
      </p:sp>
      <p:sp>
        <p:nvSpPr>
          <p:cNvPr id="18444" name="Rectangle 3">
            <a:extLst>
              <a:ext uri="{FF2B5EF4-FFF2-40B4-BE49-F238E27FC236}">
                <a16:creationId xmlns:a16="http://schemas.microsoft.com/office/drawing/2014/main" id="{197FD2E7-5CEA-204A-A701-EA36ABBA1EB5}"/>
              </a:ext>
            </a:extLst>
          </p:cNvPr>
          <p:cNvSpPr>
            <a:spLocks noChangeArrowheads="1"/>
          </p:cNvSpPr>
          <p:nvPr/>
        </p:nvSpPr>
        <p:spPr bwMode="auto">
          <a:xfrm>
            <a:off x="381000" y="609600"/>
            <a:ext cx="73914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spcBef>
                <a:spcPct val="50000"/>
              </a:spcBef>
            </a:pPr>
            <a:r>
              <a:rPr lang="en-US" altLang="zh-CN" sz="3200">
                <a:solidFill>
                  <a:srgbClr val="000000"/>
                </a:solidFill>
                <a:latin typeface="黑体" panose="02010609060101010101" pitchFamily="49" charset="-122"/>
                <a:ea typeface="黑体" panose="02010609060101010101" pitchFamily="49" charset="-122"/>
              </a:rPr>
              <a:t>4</a:t>
            </a:r>
            <a:r>
              <a:rPr lang="zh-CN" altLang="en-US" sz="3200">
                <a:solidFill>
                  <a:srgbClr val="000000"/>
                </a:solidFill>
                <a:latin typeface="黑体" panose="02010609060101010101" pitchFamily="49" charset="-122"/>
                <a:ea typeface="黑体" panose="02010609060101010101" pitchFamily="49" charset="-122"/>
              </a:rPr>
              <a:t>.</a:t>
            </a:r>
            <a:r>
              <a:rPr lang="en-US" altLang="zh-CN" sz="3200">
                <a:solidFill>
                  <a:srgbClr val="000000"/>
                </a:solidFill>
                <a:latin typeface="黑体" panose="02010609060101010101" pitchFamily="49" charset="-122"/>
                <a:ea typeface="黑体" panose="02010609060101010101" pitchFamily="49" charset="-122"/>
              </a:rPr>
              <a:t>3</a:t>
            </a:r>
            <a:r>
              <a:rPr lang="zh-CN" altLang="en-US" sz="3200">
                <a:solidFill>
                  <a:srgbClr val="000000"/>
                </a:solidFill>
                <a:latin typeface="黑体" panose="02010609060101010101" pitchFamily="49" charset="-122"/>
                <a:ea typeface="黑体" panose="02010609060101010101" pitchFamily="49" charset="-122"/>
              </a:rPr>
              <a:t> 开放系统互连安全体系结构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5299"/>
                                        </p:tgtEl>
                                        <p:attrNameLst>
                                          <p:attrName>style.visibility</p:attrName>
                                        </p:attrNameLst>
                                      </p:cBhvr>
                                      <p:to>
                                        <p:strVal val="visible"/>
                                      </p:to>
                                    </p:set>
                                    <p:anim calcmode="lin" valueType="num">
                                      <p:cBhvr additive="base">
                                        <p:cTn id="7" dur="500" fill="hold"/>
                                        <p:tgtEl>
                                          <p:spTgt spid="55299"/>
                                        </p:tgtEl>
                                        <p:attrNameLst>
                                          <p:attrName>ppt_x</p:attrName>
                                        </p:attrNameLst>
                                      </p:cBhvr>
                                      <p:tavLst>
                                        <p:tav tm="0">
                                          <p:val>
                                            <p:strVal val="#ppt_x"/>
                                          </p:val>
                                        </p:tav>
                                        <p:tav tm="100000">
                                          <p:val>
                                            <p:strVal val="#ppt_x"/>
                                          </p:val>
                                        </p:tav>
                                      </p:tavLst>
                                    </p:anim>
                                    <p:anim calcmode="lin" valueType="num">
                                      <p:cBhvr additive="base">
                                        <p:cTn id="8" dur="500" fill="hold"/>
                                        <p:tgtEl>
                                          <p:spTgt spid="55299"/>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2" fill="hold" grpId="0" nodeType="clickEffect">
                                  <p:stCondLst>
                                    <p:cond delay="0"/>
                                  </p:stCondLst>
                                  <p:childTnLst>
                                    <p:set>
                                      <p:cBhvr>
                                        <p:cTn id="12" dur="1" fill="hold">
                                          <p:stCondLst>
                                            <p:cond delay="0"/>
                                          </p:stCondLst>
                                        </p:cTn>
                                        <p:tgtEl>
                                          <p:spTgt spid="10">
                                            <p:bg/>
                                          </p:spTgt>
                                        </p:tgtEl>
                                        <p:attrNameLst>
                                          <p:attrName>style.visibility</p:attrName>
                                        </p:attrNameLst>
                                      </p:cBhvr>
                                      <p:to>
                                        <p:strVal val="visible"/>
                                      </p:to>
                                    </p:set>
                                    <p:animEffect transition="in" filter="wipe(right)">
                                      <p:cBhvr>
                                        <p:cTn id="13" dur="1000"/>
                                        <p:tgtEl>
                                          <p:spTgt spid="10">
                                            <p:bg/>
                                          </p:spTgt>
                                        </p:tgtEl>
                                      </p:cBhvr>
                                    </p:animEffect>
                                  </p:childTnLst>
                                </p:cTn>
                              </p:par>
                              <p:par>
                                <p:cTn id="14" presetID="22" presetClass="entr" presetSubtype="2" fill="hold" grpId="0" nodeType="withEffect">
                                  <p:stCondLst>
                                    <p:cond delay="0"/>
                                  </p:stCondLst>
                                  <p:childTnLst>
                                    <p:set>
                                      <p:cBhvr>
                                        <p:cTn id="15" dur="1" fill="hold">
                                          <p:stCondLst>
                                            <p:cond delay="0"/>
                                          </p:stCondLst>
                                        </p:cTn>
                                        <p:tgtEl>
                                          <p:spTgt spid="10">
                                            <p:txEl>
                                              <p:pRg st="0" end="0"/>
                                            </p:txEl>
                                          </p:spTgt>
                                        </p:tgtEl>
                                        <p:attrNameLst>
                                          <p:attrName>style.visibility</p:attrName>
                                        </p:attrNameLst>
                                      </p:cBhvr>
                                      <p:to>
                                        <p:strVal val="visible"/>
                                      </p:to>
                                    </p:set>
                                    <p:animEffect transition="in" filter="wipe(right)">
                                      <p:cBhvr>
                                        <p:cTn id="16" dur="1000"/>
                                        <p:tgtEl>
                                          <p:spTgt spid="10">
                                            <p:txEl>
                                              <p:pRg st="0" end="0"/>
                                            </p:txEl>
                                          </p:spTgt>
                                        </p:tgtEl>
                                      </p:cBhvr>
                                    </p:animEffect>
                                  </p:childTnLst>
                                </p:cTn>
                              </p:par>
                              <p:par>
                                <p:cTn id="17" presetID="22" presetClass="entr" presetSubtype="2" fill="hold" grpId="0" nodeType="withEffect">
                                  <p:stCondLst>
                                    <p:cond delay="0"/>
                                  </p:stCondLst>
                                  <p:childTnLst>
                                    <p:set>
                                      <p:cBhvr>
                                        <p:cTn id="18" dur="1" fill="hold">
                                          <p:stCondLst>
                                            <p:cond delay="0"/>
                                          </p:stCondLst>
                                        </p:cTn>
                                        <p:tgtEl>
                                          <p:spTgt spid="10">
                                            <p:txEl>
                                              <p:pRg st="1" end="1"/>
                                            </p:txEl>
                                          </p:spTgt>
                                        </p:tgtEl>
                                        <p:attrNameLst>
                                          <p:attrName>style.visibility</p:attrName>
                                        </p:attrNameLst>
                                      </p:cBhvr>
                                      <p:to>
                                        <p:strVal val="visible"/>
                                      </p:to>
                                    </p:set>
                                    <p:animEffect transition="in" filter="wipe(right)">
                                      <p:cBhvr>
                                        <p:cTn id="19" dur="1000"/>
                                        <p:tgtEl>
                                          <p:spTgt spid="10">
                                            <p:txEl>
                                              <p:pRg st="1" end="1"/>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3" presetClass="exit" presetSubtype="10" fill="hold" grpId="1" nodeType="clickEffect">
                                  <p:stCondLst>
                                    <p:cond delay="0"/>
                                  </p:stCondLst>
                                  <p:childTnLst>
                                    <p:animEffect transition="out" filter="blinds(horizontal)">
                                      <p:cBhvr>
                                        <p:cTn id="23" dur="500"/>
                                        <p:tgtEl>
                                          <p:spTgt spid="10">
                                            <p:txEl>
                                              <p:pRg st="0" end="0"/>
                                            </p:txEl>
                                          </p:spTgt>
                                        </p:tgtEl>
                                      </p:cBhvr>
                                    </p:animEffect>
                                    <p:set>
                                      <p:cBhvr>
                                        <p:cTn id="24" dur="1" fill="hold">
                                          <p:stCondLst>
                                            <p:cond delay="499"/>
                                          </p:stCondLst>
                                        </p:cTn>
                                        <p:tgtEl>
                                          <p:spTgt spid="10">
                                            <p:txEl>
                                              <p:pRg st="0" end="0"/>
                                            </p:txEl>
                                          </p:spTgt>
                                        </p:tgtEl>
                                        <p:attrNameLst>
                                          <p:attrName>style.visibility</p:attrName>
                                        </p:attrNameLst>
                                      </p:cBhvr>
                                      <p:to>
                                        <p:strVal val="hidden"/>
                                      </p:to>
                                    </p:set>
                                  </p:childTnLst>
                                </p:cTn>
                              </p:par>
                              <p:par>
                                <p:cTn id="25" presetID="3" presetClass="exit" presetSubtype="10" fill="hold" grpId="1" nodeType="withEffect">
                                  <p:stCondLst>
                                    <p:cond delay="0"/>
                                  </p:stCondLst>
                                  <p:childTnLst>
                                    <p:animEffect transition="out" filter="blinds(horizontal)">
                                      <p:cBhvr>
                                        <p:cTn id="26" dur="500"/>
                                        <p:tgtEl>
                                          <p:spTgt spid="10">
                                            <p:txEl>
                                              <p:pRg st="1" end="1"/>
                                            </p:txEl>
                                          </p:spTgt>
                                        </p:tgtEl>
                                      </p:cBhvr>
                                    </p:animEffect>
                                    <p:set>
                                      <p:cBhvr>
                                        <p:cTn id="27" dur="1" fill="hold">
                                          <p:stCondLst>
                                            <p:cond delay="499"/>
                                          </p:stCondLst>
                                        </p:cTn>
                                        <p:tgtEl>
                                          <p:spTgt spid="10">
                                            <p:txEl>
                                              <p:pRg st="1" end="1"/>
                                            </p:txEl>
                                          </p:spTgt>
                                        </p:tgtEl>
                                        <p:attrNameLst>
                                          <p:attrName>style.visibility</p:attrName>
                                        </p:attrNameLst>
                                      </p:cBhvr>
                                      <p:to>
                                        <p:strVal val="hidden"/>
                                      </p:to>
                                    </p:set>
                                  </p:childTnLst>
                                </p:cTn>
                              </p:par>
                              <p:par>
                                <p:cTn id="28" presetID="3" presetClass="exit" presetSubtype="10" fill="hold" grpId="1" nodeType="withEffect">
                                  <p:stCondLst>
                                    <p:cond delay="0"/>
                                  </p:stCondLst>
                                  <p:childTnLst>
                                    <p:animEffect transition="out" filter="blinds(horizontal)">
                                      <p:cBhvr>
                                        <p:cTn id="29" dur="500"/>
                                        <p:tgtEl>
                                          <p:spTgt spid="10">
                                            <p:bg/>
                                          </p:spTgt>
                                        </p:tgtEl>
                                      </p:cBhvr>
                                    </p:animEffect>
                                    <p:set>
                                      <p:cBhvr>
                                        <p:cTn id="30" dur="1" fill="hold">
                                          <p:stCondLst>
                                            <p:cond delay="499"/>
                                          </p:stCondLst>
                                        </p:cTn>
                                        <p:tgtEl>
                                          <p:spTgt spid="10">
                                            <p:bg/>
                                          </p:spTgt>
                                        </p:tgtEl>
                                        <p:attrNameLst>
                                          <p:attrName>style.visibility</p:attrName>
                                        </p:attrNameLst>
                                      </p:cBhvr>
                                      <p:to>
                                        <p:strVal val="hidden"/>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4" fill="hold" nodeType="clickEffect">
                                  <p:stCondLst>
                                    <p:cond delay="0"/>
                                  </p:stCondLst>
                                  <p:childTnLst>
                                    <p:set>
                                      <p:cBhvr>
                                        <p:cTn id="34" dur="1" fill="hold">
                                          <p:stCondLst>
                                            <p:cond delay="0"/>
                                          </p:stCondLst>
                                        </p:cTn>
                                        <p:tgtEl>
                                          <p:spTgt spid="55300"/>
                                        </p:tgtEl>
                                        <p:attrNameLst>
                                          <p:attrName>style.visibility</p:attrName>
                                        </p:attrNameLst>
                                      </p:cBhvr>
                                      <p:to>
                                        <p:strVal val="visible"/>
                                      </p:to>
                                    </p:set>
                                    <p:anim calcmode="lin" valueType="num">
                                      <p:cBhvr additive="base">
                                        <p:cTn id="35" dur="500" fill="hold"/>
                                        <p:tgtEl>
                                          <p:spTgt spid="55300"/>
                                        </p:tgtEl>
                                        <p:attrNameLst>
                                          <p:attrName>ppt_x</p:attrName>
                                        </p:attrNameLst>
                                      </p:cBhvr>
                                      <p:tavLst>
                                        <p:tav tm="0">
                                          <p:val>
                                            <p:strVal val="#ppt_x"/>
                                          </p:val>
                                        </p:tav>
                                        <p:tav tm="100000">
                                          <p:val>
                                            <p:strVal val="#ppt_x"/>
                                          </p:val>
                                        </p:tav>
                                      </p:tavLst>
                                    </p:anim>
                                    <p:anim calcmode="lin" valueType="num">
                                      <p:cBhvr additive="base">
                                        <p:cTn id="36" dur="500" fill="hold"/>
                                        <p:tgtEl>
                                          <p:spTgt spid="55300"/>
                                        </p:tgtEl>
                                        <p:attrNameLst>
                                          <p:attrName>ppt_y</p:attrName>
                                        </p:attrNameLst>
                                      </p:cBhvr>
                                      <p:tavLst>
                                        <p:tav tm="0">
                                          <p:val>
                                            <p:strVal val="1+#ppt_h/2"/>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2" fill="hold" grpId="0" nodeType="clickEffect">
                                  <p:stCondLst>
                                    <p:cond delay="0"/>
                                  </p:stCondLst>
                                  <p:childTnLst>
                                    <p:set>
                                      <p:cBhvr>
                                        <p:cTn id="40" dur="1" fill="hold">
                                          <p:stCondLst>
                                            <p:cond delay="0"/>
                                          </p:stCondLst>
                                        </p:cTn>
                                        <p:tgtEl>
                                          <p:spTgt spid="11">
                                            <p:bg/>
                                          </p:spTgt>
                                        </p:tgtEl>
                                        <p:attrNameLst>
                                          <p:attrName>style.visibility</p:attrName>
                                        </p:attrNameLst>
                                      </p:cBhvr>
                                      <p:to>
                                        <p:strVal val="visible"/>
                                      </p:to>
                                    </p:set>
                                    <p:animEffect transition="in" filter="wipe(right)">
                                      <p:cBhvr>
                                        <p:cTn id="41" dur="1000"/>
                                        <p:tgtEl>
                                          <p:spTgt spid="11">
                                            <p:bg/>
                                          </p:spTgt>
                                        </p:tgtEl>
                                      </p:cBhvr>
                                    </p:animEffect>
                                  </p:childTnLst>
                                </p:cTn>
                              </p:par>
                              <p:par>
                                <p:cTn id="42" presetID="22" presetClass="entr" presetSubtype="2" fill="hold" grpId="0" nodeType="withEffect">
                                  <p:stCondLst>
                                    <p:cond delay="0"/>
                                  </p:stCondLst>
                                  <p:childTnLst>
                                    <p:set>
                                      <p:cBhvr>
                                        <p:cTn id="43" dur="1" fill="hold">
                                          <p:stCondLst>
                                            <p:cond delay="0"/>
                                          </p:stCondLst>
                                        </p:cTn>
                                        <p:tgtEl>
                                          <p:spTgt spid="11">
                                            <p:txEl>
                                              <p:pRg st="0" end="0"/>
                                            </p:txEl>
                                          </p:spTgt>
                                        </p:tgtEl>
                                        <p:attrNameLst>
                                          <p:attrName>style.visibility</p:attrName>
                                        </p:attrNameLst>
                                      </p:cBhvr>
                                      <p:to>
                                        <p:strVal val="visible"/>
                                      </p:to>
                                    </p:set>
                                    <p:animEffect transition="in" filter="wipe(right)">
                                      <p:cBhvr>
                                        <p:cTn id="44" dur="1000"/>
                                        <p:tgtEl>
                                          <p:spTgt spid="11">
                                            <p:txEl>
                                              <p:pRg st="0" end="0"/>
                                            </p:txEl>
                                          </p:spTgt>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3" presetClass="exit" presetSubtype="10" fill="hold" grpId="1" nodeType="clickEffect">
                                  <p:stCondLst>
                                    <p:cond delay="0"/>
                                  </p:stCondLst>
                                  <p:childTnLst>
                                    <p:animEffect transition="out" filter="blinds(horizontal)">
                                      <p:cBhvr>
                                        <p:cTn id="48" dur="500"/>
                                        <p:tgtEl>
                                          <p:spTgt spid="11">
                                            <p:txEl>
                                              <p:pRg st="0" end="0"/>
                                            </p:txEl>
                                          </p:spTgt>
                                        </p:tgtEl>
                                      </p:cBhvr>
                                    </p:animEffect>
                                    <p:set>
                                      <p:cBhvr>
                                        <p:cTn id="49" dur="1" fill="hold">
                                          <p:stCondLst>
                                            <p:cond delay="499"/>
                                          </p:stCondLst>
                                        </p:cTn>
                                        <p:tgtEl>
                                          <p:spTgt spid="11">
                                            <p:txEl>
                                              <p:pRg st="0" end="0"/>
                                            </p:txEl>
                                          </p:spTgt>
                                        </p:tgtEl>
                                        <p:attrNameLst>
                                          <p:attrName>style.visibility</p:attrName>
                                        </p:attrNameLst>
                                      </p:cBhvr>
                                      <p:to>
                                        <p:strVal val="hidden"/>
                                      </p:to>
                                    </p:set>
                                  </p:childTnLst>
                                </p:cTn>
                              </p:par>
                              <p:par>
                                <p:cTn id="50" presetID="3" presetClass="exit" presetSubtype="10" fill="hold" grpId="1" nodeType="withEffect">
                                  <p:stCondLst>
                                    <p:cond delay="0"/>
                                  </p:stCondLst>
                                  <p:childTnLst>
                                    <p:animEffect transition="out" filter="blinds(horizontal)">
                                      <p:cBhvr>
                                        <p:cTn id="51" dur="500"/>
                                        <p:tgtEl>
                                          <p:spTgt spid="11">
                                            <p:bg/>
                                          </p:spTgt>
                                        </p:tgtEl>
                                      </p:cBhvr>
                                    </p:animEffect>
                                    <p:set>
                                      <p:cBhvr>
                                        <p:cTn id="52" dur="1" fill="hold">
                                          <p:stCondLst>
                                            <p:cond delay="499"/>
                                          </p:stCondLst>
                                        </p:cTn>
                                        <p:tgtEl>
                                          <p:spTgt spid="11">
                                            <p:bg/>
                                          </p:spTgt>
                                        </p:tgtEl>
                                        <p:attrNameLst>
                                          <p:attrName>style.visibility</p:attrName>
                                        </p:attrNameLst>
                                      </p:cBhvr>
                                      <p:to>
                                        <p:strVal val="hidden"/>
                                      </p:to>
                                    </p:set>
                                  </p:childTnLst>
                                </p:cTn>
                              </p:par>
                            </p:childTnLst>
                          </p:cTn>
                        </p:par>
                      </p:childTnLst>
                    </p:cTn>
                  </p:par>
                  <p:par>
                    <p:cTn id="53" fill="hold" nodeType="clickPar">
                      <p:stCondLst>
                        <p:cond delay="indefinite"/>
                      </p:stCondLst>
                      <p:childTnLst>
                        <p:par>
                          <p:cTn id="54" fill="hold" nodeType="withGroup">
                            <p:stCondLst>
                              <p:cond delay="0"/>
                            </p:stCondLst>
                            <p:childTnLst>
                              <p:par>
                                <p:cTn id="55" presetID="2" presetClass="entr" presetSubtype="4" fill="hold" nodeType="clickEffect">
                                  <p:stCondLst>
                                    <p:cond delay="0"/>
                                  </p:stCondLst>
                                  <p:childTnLst>
                                    <p:set>
                                      <p:cBhvr>
                                        <p:cTn id="56" dur="1" fill="hold">
                                          <p:stCondLst>
                                            <p:cond delay="0"/>
                                          </p:stCondLst>
                                        </p:cTn>
                                        <p:tgtEl>
                                          <p:spTgt spid="55301"/>
                                        </p:tgtEl>
                                        <p:attrNameLst>
                                          <p:attrName>style.visibility</p:attrName>
                                        </p:attrNameLst>
                                      </p:cBhvr>
                                      <p:to>
                                        <p:strVal val="visible"/>
                                      </p:to>
                                    </p:set>
                                    <p:anim calcmode="lin" valueType="num">
                                      <p:cBhvr additive="base">
                                        <p:cTn id="57" dur="500" fill="hold"/>
                                        <p:tgtEl>
                                          <p:spTgt spid="55301"/>
                                        </p:tgtEl>
                                        <p:attrNameLst>
                                          <p:attrName>ppt_x</p:attrName>
                                        </p:attrNameLst>
                                      </p:cBhvr>
                                      <p:tavLst>
                                        <p:tav tm="0">
                                          <p:val>
                                            <p:strVal val="#ppt_x"/>
                                          </p:val>
                                        </p:tav>
                                        <p:tav tm="100000">
                                          <p:val>
                                            <p:strVal val="#ppt_x"/>
                                          </p:val>
                                        </p:tav>
                                      </p:tavLst>
                                    </p:anim>
                                    <p:anim calcmode="lin" valueType="num">
                                      <p:cBhvr additive="base">
                                        <p:cTn id="58" dur="500" fill="hold"/>
                                        <p:tgtEl>
                                          <p:spTgt spid="55301"/>
                                        </p:tgtEl>
                                        <p:attrNameLst>
                                          <p:attrName>ppt_y</p:attrName>
                                        </p:attrNameLst>
                                      </p:cBhvr>
                                      <p:tavLst>
                                        <p:tav tm="0">
                                          <p:val>
                                            <p:strVal val="1+#ppt_h/2"/>
                                          </p:val>
                                        </p:tav>
                                        <p:tav tm="100000">
                                          <p:val>
                                            <p:strVal val="#ppt_y"/>
                                          </p:val>
                                        </p:tav>
                                      </p:tavLst>
                                    </p:anim>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2" fill="hold" grpId="0" nodeType="clickEffect">
                                  <p:stCondLst>
                                    <p:cond delay="0"/>
                                  </p:stCondLst>
                                  <p:childTnLst>
                                    <p:set>
                                      <p:cBhvr>
                                        <p:cTn id="62" dur="1" fill="hold">
                                          <p:stCondLst>
                                            <p:cond delay="0"/>
                                          </p:stCondLst>
                                        </p:cTn>
                                        <p:tgtEl>
                                          <p:spTgt spid="12">
                                            <p:bg/>
                                          </p:spTgt>
                                        </p:tgtEl>
                                        <p:attrNameLst>
                                          <p:attrName>style.visibility</p:attrName>
                                        </p:attrNameLst>
                                      </p:cBhvr>
                                      <p:to>
                                        <p:strVal val="visible"/>
                                      </p:to>
                                    </p:set>
                                    <p:animEffect transition="in" filter="wipe(right)">
                                      <p:cBhvr>
                                        <p:cTn id="63" dur="1000"/>
                                        <p:tgtEl>
                                          <p:spTgt spid="12">
                                            <p:bg/>
                                          </p:spTgt>
                                        </p:tgtEl>
                                      </p:cBhvr>
                                    </p:animEffect>
                                  </p:childTnLst>
                                </p:cTn>
                              </p:par>
                              <p:par>
                                <p:cTn id="64" presetID="22" presetClass="entr" presetSubtype="2" fill="hold" grpId="0" nodeType="withEffect">
                                  <p:stCondLst>
                                    <p:cond delay="0"/>
                                  </p:stCondLst>
                                  <p:childTnLst>
                                    <p:set>
                                      <p:cBhvr>
                                        <p:cTn id="65" dur="1" fill="hold">
                                          <p:stCondLst>
                                            <p:cond delay="0"/>
                                          </p:stCondLst>
                                        </p:cTn>
                                        <p:tgtEl>
                                          <p:spTgt spid="12">
                                            <p:txEl>
                                              <p:pRg st="0" end="0"/>
                                            </p:txEl>
                                          </p:spTgt>
                                        </p:tgtEl>
                                        <p:attrNameLst>
                                          <p:attrName>style.visibility</p:attrName>
                                        </p:attrNameLst>
                                      </p:cBhvr>
                                      <p:to>
                                        <p:strVal val="visible"/>
                                      </p:to>
                                    </p:set>
                                    <p:animEffect transition="in" filter="wipe(right)">
                                      <p:cBhvr>
                                        <p:cTn id="66" dur="1000"/>
                                        <p:tgtEl>
                                          <p:spTgt spid="12">
                                            <p:txEl>
                                              <p:pRg st="0" end="0"/>
                                            </p:txEl>
                                          </p:spTgt>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3" presetClass="exit" presetSubtype="10" fill="hold" grpId="1" nodeType="clickEffect">
                                  <p:stCondLst>
                                    <p:cond delay="0"/>
                                  </p:stCondLst>
                                  <p:childTnLst>
                                    <p:animEffect transition="out" filter="blinds(horizontal)">
                                      <p:cBhvr>
                                        <p:cTn id="70" dur="500"/>
                                        <p:tgtEl>
                                          <p:spTgt spid="12">
                                            <p:txEl>
                                              <p:pRg st="0" end="0"/>
                                            </p:txEl>
                                          </p:spTgt>
                                        </p:tgtEl>
                                      </p:cBhvr>
                                    </p:animEffect>
                                    <p:set>
                                      <p:cBhvr>
                                        <p:cTn id="71" dur="1" fill="hold">
                                          <p:stCondLst>
                                            <p:cond delay="499"/>
                                          </p:stCondLst>
                                        </p:cTn>
                                        <p:tgtEl>
                                          <p:spTgt spid="12">
                                            <p:txEl>
                                              <p:pRg st="0" end="0"/>
                                            </p:txEl>
                                          </p:spTgt>
                                        </p:tgtEl>
                                        <p:attrNameLst>
                                          <p:attrName>style.visibility</p:attrName>
                                        </p:attrNameLst>
                                      </p:cBhvr>
                                      <p:to>
                                        <p:strVal val="hidden"/>
                                      </p:to>
                                    </p:set>
                                  </p:childTnLst>
                                </p:cTn>
                              </p:par>
                              <p:par>
                                <p:cTn id="72" presetID="3" presetClass="exit" presetSubtype="10" fill="hold" grpId="1" nodeType="withEffect">
                                  <p:stCondLst>
                                    <p:cond delay="0"/>
                                  </p:stCondLst>
                                  <p:childTnLst>
                                    <p:animEffect transition="out" filter="blinds(horizontal)">
                                      <p:cBhvr>
                                        <p:cTn id="73" dur="500"/>
                                        <p:tgtEl>
                                          <p:spTgt spid="12">
                                            <p:bg/>
                                          </p:spTgt>
                                        </p:tgtEl>
                                      </p:cBhvr>
                                    </p:animEffect>
                                    <p:set>
                                      <p:cBhvr>
                                        <p:cTn id="74" dur="1" fill="hold">
                                          <p:stCondLst>
                                            <p:cond delay="499"/>
                                          </p:stCondLst>
                                        </p:cTn>
                                        <p:tgtEl>
                                          <p:spTgt spid="12">
                                            <p:bg/>
                                          </p:spTgt>
                                        </p:tgtEl>
                                        <p:attrNameLst>
                                          <p:attrName>style.visibility</p:attrName>
                                        </p:attrNameLst>
                                      </p:cBhvr>
                                      <p:to>
                                        <p:strVal val="hidden"/>
                                      </p:to>
                                    </p:set>
                                  </p:childTnLst>
                                </p:cTn>
                              </p:par>
                            </p:childTnLst>
                          </p:cTn>
                        </p:par>
                      </p:childTnLst>
                    </p:cTn>
                  </p:par>
                  <p:par>
                    <p:cTn id="75" fill="hold" nodeType="clickPar">
                      <p:stCondLst>
                        <p:cond delay="indefinite"/>
                      </p:stCondLst>
                      <p:childTnLst>
                        <p:par>
                          <p:cTn id="76" fill="hold" nodeType="withGroup">
                            <p:stCondLst>
                              <p:cond delay="0"/>
                            </p:stCondLst>
                            <p:childTnLst>
                              <p:par>
                                <p:cTn id="77" presetID="2" presetClass="entr" presetSubtype="4" fill="hold" nodeType="clickEffect">
                                  <p:stCondLst>
                                    <p:cond delay="0"/>
                                  </p:stCondLst>
                                  <p:childTnLst>
                                    <p:set>
                                      <p:cBhvr>
                                        <p:cTn id="78" dur="1" fill="hold">
                                          <p:stCondLst>
                                            <p:cond delay="0"/>
                                          </p:stCondLst>
                                        </p:cTn>
                                        <p:tgtEl>
                                          <p:spTgt spid="55302"/>
                                        </p:tgtEl>
                                        <p:attrNameLst>
                                          <p:attrName>style.visibility</p:attrName>
                                        </p:attrNameLst>
                                      </p:cBhvr>
                                      <p:to>
                                        <p:strVal val="visible"/>
                                      </p:to>
                                    </p:set>
                                    <p:anim calcmode="lin" valueType="num">
                                      <p:cBhvr additive="base">
                                        <p:cTn id="79" dur="500" fill="hold"/>
                                        <p:tgtEl>
                                          <p:spTgt spid="55302"/>
                                        </p:tgtEl>
                                        <p:attrNameLst>
                                          <p:attrName>ppt_x</p:attrName>
                                        </p:attrNameLst>
                                      </p:cBhvr>
                                      <p:tavLst>
                                        <p:tav tm="0">
                                          <p:val>
                                            <p:strVal val="#ppt_x"/>
                                          </p:val>
                                        </p:tav>
                                        <p:tav tm="100000">
                                          <p:val>
                                            <p:strVal val="#ppt_x"/>
                                          </p:val>
                                        </p:tav>
                                      </p:tavLst>
                                    </p:anim>
                                    <p:anim calcmode="lin" valueType="num">
                                      <p:cBhvr additive="base">
                                        <p:cTn id="80" dur="500" fill="hold"/>
                                        <p:tgtEl>
                                          <p:spTgt spid="55302"/>
                                        </p:tgtEl>
                                        <p:attrNameLst>
                                          <p:attrName>ppt_y</p:attrName>
                                        </p:attrNameLst>
                                      </p:cBhvr>
                                      <p:tavLst>
                                        <p:tav tm="0">
                                          <p:val>
                                            <p:strVal val="1+#ppt_h/2"/>
                                          </p:val>
                                        </p:tav>
                                        <p:tav tm="100000">
                                          <p:val>
                                            <p:strVal val="#ppt_y"/>
                                          </p:val>
                                        </p:tav>
                                      </p:tavLst>
                                    </p:anim>
                                  </p:child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2" fill="hold" grpId="0" nodeType="clickEffect">
                                  <p:stCondLst>
                                    <p:cond delay="0"/>
                                  </p:stCondLst>
                                  <p:childTnLst>
                                    <p:set>
                                      <p:cBhvr>
                                        <p:cTn id="84" dur="1" fill="hold">
                                          <p:stCondLst>
                                            <p:cond delay="0"/>
                                          </p:stCondLst>
                                        </p:cTn>
                                        <p:tgtEl>
                                          <p:spTgt spid="13">
                                            <p:bg/>
                                          </p:spTgt>
                                        </p:tgtEl>
                                        <p:attrNameLst>
                                          <p:attrName>style.visibility</p:attrName>
                                        </p:attrNameLst>
                                      </p:cBhvr>
                                      <p:to>
                                        <p:strVal val="visible"/>
                                      </p:to>
                                    </p:set>
                                    <p:animEffect transition="in" filter="wipe(right)">
                                      <p:cBhvr>
                                        <p:cTn id="85" dur="1000"/>
                                        <p:tgtEl>
                                          <p:spTgt spid="13">
                                            <p:bg/>
                                          </p:spTgt>
                                        </p:tgtEl>
                                      </p:cBhvr>
                                    </p:animEffect>
                                  </p:childTnLst>
                                </p:cTn>
                              </p:par>
                              <p:par>
                                <p:cTn id="86" presetID="22" presetClass="entr" presetSubtype="2" fill="hold" grpId="0" nodeType="withEffect">
                                  <p:stCondLst>
                                    <p:cond delay="0"/>
                                  </p:stCondLst>
                                  <p:childTnLst>
                                    <p:set>
                                      <p:cBhvr>
                                        <p:cTn id="87" dur="1" fill="hold">
                                          <p:stCondLst>
                                            <p:cond delay="0"/>
                                          </p:stCondLst>
                                        </p:cTn>
                                        <p:tgtEl>
                                          <p:spTgt spid="13">
                                            <p:txEl>
                                              <p:pRg st="0" end="0"/>
                                            </p:txEl>
                                          </p:spTgt>
                                        </p:tgtEl>
                                        <p:attrNameLst>
                                          <p:attrName>style.visibility</p:attrName>
                                        </p:attrNameLst>
                                      </p:cBhvr>
                                      <p:to>
                                        <p:strVal val="visible"/>
                                      </p:to>
                                    </p:set>
                                    <p:animEffect transition="in" filter="wipe(right)">
                                      <p:cBhvr>
                                        <p:cTn id="88" dur="1000"/>
                                        <p:tgtEl>
                                          <p:spTgt spid="13">
                                            <p:txEl>
                                              <p:pRg st="0" end="0"/>
                                            </p:txEl>
                                          </p:spTgt>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3" presetClass="exit" presetSubtype="10" fill="hold" grpId="1" nodeType="clickEffect">
                                  <p:stCondLst>
                                    <p:cond delay="0"/>
                                  </p:stCondLst>
                                  <p:childTnLst>
                                    <p:animEffect transition="out" filter="blinds(horizontal)">
                                      <p:cBhvr>
                                        <p:cTn id="92" dur="500"/>
                                        <p:tgtEl>
                                          <p:spTgt spid="13">
                                            <p:txEl>
                                              <p:pRg st="0" end="0"/>
                                            </p:txEl>
                                          </p:spTgt>
                                        </p:tgtEl>
                                      </p:cBhvr>
                                    </p:animEffect>
                                    <p:set>
                                      <p:cBhvr>
                                        <p:cTn id="93" dur="1" fill="hold">
                                          <p:stCondLst>
                                            <p:cond delay="499"/>
                                          </p:stCondLst>
                                        </p:cTn>
                                        <p:tgtEl>
                                          <p:spTgt spid="13">
                                            <p:txEl>
                                              <p:pRg st="0" end="0"/>
                                            </p:txEl>
                                          </p:spTgt>
                                        </p:tgtEl>
                                        <p:attrNameLst>
                                          <p:attrName>style.visibility</p:attrName>
                                        </p:attrNameLst>
                                      </p:cBhvr>
                                      <p:to>
                                        <p:strVal val="hidden"/>
                                      </p:to>
                                    </p:set>
                                  </p:childTnLst>
                                </p:cTn>
                              </p:par>
                              <p:par>
                                <p:cTn id="94" presetID="3" presetClass="exit" presetSubtype="10" fill="hold" grpId="1" nodeType="withEffect">
                                  <p:stCondLst>
                                    <p:cond delay="0"/>
                                  </p:stCondLst>
                                  <p:childTnLst>
                                    <p:animEffect transition="out" filter="blinds(horizontal)">
                                      <p:cBhvr>
                                        <p:cTn id="95" dur="500"/>
                                        <p:tgtEl>
                                          <p:spTgt spid="13">
                                            <p:bg/>
                                          </p:spTgt>
                                        </p:tgtEl>
                                      </p:cBhvr>
                                    </p:animEffect>
                                    <p:set>
                                      <p:cBhvr>
                                        <p:cTn id="96" dur="1" fill="hold">
                                          <p:stCondLst>
                                            <p:cond delay="499"/>
                                          </p:stCondLst>
                                        </p:cTn>
                                        <p:tgtEl>
                                          <p:spTgt spid="13">
                                            <p:bg/>
                                          </p:spTgt>
                                        </p:tgtEl>
                                        <p:attrNameLst>
                                          <p:attrName>style.visibility</p:attrName>
                                        </p:attrNameLst>
                                      </p:cBhvr>
                                      <p:to>
                                        <p:strVal val="hidden"/>
                                      </p:to>
                                    </p:set>
                                  </p:childTnLst>
                                </p:cTn>
                              </p:par>
                            </p:childTnLst>
                          </p:cTn>
                        </p:par>
                      </p:childTnLst>
                    </p:cTn>
                  </p:par>
                  <p:par>
                    <p:cTn id="97" fill="hold" nodeType="clickPar">
                      <p:stCondLst>
                        <p:cond delay="indefinite"/>
                      </p:stCondLst>
                      <p:childTnLst>
                        <p:par>
                          <p:cTn id="98" fill="hold" nodeType="withGroup">
                            <p:stCondLst>
                              <p:cond delay="0"/>
                            </p:stCondLst>
                            <p:childTnLst>
                              <p:par>
                                <p:cTn id="99" presetID="2" presetClass="entr" presetSubtype="4" fill="hold" nodeType="clickEffect">
                                  <p:stCondLst>
                                    <p:cond delay="0"/>
                                  </p:stCondLst>
                                  <p:childTnLst>
                                    <p:set>
                                      <p:cBhvr>
                                        <p:cTn id="100" dur="1" fill="hold">
                                          <p:stCondLst>
                                            <p:cond delay="0"/>
                                          </p:stCondLst>
                                        </p:cTn>
                                        <p:tgtEl>
                                          <p:spTgt spid="55303"/>
                                        </p:tgtEl>
                                        <p:attrNameLst>
                                          <p:attrName>style.visibility</p:attrName>
                                        </p:attrNameLst>
                                      </p:cBhvr>
                                      <p:to>
                                        <p:strVal val="visible"/>
                                      </p:to>
                                    </p:set>
                                    <p:anim calcmode="lin" valueType="num">
                                      <p:cBhvr additive="base">
                                        <p:cTn id="101" dur="500" fill="hold"/>
                                        <p:tgtEl>
                                          <p:spTgt spid="55303"/>
                                        </p:tgtEl>
                                        <p:attrNameLst>
                                          <p:attrName>ppt_x</p:attrName>
                                        </p:attrNameLst>
                                      </p:cBhvr>
                                      <p:tavLst>
                                        <p:tav tm="0">
                                          <p:val>
                                            <p:strVal val="#ppt_x"/>
                                          </p:val>
                                        </p:tav>
                                        <p:tav tm="100000">
                                          <p:val>
                                            <p:strVal val="#ppt_x"/>
                                          </p:val>
                                        </p:tav>
                                      </p:tavLst>
                                    </p:anim>
                                    <p:anim calcmode="lin" valueType="num">
                                      <p:cBhvr additive="base">
                                        <p:cTn id="102" dur="500" fill="hold"/>
                                        <p:tgtEl>
                                          <p:spTgt spid="55303"/>
                                        </p:tgtEl>
                                        <p:attrNameLst>
                                          <p:attrName>ppt_y</p:attrName>
                                        </p:attrNameLst>
                                      </p:cBhvr>
                                      <p:tavLst>
                                        <p:tav tm="0">
                                          <p:val>
                                            <p:strVal val="1+#ppt_h/2"/>
                                          </p:val>
                                        </p:tav>
                                        <p:tav tm="100000">
                                          <p:val>
                                            <p:strVal val="#ppt_y"/>
                                          </p:val>
                                        </p:tav>
                                      </p:tavLst>
                                    </p:anim>
                                  </p:childTnLst>
                                </p:cTn>
                              </p:par>
                            </p:childTnLst>
                          </p:cTn>
                        </p:par>
                      </p:childTnLst>
                    </p:cTn>
                  </p:par>
                  <p:par>
                    <p:cTn id="103" fill="hold" nodeType="clickPar">
                      <p:stCondLst>
                        <p:cond delay="indefinite"/>
                      </p:stCondLst>
                      <p:childTnLst>
                        <p:par>
                          <p:cTn id="104" fill="hold" nodeType="withGroup">
                            <p:stCondLst>
                              <p:cond delay="0"/>
                            </p:stCondLst>
                            <p:childTnLst>
                              <p:par>
                                <p:cTn id="105" presetID="22" presetClass="entr" presetSubtype="2" fill="hold" grpId="0" nodeType="clickEffect">
                                  <p:stCondLst>
                                    <p:cond delay="0"/>
                                  </p:stCondLst>
                                  <p:childTnLst>
                                    <p:set>
                                      <p:cBhvr>
                                        <p:cTn id="106" dur="1" fill="hold">
                                          <p:stCondLst>
                                            <p:cond delay="0"/>
                                          </p:stCondLst>
                                        </p:cTn>
                                        <p:tgtEl>
                                          <p:spTgt spid="14">
                                            <p:bg/>
                                          </p:spTgt>
                                        </p:tgtEl>
                                        <p:attrNameLst>
                                          <p:attrName>style.visibility</p:attrName>
                                        </p:attrNameLst>
                                      </p:cBhvr>
                                      <p:to>
                                        <p:strVal val="visible"/>
                                      </p:to>
                                    </p:set>
                                    <p:animEffect transition="in" filter="wipe(right)">
                                      <p:cBhvr>
                                        <p:cTn id="107" dur="1000"/>
                                        <p:tgtEl>
                                          <p:spTgt spid="14">
                                            <p:bg/>
                                          </p:spTgt>
                                        </p:tgtEl>
                                      </p:cBhvr>
                                    </p:animEffect>
                                  </p:childTnLst>
                                </p:cTn>
                              </p:par>
                              <p:par>
                                <p:cTn id="108" presetID="22" presetClass="entr" presetSubtype="2" fill="hold" grpId="0" nodeType="withEffect">
                                  <p:stCondLst>
                                    <p:cond delay="0"/>
                                  </p:stCondLst>
                                  <p:childTnLst>
                                    <p:set>
                                      <p:cBhvr>
                                        <p:cTn id="109" dur="1" fill="hold">
                                          <p:stCondLst>
                                            <p:cond delay="0"/>
                                          </p:stCondLst>
                                        </p:cTn>
                                        <p:tgtEl>
                                          <p:spTgt spid="14">
                                            <p:txEl>
                                              <p:pRg st="0" end="0"/>
                                            </p:txEl>
                                          </p:spTgt>
                                        </p:tgtEl>
                                        <p:attrNameLst>
                                          <p:attrName>style.visibility</p:attrName>
                                        </p:attrNameLst>
                                      </p:cBhvr>
                                      <p:to>
                                        <p:strVal val="visible"/>
                                      </p:to>
                                    </p:set>
                                    <p:animEffect transition="in" filter="wipe(right)">
                                      <p:cBhvr>
                                        <p:cTn id="110" dur="1000"/>
                                        <p:tgtEl>
                                          <p:spTgt spid="14">
                                            <p:txEl>
                                              <p:pRg st="0" end="0"/>
                                            </p:txEl>
                                          </p:spTgt>
                                        </p:tgtEl>
                                      </p:cBhvr>
                                    </p:animEffect>
                                  </p:childTnLst>
                                </p:cTn>
                              </p:par>
                            </p:childTnLst>
                          </p:cTn>
                        </p:par>
                      </p:childTnLst>
                    </p:cTn>
                  </p:par>
                  <p:par>
                    <p:cTn id="111" fill="hold" nodeType="clickPar">
                      <p:stCondLst>
                        <p:cond delay="indefinite"/>
                      </p:stCondLst>
                      <p:childTnLst>
                        <p:par>
                          <p:cTn id="112" fill="hold" nodeType="withGroup">
                            <p:stCondLst>
                              <p:cond delay="0"/>
                            </p:stCondLst>
                            <p:childTnLst>
                              <p:par>
                                <p:cTn id="113" presetID="3" presetClass="exit" presetSubtype="10" fill="hold" grpId="1" nodeType="clickEffect">
                                  <p:stCondLst>
                                    <p:cond delay="0"/>
                                  </p:stCondLst>
                                  <p:childTnLst>
                                    <p:animEffect transition="out" filter="blinds(horizontal)">
                                      <p:cBhvr>
                                        <p:cTn id="114" dur="500"/>
                                        <p:tgtEl>
                                          <p:spTgt spid="14">
                                            <p:txEl>
                                              <p:pRg st="0" end="0"/>
                                            </p:txEl>
                                          </p:spTgt>
                                        </p:tgtEl>
                                      </p:cBhvr>
                                    </p:animEffect>
                                    <p:set>
                                      <p:cBhvr>
                                        <p:cTn id="115" dur="1" fill="hold">
                                          <p:stCondLst>
                                            <p:cond delay="499"/>
                                          </p:stCondLst>
                                        </p:cTn>
                                        <p:tgtEl>
                                          <p:spTgt spid="14">
                                            <p:txEl>
                                              <p:pRg st="0" end="0"/>
                                            </p:txEl>
                                          </p:spTgt>
                                        </p:tgtEl>
                                        <p:attrNameLst>
                                          <p:attrName>style.visibility</p:attrName>
                                        </p:attrNameLst>
                                      </p:cBhvr>
                                      <p:to>
                                        <p:strVal val="hidden"/>
                                      </p:to>
                                    </p:set>
                                  </p:childTnLst>
                                </p:cTn>
                              </p:par>
                              <p:par>
                                <p:cTn id="116" presetID="3" presetClass="exit" presetSubtype="10" fill="hold" grpId="1" nodeType="withEffect">
                                  <p:stCondLst>
                                    <p:cond delay="0"/>
                                  </p:stCondLst>
                                  <p:childTnLst>
                                    <p:animEffect transition="out" filter="blinds(horizontal)">
                                      <p:cBhvr>
                                        <p:cTn id="117" dur="500"/>
                                        <p:tgtEl>
                                          <p:spTgt spid="14">
                                            <p:bg/>
                                          </p:spTgt>
                                        </p:tgtEl>
                                      </p:cBhvr>
                                    </p:animEffect>
                                    <p:set>
                                      <p:cBhvr>
                                        <p:cTn id="118" dur="1" fill="hold">
                                          <p:stCondLst>
                                            <p:cond delay="499"/>
                                          </p:stCondLst>
                                        </p:cTn>
                                        <p:tgtEl>
                                          <p:spTgt spid="14">
                                            <p:bg/>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allAtOnce" animBg="1"/>
      <p:bldP spid="10" grpId="1" build="allAtOnce" animBg="1"/>
      <p:bldP spid="11" grpId="0" build="allAtOnce" animBg="1"/>
      <p:bldP spid="11" grpId="1" build="allAtOnce" animBg="1"/>
      <p:bldP spid="12" grpId="0" build="allAtOnce" animBg="1"/>
      <p:bldP spid="12" grpId="1" build="allAtOnce" animBg="1"/>
      <p:bldP spid="13" grpId="0" build="allAtOnce" animBg="1"/>
      <p:bldP spid="13" grpId="1" build="allAtOnce" animBg="1"/>
      <p:bldP spid="14" grpId="0" build="allAtOnce" animBg="1"/>
      <p:bldP spid="14" grpId="1" build="allAtOnce"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50760" name="Group 104">
            <a:extLst>
              <a:ext uri="{FF2B5EF4-FFF2-40B4-BE49-F238E27FC236}">
                <a16:creationId xmlns:a16="http://schemas.microsoft.com/office/drawing/2014/main" id="{0B3F8DEE-8EEB-154D-9B14-7E8C92A1D375}"/>
              </a:ext>
            </a:extLst>
          </p:cNvPr>
          <p:cNvGraphicFramePr>
            <a:graphicFrameLocks noGrp="1"/>
          </p:cNvGraphicFramePr>
          <p:nvPr>
            <p:ph idx="4294967295"/>
          </p:nvPr>
        </p:nvGraphicFramePr>
        <p:xfrm>
          <a:off x="457200" y="914400"/>
          <a:ext cx="8229600" cy="4965701"/>
        </p:xfrm>
        <a:graphic>
          <a:graphicData uri="http://schemas.openxmlformats.org/drawingml/2006/table">
            <a:tbl>
              <a:tblPr/>
              <a:tblGrid>
                <a:gridCol w="4146550">
                  <a:extLst>
                    <a:ext uri="{9D8B030D-6E8A-4147-A177-3AD203B41FA5}">
                      <a16:colId xmlns:a16="http://schemas.microsoft.com/office/drawing/2014/main" val="20000"/>
                    </a:ext>
                  </a:extLst>
                </a:gridCol>
                <a:gridCol w="4083050">
                  <a:extLst>
                    <a:ext uri="{9D8B030D-6E8A-4147-A177-3AD203B41FA5}">
                      <a16:colId xmlns:a16="http://schemas.microsoft.com/office/drawing/2014/main" val="20001"/>
                    </a:ext>
                  </a:extLst>
                </a:gridCol>
              </a:tblGrid>
              <a:tr h="579102">
                <a:tc gridSpan="2">
                  <a:txBody>
                    <a:bodyPr/>
                    <a:lstStyle/>
                    <a:p>
                      <a:pPr marL="571500" marR="0" lvl="0" indent="-571500" algn="ctr" defTabSz="914400" rtl="0" eaLnBrk="0" fontAlgn="base" latinLnBrk="0" hangingPunct="0">
                        <a:lnSpc>
                          <a:spcPct val="100000"/>
                        </a:lnSpc>
                        <a:spcBef>
                          <a:spcPct val="0"/>
                        </a:spcBef>
                        <a:spcAft>
                          <a:spcPct val="0"/>
                        </a:spcAft>
                        <a:buClrTx/>
                        <a:buSzTx/>
                        <a:buFontTx/>
                        <a:buNone/>
                      </a:pPr>
                      <a:r>
                        <a:rPr kumimoji="0" lang="zh-CN" altLang="en-US" sz="3200" b="1" i="0" u="none" strike="noStrike" cap="none" normalizeH="0" baseline="0" dirty="0">
                          <a:ln>
                            <a:noFill/>
                          </a:ln>
                          <a:solidFill>
                            <a:srgbClr val="FF3300"/>
                          </a:solidFill>
                          <a:effectLst/>
                          <a:latin typeface="华文行楷" pitchFamily="2" charset="-122"/>
                          <a:ea typeface="华文行楷" pitchFamily="2" charset="-122"/>
                          <a:cs typeface="Times New Roman" panose="02020603050405020304" pitchFamily="18" charset="0"/>
                        </a:rPr>
                        <a:t>安全服务</a:t>
                      </a:r>
                    </a:p>
                  </a:txBody>
                  <a:tcPr marT="45711" marB="45711"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folHlink"/>
                    </a:solidFill>
                  </a:tcPr>
                </a:tc>
                <a:tc hMerge="1">
                  <a:txBody>
                    <a:bodyPr/>
                    <a:lstStyle/>
                    <a:p>
                      <a:endParaRPr lang="zh-CN"/>
                    </a:p>
                  </a:txBody>
                  <a:tcPr/>
                </a:tc>
                <a:extLst>
                  <a:ext uri="{0D108BD9-81ED-4DB2-BD59-A6C34878D82A}">
                    <a16:rowId xmlns:a16="http://schemas.microsoft.com/office/drawing/2014/main" val="10000"/>
                  </a:ext>
                </a:extLst>
              </a:tr>
              <a:tr h="1537988">
                <a:tc>
                  <a:txBody>
                    <a:bodyPr/>
                    <a:lstStyle/>
                    <a:p>
                      <a:pPr marL="571500" marR="0" lvl="0" indent="-457200" algn="l" defTabSz="914400" rtl="0" eaLnBrk="0" fontAlgn="base" latinLnBrk="0" hangingPunct="0">
                        <a:lnSpc>
                          <a:spcPct val="100000"/>
                        </a:lnSpc>
                        <a:spcBef>
                          <a:spcPct val="0"/>
                        </a:spcBef>
                        <a:spcAft>
                          <a:spcPct val="0"/>
                        </a:spcAft>
                        <a:buClrTx/>
                        <a:buSzTx/>
                        <a:buFontTx/>
                        <a:buNone/>
                      </a:pPr>
                      <a:r>
                        <a:rPr kumimoji="0" lang="zh-CN" altLang="en-US" sz="3200" b="1" i="0" u="none" strike="noStrike" cap="none" normalizeH="0" baseline="0" dirty="0">
                          <a:ln>
                            <a:noFill/>
                          </a:ln>
                          <a:solidFill>
                            <a:srgbClr val="000000"/>
                          </a:solidFill>
                          <a:effectLst/>
                          <a:latin typeface="Times New Roman" panose="02020603050405020304" pitchFamily="18" charset="0"/>
                          <a:ea typeface="隶书" pitchFamily="49" charset="-122"/>
                          <a:cs typeface="Times New Roman" panose="02020603050405020304" pitchFamily="18" charset="0"/>
                        </a:rPr>
                        <a:t>鉴别：</a:t>
                      </a:r>
                      <a:endParaRPr kumimoji="0" lang="zh-CN" altLang="en-US" sz="3200" b="1" i="0" u="none" strike="noStrike" cap="none" normalizeH="0" baseline="0" dirty="0">
                        <a:ln>
                          <a:noFill/>
                        </a:ln>
                        <a:solidFill>
                          <a:srgbClr val="000000"/>
                        </a:solidFill>
                        <a:effectLst/>
                        <a:latin typeface="隶书" pitchFamily="49" charset="-122"/>
                        <a:ea typeface="隶书" pitchFamily="49" charset="-122"/>
                        <a:cs typeface="Times New Roman" panose="02020603050405020304" pitchFamily="18" charset="0"/>
                      </a:endParaRPr>
                    </a:p>
                    <a:p>
                      <a:pPr marL="571500" marR="0" lvl="0" indent="-457200" algn="l" defTabSz="914400" rtl="0" eaLnBrk="0" fontAlgn="base" latinLnBrk="0" hangingPunct="0">
                        <a:lnSpc>
                          <a:spcPct val="100000"/>
                        </a:lnSpc>
                        <a:spcBef>
                          <a:spcPct val="0"/>
                        </a:spcBef>
                        <a:spcAft>
                          <a:spcPct val="0"/>
                        </a:spcAft>
                        <a:buClrTx/>
                        <a:buSzTx/>
                        <a:buFontTx/>
                        <a:buNone/>
                      </a:pP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对等实体鉴别</a:t>
                      </a:r>
                    </a:p>
                    <a:p>
                      <a:pPr marL="571500" marR="0" lvl="0" indent="-457200" algn="l" defTabSz="914400" rtl="0" eaLnBrk="0" fontAlgn="base" latinLnBrk="0" hangingPunct="0">
                        <a:lnSpc>
                          <a:spcPct val="100000"/>
                        </a:lnSpc>
                        <a:spcBef>
                          <a:spcPct val="0"/>
                        </a:spcBef>
                        <a:spcAft>
                          <a:spcPct val="0"/>
                        </a:spcAft>
                        <a:buClrTx/>
                        <a:buSzTx/>
                        <a:buFontTx/>
                        <a:buNone/>
                      </a:pP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Arial" panose="020B0604020202020204" pitchFamily="34" charset="0"/>
                        </a:rPr>
                        <a:t>数据源鉴别</a:t>
                      </a: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CC"/>
                    </a:solidFill>
                  </a:tcPr>
                </a:tc>
                <a:tc rowSpan="3">
                  <a:txBody>
                    <a:bodyPr/>
                    <a:lstStyle/>
                    <a:p>
                      <a:pPr marL="571500" marR="0" lvl="0" indent="-457200" algn="l" defTabSz="914400" rtl="0" eaLnBrk="0" fontAlgn="base" latinLnBrk="0" hangingPunct="0">
                        <a:lnSpc>
                          <a:spcPct val="100000"/>
                        </a:lnSpc>
                        <a:spcBef>
                          <a:spcPct val="0"/>
                        </a:spcBef>
                        <a:spcAft>
                          <a:spcPct val="0"/>
                        </a:spcAft>
                        <a:buClrTx/>
                        <a:buSzTx/>
                        <a:buFontTx/>
                        <a:buNone/>
                      </a:pPr>
                      <a:r>
                        <a:rPr kumimoji="0" lang="zh-CN" altLang="en-US" sz="3200" b="1" i="0" u="none" strike="noStrike" cap="none" normalizeH="0" baseline="0" dirty="0">
                          <a:ln>
                            <a:noFill/>
                          </a:ln>
                          <a:solidFill>
                            <a:srgbClr val="000000"/>
                          </a:solidFill>
                          <a:effectLst/>
                          <a:latin typeface="Times New Roman" panose="02020603050405020304" pitchFamily="18" charset="0"/>
                          <a:ea typeface="隶书" pitchFamily="49" charset="-122"/>
                          <a:cs typeface="Times New Roman" panose="02020603050405020304" pitchFamily="18" charset="0"/>
                        </a:rPr>
                        <a:t>数据完整性：</a:t>
                      </a:r>
                      <a:endParaRPr kumimoji="0" lang="zh-CN" altLang="en-US" sz="3200" b="1" i="0" u="none" strike="noStrike" cap="none" normalizeH="0" baseline="0" dirty="0">
                        <a:ln>
                          <a:noFill/>
                        </a:ln>
                        <a:solidFill>
                          <a:srgbClr val="000000"/>
                        </a:solidFill>
                        <a:effectLst/>
                        <a:latin typeface="隶书" pitchFamily="49" charset="-122"/>
                        <a:ea typeface="隶书" pitchFamily="49" charset="-122"/>
                        <a:cs typeface="Times New Roman" panose="02020603050405020304" pitchFamily="18" charset="0"/>
                      </a:endParaRPr>
                    </a:p>
                    <a:p>
                      <a:pPr marL="571500" marR="0" lvl="0" indent="-457200" algn="l" defTabSz="914400" rtl="0" eaLnBrk="0" fontAlgn="base" latinLnBrk="0" hangingPunct="0">
                        <a:lnSpc>
                          <a:spcPct val="100000"/>
                        </a:lnSpc>
                        <a:spcBef>
                          <a:spcPct val="0"/>
                        </a:spcBef>
                        <a:spcAft>
                          <a:spcPct val="0"/>
                        </a:spcAft>
                        <a:buClrTx/>
                        <a:buSzTx/>
                        <a:buFontTx/>
                        <a:buNone/>
                      </a:pP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可恢复的连接完整性</a:t>
                      </a:r>
                    </a:p>
                    <a:p>
                      <a:pPr marL="571500" marR="0" lvl="0" indent="-457200" algn="l" defTabSz="914400" rtl="0" eaLnBrk="0" fontAlgn="base" latinLnBrk="0" hangingPunct="0">
                        <a:lnSpc>
                          <a:spcPct val="100000"/>
                        </a:lnSpc>
                        <a:spcBef>
                          <a:spcPct val="0"/>
                        </a:spcBef>
                        <a:spcAft>
                          <a:spcPct val="0"/>
                        </a:spcAft>
                        <a:buClrTx/>
                        <a:buSzTx/>
                        <a:buFontTx/>
                        <a:buNone/>
                      </a:pP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Arial" panose="020B0604020202020204" pitchFamily="34" charset="0"/>
                        </a:rPr>
                        <a:t>不可恢复的连接完整性</a:t>
                      </a:r>
                    </a:p>
                    <a:p>
                      <a:pPr marL="571500" marR="0" lvl="0" indent="-457200" algn="l" defTabSz="914400" rtl="0" eaLnBrk="0" fontAlgn="base" latinLnBrk="0" hangingPunct="0">
                        <a:lnSpc>
                          <a:spcPct val="100000"/>
                        </a:lnSpc>
                        <a:spcBef>
                          <a:spcPct val="0"/>
                        </a:spcBef>
                        <a:spcAft>
                          <a:spcPct val="0"/>
                        </a:spcAft>
                        <a:buClrTx/>
                        <a:buSzTx/>
                        <a:buFontTx/>
                        <a:buNone/>
                      </a:pP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Arial" panose="020B0604020202020204" pitchFamily="34" charset="0"/>
                        </a:rPr>
                        <a:t>选择字段的连接完整性</a:t>
                      </a:r>
                    </a:p>
                    <a:p>
                      <a:pPr marL="571500" marR="0" lvl="0" indent="-457200" algn="l" defTabSz="914400" rtl="0" eaLnBrk="0" fontAlgn="base" latinLnBrk="0" hangingPunct="0">
                        <a:lnSpc>
                          <a:spcPct val="100000"/>
                        </a:lnSpc>
                        <a:spcBef>
                          <a:spcPct val="0"/>
                        </a:spcBef>
                        <a:spcAft>
                          <a:spcPct val="0"/>
                        </a:spcAft>
                        <a:buClrTx/>
                        <a:buSzTx/>
                        <a:buFontTx/>
                        <a:buNone/>
                      </a:pP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Arial" panose="020B0604020202020204" pitchFamily="34" charset="0"/>
                        </a:rPr>
                        <a:t>无连接完整性</a:t>
                      </a:r>
                    </a:p>
                    <a:p>
                      <a:pPr marL="571500" marR="0" lvl="0" indent="-457200" algn="l" defTabSz="914400" rtl="0" eaLnBrk="0" fontAlgn="base" latinLnBrk="0" hangingPunct="0">
                        <a:lnSpc>
                          <a:spcPct val="100000"/>
                        </a:lnSpc>
                        <a:spcBef>
                          <a:spcPct val="0"/>
                        </a:spcBef>
                        <a:spcAft>
                          <a:spcPct val="0"/>
                        </a:spcAft>
                        <a:buClrTx/>
                        <a:buSzTx/>
                        <a:buFontTx/>
                        <a:buNone/>
                      </a:pP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Arial" panose="020B0604020202020204" pitchFamily="34" charset="0"/>
                        </a:rPr>
                        <a:t>选择字段的无连接完整性</a:t>
                      </a:r>
                    </a:p>
                  </a:txBody>
                  <a:tcPr marT="45711" marB="45711"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4C1D3"/>
                    </a:solidFill>
                  </a:tcPr>
                </a:tc>
                <a:extLst>
                  <a:ext uri="{0D108BD9-81ED-4DB2-BD59-A6C34878D82A}">
                    <a16:rowId xmlns:a16="http://schemas.microsoft.com/office/drawing/2014/main" val="10001"/>
                  </a:ext>
                </a:extLst>
              </a:tr>
              <a:tr h="768201">
                <a:tc>
                  <a:txBody>
                    <a:bodyPr/>
                    <a:lstStyle/>
                    <a:p>
                      <a:pPr marL="571500" marR="0" lvl="0" indent="-571500" algn="l" defTabSz="914400" rtl="0" eaLnBrk="0" fontAlgn="base" latinLnBrk="0" hangingPunct="0">
                        <a:lnSpc>
                          <a:spcPct val="100000"/>
                        </a:lnSpc>
                        <a:spcBef>
                          <a:spcPct val="0"/>
                        </a:spcBef>
                        <a:spcAft>
                          <a:spcPct val="0"/>
                        </a:spcAft>
                        <a:buClrTx/>
                        <a:buSzTx/>
                        <a:buFontTx/>
                        <a:buNone/>
                      </a:pPr>
                      <a:r>
                        <a:rPr kumimoji="0" lang="zh-CN" altLang="en-US" sz="3200" b="1" i="0" u="none" strike="noStrike" cap="none" normalizeH="0" baseline="0">
                          <a:ln>
                            <a:noFill/>
                          </a:ln>
                          <a:solidFill>
                            <a:srgbClr val="000000"/>
                          </a:solidFill>
                          <a:effectLst/>
                          <a:latin typeface="隶书" pitchFamily="49" charset="-122"/>
                          <a:ea typeface="隶书" pitchFamily="49" charset="-122"/>
                          <a:cs typeface="Times New Roman" panose="02020603050405020304" pitchFamily="18" charset="0"/>
                        </a:rPr>
                        <a:t>访问控制</a:t>
                      </a: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3DCE1"/>
                    </a:solidFill>
                  </a:tcPr>
                </a:tc>
                <a:tc vMerge="1">
                  <a:txBody>
                    <a:bodyPr/>
                    <a:lstStyle/>
                    <a:p>
                      <a:endParaRPr lang="zh-CN"/>
                    </a:p>
                  </a:txBody>
                  <a:tcPr/>
                </a:tc>
                <a:extLst>
                  <a:ext uri="{0D108BD9-81ED-4DB2-BD59-A6C34878D82A}">
                    <a16:rowId xmlns:a16="http://schemas.microsoft.com/office/drawing/2014/main" val="10002"/>
                  </a:ext>
                </a:extLst>
              </a:tr>
              <a:tr h="769788">
                <a:tc rowSpan="2">
                  <a:txBody>
                    <a:bodyPr/>
                    <a:lstStyle/>
                    <a:p>
                      <a:pPr marL="571500" marR="0" lvl="0" indent="-457200" algn="l" defTabSz="914400" rtl="0" eaLnBrk="0" fontAlgn="base" latinLnBrk="0" hangingPunct="0">
                        <a:lnSpc>
                          <a:spcPct val="100000"/>
                        </a:lnSpc>
                        <a:spcBef>
                          <a:spcPct val="0"/>
                        </a:spcBef>
                        <a:spcAft>
                          <a:spcPct val="0"/>
                        </a:spcAft>
                        <a:buClrTx/>
                        <a:buSzTx/>
                        <a:buFontTx/>
                        <a:buNone/>
                      </a:pPr>
                      <a:r>
                        <a:rPr kumimoji="0" lang="zh-CN" altLang="en-US" sz="3200" b="1" i="0" u="none" strike="noStrike" cap="none" normalizeH="0" baseline="0" dirty="0">
                          <a:ln>
                            <a:noFill/>
                          </a:ln>
                          <a:solidFill>
                            <a:srgbClr val="000000"/>
                          </a:solidFill>
                          <a:effectLst/>
                          <a:latin typeface="Times New Roman" panose="02020603050405020304" pitchFamily="18" charset="0"/>
                          <a:ea typeface="隶书" pitchFamily="49" charset="-122"/>
                          <a:cs typeface="Times New Roman" panose="02020603050405020304" pitchFamily="18" charset="0"/>
                        </a:rPr>
                        <a:t>数据机密性：</a:t>
                      </a:r>
                      <a:endParaRPr kumimoji="0" lang="zh-CN" altLang="en-US" sz="3200" b="1" i="0" u="none" strike="noStrike" cap="none" normalizeH="0" baseline="0" dirty="0">
                        <a:ln>
                          <a:noFill/>
                        </a:ln>
                        <a:solidFill>
                          <a:srgbClr val="000000"/>
                        </a:solidFill>
                        <a:effectLst/>
                        <a:latin typeface="隶书" pitchFamily="49" charset="-122"/>
                        <a:ea typeface="隶书" pitchFamily="49" charset="-122"/>
                        <a:cs typeface="Times New Roman" panose="02020603050405020304" pitchFamily="18" charset="0"/>
                      </a:endParaRPr>
                    </a:p>
                    <a:p>
                      <a:pPr marL="571500" marR="0" lvl="0" indent="-457200" algn="l" defTabSz="914400" rtl="0" eaLnBrk="0" fontAlgn="base" latinLnBrk="0" hangingPunct="0">
                        <a:lnSpc>
                          <a:spcPct val="100000"/>
                        </a:lnSpc>
                        <a:spcBef>
                          <a:spcPct val="0"/>
                        </a:spcBef>
                        <a:spcAft>
                          <a:spcPct val="0"/>
                        </a:spcAft>
                        <a:buClrTx/>
                        <a:buSzTx/>
                        <a:buFontTx/>
                        <a:buNone/>
                      </a:pP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连接机密性</a:t>
                      </a:r>
                    </a:p>
                    <a:p>
                      <a:pPr marL="571500" marR="0" lvl="0" indent="-457200" algn="l" defTabSz="914400" rtl="0" eaLnBrk="0" fontAlgn="base" latinLnBrk="0" hangingPunct="0">
                        <a:lnSpc>
                          <a:spcPct val="100000"/>
                        </a:lnSpc>
                        <a:spcBef>
                          <a:spcPct val="0"/>
                        </a:spcBef>
                        <a:spcAft>
                          <a:spcPct val="0"/>
                        </a:spcAft>
                        <a:buClrTx/>
                        <a:buSzTx/>
                        <a:buFontTx/>
                        <a:buNone/>
                      </a:pP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Arial" panose="020B0604020202020204" pitchFamily="34" charset="0"/>
                        </a:rPr>
                        <a:t>无连接机密</a:t>
                      </a:r>
                    </a:p>
                    <a:p>
                      <a:pPr marL="571500" marR="0" lvl="0" indent="-457200" algn="l" defTabSz="914400" rtl="0" eaLnBrk="0" fontAlgn="base" latinLnBrk="0" hangingPunct="0">
                        <a:lnSpc>
                          <a:spcPct val="100000"/>
                        </a:lnSpc>
                        <a:spcBef>
                          <a:spcPct val="0"/>
                        </a:spcBef>
                        <a:spcAft>
                          <a:spcPct val="0"/>
                        </a:spcAft>
                        <a:buClrTx/>
                        <a:buSzTx/>
                        <a:buFontTx/>
                        <a:buNone/>
                      </a:pP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Arial" panose="020B0604020202020204" pitchFamily="34" charset="0"/>
                        </a:rPr>
                        <a:t>选择字段机密性</a:t>
                      </a:r>
                    </a:p>
                    <a:p>
                      <a:pPr marL="571500" marR="0" lvl="0" indent="-457200" algn="l" defTabSz="914400" rtl="0" eaLnBrk="0" fontAlgn="base" latinLnBrk="0" hangingPunct="0">
                        <a:lnSpc>
                          <a:spcPct val="100000"/>
                        </a:lnSpc>
                        <a:spcBef>
                          <a:spcPct val="0"/>
                        </a:spcBef>
                        <a:spcAft>
                          <a:spcPct val="0"/>
                        </a:spcAft>
                        <a:buClrTx/>
                        <a:buSzTx/>
                        <a:buFontTx/>
                        <a:buNone/>
                      </a:pP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Arial" panose="020B0604020202020204" pitchFamily="34" charset="0"/>
                        </a:rPr>
                        <a:t>业务机密性</a:t>
                      </a: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6EDFE"/>
                    </a:solidFill>
                  </a:tcPr>
                </a:tc>
                <a:tc vMerge="1">
                  <a:txBody>
                    <a:bodyPr/>
                    <a:lstStyle/>
                    <a:p>
                      <a:endParaRPr lang="zh-CN"/>
                    </a:p>
                  </a:txBody>
                  <a:tcPr/>
                </a:tc>
                <a:extLst>
                  <a:ext uri="{0D108BD9-81ED-4DB2-BD59-A6C34878D82A}">
                    <a16:rowId xmlns:a16="http://schemas.microsoft.com/office/drawing/2014/main" val="10003"/>
                  </a:ext>
                </a:extLst>
              </a:tr>
              <a:tr h="1310622">
                <a:tc vMerge="1">
                  <a:txBody>
                    <a:bodyPr/>
                    <a:lstStyle/>
                    <a:p>
                      <a:endParaRPr lang="zh-CN"/>
                    </a:p>
                  </a:txBody>
                  <a:tcPr/>
                </a:tc>
                <a:tc>
                  <a:txBody>
                    <a:bodyPr/>
                    <a:lstStyle/>
                    <a:p>
                      <a:pPr marL="571500" marR="0" lvl="0" indent="-457200" algn="l" defTabSz="914400" rtl="0" eaLnBrk="0" fontAlgn="base" latinLnBrk="0" hangingPunct="0">
                        <a:lnSpc>
                          <a:spcPct val="100000"/>
                        </a:lnSpc>
                        <a:spcBef>
                          <a:spcPct val="0"/>
                        </a:spcBef>
                        <a:spcAft>
                          <a:spcPct val="0"/>
                        </a:spcAft>
                        <a:buClrTx/>
                        <a:buSzTx/>
                        <a:buFontTx/>
                        <a:buNone/>
                      </a:pPr>
                      <a:r>
                        <a:rPr kumimoji="0" lang="zh-CN" altLang="en-US" sz="3200" b="1" i="0" u="none" strike="noStrike" cap="none" normalizeH="0" baseline="0" dirty="0">
                          <a:ln>
                            <a:noFill/>
                          </a:ln>
                          <a:solidFill>
                            <a:srgbClr val="000000"/>
                          </a:solidFill>
                          <a:effectLst/>
                          <a:latin typeface="Times New Roman" panose="02020603050405020304" pitchFamily="18" charset="0"/>
                          <a:ea typeface="隶书" pitchFamily="49" charset="-122"/>
                          <a:cs typeface="Times New Roman" panose="02020603050405020304" pitchFamily="18" charset="0"/>
                        </a:rPr>
                        <a:t>抗抵赖性：</a:t>
                      </a:r>
                      <a:endParaRPr kumimoji="0" lang="zh-CN" altLang="en-US" sz="3200" b="1" i="0" u="none" strike="noStrike" cap="none" normalizeH="0" baseline="0" dirty="0">
                        <a:ln>
                          <a:noFill/>
                        </a:ln>
                        <a:solidFill>
                          <a:srgbClr val="000000"/>
                        </a:solidFill>
                        <a:effectLst/>
                        <a:latin typeface="隶书" pitchFamily="49" charset="-122"/>
                        <a:ea typeface="隶书" pitchFamily="49" charset="-122"/>
                        <a:cs typeface="Times New Roman" panose="02020603050405020304" pitchFamily="18" charset="0"/>
                      </a:endParaRPr>
                    </a:p>
                    <a:p>
                      <a:pPr marL="571500" marR="0" lvl="0" indent="-457200" algn="l" defTabSz="914400" rtl="0" eaLnBrk="0" fontAlgn="base" latinLnBrk="0" hangingPunct="0">
                        <a:lnSpc>
                          <a:spcPct val="100000"/>
                        </a:lnSpc>
                        <a:spcBef>
                          <a:spcPct val="0"/>
                        </a:spcBef>
                        <a:spcAft>
                          <a:spcPct val="0"/>
                        </a:spcAft>
                        <a:buClrTx/>
                        <a:buSzTx/>
                        <a:buFontTx/>
                        <a:buNone/>
                      </a:pP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数据源证明的抗抵赖</a:t>
                      </a:r>
                    </a:p>
                    <a:p>
                      <a:pPr marL="571500" marR="0" lvl="0" indent="-457200" algn="l" defTabSz="914400" rtl="0" eaLnBrk="0" fontAlgn="base" latinLnBrk="0" hangingPunct="0">
                        <a:lnSpc>
                          <a:spcPct val="100000"/>
                        </a:lnSpc>
                        <a:spcBef>
                          <a:spcPct val="0"/>
                        </a:spcBef>
                        <a:spcAft>
                          <a:spcPct val="0"/>
                        </a:spcAft>
                        <a:buClrTx/>
                        <a:buSzTx/>
                        <a:buFontTx/>
                        <a:buNone/>
                      </a:pP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Arial" panose="020B0604020202020204" pitchFamily="34" charset="0"/>
                        </a:rPr>
                        <a:t>交付证明的抗抵赖</a:t>
                      </a:r>
                    </a:p>
                  </a:txBody>
                  <a:tcPr marT="45711" marB="45711"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2"/>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47619" name="Group 35">
            <a:extLst>
              <a:ext uri="{FF2B5EF4-FFF2-40B4-BE49-F238E27FC236}">
                <a16:creationId xmlns:a16="http://schemas.microsoft.com/office/drawing/2014/main" id="{EFC2267B-09BE-0249-AE5E-DB34F7B1EA12}"/>
              </a:ext>
            </a:extLst>
          </p:cNvPr>
          <p:cNvGraphicFramePr>
            <a:graphicFrameLocks noGrp="1"/>
          </p:cNvGraphicFramePr>
          <p:nvPr>
            <p:ph idx="4294967295"/>
          </p:nvPr>
        </p:nvGraphicFramePr>
        <p:xfrm>
          <a:off x="533400" y="2209800"/>
          <a:ext cx="8229600" cy="3810000"/>
        </p:xfrm>
        <a:graphic>
          <a:graphicData uri="http://schemas.openxmlformats.org/drawingml/2006/table">
            <a:tbl>
              <a:tblPr/>
              <a:tblGrid>
                <a:gridCol w="365760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tblGrid>
              <a:tr h="476250">
                <a:tc>
                  <a:txBody>
                    <a:bodyPr/>
                    <a:lstStyle/>
                    <a:p>
                      <a:pPr marL="571500" marR="0" lvl="0" indent="-571500" algn="ctr" defTabSz="914400" rtl="0" eaLnBrk="0" fontAlgn="base" latinLnBrk="0" hangingPunct="0">
                        <a:lnSpc>
                          <a:spcPct val="100000"/>
                        </a:lnSpc>
                        <a:spcBef>
                          <a:spcPct val="0"/>
                        </a:spcBef>
                        <a:spcAft>
                          <a:spcPct val="0"/>
                        </a:spcAft>
                        <a:buClrTx/>
                        <a:buSzTx/>
                        <a:buFontTx/>
                        <a:buNone/>
                      </a:pPr>
                      <a:r>
                        <a:rPr kumimoji="0" lang="zh-CN" altLang="en-US" sz="25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八种基本的安全机制</a:t>
                      </a:r>
                    </a:p>
                  </a:txBody>
                  <a:tcP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571500" marR="0" lvl="0" indent="-571500" algn="ctr" defTabSz="914400" rtl="0" eaLnBrk="0" fontAlgn="base" latinLnBrk="0" hangingPunct="0">
                        <a:lnSpc>
                          <a:spcPct val="100000"/>
                        </a:lnSpc>
                        <a:spcBef>
                          <a:spcPct val="0"/>
                        </a:spcBef>
                        <a:spcAft>
                          <a:spcPct val="0"/>
                        </a:spcAft>
                        <a:buClrTx/>
                        <a:buSzTx/>
                        <a:buFontTx/>
                        <a:buNone/>
                      </a:pPr>
                      <a:r>
                        <a:rPr kumimoji="0" lang="zh-CN" altLang="en-US" sz="25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其他安全机制</a:t>
                      </a: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0"/>
                  </a:ext>
                </a:extLst>
              </a:tr>
              <a:tr h="3333750">
                <a:tc>
                  <a:txBody>
                    <a:bodyPr/>
                    <a:lstStyle/>
                    <a:p>
                      <a:pPr marL="571500" marR="0" lvl="0" indent="-571500" algn="l" defTabSz="914400" rtl="0" eaLnBrk="0" fontAlgn="base" latinLnBrk="0" hangingPunct="0">
                        <a:lnSpc>
                          <a:spcPct val="100000"/>
                        </a:lnSpc>
                        <a:spcBef>
                          <a:spcPct val="0"/>
                        </a:spcBef>
                        <a:spcAft>
                          <a:spcPct val="0"/>
                        </a:spcAft>
                        <a:buClrTx/>
                        <a:buSzTx/>
                        <a:buFontTx/>
                        <a:buNone/>
                      </a:pPr>
                      <a:r>
                        <a:rPr kumimoji="0" lang="zh-CN" altLang="en-US" sz="25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① 加密</a:t>
                      </a:r>
                    </a:p>
                    <a:p>
                      <a:pPr marL="571500" marR="0" lvl="0" indent="-571500" algn="l" defTabSz="914400" rtl="0" eaLnBrk="0" fontAlgn="base" latinLnBrk="0" hangingPunct="0">
                        <a:lnSpc>
                          <a:spcPct val="100000"/>
                        </a:lnSpc>
                        <a:spcBef>
                          <a:spcPct val="0"/>
                        </a:spcBef>
                        <a:spcAft>
                          <a:spcPct val="0"/>
                        </a:spcAft>
                        <a:buClrTx/>
                        <a:buSzTx/>
                        <a:buFontTx/>
                        <a:buNone/>
                      </a:pPr>
                      <a:r>
                        <a:rPr kumimoji="0" lang="zh-CN" altLang="en-US" sz="25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② 数字签名机制</a:t>
                      </a:r>
                    </a:p>
                    <a:p>
                      <a:pPr marL="571500" marR="0" lvl="0" indent="-571500" algn="l" defTabSz="914400" rtl="0" eaLnBrk="0" fontAlgn="base" latinLnBrk="0" hangingPunct="0">
                        <a:lnSpc>
                          <a:spcPct val="100000"/>
                        </a:lnSpc>
                        <a:spcBef>
                          <a:spcPct val="0"/>
                        </a:spcBef>
                        <a:spcAft>
                          <a:spcPct val="0"/>
                        </a:spcAft>
                        <a:buClrTx/>
                        <a:buSzTx/>
                        <a:buFontTx/>
                        <a:buNone/>
                      </a:pPr>
                      <a:r>
                        <a:rPr kumimoji="0" lang="zh-CN" altLang="en-US" sz="25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③ 访问控制机制</a:t>
                      </a:r>
                    </a:p>
                    <a:p>
                      <a:pPr marL="571500" marR="0" lvl="0" indent="-571500" algn="l" defTabSz="914400" rtl="0" eaLnBrk="0" fontAlgn="base" latinLnBrk="0" hangingPunct="0">
                        <a:lnSpc>
                          <a:spcPct val="100000"/>
                        </a:lnSpc>
                        <a:spcBef>
                          <a:spcPct val="0"/>
                        </a:spcBef>
                        <a:spcAft>
                          <a:spcPct val="0"/>
                        </a:spcAft>
                        <a:buClrTx/>
                        <a:buSzTx/>
                        <a:buFontTx/>
                        <a:buNone/>
                      </a:pPr>
                      <a:r>
                        <a:rPr kumimoji="0" lang="zh-CN" altLang="en-US" sz="25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④ 数据完整性机制</a:t>
                      </a:r>
                    </a:p>
                    <a:p>
                      <a:pPr marL="571500" marR="0" lvl="0" indent="-571500" algn="l" defTabSz="914400" rtl="0" eaLnBrk="0" fontAlgn="base" latinLnBrk="0" hangingPunct="0">
                        <a:lnSpc>
                          <a:spcPct val="100000"/>
                        </a:lnSpc>
                        <a:spcBef>
                          <a:spcPct val="0"/>
                        </a:spcBef>
                        <a:spcAft>
                          <a:spcPct val="0"/>
                        </a:spcAft>
                        <a:buClrTx/>
                        <a:buSzTx/>
                        <a:buFontTx/>
                        <a:buNone/>
                      </a:pPr>
                      <a:r>
                        <a:rPr kumimoji="0" lang="zh-CN" altLang="en-US" sz="25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⑤ 鉴别交换机制</a:t>
                      </a:r>
                    </a:p>
                    <a:p>
                      <a:pPr marL="571500" marR="0" lvl="0" indent="-571500" algn="l" defTabSz="914400" rtl="0" eaLnBrk="0" fontAlgn="base" latinLnBrk="0" hangingPunct="0">
                        <a:lnSpc>
                          <a:spcPct val="100000"/>
                        </a:lnSpc>
                        <a:spcBef>
                          <a:spcPct val="0"/>
                        </a:spcBef>
                        <a:spcAft>
                          <a:spcPct val="0"/>
                        </a:spcAft>
                        <a:buClrTx/>
                        <a:buSzTx/>
                        <a:buFontTx/>
                        <a:buNone/>
                      </a:pPr>
                      <a:r>
                        <a:rPr kumimoji="0" lang="zh-CN" altLang="en-US" sz="25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⑥ 通信业务流填充机制</a:t>
                      </a:r>
                    </a:p>
                    <a:p>
                      <a:pPr marL="571500" marR="0" lvl="0" indent="-571500" algn="l" defTabSz="914400" rtl="0" eaLnBrk="0" fontAlgn="base" latinLnBrk="0" hangingPunct="0">
                        <a:lnSpc>
                          <a:spcPct val="100000"/>
                        </a:lnSpc>
                        <a:spcBef>
                          <a:spcPct val="0"/>
                        </a:spcBef>
                        <a:spcAft>
                          <a:spcPct val="0"/>
                        </a:spcAft>
                        <a:buClrTx/>
                        <a:buSzTx/>
                        <a:buFontTx/>
                        <a:buNone/>
                      </a:pPr>
                      <a:r>
                        <a:rPr kumimoji="0" lang="zh-CN" altLang="en-US" sz="25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⑦ 路由选择控制机制</a:t>
                      </a:r>
                    </a:p>
                    <a:p>
                      <a:pPr marL="571500" marR="0" lvl="0" indent="-571500" algn="l" defTabSz="914400" rtl="0" eaLnBrk="0" fontAlgn="base" latinLnBrk="0" hangingPunct="0">
                        <a:lnSpc>
                          <a:spcPct val="100000"/>
                        </a:lnSpc>
                        <a:spcBef>
                          <a:spcPct val="0"/>
                        </a:spcBef>
                        <a:spcAft>
                          <a:spcPct val="0"/>
                        </a:spcAft>
                        <a:buClrTx/>
                        <a:buSzTx/>
                        <a:buFontTx/>
                        <a:buNone/>
                      </a:pPr>
                      <a:r>
                        <a:rPr kumimoji="0" lang="zh-CN" altLang="en-US" sz="25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⑧ 公证机制</a:t>
                      </a:r>
                    </a:p>
                  </a:txBody>
                  <a:tcP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571500" marR="0" lvl="0" indent="-571500" algn="l" defTabSz="914400" rtl="0" eaLnBrk="0" fontAlgn="base" latinLnBrk="0" hangingPunct="0">
                        <a:lnSpc>
                          <a:spcPct val="100000"/>
                        </a:lnSpc>
                        <a:spcBef>
                          <a:spcPct val="0"/>
                        </a:spcBef>
                        <a:spcAft>
                          <a:spcPct val="0"/>
                        </a:spcAft>
                        <a:buClrTx/>
                        <a:buSzTx/>
                        <a:buFontTx/>
                        <a:buNone/>
                      </a:pPr>
                      <a:r>
                        <a:rPr kumimoji="0" lang="zh-CN" altLang="en-US" sz="2500" b="1" i="0" u="none" strike="noStrike" cap="none" normalizeH="0" baseline="0" dirty="0">
                          <a:ln>
                            <a:noFill/>
                          </a:ln>
                          <a:solidFill>
                            <a:srgbClr val="0000CC"/>
                          </a:solidFill>
                          <a:effectLst/>
                          <a:latin typeface="Times New Roman" panose="02020603050405020304" pitchFamily="18" charset="0"/>
                          <a:ea typeface="宋体" panose="02010600030101010101" pitchFamily="2" charset="-122"/>
                          <a:cs typeface="Times New Roman" panose="02020603050405020304" pitchFamily="18" charset="0"/>
                        </a:rPr>
                        <a:t>① 可信功能模块（可信软硬件系统部件）</a:t>
                      </a:r>
                      <a:endParaRPr kumimoji="0" lang="zh-CN" altLang="en-US" sz="2500" b="1" i="0" u="none" strike="noStrike" cap="none" normalizeH="0" baseline="0" dirty="0">
                        <a:ln>
                          <a:noFill/>
                        </a:ln>
                        <a:solidFill>
                          <a:srgbClr val="0000CC"/>
                        </a:solidFill>
                        <a:effectLst/>
                        <a:latin typeface="隶书" pitchFamily="49" charset="-122"/>
                        <a:ea typeface="宋体" panose="02010600030101010101" pitchFamily="2" charset="-122"/>
                        <a:cs typeface="Times New Roman" panose="02020603050405020304" pitchFamily="18" charset="0"/>
                      </a:endParaRPr>
                    </a:p>
                    <a:p>
                      <a:pPr marL="571500" marR="0" lvl="0" indent="-571500" algn="l" defTabSz="914400" rtl="0" eaLnBrk="0" fontAlgn="base" latinLnBrk="0" hangingPunct="0">
                        <a:lnSpc>
                          <a:spcPct val="100000"/>
                        </a:lnSpc>
                        <a:spcBef>
                          <a:spcPct val="0"/>
                        </a:spcBef>
                        <a:spcAft>
                          <a:spcPct val="0"/>
                        </a:spcAft>
                        <a:buClrTx/>
                        <a:buSzTx/>
                        <a:buFontTx/>
                        <a:buNone/>
                      </a:pPr>
                      <a:r>
                        <a:rPr kumimoji="0" lang="zh-CN" altLang="en-US" sz="2500" b="1" i="0" u="none" strike="noStrike" cap="none" normalizeH="0" baseline="0" dirty="0">
                          <a:ln>
                            <a:noFill/>
                          </a:ln>
                          <a:solidFill>
                            <a:srgbClr val="0000CC"/>
                          </a:solidFill>
                          <a:effectLst/>
                          <a:latin typeface="Times New Roman" panose="02020603050405020304" pitchFamily="18" charset="0"/>
                          <a:ea typeface="宋体" panose="02010600030101010101" pitchFamily="2" charset="-122"/>
                          <a:cs typeface="Times New Roman" panose="02020603050405020304" pitchFamily="18" charset="0"/>
                        </a:rPr>
                        <a:t>② 安全标记</a:t>
                      </a:r>
                      <a:endParaRPr kumimoji="0" lang="zh-CN" altLang="en-US" sz="2500" b="1" i="0" u="none" strike="noStrike" cap="none" normalizeH="0" baseline="0" dirty="0">
                        <a:ln>
                          <a:noFill/>
                        </a:ln>
                        <a:solidFill>
                          <a:srgbClr val="0000CC"/>
                        </a:solidFill>
                        <a:effectLst/>
                        <a:latin typeface="隶书" pitchFamily="49" charset="-122"/>
                        <a:ea typeface="宋体" panose="02010600030101010101" pitchFamily="2" charset="-122"/>
                        <a:cs typeface="Times New Roman" panose="02020603050405020304" pitchFamily="18" charset="0"/>
                      </a:endParaRPr>
                    </a:p>
                    <a:p>
                      <a:pPr marL="571500" marR="0" lvl="0" indent="-571500" algn="l" defTabSz="914400" rtl="0" eaLnBrk="0" fontAlgn="base" latinLnBrk="0" hangingPunct="0">
                        <a:lnSpc>
                          <a:spcPct val="100000"/>
                        </a:lnSpc>
                        <a:spcBef>
                          <a:spcPct val="0"/>
                        </a:spcBef>
                        <a:spcAft>
                          <a:spcPct val="0"/>
                        </a:spcAft>
                        <a:buClrTx/>
                        <a:buSzTx/>
                        <a:buFontTx/>
                        <a:buNone/>
                      </a:pPr>
                      <a:r>
                        <a:rPr kumimoji="0" lang="zh-CN" altLang="en-US" sz="2500" b="1" i="0" u="none" strike="noStrike" cap="none" normalizeH="0" baseline="0" dirty="0">
                          <a:ln>
                            <a:noFill/>
                          </a:ln>
                          <a:solidFill>
                            <a:srgbClr val="0000CC"/>
                          </a:solidFill>
                          <a:effectLst/>
                          <a:latin typeface="Times New Roman" panose="02020603050405020304" pitchFamily="18" charset="0"/>
                          <a:ea typeface="宋体" panose="02010600030101010101" pitchFamily="2" charset="-122"/>
                          <a:cs typeface="Times New Roman" panose="02020603050405020304" pitchFamily="18" charset="0"/>
                        </a:rPr>
                        <a:t>③ 事件检测</a:t>
                      </a:r>
                      <a:endParaRPr kumimoji="0" lang="zh-CN" altLang="en-US" sz="2500" b="1" i="0" u="none" strike="noStrike" cap="none" normalizeH="0" baseline="0" dirty="0">
                        <a:ln>
                          <a:noFill/>
                        </a:ln>
                        <a:solidFill>
                          <a:srgbClr val="0000CC"/>
                        </a:solidFill>
                        <a:effectLst/>
                        <a:latin typeface="隶书" pitchFamily="49" charset="-122"/>
                        <a:ea typeface="宋体" panose="02010600030101010101" pitchFamily="2" charset="-122"/>
                        <a:cs typeface="Times New Roman" panose="02020603050405020304" pitchFamily="18" charset="0"/>
                      </a:endParaRPr>
                    </a:p>
                    <a:p>
                      <a:pPr marL="571500" marR="0" lvl="0" indent="-571500" algn="l" defTabSz="914400" rtl="0" eaLnBrk="0" fontAlgn="base" latinLnBrk="0" hangingPunct="0">
                        <a:lnSpc>
                          <a:spcPct val="100000"/>
                        </a:lnSpc>
                        <a:spcBef>
                          <a:spcPct val="0"/>
                        </a:spcBef>
                        <a:spcAft>
                          <a:spcPct val="0"/>
                        </a:spcAft>
                        <a:buClrTx/>
                        <a:buSzTx/>
                        <a:buFontTx/>
                        <a:buNone/>
                      </a:pPr>
                      <a:r>
                        <a:rPr kumimoji="0" lang="zh-CN" altLang="en-US" sz="2500" b="1" i="0" u="none" strike="noStrike" cap="none" normalizeH="0" baseline="0" dirty="0">
                          <a:ln>
                            <a:noFill/>
                          </a:ln>
                          <a:solidFill>
                            <a:srgbClr val="0000CC"/>
                          </a:solidFill>
                          <a:effectLst/>
                          <a:latin typeface="Times New Roman" panose="02020603050405020304" pitchFamily="18" charset="0"/>
                          <a:ea typeface="宋体" panose="02010600030101010101" pitchFamily="2" charset="-122"/>
                          <a:cs typeface="Times New Roman" panose="02020603050405020304" pitchFamily="18" charset="0"/>
                        </a:rPr>
                        <a:t>④ 安全审计跟踪</a:t>
                      </a:r>
                      <a:endParaRPr kumimoji="0" lang="zh-CN" altLang="en-US" sz="2500" b="1" i="0" u="none" strike="noStrike" cap="none" normalizeH="0" baseline="0" dirty="0">
                        <a:ln>
                          <a:noFill/>
                        </a:ln>
                        <a:solidFill>
                          <a:srgbClr val="0000CC"/>
                        </a:solidFill>
                        <a:effectLst/>
                        <a:latin typeface="隶书" pitchFamily="49" charset="-122"/>
                        <a:ea typeface="宋体" panose="02010600030101010101" pitchFamily="2" charset="-122"/>
                        <a:cs typeface="Times New Roman" panose="02020603050405020304" pitchFamily="18" charset="0"/>
                      </a:endParaRPr>
                    </a:p>
                    <a:p>
                      <a:pPr marL="571500" marR="0" lvl="0" indent="-571500" algn="l" defTabSz="914400" rtl="0" eaLnBrk="0" fontAlgn="base" latinLnBrk="0" hangingPunct="0">
                        <a:lnSpc>
                          <a:spcPct val="100000"/>
                        </a:lnSpc>
                        <a:spcBef>
                          <a:spcPct val="0"/>
                        </a:spcBef>
                        <a:spcAft>
                          <a:spcPct val="0"/>
                        </a:spcAft>
                        <a:buClrTx/>
                        <a:buSzTx/>
                        <a:buFontTx/>
                        <a:buNone/>
                      </a:pPr>
                      <a:r>
                        <a:rPr kumimoji="0" lang="zh-CN" altLang="en-US" sz="2500" b="1" i="0" u="none" strike="noStrike" cap="none" normalizeH="0" baseline="0" dirty="0">
                          <a:ln>
                            <a:noFill/>
                          </a:ln>
                          <a:solidFill>
                            <a:srgbClr val="0000CC"/>
                          </a:solidFill>
                          <a:effectLst/>
                          <a:latin typeface="Times New Roman" panose="02020603050405020304" pitchFamily="18" charset="0"/>
                          <a:ea typeface="宋体" panose="02010600030101010101" pitchFamily="2" charset="-122"/>
                          <a:cs typeface="Times New Roman" panose="02020603050405020304" pitchFamily="18" charset="0"/>
                        </a:rPr>
                        <a:t>⑤ 安全恢复</a:t>
                      </a: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1"/>
                  </a:ext>
                </a:extLst>
              </a:tr>
            </a:tbl>
          </a:graphicData>
        </a:graphic>
      </p:graphicFrame>
      <p:sp>
        <p:nvSpPr>
          <p:cNvPr id="20492" name="Rectangle 36">
            <a:extLst>
              <a:ext uri="{FF2B5EF4-FFF2-40B4-BE49-F238E27FC236}">
                <a16:creationId xmlns:a16="http://schemas.microsoft.com/office/drawing/2014/main" id="{8FEFBF0C-F4CE-094B-8E87-1B9EFADD7FE1}"/>
              </a:ext>
            </a:extLst>
          </p:cNvPr>
          <p:cNvSpPr>
            <a:spLocks noChangeArrowheads="1"/>
          </p:cNvSpPr>
          <p:nvPr/>
        </p:nvSpPr>
        <p:spPr bwMode="auto">
          <a:xfrm>
            <a:off x="457200" y="1339850"/>
            <a:ext cx="48006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r>
              <a:rPr lang="en-US" altLang="zh-CN" sz="3200">
                <a:latin typeface="黑体" panose="02010609060101010101" pitchFamily="49" charset="-122"/>
                <a:ea typeface="黑体" panose="02010609060101010101" pitchFamily="49" charset="-122"/>
              </a:rPr>
              <a:t>2.</a:t>
            </a:r>
            <a:r>
              <a:rPr lang="zh-CN" altLang="en-US" sz="3200">
                <a:latin typeface="黑体" panose="02010609060101010101" pitchFamily="49" charset="-122"/>
                <a:ea typeface="黑体" panose="02010609060101010101" pitchFamily="49" charset="-122"/>
              </a:rPr>
              <a:t>安全机制</a:t>
            </a:r>
          </a:p>
        </p:txBody>
      </p:sp>
      <p:sp>
        <p:nvSpPr>
          <p:cNvPr id="20493" name="Rectangle 37">
            <a:extLst>
              <a:ext uri="{FF2B5EF4-FFF2-40B4-BE49-F238E27FC236}">
                <a16:creationId xmlns:a16="http://schemas.microsoft.com/office/drawing/2014/main" id="{A43AD13C-840E-3841-ABC0-5FDA1B9861B8}"/>
              </a:ext>
            </a:extLst>
          </p:cNvPr>
          <p:cNvSpPr>
            <a:spLocks noChangeArrowheads="1"/>
          </p:cNvSpPr>
          <p:nvPr/>
        </p:nvSpPr>
        <p:spPr bwMode="auto">
          <a:xfrm>
            <a:off x="381000" y="730250"/>
            <a:ext cx="71628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spcBef>
                <a:spcPct val="50000"/>
              </a:spcBef>
            </a:pPr>
            <a:r>
              <a:rPr lang="en-US" altLang="zh-CN" sz="3200">
                <a:solidFill>
                  <a:srgbClr val="000000"/>
                </a:solidFill>
                <a:latin typeface="黑体" panose="02010609060101010101" pitchFamily="49" charset="-122"/>
                <a:ea typeface="黑体" panose="02010609060101010101" pitchFamily="49" charset="-122"/>
              </a:rPr>
              <a:t>4</a:t>
            </a:r>
            <a:r>
              <a:rPr lang="zh-CN" altLang="en-US" sz="3200">
                <a:solidFill>
                  <a:srgbClr val="000000"/>
                </a:solidFill>
                <a:latin typeface="黑体" panose="02010609060101010101" pitchFamily="49" charset="-122"/>
                <a:ea typeface="黑体" panose="02010609060101010101" pitchFamily="49" charset="-122"/>
              </a:rPr>
              <a:t>.</a:t>
            </a:r>
            <a:r>
              <a:rPr lang="en-US" altLang="zh-CN" sz="3200">
                <a:solidFill>
                  <a:srgbClr val="000000"/>
                </a:solidFill>
                <a:latin typeface="黑体" panose="02010609060101010101" pitchFamily="49" charset="-122"/>
                <a:ea typeface="黑体" panose="02010609060101010101" pitchFamily="49" charset="-122"/>
              </a:rPr>
              <a:t>3</a:t>
            </a:r>
            <a:r>
              <a:rPr lang="zh-CN" altLang="en-US" sz="3200">
                <a:solidFill>
                  <a:srgbClr val="000000"/>
                </a:solidFill>
                <a:latin typeface="黑体" panose="02010609060101010101" pitchFamily="49" charset="-122"/>
                <a:ea typeface="黑体" panose="02010609060101010101" pitchFamily="49" charset="-122"/>
              </a:rPr>
              <a:t> 开放系统互连安全体系结构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36">
            <a:extLst>
              <a:ext uri="{FF2B5EF4-FFF2-40B4-BE49-F238E27FC236}">
                <a16:creationId xmlns:a16="http://schemas.microsoft.com/office/drawing/2014/main" id="{71328A78-F263-884A-AD10-B6846A295F94}"/>
              </a:ext>
            </a:extLst>
          </p:cNvPr>
          <p:cNvSpPr>
            <a:spLocks noChangeArrowheads="1"/>
          </p:cNvSpPr>
          <p:nvPr/>
        </p:nvSpPr>
        <p:spPr bwMode="auto">
          <a:xfrm>
            <a:off x="304800" y="609600"/>
            <a:ext cx="48006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r>
              <a:rPr lang="en-US" altLang="zh-CN" sz="3200">
                <a:latin typeface="黑体" panose="02010609060101010101" pitchFamily="49" charset="-122"/>
                <a:ea typeface="黑体" panose="02010609060101010101" pitchFamily="49" charset="-122"/>
              </a:rPr>
              <a:t>2.</a:t>
            </a:r>
            <a:r>
              <a:rPr lang="zh-CN" altLang="en-US" sz="3200">
                <a:latin typeface="黑体" panose="02010609060101010101" pitchFamily="49" charset="-122"/>
                <a:ea typeface="黑体" panose="02010609060101010101" pitchFamily="49" charset="-122"/>
              </a:rPr>
              <a:t>安全机制</a:t>
            </a:r>
          </a:p>
        </p:txBody>
      </p:sp>
      <p:sp>
        <p:nvSpPr>
          <p:cNvPr id="2" name="矩形 1">
            <a:extLst>
              <a:ext uri="{FF2B5EF4-FFF2-40B4-BE49-F238E27FC236}">
                <a16:creationId xmlns:a16="http://schemas.microsoft.com/office/drawing/2014/main" id="{23C2A3F5-239C-CD4E-89CC-6F1F2A19E877}"/>
              </a:ext>
            </a:extLst>
          </p:cNvPr>
          <p:cNvSpPr>
            <a:spLocks noChangeArrowheads="1"/>
          </p:cNvSpPr>
          <p:nvPr/>
        </p:nvSpPr>
        <p:spPr bwMode="auto">
          <a:xfrm>
            <a:off x="533400" y="1314450"/>
            <a:ext cx="81534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algn="just" eaLnBrk="1" hangingPunct="1"/>
            <a:r>
              <a:rPr lang="zh-CN" altLang="en-US" sz="2400">
                <a:solidFill>
                  <a:srgbClr val="000000"/>
                </a:solidFill>
                <a:latin typeface="黑体" panose="02010609060101010101" pitchFamily="49" charset="-122"/>
                <a:ea typeface="黑体" panose="02010609060101010101" pitchFamily="49" charset="-122"/>
              </a:rPr>
              <a:t>1）</a:t>
            </a:r>
            <a:r>
              <a:rPr lang="zh-CN" altLang="en-US" sz="2400">
                <a:solidFill>
                  <a:srgbClr val="FF3399"/>
                </a:solidFill>
                <a:latin typeface="黑体" panose="02010609060101010101" pitchFamily="49" charset="-122"/>
                <a:ea typeface="黑体" panose="02010609060101010101" pitchFamily="49" charset="-122"/>
              </a:rPr>
              <a:t>加密</a:t>
            </a:r>
            <a:r>
              <a:rPr lang="zh-CN" altLang="en-US" sz="2400">
                <a:solidFill>
                  <a:srgbClr val="000000"/>
                </a:solidFill>
                <a:latin typeface="黑体" panose="02010609060101010101" pitchFamily="49" charset="-122"/>
                <a:ea typeface="黑体" panose="02010609060101010101" pitchFamily="49" charset="-122"/>
              </a:rPr>
              <a:t>。加密既能为数据提供机密性，也能为通信业务流提供机密性，还为其它机制提供补充。加密机制可配置在多个协议层次中。</a:t>
            </a:r>
          </a:p>
        </p:txBody>
      </p:sp>
      <p:sp>
        <p:nvSpPr>
          <p:cNvPr id="3" name="矩形 2">
            <a:extLst>
              <a:ext uri="{FF2B5EF4-FFF2-40B4-BE49-F238E27FC236}">
                <a16:creationId xmlns:a16="http://schemas.microsoft.com/office/drawing/2014/main" id="{ED17BA50-6564-324B-A752-5CCF124B6200}"/>
              </a:ext>
            </a:extLst>
          </p:cNvPr>
          <p:cNvSpPr>
            <a:spLocks noChangeArrowheads="1"/>
          </p:cNvSpPr>
          <p:nvPr/>
        </p:nvSpPr>
        <p:spPr bwMode="auto">
          <a:xfrm>
            <a:off x="533400" y="2559050"/>
            <a:ext cx="80772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algn="just" eaLnBrk="1" hangingPunct="1"/>
            <a:r>
              <a:rPr lang="zh-CN" altLang="en-US" sz="2400">
                <a:solidFill>
                  <a:srgbClr val="000000"/>
                </a:solidFill>
                <a:latin typeface="黑体" panose="02010609060101010101" pitchFamily="49" charset="-122"/>
                <a:ea typeface="黑体" panose="02010609060101010101" pitchFamily="49" charset="-122"/>
              </a:rPr>
              <a:t>2）</a:t>
            </a:r>
            <a:r>
              <a:rPr lang="zh-CN" altLang="en-US" sz="2400">
                <a:solidFill>
                  <a:srgbClr val="FF3399"/>
                </a:solidFill>
                <a:latin typeface="黑体" panose="02010609060101010101" pitchFamily="49" charset="-122"/>
                <a:ea typeface="黑体" panose="02010609060101010101" pitchFamily="49" charset="-122"/>
              </a:rPr>
              <a:t>数字签名机制</a:t>
            </a:r>
            <a:r>
              <a:rPr lang="zh-CN" altLang="en-US" sz="2400">
                <a:solidFill>
                  <a:srgbClr val="000000"/>
                </a:solidFill>
                <a:latin typeface="黑体" panose="02010609060101010101" pitchFamily="49" charset="-122"/>
                <a:ea typeface="黑体" panose="02010609060101010101" pitchFamily="49" charset="-122"/>
              </a:rPr>
              <a:t>。可以完成对数据单元的签名工作，也可实现对已有签名的验证工作。数字签名必须不可伪造和不可抵赖。</a:t>
            </a:r>
          </a:p>
        </p:txBody>
      </p:sp>
      <p:sp>
        <p:nvSpPr>
          <p:cNvPr id="4" name="矩形 3">
            <a:extLst>
              <a:ext uri="{FF2B5EF4-FFF2-40B4-BE49-F238E27FC236}">
                <a16:creationId xmlns:a16="http://schemas.microsoft.com/office/drawing/2014/main" id="{685943A4-B0FE-C64D-9A1D-32E2BEB91CAF}"/>
              </a:ext>
            </a:extLst>
          </p:cNvPr>
          <p:cNvSpPr>
            <a:spLocks noChangeArrowheads="1"/>
          </p:cNvSpPr>
          <p:nvPr/>
        </p:nvSpPr>
        <p:spPr bwMode="auto">
          <a:xfrm>
            <a:off x="533400" y="3759200"/>
            <a:ext cx="81534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algn="just" eaLnBrk="1" hangingPunct="1"/>
            <a:r>
              <a:rPr lang="zh-CN" altLang="en-US" sz="2400">
                <a:solidFill>
                  <a:srgbClr val="000000"/>
                </a:solidFill>
                <a:latin typeface="黑体" panose="02010609060101010101" pitchFamily="49" charset="-122"/>
                <a:ea typeface="黑体" panose="02010609060101010101" pitchFamily="49" charset="-122"/>
              </a:rPr>
              <a:t>3）</a:t>
            </a:r>
            <a:r>
              <a:rPr lang="zh-CN" altLang="en-US" sz="2400">
                <a:solidFill>
                  <a:srgbClr val="FF3399"/>
                </a:solidFill>
                <a:latin typeface="黑体" panose="02010609060101010101" pitchFamily="49" charset="-122"/>
                <a:ea typeface="黑体" panose="02010609060101010101" pitchFamily="49" charset="-122"/>
              </a:rPr>
              <a:t>访问控制机制</a:t>
            </a:r>
            <a:r>
              <a:rPr lang="zh-CN" altLang="en-US" sz="2400">
                <a:solidFill>
                  <a:srgbClr val="000000"/>
                </a:solidFill>
                <a:latin typeface="黑体" panose="02010609060101010101" pitchFamily="49" charset="-122"/>
                <a:ea typeface="黑体" panose="02010609060101010101" pitchFamily="49" charset="-122"/>
              </a:rPr>
              <a:t>。按实体所拥有的访问权限对指定资源进行访问，对非授权或不正当的访问应有一定的报警或审计跟踪方法。</a:t>
            </a:r>
          </a:p>
        </p:txBody>
      </p:sp>
      <p:sp>
        <p:nvSpPr>
          <p:cNvPr id="6" name="矩形 5">
            <a:extLst>
              <a:ext uri="{FF2B5EF4-FFF2-40B4-BE49-F238E27FC236}">
                <a16:creationId xmlns:a16="http://schemas.microsoft.com/office/drawing/2014/main" id="{C709ED24-C67B-E048-9840-399F33E724E3}"/>
              </a:ext>
            </a:extLst>
          </p:cNvPr>
          <p:cNvSpPr>
            <a:spLocks noChangeArrowheads="1"/>
          </p:cNvSpPr>
          <p:nvPr/>
        </p:nvSpPr>
        <p:spPr bwMode="auto">
          <a:xfrm>
            <a:off x="533400" y="5029200"/>
            <a:ext cx="81534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algn="just" eaLnBrk="1" hangingPunct="1"/>
            <a:r>
              <a:rPr lang="zh-CN" altLang="en-US" sz="2400">
                <a:solidFill>
                  <a:srgbClr val="000000"/>
                </a:solidFill>
                <a:latin typeface="黑体" panose="02010609060101010101" pitchFamily="49" charset="-122"/>
                <a:ea typeface="黑体" panose="02010609060101010101" pitchFamily="49" charset="-122"/>
              </a:rPr>
              <a:t>4）</a:t>
            </a:r>
            <a:r>
              <a:rPr lang="zh-CN" altLang="en-US" sz="2400">
                <a:solidFill>
                  <a:srgbClr val="FF3399"/>
                </a:solidFill>
                <a:latin typeface="黑体" panose="02010609060101010101" pitchFamily="49" charset="-122"/>
                <a:ea typeface="黑体" panose="02010609060101010101" pitchFamily="49" charset="-122"/>
              </a:rPr>
              <a:t>数据完整性机制</a:t>
            </a:r>
            <a:r>
              <a:rPr lang="zh-CN" altLang="en-US" sz="2400">
                <a:solidFill>
                  <a:srgbClr val="000000"/>
                </a:solidFill>
                <a:latin typeface="黑体" panose="02010609060101010101" pitchFamily="49" charset="-122"/>
                <a:ea typeface="黑体" panose="02010609060101010101" pitchFamily="49" charset="-122"/>
              </a:rPr>
              <a:t>。发送端产生一个与数据单元相关的附加码，接收端通过对数据单元与附加码的相关验证控制数据的完整性。</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0-#ppt_w/2"/>
                                          </p:val>
                                        </p:tav>
                                        <p:tav tm="100000">
                                          <p:val>
                                            <p:strVal val="#ppt_x"/>
                                          </p:val>
                                        </p:tav>
                                      </p:tavLst>
                                    </p:anim>
                                    <p:anim calcmode="lin" valueType="num">
                                      <p:cBhvr additive="base">
                                        <p:cTn id="14"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0-#ppt_w/2"/>
                                          </p:val>
                                        </p:tav>
                                        <p:tav tm="100000">
                                          <p:val>
                                            <p:strVal val="#ppt_x"/>
                                          </p:val>
                                        </p:tav>
                                      </p:tavLst>
                                    </p:anim>
                                    <p:anim calcmode="lin" valueType="num">
                                      <p:cBhvr additive="base">
                                        <p:cTn id="20"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0-#ppt_w/2"/>
                                          </p:val>
                                        </p:tav>
                                        <p:tav tm="100000">
                                          <p:val>
                                            <p:strVal val="#ppt_x"/>
                                          </p:val>
                                        </p:tav>
                                      </p:tavLst>
                                    </p:anim>
                                    <p:anim calcmode="lin" valueType="num">
                                      <p:cBhvr additive="base">
                                        <p:cTn id="26"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36">
            <a:extLst>
              <a:ext uri="{FF2B5EF4-FFF2-40B4-BE49-F238E27FC236}">
                <a16:creationId xmlns:a16="http://schemas.microsoft.com/office/drawing/2014/main" id="{DA55D75F-3CC5-414C-A60F-C7267E45FD02}"/>
              </a:ext>
            </a:extLst>
          </p:cNvPr>
          <p:cNvSpPr>
            <a:spLocks noChangeArrowheads="1"/>
          </p:cNvSpPr>
          <p:nvPr/>
        </p:nvSpPr>
        <p:spPr bwMode="auto">
          <a:xfrm>
            <a:off x="533400" y="685800"/>
            <a:ext cx="48006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r>
              <a:rPr lang="en-US" altLang="zh-CN" sz="3200">
                <a:latin typeface="黑体" panose="02010609060101010101" pitchFamily="49" charset="-122"/>
                <a:ea typeface="黑体" panose="02010609060101010101" pitchFamily="49" charset="-122"/>
              </a:rPr>
              <a:t>2.</a:t>
            </a:r>
            <a:r>
              <a:rPr lang="zh-CN" altLang="en-US" sz="3200">
                <a:latin typeface="黑体" panose="02010609060101010101" pitchFamily="49" charset="-122"/>
                <a:ea typeface="黑体" panose="02010609060101010101" pitchFamily="49" charset="-122"/>
              </a:rPr>
              <a:t>安全机制</a:t>
            </a:r>
          </a:p>
        </p:txBody>
      </p:sp>
      <p:sp>
        <p:nvSpPr>
          <p:cNvPr id="2" name="矩形 1">
            <a:extLst>
              <a:ext uri="{FF2B5EF4-FFF2-40B4-BE49-F238E27FC236}">
                <a16:creationId xmlns:a16="http://schemas.microsoft.com/office/drawing/2014/main" id="{7BBE1E13-4A0D-0A45-BA00-B8CBB1EA0D80}"/>
              </a:ext>
            </a:extLst>
          </p:cNvPr>
          <p:cNvSpPr>
            <a:spLocks noChangeArrowheads="1"/>
          </p:cNvSpPr>
          <p:nvPr/>
        </p:nvSpPr>
        <p:spPr bwMode="auto">
          <a:xfrm>
            <a:off x="647700" y="1335088"/>
            <a:ext cx="8115300" cy="108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lnSpc>
                <a:spcPct val="90000"/>
              </a:lnSpc>
            </a:pPr>
            <a:r>
              <a:rPr lang="zh-CN" altLang="en-US" sz="2400">
                <a:solidFill>
                  <a:srgbClr val="000000"/>
                </a:solidFill>
                <a:latin typeface="黑体" panose="02010609060101010101" pitchFamily="49" charset="-122"/>
                <a:ea typeface="黑体" panose="02010609060101010101" pitchFamily="49" charset="-122"/>
              </a:rPr>
              <a:t>5）</a:t>
            </a:r>
            <a:r>
              <a:rPr lang="zh-CN" altLang="en-US" sz="2400">
                <a:solidFill>
                  <a:srgbClr val="FF3399"/>
                </a:solidFill>
                <a:latin typeface="黑体" panose="02010609060101010101" pitchFamily="49" charset="-122"/>
                <a:ea typeface="黑体" panose="02010609060101010101" pitchFamily="49" charset="-122"/>
              </a:rPr>
              <a:t>鉴别交换机制</a:t>
            </a:r>
            <a:r>
              <a:rPr lang="zh-CN" altLang="en-US" sz="2400">
                <a:solidFill>
                  <a:srgbClr val="000000"/>
                </a:solidFill>
                <a:latin typeface="黑体" panose="02010609060101010101" pitchFamily="49" charset="-122"/>
                <a:ea typeface="黑体" panose="02010609060101010101" pitchFamily="49" charset="-122"/>
              </a:rPr>
              <a:t>。可以使用密码技术，由发送方提供，而由接收方验证来实现鉴别。通过特定的“握手”协议防止鉴别“重放”。</a:t>
            </a:r>
          </a:p>
        </p:txBody>
      </p:sp>
      <p:sp>
        <p:nvSpPr>
          <p:cNvPr id="3" name="矩形 2">
            <a:extLst>
              <a:ext uri="{FF2B5EF4-FFF2-40B4-BE49-F238E27FC236}">
                <a16:creationId xmlns:a16="http://schemas.microsoft.com/office/drawing/2014/main" id="{0CF035C3-AA97-6A4A-97B0-33BAD79649C3}"/>
              </a:ext>
            </a:extLst>
          </p:cNvPr>
          <p:cNvSpPr>
            <a:spLocks noChangeArrowheads="1"/>
          </p:cNvSpPr>
          <p:nvPr/>
        </p:nvSpPr>
        <p:spPr bwMode="auto">
          <a:xfrm>
            <a:off x="647700" y="2479675"/>
            <a:ext cx="8115300" cy="1090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lnSpc>
                <a:spcPct val="90000"/>
              </a:lnSpc>
            </a:pPr>
            <a:r>
              <a:rPr lang="zh-CN" altLang="en-US" sz="2400">
                <a:solidFill>
                  <a:srgbClr val="000000"/>
                </a:solidFill>
                <a:latin typeface="黑体" panose="02010609060101010101" pitchFamily="49" charset="-122"/>
                <a:ea typeface="黑体" panose="02010609060101010101" pitchFamily="49" charset="-122"/>
              </a:rPr>
              <a:t>6）</a:t>
            </a:r>
            <a:r>
              <a:rPr lang="zh-CN" altLang="en-US" sz="2400">
                <a:solidFill>
                  <a:srgbClr val="FF3399"/>
                </a:solidFill>
                <a:latin typeface="黑体" panose="02010609060101010101" pitchFamily="49" charset="-122"/>
                <a:ea typeface="黑体" panose="02010609060101010101" pitchFamily="49" charset="-122"/>
              </a:rPr>
              <a:t>通信业务填充机制</a:t>
            </a:r>
            <a:r>
              <a:rPr lang="zh-CN" altLang="en-US" sz="2400">
                <a:solidFill>
                  <a:srgbClr val="000000"/>
                </a:solidFill>
                <a:latin typeface="黑体" panose="02010609060101010101" pitchFamily="49" charset="-122"/>
                <a:ea typeface="黑体" panose="02010609060101010101" pitchFamily="49" charset="-122"/>
              </a:rPr>
              <a:t>。业务分析，特别是基于流量的业务分析是攻击通信系统的主要方法之一。通过通信业务填充来提供各种不同级别的保护。</a:t>
            </a:r>
          </a:p>
        </p:txBody>
      </p:sp>
      <p:sp>
        <p:nvSpPr>
          <p:cNvPr id="5" name="矩形 4">
            <a:extLst>
              <a:ext uri="{FF2B5EF4-FFF2-40B4-BE49-F238E27FC236}">
                <a16:creationId xmlns:a16="http://schemas.microsoft.com/office/drawing/2014/main" id="{E4E34945-5650-584D-98AC-BC9C33DF3A0A}"/>
              </a:ext>
            </a:extLst>
          </p:cNvPr>
          <p:cNvSpPr>
            <a:spLocks noChangeArrowheads="1"/>
          </p:cNvSpPr>
          <p:nvPr/>
        </p:nvSpPr>
        <p:spPr bwMode="auto">
          <a:xfrm>
            <a:off x="647700" y="3757613"/>
            <a:ext cx="8058150" cy="757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lnSpc>
                <a:spcPct val="90000"/>
              </a:lnSpc>
            </a:pPr>
            <a:r>
              <a:rPr lang="zh-CN" altLang="en-US" sz="2400">
                <a:solidFill>
                  <a:srgbClr val="000000"/>
                </a:solidFill>
                <a:latin typeface="黑体" panose="02010609060101010101" pitchFamily="49" charset="-122"/>
                <a:ea typeface="黑体" panose="02010609060101010101" pitchFamily="49" charset="-122"/>
              </a:rPr>
              <a:t>7）</a:t>
            </a:r>
            <a:r>
              <a:rPr lang="zh-CN" altLang="en-US" sz="2400">
                <a:solidFill>
                  <a:srgbClr val="FF3399"/>
                </a:solidFill>
                <a:latin typeface="黑体" panose="02010609060101010101" pitchFamily="49" charset="-122"/>
                <a:ea typeface="黑体" panose="02010609060101010101" pitchFamily="49" charset="-122"/>
              </a:rPr>
              <a:t>路由选择控制机制</a:t>
            </a:r>
            <a:r>
              <a:rPr lang="zh-CN" altLang="en-US" sz="2400">
                <a:solidFill>
                  <a:srgbClr val="000000"/>
                </a:solidFill>
                <a:latin typeface="黑体" panose="02010609060101010101" pitchFamily="49" charset="-122"/>
                <a:ea typeface="黑体" panose="02010609060101010101" pitchFamily="49" charset="-122"/>
              </a:rPr>
              <a:t>。针对数据单元的安全性要求，可以提供安全的路由选择方法。</a:t>
            </a:r>
          </a:p>
        </p:txBody>
      </p:sp>
      <p:sp>
        <p:nvSpPr>
          <p:cNvPr id="6" name="矩形 5">
            <a:extLst>
              <a:ext uri="{FF2B5EF4-FFF2-40B4-BE49-F238E27FC236}">
                <a16:creationId xmlns:a16="http://schemas.microsoft.com/office/drawing/2014/main" id="{AA6D6D8F-6357-244A-B37B-CDD0E73C3E57}"/>
              </a:ext>
            </a:extLst>
          </p:cNvPr>
          <p:cNvSpPr/>
          <p:nvPr/>
        </p:nvSpPr>
        <p:spPr>
          <a:xfrm>
            <a:off x="647700" y="4702175"/>
            <a:ext cx="8115300" cy="1089025"/>
          </a:xfrm>
          <a:prstGeom prst="rect">
            <a:avLst/>
          </a:prstGeom>
        </p:spPr>
        <p:txBody>
          <a:bodyPr>
            <a:spAutoFit/>
          </a:bodyPr>
          <a:lstStyle/>
          <a:p>
            <a:pPr eaLnBrk="1" hangingPunct="1">
              <a:lnSpc>
                <a:spcPct val="90000"/>
              </a:lnSpc>
              <a:defRPr/>
            </a:pPr>
            <a:r>
              <a:rPr lang="zh-CN" altLang="en-US" sz="2400">
                <a:solidFill>
                  <a:srgbClr val="000000"/>
                </a:solidFill>
                <a:latin typeface="黑体" panose="02010609060101010101" pitchFamily="49" charset="-122"/>
                <a:ea typeface="黑体" panose="02010609060101010101" pitchFamily="49" charset="-122"/>
              </a:rPr>
              <a:t>8）</a:t>
            </a:r>
            <a:r>
              <a:rPr lang="zh-CN" altLang="en-US" sz="2400">
                <a:solidFill>
                  <a:srgbClr val="FF3399"/>
                </a:solidFill>
                <a:latin typeface="黑体" panose="02010609060101010101" pitchFamily="49" charset="-122"/>
                <a:ea typeface="黑体" panose="02010609060101010101" pitchFamily="49" charset="-122"/>
              </a:rPr>
              <a:t>公证机制</a:t>
            </a:r>
            <a:r>
              <a:rPr lang="zh-CN" altLang="en-US" sz="2400">
                <a:solidFill>
                  <a:srgbClr val="000000"/>
                </a:solidFill>
                <a:latin typeface="黑体" panose="02010609060101010101" pitchFamily="49" charset="-122"/>
                <a:ea typeface="黑体" panose="02010609060101010101" pitchFamily="49" charset="-122"/>
              </a:rPr>
              <a:t>。通过第三方机构，实现对通信数据的完整性、原发性、时间和目的地等内容的公证。一般通过数字签名、加密等机制来适应公证机构提供的公证服务。</a:t>
            </a:r>
            <a:r>
              <a:rPr lang="zh-CN" altLang="en-US" sz="2400">
                <a:effectLst>
                  <a:outerShdw blurRad="38100" dist="38100" dir="2700000" algn="tl">
                    <a:srgbClr val="C0C0C0"/>
                  </a:outerShdw>
                </a:effectLst>
                <a:latin typeface="黑体" panose="02010609060101010101" pitchFamily="49" charset="-122"/>
                <a:ea typeface="黑体" panose="02010609060101010101" pitchFamily="49"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0-#ppt_w/2"/>
                                          </p:val>
                                        </p:tav>
                                        <p:tav tm="100000">
                                          <p:val>
                                            <p:strVal val="#ppt_x"/>
                                          </p:val>
                                        </p:tav>
                                      </p:tavLst>
                                    </p:anim>
                                    <p:anim calcmode="lin" valueType="num">
                                      <p:cBhvr additive="base">
                                        <p:cTn id="14"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0-#ppt_w/2"/>
                                          </p:val>
                                        </p:tav>
                                        <p:tav tm="100000">
                                          <p:val>
                                            <p:strVal val="#ppt_x"/>
                                          </p:val>
                                        </p:tav>
                                      </p:tavLst>
                                    </p:anim>
                                    <p:anim calcmode="lin" valueType="num">
                                      <p:cBhvr additive="base">
                                        <p:cTn id="20"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0-#ppt_w/2"/>
                                          </p:val>
                                        </p:tav>
                                        <p:tav tm="100000">
                                          <p:val>
                                            <p:strVal val="#ppt_x"/>
                                          </p:val>
                                        </p:tav>
                                      </p:tavLst>
                                    </p:anim>
                                    <p:anim calcmode="lin" valueType="num">
                                      <p:cBhvr additive="base">
                                        <p:cTn id="26"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5" grpId="0"/>
      <p:bldP spid="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3" name="图片 3">
            <a:extLst>
              <a:ext uri="{FF2B5EF4-FFF2-40B4-BE49-F238E27FC236}">
                <a16:creationId xmlns:a16="http://schemas.microsoft.com/office/drawing/2014/main" id="{314E0EF5-F9DA-DD47-9240-95D4CD6CA9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762000"/>
            <a:ext cx="2790825" cy="386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4" name="Rectangle 36">
            <a:extLst>
              <a:ext uri="{FF2B5EF4-FFF2-40B4-BE49-F238E27FC236}">
                <a16:creationId xmlns:a16="http://schemas.microsoft.com/office/drawing/2014/main" id="{CB33F6CF-1D3C-C440-A17C-4EDF9BC0BD07}"/>
              </a:ext>
            </a:extLst>
          </p:cNvPr>
          <p:cNvSpPr>
            <a:spLocks noChangeArrowheads="1"/>
          </p:cNvSpPr>
          <p:nvPr/>
        </p:nvSpPr>
        <p:spPr bwMode="auto">
          <a:xfrm>
            <a:off x="3429000" y="1524000"/>
            <a:ext cx="4800600" cy="156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r>
              <a:rPr lang="zh-CN" altLang="en-US" sz="3200">
                <a:solidFill>
                  <a:srgbClr val="0000CC"/>
                </a:solidFill>
                <a:latin typeface="黑体" panose="02010609060101010101" pitchFamily="49" charset="-122"/>
                <a:ea typeface="黑体" panose="02010609060101010101" pitchFamily="49" charset="-122"/>
              </a:rPr>
              <a:t>是否可以用矩阵方法描述八个安全机制？</a:t>
            </a:r>
            <a:br>
              <a:rPr lang="en-US" altLang="zh-CN" sz="3200">
                <a:solidFill>
                  <a:srgbClr val="0000CC"/>
                </a:solidFill>
                <a:latin typeface="黑体" panose="02010609060101010101" pitchFamily="49" charset="-122"/>
                <a:ea typeface="黑体" panose="02010609060101010101" pitchFamily="49" charset="-122"/>
              </a:rPr>
            </a:br>
            <a:endParaRPr lang="zh-CN" altLang="en-US" sz="3200">
              <a:solidFill>
                <a:srgbClr val="0000CC"/>
              </a:solidFill>
              <a:latin typeface="黑体" panose="02010609060101010101" pitchFamily="49" charset="-122"/>
              <a:ea typeface="黑体" panose="02010609060101010101" pitchFamily="49"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7" name="Picture 2">
            <a:extLst>
              <a:ext uri="{FF2B5EF4-FFF2-40B4-BE49-F238E27FC236}">
                <a16:creationId xmlns:a16="http://schemas.microsoft.com/office/drawing/2014/main" id="{2DEB85C8-5E9E-2F4F-B4F4-32E8F0BF53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219200"/>
            <a:ext cx="8534400" cy="505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78" name="Rectangle 6">
            <a:extLst>
              <a:ext uri="{FF2B5EF4-FFF2-40B4-BE49-F238E27FC236}">
                <a16:creationId xmlns:a16="http://schemas.microsoft.com/office/drawing/2014/main" id="{25D25809-684E-FF4E-850F-7400FA37C098}"/>
              </a:ext>
            </a:extLst>
          </p:cNvPr>
          <p:cNvSpPr>
            <a:spLocks noChangeArrowheads="1"/>
          </p:cNvSpPr>
          <p:nvPr/>
        </p:nvSpPr>
        <p:spPr bwMode="auto">
          <a:xfrm>
            <a:off x="304800" y="609600"/>
            <a:ext cx="54864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r>
              <a:rPr lang="zh-CN" altLang="en-US" sz="3200">
                <a:solidFill>
                  <a:srgbClr val="0000CC"/>
                </a:solidFill>
                <a:latin typeface="黑体" panose="02010609060101010101" pitchFamily="49" charset="-122"/>
                <a:ea typeface="黑体" panose="02010609060101010101" pitchFamily="49" charset="-122"/>
              </a:rPr>
              <a:t>安全服务与安全机制的关系</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53224" name="Group 520">
            <a:extLst>
              <a:ext uri="{FF2B5EF4-FFF2-40B4-BE49-F238E27FC236}">
                <a16:creationId xmlns:a16="http://schemas.microsoft.com/office/drawing/2014/main" id="{AE28A3AD-BDE3-0A47-A566-2E75403D0C9D}"/>
              </a:ext>
            </a:extLst>
          </p:cNvPr>
          <p:cNvGraphicFramePr>
            <a:graphicFrameLocks noGrp="1"/>
          </p:cNvGraphicFramePr>
          <p:nvPr>
            <p:ph idx="4294967295"/>
          </p:nvPr>
        </p:nvGraphicFramePr>
        <p:xfrm>
          <a:off x="1143000" y="762000"/>
          <a:ext cx="7772400" cy="5486400"/>
        </p:xfrm>
        <a:graphic>
          <a:graphicData uri="http://schemas.openxmlformats.org/drawingml/2006/table">
            <a:tbl>
              <a:tblPr/>
              <a:tblGrid>
                <a:gridCol w="3273425">
                  <a:extLst>
                    <a:ext uri="{9D8B030D-6E8A-4147-A177-3AD203B41FA5}">
                      <a16:colId xmlns:a16="http://schemas.microsoft.com/office/drawing/2014/main" val="20000"/>
                    </a:ext>
                  </a:extLst>
                </a:gridCol>
                <a:gridCol w="1273175">
                  <a:extLst>
                    <a:ext uri="{9D8B030D-6E8A-4147-A177-3AD203B41FA5}">
                      <a16:colId xmlns:a16="http://schemas.microsoft.com/office/drawing/2014/main" val="20001"/>
                    </a:ext>
                  </a:extLst>
                </a:gridCol>
                <a:gridCol w="1089025">
                  <a:extLst>
                    <a:ext uri="{9D8B030D-6E8A-4147-A177-3AD203B41FA5}">
                      <a16:colId xmlns:a16="http://schemas.microsoft.com/office/drawing/2014/main" val="20002"/>
                    </a:ext>
                  </a:extLst>
                </a:gridCol>
                <a:gridCol w="1092200">
                  <a:extLst>
                    <a:ext uri="{9D8B030D-6E8A-4147-A177-3AD203B41FA5}">
                      <a16:colId xmlns:a16="http://schemas.microsoft.com/office/drawing/2014/main" val="20003"/>
                    </a:ext>
                  </a:extLst>
                </a:gridCol>
                <a:gridCol w="1044575">
                  <a:extLst>
                    <a:ext uri="{9D8B030D-6E8A-4147-A177-3AD203B41FA5}">
                      <a16:colId xmlns:a16="http://schemas.microsoft.com/office/drawing/2014/main" val="20004"/>
                    </a:ext>
                  </a:extLst>
                </a:gridCol>
              </a:tblGrid>
              <a:tr h="342900">
                <a:tc rowSpan="2">
                  <a:txBody>
                    <a:bodyPr/>
                    <a:lstStyle>
                      <a:lvl1pPr marL="571500" indent="-571500" eaLnBrk="0" hangingPunct="0">
                        <a:spcBef>
                          <a:spcPct val="30000"/>
                        </a:spcBef>
                        <a:buClr>
                          <a:schemeClr val="tx2"/>
                        </a:buClr>
                        <a:buSzPct val="75000"/>
                        <a:buFont typeface="Wingdings" panose="05000000000000000000" pitchFamily="2" charset="2"/>
                        <a:defRPr sz="2800" b="1">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buClr>
                          <a:schemeClr val="tx2"/>
                        </a:buClr>
                        <a:buSzPct val="75000"/>
                        <a:buFont typeface="Wingdings" panose="05000000000000000000" pitchFamily="2" charset="2"/>
                        <a:defRPr sz="2400" b="1">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buClr>
                          <a:schemeClr val="tx2"/>
                        </a:buClr>
                        <a:buSzPct val="75000"/>
                        <a:buFont typeface="Wingdings" panose="05000000000000000000" pitchFamily="2" charset="2"/>
                        <a:defRPr sz="2000" b="1">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9pPr>
                    </a:lstStyle>
                    <a:p>
                      <a:pPr marL="571500" marR="0" lvl="0" indent="-57150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chemeClr val="bg2"/>
                          </a:solidFill>
                          <a:effectLst/>
                          <a:latin typeface="宋体" panose="02010600030101010101" pitchFamily="2" charset="-122"/>
                          <a:ea typeface="宋体" panose="02010600030101010101" pitchFamily="2" charset="-122"/>
                          <a:cs typeface="Times New Roman" panose="02020603050405020304" pitchFamily="18" charset="0"/>
                        </a:rPr>
                        <a:t>安 全 服 务</a:t>
                      </a:r>
                      <a:endParaRPr kumimoji="0" lang="zh-CN" altLang="en-US" sz="1600" b="1" i="0" u="none" strike="noStrike" cap="none" normalizeH="0" baseline="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2"/>
                    </a:solidFill>
                  </a:tcPr>
                </a:tc>
                <a:tc gridSpan="4">
                  <a:txBody>
                    <a:bodyPr/>
                    <a:lstStyle>
                      <a:lvl1pPr marL="571500" indent="-571500" eaLnBrk="0" hangingPunct="0">
                        <a:spcBef>
                          <a:spcPct val="30000"/>
                        </a:spcBef>
                        <a:buClr>
                          <a:schemeClr val="tx2"/>
                        </a:buClr>
                        <a:buSzPct val="75000"/>
                        <a:buFont typeface="Wingdings" panose="05000000000000000000" pitchFamily="2" charset="2"/>
                        <a:defRPr sz="2800" b="1">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buClr>
                          <a:schemeClr val="tx2"/>
                        </a:buClr>
                        <a:buSzPct val="75000"/>
                        <a:buFont typeface="Wingdings" panose="05000000000000000000" pitchFamily="2" charset="2"/>
                        <a:defRPr sz="2400" b="1">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buClr>
                          <a:schemeClr val="tx2"/>
                        </a:buClr>
                        <a:buSzPct val="75000"/>
                        <a:buFont typeface="Wingdings" panose="05000000000000000000" pitchFamily="2" charset="2"/>
                        <a:defRPr sz="2000" b="1">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9pPr>
                    </a:lstStyle>
                    <a:p>
                      <a:pPr marL="571500" marR="0" lvl="0" indent="-5715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chemeClr val="bg2"/>
                          </a:solidFill>
                          <a:effectLst/>
                          <a:latin typeface="宋体" panose="02010600030101010101" pitchFamily="2" charset="-122"/>
                          <a:ea typeface="宋体" panose="02010600030101010101" pitchFamily="2" charset="-122"/>
                          <a:cs typeface="Times New Roman" panose="02020603050405020304" pitchFamily="18" charset="0"/>
                        </a:rPr>
                        <a:t>TCP/IP</a:t>
                      </a:r>
                      <a:r>
                        <a:rPr kumimoji="0" lang="zh-CN" altLang="en-US" sz="1600" b="1" i="0" u="none" strike="noStrike" cap="none" normalizeH="0" baseline="0">
                          <a:ln>
                            <a:noFill/>
                          </a:ln>
                          <a:solidFill>
                            <a:schemeClr val="bg2"/>
                          </a:solidFill>
                          <a:effectLst/>
                          <a:latin typeface="宋体" panose="02010600030101010101" pitchFamily="2" charset="-122"/>
                          <a:ea typeface="宋体" panose="02010600030101010101" pitchFamily="2" charset="-122"/>
                          <a:cs typeface="Times New Roman" panose="02020603050405020304" pitchFamily="18" charset="0"/>
                        </a:rPr>
                        <a:t>协议层</a:t>
                      </a:r>
                      <a:endParaRPr kumimoji="0" lang="zh-CN" altLang="en-US" sz="1600" b="1" i="0" u="none" strike="noStrike" cap="none" normalizeH="0" baseline="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2"/>
                    </a:solidFill>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0"/>
                  </a:ext>
                </a:extLst>
              </a:tr>
              <a:tr h="342900">
                <a:tc vMerge="1">
                  <a:txBody>
                    <a:bodyPr/>
                    <a:lstStyle/>
                    <a:p>
                      <a:endParaRPr lang="zh-CN"/>
                    </a:p>
                  </a:txBody>
                  <a:tcPr/>
                </a:tc>
                <a:tc>
                  <a:txBody>
                    <a:bodyPr/>
                    <a:lstStyle>
                      <a:lvl1pPr marL="571500" indent="-571500" eaLnBrk="0" hangingPunct="0">
                        <a:spcBef>
                          <a:spcPct val="30000"/>
                        </a:spcBef>
                        <a:buClr>
                          <a:schemeClr val="tx2"/>
                        </a:buClr>
                        <a:buSzPct val="75000"/>
                        <a:buFont typeface="Wingdings" panose="05000000000000000000" pitchFamily="2" charset="2"/>
                        <a:defRPr sz="2800" b="1">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buClr>
                          <a:schemeClr val="tx2"/>
                        </a:buClr>
                        <a:buSzPct val="75000"/>
                        <a:buFont typeface="Wingdings" panose="05000000000000000000" pitchFamily="2" charset="2"/>
                        <a:defRPr sz="2400" b="1">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buClr>
                          <a:schemeClr val="tx2"/>
                        </a:buClr>
                        <a:buSzPct val="75000"/>
                        <a:buFont typeface="Wingdings" panose="05000000000000000000" pitchFamily="2" charset="2"/>
                        <a:defRPr sz="2000" b="1">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9pPr>
                    </a:lstStyle>
                    <a:p>
                      <a:pPr marL="571500" marR="0" lvl="0" indent="-57150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chemeClr val="bg2"/>
                          </a:solidFill>
                          <a:effectLst/>
                          <a:latin typeface="宋体" panose="02010600030101010101" pitchFamily="2" charset="-122"/>
                          <a:ea typeface="宋体" panose="02010600030101010101" pitchFamily="2" charset="-122"/>
                          <a:cs typeface="Times New Roman" panose="02020603050405020304" pitchFamily="18" charset="0"/>
                        </a:rPr>
                        <a:t>网络接口层</a:t>
                      </a:r>
                      <a:endParaRPr kumimoji="0" lang="zh-CN" altLang="en-US" sz="1600" b="1" i="0" u="none" strike="noStrike" cap="none" normalizeH="0" baseline="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2"/>
                    </a:solidFill>
                  </a:tcPr>
                </a:tc>
                <a:tc>
                  <a:txBody>
                    <a:bodyPr/>
                    <a:lstStyle>
                      <a:lvl1pPr marL="571500" indent="-571500" eaLnBrk="0" hangingPunct="0">
                        <a:spcBef>
                          <a:spcPct val="30000"/>
                        </a:spcBef>
                        <a:buClr>
                          <a:schemeClr val="tx2"/>
                        </a:buClr>
                        <a:buSzPct val="75000"/>
                        <a:buFont typeface="Wingdings" panose="05000000000000000000" pitchFamily="2" charset="2"/>
                        <a:defRPr sz="2800" b="1">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buClr>
                          <a:schemeClr val="tx2"/>
                        </a:buClr>
                        <a:buSzPct val="75000"/>
                        <a:buFont typeface="Wingdings" panose="05000000000000000000" pitchFamily="2" charset="2"/>
                        <a:defRPr sz="2400" b="1">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buClr>
                          <a:schemeClr val="tx2"/>
                        </a:buClr>
                        <a:buSzPct val="75000"/>
                        <a:buFont typeface="Wingdings" panose="05000000000000000000" pitchFamily="2" charset="2"/>
                        <a:defRPr sz="2000" b="1">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9pPr>
                    </a:lstStyle>
                    <a:p>
                      <a:pPr marL="571500" marR="0" lvl="0" indent="-57150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chemeClr val="bg2"/>
                          </a:solidFill>
                          <a:effectLst/>
                          <a:latin typeface="宋体" panose="02010600030101010101" pitchFamily="2" charset="-122"/>
                          <a:ea typeface="宋体" panose="02010600030101010101" pitchFamily="2" charset="-122"/>
                          <a:cs typeface="Times New Roman" panose="02020603050405020304" pitchFamily="18" charset="0"/>
                        </a:rPr>
                        <a:t>网络层</a:t>
                      </a:r>
                      <a:endParaRPr kumimoji="0" lang="zh-CN" altLang="en-US" sz="1600" b="1" i="0" u="none" strike="noStrike" cap="none" normalizeH="0" baseline="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2"/>
                    </a:solidFill>
                  </a:tcPr>
                </a:tc>
                <a:tc>
                  <a:txBody>
                    <a:bodyPr/>
                    <a:lstStyle>
                      <a:lvl1pPr marL="571500" indent="-571500" eaLnBrk="0" hangingPunct="0">
                        <a:spcBef>
                          <a:spcPct val="30000"/>
                        </a:spcBef>
                        <a:buClr>
                          <a:schemeClr val="tx2"/>
                        </a:buClr>
                        <a:buSzPct val="75000"/>
                        <a:buFont typeface="Wingdings" panose="05000000000000000000" pitchFamily="2" charset="2"/>
                        <a:defRPr sz="2800" b="1">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buClr>
                          <a:schemeClr val="tx2"/>
                        </a:buClr>
                        <a:buSzPct val="75000"/>
                        <a:buFont typeface="Wingdings" panose="05000000000000000000" pitchFamily="2" charset="2"/>
                        <a:defRPr sz="2400" b="1">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buClr>
                          <a:schemeClr val="tx2"/>
                        </a:buClr>
                        <a:buSzPct val="75000"/>
                        <a:buFont typeface="Wingdings" panose="05000000000000000000" pitchFamily="2" charset="2"/>
                        <a:defRPr sz="2000" b="1">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9pPr>
                    </a:lstStyle>
                    <a:p>
                      <a:pPr marL="571500" marR="0" lvl="0" indent="-57150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chemeClr val="bg2"/>
                          </a:solidFill>
                          <a:effectLst/>
                          <a:latin typeface="宋体" panose="02010600030101010101" pitchFamily="2" charset="-122"/>
                          <a:ea typeface="宋体" panose="02010600030101010101" pitchFamily="2" charset="-122"/>
                          <a:cs typeface="Times New Roman" panose="02020603050405020304" pitchFamily="18" charset="0"/>
                        </a:rPr>
                        <a:t>传输层</a:t>
                      </a:r>
                      <a:endParaRPr kumimoji="0" lang="zh-CN" altLang="en-US" sz="1600" b="1" i="0" u="none" strike="noStrike" cap="none" normalizeH="0" baseline="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2"/>
                    </a:solidFill>
                  </a:tcPr>
                </a:tc>
                <a:tc>
                  <a:txBody>
                    <a:bodyPr/>
                    <a:lstStyle>
                      <a:lvl1pPr marL="571500" indent="-571500" eaLnBrk="0" hangingPunct="0">
                        <a:spcBef>
                          <a:spcPct val="30000"/>
                        </a:spcBef>
                        <a:buClr>
                          <a:schemeClr val="tx2"/>
                        </a:buClr>
                        <a:buSzPct val="75000"/>
                        <a:buFont typeface="Wingdings" panose="05000000000000000000" pitchFamily="2" charset="2"/>
                        <a:defRPr sz="2800" b="1">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buClr>
                          <a:schemeClr val="tx2"/>
                        </a:buClr>
                        <a:buSzPct val="75000"/>
                        <a:buFont typeface="Wingdings" panose="05000000000000000000" pitchFamily="2" charset="2"/>
                        <a:defRPr sz="2400" b="1">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buClr>
                          <a:schemeClr val="tx2"/>
                        </a:buClr>
                        <a:buSzPct val="75000"/>
                        <a:buFont typeface="Wingdings" panose="05000000000000000000" pitchFamily="2" charset="2"/>
                        <a:defRPr sz="2000" b="1">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9pPr>
                    </a:lstStyle>
                    <a:p>
                      <a:pPr marL="571500" marR="0" lvl="0" indent="-57150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chemeClr val="bg2"/>
                          </a:solidFill>
                          <a:effectLst/>
                          <a:latin typeface="宋体" panose="02010600030101010101" pitchFamily="2" charset="-122"/>
                          <a:ea typeface="宋体" panose="02010600030101010101" pitchFamily="2" charset="-122"/>
                          <a:cs typeface="Times New Roman" panose="02020603050405020304" pitchFamily="18" charset="0"/>
                        </a:rPr>
                        <a:t>应用层</a:t>
                      </a:r>
                      <a:endParaRPr kumimoji="0" lang="zh-CN" altLang="en-US" sz="1600" b="1" i="0" u="none" strike="noStrike" cap="none" normalizeH="0" baseline="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2"/>
                    </a:solidFill>
                  </a:tcPr>
                </a:tc>
                <a:extLst>
                  <a:ext uri="{0D108BD9-81ED-4DB2-BD59-A6C34878D82A}">
                    <a16:rowId xmlns:a16="http://schemas.microsoft.com/office/drawing/2014/main" val="10001"/>
                  </a:ext>
                </a:extLst>
              </a:tr>
              <a:tr h="342900">
                <a:tc>
                  <a:txBody>
                    <a:bodyPr/>
                    <a:lstStyle>
                      <a:lvl1pPr marL="571500" indent="-571500" eaLnBrk="0" hangingPunct="0">
                        <a:spcBef>
                          <a:spcPct val="30000"/>
                        </a:spcBef>
                        <a:buClr>
                          <a:schemeClr val="tx2"/>
                        </a:buClr>
                        <a:buSzPct val="75000"/>
                        <a:buFont typeface="Wingdings" panose="05000000000000000000" pitchFamily="2" charset="2"/>
                        <a:defRPr sz="2800" b="1">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buClr>
                          <a:schemeClr val="tx2"/>
                        </a:buClr>
                        <a:buSzPct val="75000"/>
                        <a:buFont typeface="Wingdings" panose="05000000000000000000" pitchFamily="2" charset="2"/>
                        <a:defRPr sz="2400" b="1">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buClr>
                          <a:schemeClr val="tx2"/>
                        </a:buClr>
                        <a:buSzPct val="75000"/>
                        <a:buFont typeface="Wingdings" panose="05000000000000000000" pitchFamily="2" charset="2"/>
                        <a:defRPr sz="2000" b="1">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9pPr>
                    </a:lstStyle>
                    <a:p>
                      <a:pPr marL="571500" marR="0" lvl="0" indent="-57150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chemeClr val="bg2"/>
                          </a:solidFill>
                          <a:effectLst/>
                          <a:latin typeface="宋体" panose="02010600030101010101" pitchFamily="2" charset="-122"/>
                          <a:ea typeface="宋体" panose="02010600030101010101" pitchFamily="2" charset="-122"/>
                          <a:cs typeface="Times New Roman" panose="02020603050405020304" pitchFamily="18" charset="0"/>
                        </a:rPr>
                        <a:t>对等实体鉴别</a:t>
                      </a:r>
                      <a:endParaRPr kumimoji="0" lang="zh-CN" altLang="en-US" sz="1600" b="1" i="0" u="none" strike="noStrike" cap="none" normalizeH="0" baseline="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3DCE1"/>
                    </a:solidFill>
                  </a:tcPr>
                </a:tc>
                <a:tc>
                  <a:txBody>
                    <a:bodyPr/>
                    <a:lstStyle>
                      <a:lvl1pPr marL="571500" indent="-571500" eaLnBrk="0" hangingPunct="0">
                        <a:spcBef>
                          <a:spcPct val="30000"/>
                        </a:spcBef>
                        <a:buClr>
                          <a:schemeClr val="tx2"/>
                        </a:buClr>
                        <a:buSzPct val="75000"/>
                        <a:buFont typeface="Wingdings" panose="05000000000000000000" pitchFamily="2" charset="2"/>
                        <a:defRPr sz="2800" b="1">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buClr>
                          <a:schemeClr val="tx2"/>
                        </a:buClr>
                        <a:buSzPct val="75000"/>
                        <a:buFont typeface="Wingdings" panose="05000000000000000000" pitchFamily="2" charset="2"/>
                        <a:defRPr sz="2400" b="1">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buClr>
                          <a:schemeClr val="tx2"/>
                        </a:buClr>
                        <a:buSzPct val="75000"/>
                        <a:buFont typeface="Wingdings" panose="05000000000000000000" pitchFamily="2" charset="2"/>
                        <a:defRPr sz="2000" b="1">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9pPr>
                    </a:lstStyle>
                    <a:p>
                      <a:pPr marL="571500" marR="0" lvl="0" indent="-57150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3DCE1"/>
                    </a:solidFill>
                  </a:tcPr>
                </a:tc>
                <a:tc>
                  <a:txBody>
                    <a:bodyPr/>
                    <a:lstStyle>
                      <a:lvl1pPr marL="571500" indent="-571500" eaLnBrk="0" hangingPunct="0">
                        <a:spcBef>
                          <a:spcPct val="30000"/>
                        </a:spcBef>
                        <a:buClr>
                          <a:schemeClr val="tx2"/>
                        </a:buClr>
                        <a:buSzPct val="75000"/>
                        <a:buFont typeface="Wingdings" panose="05000000000000000000" pitchFamily="2" charset="2"/>
                        <a:defRPr sz="2800" b="1">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buClr>
                          <a:schemeClr val="tx2"/>
                        </a:buClr>
                        <a:buSzPct val="75000"/>
                        <a:buFont typeface="Wingdings" panose="05000000000000000000" pitchFamily="2" charset="2"/>
                        <a:defRPr sz="2400" b="1">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buClr>
                          <a:schemeClr val="tx2"/>
                        </a:buClr>
                        <a:buSzPct val="75000"/>
                        <a:buFont typeface="Wingdings" panose="05000000000000000000" pitchFamily="2" charset="2"/>
                        <a:defRPr sz="2000" b="1">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9pPr>
                    </a:lstStyle>
                    <a:p>
                      <a:pPr marL="571500" marR="0" lvl="0" indent="-5715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Y</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3DCE1"/>
                    </a:solidFill>
                  </a:tcPr>
                </a:tc>
                <a:tc>
                  <a:txBody>
                    <a:bodyPr/>
                    <a:lstStyle>
                      <a:lvl1pPr marL="571500" indent="-571500" eaLnBrk="0" hangingPunct="0">
                        <a:spcBef>
                          <a:spcPct val="30000"/>
                        </a:spcBef>
                        <a:buClr>
                          <a:schemeClr val="tx2"/>
                        </a:buClr>
                        <a:buSzPct val="75000"/>
                        <a:buFont typeface="Wingdings" panose="05000000000000000000" pitchFamily="2" charset="2"/>
                        <a:defRPr sz="2800" b="1">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buClr>
                          <a:schemeClr val="tx2"/>
                        </a:buClr>
                        <a:buSzPct val="75000"/>
                        <a:buFont typeface="Wingdings" panose="05000000000000000000" pitchFamily="2" charset="2"/>
                        <a:defRPr sz="2400" b="1">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buClr>
                          <a:schemeClr val="tx2"/>
                        </a:buClr>
                        <a:buSzPct val="75000"/>
                        <a:buFont typeface="Wingdings" panose="05000000000000000000" pitchFamily="2" charset="2"/>
                        <a:defRPr sz="2000" b="1">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9pPr>
                    </a:lstStyle>
                    <a:p>
                      <a:pPr marL="571500" marR="0" lvl="0" indent="-5715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Y</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3DCE1"/>
                    </a:solidFill>
                  </a:tcPr>
                </a:tc>
                <a:tc>
                  <a:txBody>
                    <a:bodyPr/>
                    <a:lstStyle>
                      <a:lvl1pPr marL="571500" indent="-571500" eaLnBrk="0" hangingPunct="0">
                        <a:spcBef>
                          <a:spcPct val="30000"/>
                        </a:spcBef>
                        <a:buClr>
                          <a:schemeClr val="tx2"/>
                        </a:buClr>
                        <a:buSzPct val="75000"/>
                        <a:buFont typeface="Wingdings" panose="05000000000000000000" pitchFamily="2" charset="2"/>
                        <a:defRPr sz="2800" b="1">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buClr>
                          <a:schemeClr val="tx2"/>
                        </a:buClr>
                        <a:buSzPct val="75000"/>
                        <a:buFont typeface="Wingdings" panose="05000000000000000000" pitchFamily="2" charset="2"/>
                        <a:defRPr sz="2400" b="1">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buClr>
                          <a:schemeClr val="tx2"/>
                        </a:buClr>
                        <a:buSzPct val="75000"/>
                        <a:buFont typeface="Wingdings" panose="05000000000000000000" pitchFamily="2" charset="2"/>
                        <a:defRPr sz="2000" b="1">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9pPr>
                    </a:lstStyle>
                    <a:p>
                      <a:pPr marL="571500" marR="0" lvl="0" indent="-5715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Y</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3DCE1"/>
                    </a:solidFill>
                  </a:tcPr>
                </a:tc>
                <a:extLst>
                  <a:ext uri="{0D108BD9-81ED-4DB2-BD59-A6C34878D82A}">
                    <a16:rowId xmlns:a16="http://schemas.microsoft.com/office/drawing/2014/main" val="10002"/>
                  </a:ext>
                </a:extLst>
              </a:tr>
              <a:tr h="342900">
                <a:tc>
                  <a:txBody>
                    <a:bodyPr/>
                    <a:lstStyle>
                      <a:lvl1pPr marL="571500" indent="-571500" eaLnBrk="0" hangingPunct="0">
                        <a:spcBef>
                          <a:spcPct val="30000"/>
                        </a:spcBef>
                        <a:buClr>
                          <a:schemeClr val="tx2"/>
                        </a:buClr>
                        <a:buSzPct val="75000"/>
                        <a:buFont typeface="Wingdings" panose="05000000000000000000" pitchFamily="2" charset="2"/>
                        <a:defRPr sz="2800" b="1">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buClr>
                          <a:schemeClr val="tx2"/>
                        </a:buClr>
                        <a:buSzPct val="75000"/>
                        <a:buFont typeface="Wingdings" panose="05000000000000000000" pitchFamily="2" charset="2"/>
                        <a:defRPr sz="2400" b="1">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buClr>
                          <a:schemeClr val="tx2"/>
                        </a:buClr>
                        <a:buSzPct val="75000"/>
                        <a:buFont typeface="Wingdings" panose="05000000000000000000" pitchFamily="2" charset="2"/>
                        <a:defRPr sz="2000" b="1">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9pPr>
                    </a:lstStyle>
                    <a:p>
                      <a:pPr marL="571500" marR="0" lvl="0" indent="-57150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chemeClr val="bg2"/>
                          </a:solidFill>
                          <a:effectLst/>
                          <a:latin typeface="宋体" panose="02010600030101010101" pitchFamily="2" charset="-122"/>
                          <a:ea typeface="宋体" panose="02010600030101010101" pitchFamily="2" charset="-122"/>
                          <a:cs typeface="Times New Roman" panose="02020603050405020304" pitchFamily="18" charset="0"/>
                        </a:rPr>
                        <a:t>数据源鉴别</a:t>
                      </a:r>
                      <a:endParaRPr kumimoji="0" lang="zh-CN" altLang="en-US" sz="1600" b="1" i="0" u="none" strike="noStrike" cap="none" normalizeH="0" baseline="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3DCE1"/>
                    </a:solidFill>
                  </a:tcPr>
                </a:tc>
                <a:tc>
                  <a:txBody>
                    <a:bodyPr/>
                    <a:lstStyle>
                      <a:lvl1pPr marL="571500" indent="-571500" eaLnBrk="0" hangingPunct="0">
                        <a:spcBef>
                          <a:spcPct val="30000"/>
                        </a:spcBef>
                        <a:buClr>
                          <a:schemeClr val="tx2"/>
                        </a:buClr>
                        <a:buSzPct val="75000"/>
                        <a:buFont typeface="Wingdings" panose="05000000000000000000" pitchFamily="2" charset="2"/>
                        <a:defRPr sz="2800" b="1">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buClr>
                          <a:schemeClr val="tx2"/>
                        </a:buClr>
                        <a:buSzPct val="75000"/>
                        <a:buFont typeface="Wingdings" panose="05000000000000000000" pitchFamily="2" charset="2"/>
                        <a:defRPr sz="2400" b="1">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buClr>
                          <a:schemeClr val="tx2"/>
                        </a:buClr>
                        <a:buSzPct val="75000"/>
                        <a:buFont typeface="Wingdings" panose="05000000000000000000" pitchFamily="2" charset="2"/>
                        <a:defRPr sz="2000" b="1">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9pPr>
                    </a:lstStyle>
                    <a:p>
                      <a:pPr marL="571500" marR="0" lvl="0" indent="-57150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3DCE1"/>
                    </a:solidFill>
                  </a:tcPr>
                </a:tc>
                <a:tc>
                  <a:txBody>
                    <a:bodyPr/>
                    <a:lstStyle>
                      <a:lvl1pPr marL="571500" indent="-571500" eaLnBrk="0" hangingPunct="0">
                        <a:spcBef>
                          <a:spcPct val="30000"/>
                        </a:spcBef>
                        <a:buClr>
                          <a:schemeClr val="tx2"/>
                        </a:buClr>
                        <a:buSzPct val="75000"/>
                        <a:buFont typeface="Wingdings" panose="05000000000000000000" pitchFamily="2" charset="2"/>
                        <a:defRPr sz="2800" b="1">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buClr>
                          <a:schemeClr val="tx2"/>
                        </a:buClr>
                        <a:buSzPct val="75000"/>
                        <a:buFont typeface="Wingdings" panose="05000000000000000000" pitchFamily="2" charset="2"/>
                        <a:defRPr sz="2400" b="1">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buClr>
                          <a:schemeClr val="tx2"/>
                        </a:buClr>
                        <a:buSzPct val="75000"/>
                        <a:buFont typeface="Wingdings" panose="05000000000000000000" pitchFamily="2" charset="2"/>
                        <a:defRPr sz="2000" b="1">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9pPr>
                    </a:lstStyle>
                    <a:p>
                      <a:pPr marL="571500" marR="0" lvl="0" indent="-5715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Y</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3DCE1"/>
                    </a:solidFill>
                  </a:tcPr>
                </a:tc>
                <a:tc>
                  <a:txBody>
                    <a:bodyPr/>
                    <a:lstStyle>
                      <a:lvl1pPr marL="571500" indent="-571500" eaLnBrk="0" hangingPunct="0">
                        <a:spcBef>
                          <a:spcPct val="30000"/>
                        </a:spcBef>
                        <a:buClr>
                          <a:schemeClr val="tx2"/>
                        </a:buClr>
                        <a:buSzPct val="75000"/>
                        <a:buFont typeface="Wingdings" panose="05000000000000000000" pitchFamily="2" charset="2"/>
                        <a:defRPr sz="2800" b="1">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buClr>
                          <a:schemeClr val="tx2"/>
                        </a:buClr>
                        <a:buSzPct val="75000"/>
                        <a:buFont typeface="Wingdings" panose="05000000000000000000" pitchFamily="2" charset="2"/>
                        <a:defRPr sz="2400" b="1">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buClr>
                          <a:schemeClr val="tx2"/>
                        </a:buClr>
                        <a:buSzPct val="75000"/>
                        <a:buFont typeface="Wingdings" panose="05000000000000000000" pitchFamily="2" charset="2"/>
                        <a:defRPr sz="2000" b="1">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9pPr>
                    </a:lstStyle>
                    <a:p>
                      <a:pPr marL="571500" marR="0" lvl="0" indent="-5715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Y</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3DCE1"/>
                    </a:solidFill>
                  </a:tcPr>
                </a:tc>
                <a:tc>
                  <a:txBody>
                    <a:bodyPr/>
                    <a:lstStyle>
                      <a:lvl1pPr marL="571500" indent="-571500" eaLnBrk="0" hangingPunct="0">
                        <a:spcBef>
                          <a:spcPct val="30000"/>
                        </a:spcBef>
                        <a:buClr>
                          <a:schemeClr val="tx2"/>
                        </a:buClr>
                        <a:buSzPct val="75000"/>
                        <a:buFont typeface="Wingdings" panose="05000000000000000000" pitchFamily="2" charset="2"/>
                        <a:defRPr sz="2800" b="1">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buClr>
                          <a:schemeClr val="tx2"/>
                        </a:buClr>
                        <a:buSzPct val="75000"/>
                        <a:buFont typeface="Wingdings" panose="05000000000000000000" pitchFamily="2" charset="2"/>
                        <a:defRPr sz="2400" b="1">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buClr>
                          <a:schemeClr val="tx2"/>
                        </a:buClr>
                        <a:buSzPct val="75000"/>
                        <a:buFont typeface="Wingdings" panose="05000000000000000000" pitchFamily="2" charset="2"/>
                        <a:defRPr sz="2000" b="1">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9pPr>
                    </a:lstStyle>
                    <a:p>
                      <a:pPr marL="571500" marR="0" lvl="0" indent="-5715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Y</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3DCE1"/>
                    </a:solidFill>
                  </a:tcPr>
                </a:tc>
                <a:extLst>
                  <a:ext uri="{0D108BD9-81ED-4DB2-BD59-A6C34878D82A}">
                    <a16:rowId xmlns:a16="http://schemas.microsoft.com/office/drawing/2014/main" val="10003"/>
                  </a:ext>
                </a:extLst>
              </a:tr>
              <a:tr h="342900">
                <a:tc>
                  <a:txBody>
                    <a:bodyPr/>
                    <a:lstStyle>
                      <a:lvl1pPr marL="571500" indent="-571500" eaLnBrk="0" hangingPunct="0">
                        <a:spcBef>
                          <a:spcPct val="30000"/>
                        </a:spcBef>
                        <a:buClr>
                          <a:schemeClr val="tx2"/>
                        </a:buClr>
                        <a:buSzPct val="75000"/>
                        <a:buFont typeface="Wingdings" panose="05000000000000000000" pitchFamily="2" charset="2"/>
                        <a:defRPr sz="2800" b="1">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buClr>
                          <a:schemeClr val="tx2"/>
                        </a:buClr>
                        <a:buSzPct val="75000"/>
                        <a:buFont typeface="Wingdings" panose="05000000000000000000" pitchFamily="2" charset="2"/>
                        <a:defRPr sz="2400" b="1">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buClr>
                          <a:schemeClr val="tx2"/>
                        </a:buClr>
                        <a:buSzPct val="75000"/>
                        <a:buFont typeface="Wingdings" panose="05000000000000000000" pitchFamily="2" charset="2"/>
                        <a:defRPr sz="2000" b="1">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9pPr>
                    </a:lstStyle>
                    <a:p>
                      <a:pPr marL="571500" marR="0" lvl="0" indent="-57150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chemeClr val="bg2"/>
                          </a:solidFill>
                          <a:effectLst/>
                          <a:latin typeface="宋体" panose="02010600030101010101" pitchFamily="2" charset="-122"/>
                          <a:ea typeface="宋体" panose="02010600030101010101" pitchFamily="2" charset="-122"/>
                          <a:cs typeface="Times New Roman" panose="02020603050405020304" pitchFamily="18" charset="0"/>
                        </a:rPr>
                        <a:t>访问控制服务</a:t>
                      </a:r>
                      <a:endParaRPr kumimoji="0" lang="zh-CN" altLang="en-US" sz="1600" b="1" i="0" u="none" strike="noStrike" cap="none" normalizeH="0" baseline="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3DCE1"/>
                    </a:solidFill>
                  </a:tcPr>
                </a:tc>
                <a:tc>
                  <a:txBody>
                    <a:bodyPr/>
                    <a:lstStyle>
                      <a:lvl1pPr marL="571500" indent="-571500" eaLnBrk="0" hangingPunct="0">
                        <a:spcBef>
                          <a:spcPct val="30000"/>
                        </a:spcBef>
                        <a:buClr>
                          <a:schemeClr val="tx2"/>
                        </a:buClr>
                        <a:buSzPct val="75000"/>
                        <a:buFont typeface="Wingdings" panose="05000000000000000000" pitchFamily="2" charset="2"/>
                        <a:defRPr sz="2800" b="1">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buClr>
                          <a:schemeClr val="tx2"/>
                        </a:buClr>
                        <a:buSzPct val="75000"/>
                        <a:buFont typeface="Wingdings" panose="05000000000000000000" pitchFamily="2" charset="2"/>
                        <a:defRPr sz="2400" b="1">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buClr>
                          <a:schemeClr val="tx2"/>
                        </a:buClr>
                        <a:buSzPct val="75000"/>
                        <a:buFont typeface="Wingdings" panose="05000000000000000000" pitchFamily="2" charset="2"/>
                        <a:defRPr sz="2000" b="1">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9pPr>
                    </a:lstStyle>
                    <a:p>
                      <a:pPr marL="571500" marR="0" lvl="0" indent="-57150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3DCE1"/>
                    </a:solidFill>
                  </a:tcPr>
                </a:tc>
                <a:tc>
                  <a:txBody>
                    <a:bodyPr/>
                    <a:lstStyle>
                      <a:lvl1pPr marL="571500" indent="-571500" eaLnBrk="0" hangingPunct="0">
                        <a:spcBef>
                          <a:spcPct val="30000"/>
                        </a:spcBef>
                        <a:buClr>
                          <a:schemeClr val="tx2"/>
                        </a:buClr>
                        <a:buSzPct val="75000"/>
                        <a:buFont typeface="Wingdings" panose="05000000000000000000" pitchFamily="2" charset="2"/>
                        <a:defRPr sz="2800" b="1">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buClr>
                          <a:schemeClr val="tx2"/>
                        </a:buClr>
                        <a:buSzPct val="75000"/>
                        <a:buFont typeface="Wingdings" panose="05000000000000000000" pitchFamily="2" charset="2"/>
                        <a:defRPr sz="2400" b="1">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buClr>
                          <a:schemeClr val="tx2"/>
                        </a:buClr>
                        <a:buSzPct val="75000"/>
                        <a:buFont typeface="Wingdings" panose="05000000000000000000" pitchFamily="2" charset="2"/>
                        <a:defRPr sz="2000" b="1">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9pPr>
                    </a:lstStyle>
                    <a:p>
                      <a:pPr marL="571500" marR="0" lvl="0" indent="-5715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Y</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3DCE1"/>
                    </a:solidFill>
                  </a:tcPr>
                </a:tc>
                <a:tc>
                  <a:txBody>
                    <a:bodyPr/>
                    <a:lstStyle>
                      <a:lvl1pPr marL="571500" indent="-571500" eaLnBrk="0" hangingPunct="0">
                        <a:spcBef>
                          <a:spcPct val="30000"/>
                        </a:spcBef>
                        <a:buClr>
                          <a:schemeClr val="tx2"/>
                        </a:buClr>
                        <a:buSzPct val="75000"/>
                        <a:buFont typeface="Wingdings" panose="05000000000000000000" pitchFamily="2" charset="2"/>
                        <a:defRPr sz="2800" b="1">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buClr>
                          <a:schemeClr val="tx2"/>
                        </a:buClr>
                        <a:buSzPct val="75000"/>
                        <a:buFont typeface="Wingdings" panose="05000000000000000000" pitchFamily="2" charset="2"/>
                        <a:defRPr sz="2400" b="1">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buClr>
                          <a:schemeClr val="tx2"/>
                        </a:buClr>
                        <a:buSzPct val="75000"/>
                        <a:buFont typeface="Wingdings" panose="05000000000000000000" pitchFamily="2" charset="2"/>
                        <a:defRPr sz="2000" b="1">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9pPr>
                    </a:lstStyle>
                    <a:p>
                      <a:pPr marL="571500" marR="0" lvl="0" indent="-5715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Y</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3DCE1"/>
                    </a:solidFill>
                  </a:tcPr>
                </a:tc>
                <a:tc>
                  <a:txBody>
                    <a:bodyPr/>
                    <a:lstStyle>
                      <a:lvl1pPr marL="571500" indent="-571500" eaLnBrk="0" hangingPunct="0">
                        <a:spcBef>
                          <a:spcPct val="30000"/>
                        </a:spcBef>
                        <a:buClr>
                          <a:schemeClr val="tx2"/>
                        </a:buClr>
                        <a:buSzPct val="75000"/>
                        <a:buFont typeface="Wingdings" panose="05000000000000000000" pitchFamily="2" charset="2"/>
                        <a:defRPr sz="2800" b="1">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buClr>
                          <a:schemeClr val="tx2"/>
                        </a:buClr>
                        <a:buSzPct val="75000"/>
                        <a:buFont typeface="Wingdings" panose="05000000000000000000" pitchFamily="2" charset="2"/>
                        <a:defRPr sz="2400" b="1">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buClr>
                          <a:schemeClr val="tx2"/>
                        </a:buClr>
                        <a:buSzPct val="75000"/>
                        <a:buFont typeface="Wingdings" panose="05000000000000000000" pitchFamily="2" charset="2"/>
                        <a:defRPr sz="2000" b="1">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9pPr>
                    </a:lstStyle>
                    <a:p>
                      <a:pPr marL="571500" marR="0" lvl="0" indent="-5715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Y</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3DCE1"/>
                    </a:solidFill>
                  </a:tcPr>
                </a:tc>
                <a:extLst>
                  <a:ext uri="{0D108BD9-81ED-4DB2-BD59-A6C34878D82A}">
                    <a16:rowId xmlns:a16="http://schemas.microsoft.com/office/drawing/2014/main" val="10004"/>
                  </a:ext>
                </a:extLst>
              </a:tr>
              <a:tr h="342900">
                <a:tc>
                  <a:txBody>
                    <a:bodyPr/>
                    <a:lstStyle>
                      <a:lvl1pPr marL="571500" indent="-571500" eaLnBrk="0" hangingPunct="0">
                        <a:spcBef>
                          <a:spcPct val="30000"/>
                        </a:spcBef>
                        <a:buClr>
                          <a:schemeClr val="tx2"/>
                        </a:buClr>
                        <a:buSzPct val="75000"/>
                        <a:buFont typeface="Wingdings" panose="05000000000000000000" pitchFamily="2" charset="2"/>
                        <a:defRPr sz="2800" b="1">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buClr>
                          <a:schemeClr val="tx2"/>
                        </a:buClr>
                        <a:buSzPct val="75000"/>
                        <a:buFont typeface="Wingdings" panose="05000000000000000000" pitchFamily="2" charset="2"/>
                        <a:defRPr sz="2400" b="1">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buClr>
                          <a:schemeClr val="tx2"/>
                        </a:buClr>
                        <a:buSzPct val="75000"/>
                        <a:buFont typeface="Wingdings" panose="05000000000000000000" pitchFamily="2" charset="2"/>
                        <a:defRPr sz="2000" b="1">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9pPr>
                    </a:lstStyle>
                    <a:p>
                      <a:pPr marL="571500" marR="0" lvl="0" indent="-57150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连接机密性</a:t>
                      </a: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3DCE1"/>
                    </a:solidFill>
                  </a:tcPr>
                </a:tc>
                <a:tc>
                  <a:txBody>
                    <a:bodyPr/>
                    <a:lstStyle>
                      <a:lvl1pPr marL="571500" indent="-571500" eaLnBrk="0" hangingPunct="0">
                        <a:spcBef>
                          <a:spcPct val="30000"/>
                        </a:spcBef>
                        <a:buClr>
                          <a:schemeClr val="tx2"/>
                        </a:buClr>
                        <a:buSzPct val="75000"/>
                        <a:buFont typeface="Wingdings" panose="05000000000000000000" pitchFamily="2" charset="2"/>
                        <a:defRPr sz="2800" b="1">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buClr>
                          <a:schemeClr val="tx2"/>
                        </a:buClr>
                        <a:buSzPct val="75000"/>
                        <a:buFont typeface="Wingdings" panose="05000000000000000000" pitchFamily="2" charset="2"/>
                        <a:defRPr sz="2400" b="1">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buClr>
                          <a:schemeClr val="tx2"/>
                        </a:buClr>
                        <a:buSzPct val="75000"/>
                        <a:buFont typeface="Wingdings" panose="05000000000000000000" pitchFamily="2" charset="2"/>
                        <a:defRPr sz="2000" b="1">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9pPr>
                    </a:lstStyle>
                    <a:p>
                      <a:pPr marL="571500" marR="0" lvl="0" indent="-5715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Y</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3DCE1"/>
                    </a:solidFill>
                  </a:tcPr>
                </a:tc>
                <a:tc>
                  <a:txBody>
                    <a:bodyPr/>
                    <a:lstStyle>
                      <a:lvl1pPr marL="571500" indent="-571500" eaLnBrk="0" hangingPunct="0">
                        <a:spcBef>
                          <a:spcPct val="30000"/>
                        </a:spcBef>
                        <a:buClr>
                          <a:schemeClr val="tx2"/>
                        </a:buClr>
                        <a:buSzPct val="75000"/>
                        <a:buFont typeface="Wingdings" panose="05000000000000000000" pitchFamily="2" charset="2"/>
                        <a:defRPr sz="2800" b="1">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buClr>
                          <a:schemeClr val="tx2"/>
                        </a:buClr>
                        <a:buSzPct val="75000"/>
                        <a:buFont typeface="Wingdings" panose="05000000000000000000" pitchFamily="2" charset="2"/>
                        <a:defRPr sz="2400" b="1">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buClr>
                          <a:schemeClr val="tx2"/>
                        </a:buClr>
                        <a:buSzPct val="75000"/>
                        <a:buFont typeface="Wingdings" panose="05000000000000000000" pitchFamily="2" charset="2"/>
                        <a:defRPr sz="2000" b="1">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9pPr>
                    </a:lstStyle>
                    <a:p>
                      <a:pPr marL="571500" marR="0" lvl="0" indent="-5715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Y</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3DCE1"/>
                    </a:solidFill>
                  </a:tcPr>
                </a:tc>
                <a:tc>
                  <a:txBody>
                    <a:bodyPr/>
                    <a:lstStyle>
                      <a:lvl1pPr marL="571500" indent="-571500" eaLnBrk="0" hangingPunct="0">
                        <a:spcBef>
                          <a:spcPct val="30000"/>
                        </a:spcBef>
                        <a:buClr>
                          <a:schemeClr val="tx2"/>
                        </a:buClr>
                        <a:buSzPct val="75000"/>
                        <a:buFont typeface="Wingdings" panose="05000000000000000000" pitchFamily="2" charset="2"/>
                        <a:defRPr sz="2800" b="1">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buClr>
                          <a:schemeClr val="tx2"/>
                        </a:buClr>
                        <a:buSzPct val="75000"/>
                        <a:buFont typeface="Wingdings" panose="05000000000000000000" pitchFamily="2" charset="2"/>
                        <a:defRPr sz="2400" b="1">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buClr>
                          <a:schemeClr val="tx2"/>
                        </a:buClr>
                        <a:buSzPct val="75000"/>
                        <a:buFont typeface="Wingdings" panose="05000000000000000000" pitchFamily="2" charset="2"/>
                        <a:defRPr sz="2000" b="1">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9pPr>
                    </a:lstStyle>
                    <a:p>
                      <a:pPr marL="571500" marR="0" lvl="0" indent="-5715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Y</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3DCE1"/>
                    </a:solidFill>
                  </a:tcPr>
                </a:tc>
                <a:tc>
                  <a:txBody>
                    <a:bodyPr/>
                    <a:lstStyle>
                      <a:lvl1pPr marL="571500" indent="-571500" eaLnBrk="0" hangingPunct="0">
                        <a:spcBef>
                          <a:spcPct val="30000"/>
                        </a:spcBef>
                        <a:buClr>
                          <a:schemeClr val="tx2"/>
                        </a:buClr>
                        <a:buSzPct val="75000"/>
                        <a:buFont typeface="Wingdings" panose="05000000000000000000" pitchFamily="2" charset="2"/>
                        <a:defRPr sz="2800" b="1">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buClr>
                          <a:schemeClr val="tx2"/>
                        </a:buClr>
                        <a:buSzPct val="75000"/>
                        <a:buFont typeface="Wingdings" panose="05000000000000000000" pitchFamily="2" charset="2"/>
                        <a:defRPr sz="2400" b="1">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buClr>
                          <a:schemeClr val="tx2"/>
                        </a:buClr>
                        <a:buSzPct val="75000"/>
                        <a:buFont typeface="Wingdings" panose="05000000000000000000" pitchFamily="2" charset="2"/>
                        <a:defRPr sz="2000" b="1">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9pPr>
                    </a:lstStyle>
                    <a:p>
                      <a:pPr marL="571500" marR="0" lvl="0" indent="-5715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Y</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3DCE1"/>
                    </a:solidFill>
                  </a:tcPr>
                </a:tc>
                <a:extLst>
                  <a:ext uri="{0D108BD9-81ED-4DB2-BD59-A6C34878D82A}">
                    <a16:rowId xmlns:a16="http://schemas.microsoft.com/office/drawing/2014/main" val="10005"/>
                  </a:ext>
                </a:extLst>
              </a:tr>
              <a:tr h="342900">
                <a:tc>
                  <a:txBody>
                    <a:bodyPr/>
                    <a:lstStyle>
                      <a:lvl1pPr marL="571500" indent="-571500" eaLnBrk="0" hangingPunct="0">
                        <a:spcBef>
                          <a:spcPct val="30000"/>
                        </a:spcBef>
                        <a:buClr>
                          <a:schemeClr val="tx2"/>
                        </a:buClr>
                        <a:buSzPct val="75000"/>
                        <a:buFont typeface="Wingdings" panose="05000000000000000000" pitchFamily="2" charset="2"/>
                        <a:defRPr sz="2800" b="1">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buClr>
                          <a:schemeClr val="tx2"/>
                        </a:buClr>
                        <a:buSzPct val="75000"/>
                        <a:buFont typeface="Wingdings" panose="05000000000000000000" pitchFamily="2" charset="2"/>
                        <a:defRPr sz="2400" b="1">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buClr>
                          <a:schemeClr val="tx2"/>
                        </a:buClr>
                        <a:buSzPct val="75000"/>
                        <a:buFont typeface="Wingdings" panose="05000000000000000000" pitchFamily="2" charset="2"/>
                        <a:defRPr sz="2000" b="1">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9pPr>
                    </a:lstStyle>
                    <a:p>
                      <a:pPr marL="571500" marR="0" lvl="0" indent="-57150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无连接机密性</a:t>
                      </a: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3DCE1"/>
                    </a:solidFill>
                  </a:tcPr>
                </a:tc>
                <a:tc>
                  <a:txBody>
                    <a:bodyPr/>
                    <a:lstStyle>
                      <a:lvl1pPr marL="571500" indent="-571500" eaLnBrk="0" hangingPunct="0">
                        <a:spcBef>
                          <a:spcPct val="30000"/>
                        </a:spcBef>
                        <a:buClr>
                          <a:schemeClr val="tx2"/>
                        </a:buClr>
                        <a:buSzPct val="75000"/>
                        <a:buFont typeface="Wingdings" panose="05000000000000000000" pitchFamily="2" charset="2"/>
                        <a:defRPr sz="2800" b="1">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buClr>
                          <a:schemeClr val="tx2"/>
                        </a:buClr>
                        <a:buSzPct val="75000"/>
                        <a:buFont typeface="Wingdings" panose="05000000000000000000" pitchFamily="2" charset="2"/>
                        <a:defRPr sz="2400" b="1">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buClr>
                          <a:schemeClr val="tx2"/>
                        </a:buClr>
                        <a:buSzPct val="75000"/>
                        <a:buFont typeface="Wingdings" panose="05000000000000000000" pitchFamily="2" charset="2"/>
                        <a:defRPr sz="2000" b="1">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9pPr>
                    </a:lstStyle>
                    <a:p>
                      <a:pPr marL="571500" marR="0" lvl="0" indent="-5715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Y</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3DCE1"/>
                    </a:solidFill>
                  </a:tcPr>
                </a:tc>
                <a:tc>
                  <a:txBody>
                    <a:bodyPr/>
                    <a:lstStyle>
                      <a:lvl1pPr marL="571500" indent="-571500" eaLnBrk="0" hangingPunct="0">
                        <a:spcBef>
                          <a:spcPct val="30000"/>
                        </a:spcBef>
                        <a:buClr>
                          <a:schemeClr val="tx2"/>
                        </a:buClr>
                        <a:buSzPct val="75000"/>
                        <a:buFont typeface="Wingdings" panose="05000000000000000000" pitchFamily="2" charset="2"/>
                        <a:defRPr sz="2800" b="1">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buClr>
                          <a:schemeClr val="tx2"/>
                        </a:buClr>
                        <a:buSzPct val="75000"/>
                        <a:buFont typeface="Wingdings" panose="05000000000000000000" pitchFamily="2" charset="2"/>
                        <a:defRPr sz="2400" b="1">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buClr>
                          <a:schemeClr val="tx2"/>
                        </a:buClr>
                        <a:buSzPct val="75000"/>
                        <a:buFont typeface="Wingdings" panose="05000000000000000000" pitchFamily="2" charset="2"/>
                        <a:defRPr sz="2000" b="1">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9pPr>
                    </a:lstStyle>
                    <a:p>
                      <a:pPr marL="571500" marR="0" lvl="0" indent="-5715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Y</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3DCE1"/>
                    </a:solidFill>
                  </a:tcPr>
                </a:tc>
                <a:tc>
                  <a:txBody>
                    <a:bodyPr/>
                    <a:lstStyle>
                      <a:lvl1pPr marL="571500" indent="-571500" eaLnBrk="0" hangingPunct="0">
                        <a:spcBef>
                          <a:spcPct val="30000"/>
                        </a:spcBef>
                        <a:buClr>
                          <a:schemeClr val="tx2"/>
                        </a:buClr>
                        <a:buSzPct val="75000"/>
                        <a:buFont typeface="Wingdings" panose="05000000000000000000" pitchFamily="2" charset="2"/>
                        <a:defRPr sz="2800" b="1">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buClr>
                          <a:schemeClr val="tx2"/>
                        </a:buClr>
                        <a:buSzPct val="75000"/>
                        <a:buFont typeface="Wingdings" panose="05000000000000000000" pitchFamily="2" charset="2"/>
                        <a:defRPr sz="2400" b="1">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buClr>
                          <a:schemeClr val="tx2"/>
                        </a:buClr>
                        <a:buSzPct val="75000"/>
                        <a:buFont typeface="Wingdings" panose="05000000000000000000" pitchFamily="2" charset="2"/>
                        <a:defRPr sz="2000" b="1">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9pPr>
                    </a:lstStyle>
                    <a:p>
                      <a:pPr marL="571500" marR="0" lvl="0" indent="-5715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Y</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3DCE1"/>
                    </a:solidFill>
                  </a:tcPr>
                </a:tc>
                <a:tc>
                  <a:txBody>
                    <a:bodyPr/>
                    <a:lstStyle>
                      <a:lvl1pPr marL="571500" indent="-571500" eaLnBrk="0" hangingPunct="0">
                        <a:spcBef>
                          <a:spcPct val="30000"/>
                        </a:spcBef>
                        <a:buClr>
                          <a:schemeClr val="tx2"/>
                        </a:buClr>
                        <a:buSzPct val="75000"/>
                        <a:buFont typeface="Wingdings" panose="05000000000000000000" pitchFamily="2" charset="2"/>
                        <a:defRPr sz="2800" b="1">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buClr>
                          <a:schemeClr val="tx2"/>
                        </a:buClr>
                        <a:buSzPct val="75000"/>
                        <a:buFont typeface="Wingdings" panose="05000000000000000000" pitchFamily="2" charset="2"/>
                        <a:defRPr sz="2400" b="1">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buClr>
                          <a:schemeClr val="tx2"/>
                        </a:buClr>
                        <a:buSzPct val="75000"/>
                        <a:buFont typeface="Wingdings" panose="05000000000000000000" pitchFamily="2" charset="2"/>
                        <a:defRPr sz="2000" b="1">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9pPr>
                    </a:lstStyle>
                    <a:p>
                      <a:pPr marL="571500" marR="0" lvl="0" indent="-5715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Y</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3DCE1"/>
                    </a:solidFill>
                  </a:tcPr>
                </a:tc>
                <a:extLst>
                  <a:ext uri="{0D108BD9-81ED-4DB2-BD59-A6C34878D82A}">
                    <a16:rowId xmlns:a16="http://schemas.microsoft.com/office/drawing/2014/main" val="10006"/>
                  </a:ext>
                </a:extLst>
              </a:tr>
              <a:tr h="342900">
                <a:tc>
                  <a:txBody>
                    <a:bodyPr/>
                    <a:lstStyle>
                      <a:lvl1pPr marL="571500" indent="-571500" eaLnBrk="0" hangingPunct="0">
                        <a:spcBef>
                          <a:spcPct val="30000"/>
                        </a:spcBef>
                        <a:buClr>
                          <a:schemeClr val="tx2"/>
                        </a:buClr>
                        <a:buSzPct val="75000"/>
                        <a:buFont typeface="Wingdings" panose="05000000000000000000" pitchFamily="2" charset="2"/>
                        <a:defRPr sz="2800" b="1">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buClr>
                          <a:schemeClr val="tx2"/>
                        </a:buClr>
                        <a:buSzPct val="75000"/>
                        <a:buFont typeface="Wingdings" panose="05000000000000000000" pitchFamily="2" charset="2"/>
                        <a:defRPr sz="2400" b="1">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buClr>
                          <a:schemeClr val="tx2"/>
                        </a:buClr>
                        <a:buSzPct val="75000"/>
                        <a:buFont typeface="Wingdings" panose="05000000000000000000" pitchFamily="2" charset="2"/>
                        <a:defRPr sz="2000" b="1">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9pPr>
                    </a:lstStyle>
                    <a:p>
                      <a:pPr marL="571500" marR="0" lvl="0" indent="-57150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选择字段机密性</a:t>
                      </a: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3DCE1"/>
                    </a:solidFill>
                  </a:tcPr>
                </a:tc>
                <a:tc>
                  <a:txBody>
                    <a:bodyPr/>
                    <a:lstStyle>
                      <a:lvl1pPr marL="571500" indent="-571500" eaLnBrk="0" hangingPunct="0">
                        <a:spcBef>
                          <a:spcPct val="30000"/>
                        </a:spcBef>
                        <a:buClr>
                          <a:schemeClr val="tx2"/>
                        </a:buClr>
                        <a:buSzPct val="75000"/>
                        <a:buFont typeface="Wingdings" panose="05000000000000000000" pitchFamily="2" charset="2"/>
                        <a:defRPr sz="2800" b="1">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buClr>
                          <a:schemeClr val="tx2"/>
                        </a:buClr>
                        <a:buSzPct val="75000"/>
                        <a:buFont typeface="Wingdings" panose="05000000000000000000" pitchFamily="2" charset="2"/>
                        <a:defRPr sz="2400" b="1">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buClr>
                          <a:schemeClr val="tx2"/>
                        </a:buClr>
                        <a:buSzPct val="75000"/>
                        <a:buFont typeface="Wingdings" panose="05000000000000000000" pitchFamily="2" charset="2"/>
                        <a:defRPr sz="2000" b="1">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9pPr>
                    </a:lstStyle>
                    <a:p>
                      <a:pPr marL="571500" marR="0" lvl="0" indent="-57150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3DCE1"/>
                    </a:solidFill>
                  </a:tcPr>
                </a:tc>
                <a:tc>
                  <a:txBody>
                    <a:bodyPr/>
                    <a:lstStyle>
                      <a:lvl1pPr marL="571500" indent="-571500" eaLnBrk="0" hangingPunct="0">
                        <a:spcBef>
                          <a:spcPct val="30000"/>
                        </a:spcBef>
                        <a:buClr>
                          <a:schemeClr val="tx2"/>
                        </a:buClr>
                        <a:buSzPct val="75000"/>
                        <a:buFont typeface="Wingdings" panose="05000000000000000000" pitchFamily="2" charset="2"/>
                        <a:defRPr sz="2800" b="1">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buClr>
                          <a:schemeClr val="tx2"/>
                        </a:buClr>
                        <a:buSzPct val="75000"/>
                        <a:buFont typeface="Wingdings" panose="05000000000000000000" pitchFamily="2" charset="2"/>
                        <a:defRPr sz="2400" b="1">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buClr>
                          <a:schemeClr val="tx2"/>
                        </a:buClr>
                        <a:buSzPct val="75000"/>
                        <a:buFont typeface="Wingdings" panose="05000000000000000000" pitchFamily="2" charset="2"/>
                        <a:defRPr sz="2000" b="1">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9pPr>
                    </a:lstStyle>
                    <a:p>
                      <a:pPr marL="571500" marR="0" lvl="0" indent="-57150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3DCE1"/>
                    </a:solidFill>
                  </a:tcPr>
                </a:tc>
                <a:tc>
                  <a:txBody>
                    <a:bodyPr/>
                    <a:lstStyle>
                      <a:lvl1pPr marL="571500" indent="-571500" eaLnBrk="0" hangingPunct="0">
                        <a:spcBef>
                          <a:spcPct val="30000"/>
                        </a:spcBef>
                        <a:buClr>
                          <a:schemeClr val="tx2"/>
                        </a:buClr>
                        <a:buSzPct val="75000"/>
                        <a:buFont typeface="Wingdings" panose="05000000000000000000" pitchFamily="2" charset="2"/>
                        <a:defRPr sz="2800" b="1">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buClr>
                          <a:schemeClr val="tx2"/>
                        </a:buClr>
                        <a:buSzPct val="75000"/>
                        <a:buFont typeface="Wingdings" panose="05000000000000000000" pitchFamily="2" charset="2"/>
                        <a:defRPr sz="2400" b="1">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buClr>
                          <a:schemeClr val="tx2"/>
                        </a:buClr>
                        <a:buSzPct val="75000"/>
                        <a:buFont typeface="Wingdings" panose="05000000000000000000" pitchFamily="2" charset="2"/>
                        <a:defRPr sz="2000" b="1">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9pPr>
                    </a:lstStyle>
                    <a:p>
                      <a:pPr marL="571500" marR="0" lvl="0" indent="-57150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3DCE1"/>
                    </a:solidFill>
                  </a:tcPr>
                </a:tc>
                <a:tc>
                  <a:txBody>
                    <a:bodyPr/>
                    <a:lstStyle>
                      <a:lvl1pPr marL="571500" indent="-571500" eaLnBrk="0" hangingPunct="0">
                        <a:spcBef>
                          <a:spcPct val="30000"/>
                        </a:spcBef>
                        <a:buClr>
                          <a:schemeClr val="tx2"/>
                        </a:buClr>
                        <a:buSzPct val="75000"/>
                        <a:buFont typeface="Wingdings" panose="05000000000000000000" pitchFamily="2" charset="2"/>
                        <a:defRPr sz="2800" b="1">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buClr>
                          <a:schemeClr val="tx2"/>
                        </a:buClr>
                        <a:buSzPct val="75000"/>
                        <a:buFont typeface="Wingdings" panose="05000000000000000000" pitchFamily="2" charset="2"/>
                        <a:defRPr sz="2400" b="1">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buClr>
                          <a:schemeClr val="tx2"/>
                        </a:buClr>
                        <a:buSzPct val="75000"/>
                        <a:buFont typeface="Wingdings" panose="05000000000000000000" pitchFamily="2" charset="2"/>
                        <a:defRPr sz="2000" b="1">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9pPr>
                    </a:lstStyle>
                    <a:p>
                      <a:pPr marL="571500" marR="0" lvl="0" indent="-5715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Y</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3DCE1"/>
                    </a:solidFill>
                  </a:tcPr>
                </a:tc>
                <a:extLst>
                  <a:ext uri="{0D108BD9-81ED-4DB2-BD59-A6C34878D82A}">
                    <a16:rowId xmlns:a16="http://schemas.microsoft.com/office/drawing/2014/main" val="10007"/>
                  </a:ext>
                </a:extLst>
              </a:tr>
              <a:tr h="342900">
                <a:tc>
                  <a:txBody>
                    <a:bodyPr/>
                    <a:lstStyle>
                      <a:lvl1pPr marL="571500" indent="-571500" eaLnBrk="0" hangingPunct="0">
                        <a:spcBef>
                          <a:spcPct val="30000"/>
                        </a:spcBef>
                        <a:buClr>
                          <a:schemeClr val="tx2"/>
                        </a:buClr>
                        <a:buSzPct val="75000"/>
                        <a:buFont typeface="Wingdings" panose="05000000000000000000" pitchFamily="2" charset="2"/>
                        <a:defRPr sz="2800" b="1">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buClr>
                          <a:schemeClr val="tx2"/>
                        </a:buClr>
                        <a:buSzPct val="75000"/>
                        <a:buFont typeface="Wingdings" panose="05000000000000000000" pitchFamily="2" charset="2"/>
                        <a:defRPr sz="2400" b="1">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buClr>
                          <a:schemeClr val="tx2"/>
                        </a:buClr>
                        <a:buSzPct val="75000"/>
                        <a:buFont typeface="Wingdings" panose="05000000000000000000" pitchFamily="2" charset="2"/>
                        <a:defRPr sz="2000" b="1">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9pPr>
                    </a:lstStyle>
                    <a:p>
                      <a:pPr marL="571500" marR="0" lvl="0" indent="-57150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流量保密性</a:t>
                      </a: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3DCE1"/>
                    </a:solidFill>
                  </a:tcPr>
                </a:tc>
                <a:tc>
                  <a:txBody>
                    <a:bodyPr/>
                    <a:lstStyle>
                      <a:lvl1pPr marL="571500" indent="-571500" eaLnBrk="0" hangingPunct="0">
                        <a:spcBef>
                          <a:spcPct val="30000"/>
                        </a:spcBef>
                        <a:buClr>
                          <a:schemeClr val="tx2"/>
                        </a:buClr>
                        <a:buSzPct val="75000"/>
                        <a:buFont typeface="Wingdings" panose="05000000000000000000" pitchFamily="2" charset="2"/>
                        <a:defRPr sz="2800" b="1">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buClr>
                          <a:schemeClr val="tx2"/>
                        </a:buClr>
                        <a:buSzPct val="75000"/>
                        <a:buFont typeface="Wingdings" panose="05000000000000000000" pitchFamily="2" charset="2"/>
                        <a:defRPr sz="2400" b="1">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buClr>
                          <a:schemeClr val="tx2"/>
                        </a:buClr>
                        <a:buSzPct val="75000"/>
                        <a:buFont typeface="Wingdings" panose="05000000000000000000" pitchFamily="2" charset="2"/>
                        <a:defRPr sz="2000" b="1">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9pPr>
                    </a:lstStyle>
                    <a:p>
                      <a:pPr marL="571500" marR="0" lvl="0" indent="-5715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Y</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3DCE1"/>
                    </a:solidFill>
                  </a:tcPr>
                </a:tc>
                <a:tc>
                  <a:txBody>
                    <a:bodyPr/>
                    <a:lstStyle>
                      <a:lvl1pPr marL="571500" indent="-571500" eaLnBrk="0" hangingPunct="0">
                        <a:spcBef>
                          <a:spcPct val="30000"/>
                        </a:spcBef>
                        <a:buClr>
                          <a:schemeClr val="tx2"/>
                        </a:buClr>
                        <a:buSzPct val="75000"/>
                        <a:buFont typeface="Wingdings" panose="05000000000000000000" pitchFamily="2" charset="2"/>
                        <a:defRPr sz="2800" b="1">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buClr>
                          <a:schemeClr val="tx2"/>
                        </a:buClr>
                        <a:buSzPct val="75000"/>
                        <a:buFont typeface="Wingdings" panose="05000000000000000000" pitchFamily="2" charset="2"/>
                        <a:defRPr sz="2400" b="1">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buClr>
                          <a:schemeClr val="tx2"/>
                        </a:buClr>
                        <a:buSzPct val="75000"/>
                        <a:buFont typeface="Wingdings" panose="05000000000000000000" pitchFamily="2" charset="2"/>
                        <a:defRPr sz="2000" b="1">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9pPr>
                    </a:lstStyle>
                    <a:p>
                      <a:pPr marL="571500" marR="0" lvl="0" indent="-5715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Y</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3DCE1"/>
                    </a:solidFill>
                  </a:tcPr>
                </a:tc>
                <a:tc>
                  <a:txBody>
                    <a:bodyPr/>
                    <a:lstStyle>
                      <a:lvl1pPr marL="571500" indent="-571500" eaLnBrk="0" hangingPunct="0">
                        <a:spcBef>
                          <a:spcPct val="30000"/>
                        </a:spcBef>
                        <a:buClr>
                          <a:schemeClr val="tx2"/>
                        </a:buClr>
                        <a:buSzPct val="75000"/>
                        <a:buFont typeface="Wingdings" panose="05000000000000000000" pitchFamily="2" charset="2"/>
                        <a:defRPr sz="2800" b="1">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buClr>
                          <a:schemeClr val="tx2"/>
                        </a:buClr>
                        <a:buSzPct val="75000"/>
                        <a:buFont typeface="Wingdings" panose="05000000000000000000" pitchFamily="2" charset="2"/>
                        <a:defRPr sz="2400" b="1">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buClr>
                          <a:schemeClr val="tx2"/>
                        </a:buClr>
                        <a:buSzPct val="75000"/>
                        <a:buFont typeface="Wingdings" panose="05000000000000000000" pitchFamily="2" charset="2"/>
                        <a:defRPr sz="2000" b="1">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9pPr>
                    </a:lstStyle>
                    <a:p>
                      <a:pPr marL="571500" marR="0" lvl="0" indent="-57150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3DCE1"/>
                    </a:solidFill>
                  </a:tcPr>
                </a:tc>
                <a:tc>
                  <a:txBody>
                    <a:bodyPr/>
                    <a:lstStyle>
                      <a:lvl1pPr marL="571500" indent="-571500" eaLnBrk="0" hangingPunct="0">
                        <a:spcBef>
                          <a:spcPct val="30000"/>
                        </a:spcBef>
                        <a:buClr>
                          <a:schemeClr val="tx2"/>
                        </a:buClr>
                        <a:buSzPct val="75000"/>
                        <a:buFont typeface="Wingdings" panose="05000000000000000000" pitchFamily="2" charset="2"/>
                        <a:defRPr sz="2800" b="1">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buClr>
                          <a:schemeClr val="tx2"/>
                        </a:buClr>
                        <a:buSzPct val="75000"/>
                        <a:buFont typeface="Wingdings" panose="05000000000000000000" pitchFamily="2" charset="2"/>
                        <a:defRPr sz="2400" b="1">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buClr>
                          <a:schemeClr val="tx2"/>
                        </a:buClr>
                        <a:buSzPct val="75000"/>
                        <a:buFont typeface="Wingdings" panose="05000000000000000000" pitchFamily="2" charset="2"/>
                        <a:defRPr sz="2000" b="1">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9pPr>
                    </a:lstStyle>
                    <a:p>
                      <a:pPr marL="571500" marR="0" lvl="0" indent="-5715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Y</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3DCE1"/>
                    </a:solidFill>
                  </a:tcPr>
                </a:tc>
                <a:extLst>
                  <a:ext uri="{0D108BD9-81ED-4DB2-BD59-A6C34878D82A}">
                    <a16:rowId xmlns:a16="http://schemas.microsoft.com/office/drawing/2014/main" val="10008"/>
                  </a:ext>
                </a:extLst>
              </a:tr>
              <a:tr h="342900">
                <a:tc>
                  <a:txBody>
                    <a:bodyPr/>
                    <a:lstStyle>
                      <a:lvl1pPr marL="571500" indent="-571500" eaLnBrk="0" hangingPunct="0">
                        <a:spcBef>
                          <a:spcPct val="30000"/>
                        </a:spcBef>
                        <a:buClr>
                          <a:schemeClr val="tx2"/>
                        </a:buClr>
                        <a:buSzPct val="75000"/>
                        <a:buFont typeface="Wingdings" panose="05000000000000000000" pitchFamily="2" charset="2"/>
                        <a:defRPr sz="2800" b="1">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buClr>
                          <a:schemeClr val="tx2"/>
                        </a:buClr>
                        <a:buSzPct val="75000"/>
                        <a:buFont typeface="Wingdings" panose="05000000000000000000" pitchFamily="2" charset="2"/>
                        <a:defRPr sz="2400" b="1">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buClr>
                          <a:schemeClr val="tx2"/>
                        </a:buClr>
                        <a:buSzPct val="75000"/>
                        <a:buFont typeface="Wingdings" panose="05000000000000000000" pitchFamily="2" charset="2"/>
                        <a:defRPr sz="2000" b="1">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9pPr>
                    </a:lstStyle>
                    <a:p>
                      <a:pPr marL="571500" marR="0" lvl="0" indent="-57150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具有恢复功能的连接完整性</a:t>
                      </a: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3DCE1"/>
                    </a:solidFill>
                  </a:tcPr>
                </a:tc>
                <a:tc>
                  <a:txBody>
                    <a:bodyPr/>
                    <a:lstStyle>
                      <a:lvl1pPr marL="571500" indent="-571500" eaLnBrk="0" hangingPunct="0">
                        <a:spcBef>
                          <a:spcPct val="30000"/>
                        </a:spcBef>
                        <a:buClr>
                          <a:schemeClr val="tx2"/>
                        </a:buClr>
                        <a:buSzPct val="75000"/>
                        <a:buFont typeface="Wingdings" panose="05000000000000000000" pitchFamily="2" charset="2"/>
                        <a:defRPr sz="2800" b="1">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buClr>
                          <a:schemeClr val="tx2"/>
                        </a:buClr>
                        <a:buSzPct val="75000"/>
                        <a:buFont typeface="Wingdings" panose="05000000000000000000" pitchFamily="2" charset="2"/>
                        <a:defRPr sz="2400" b="1">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buClr>
                          <a:schemeClr val="tx2"/>
                        </a:buClr>
                        <a:buSzPct val="75000"/>
                        <a:buFont typeface="Wingdings" panose="05000000000000000000" pitchFamily="2" charset="2"/>
                        <a:defRPr sz="2000" b="1">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9pPr>
                    </a:lstStyle>
                    <a:p>
                      <a:pPr marL="571500" marR="0" lvl="0" indent="-57150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3DCE1"/>
                    </a:solidFill>
                  </a:tcPr>
                </a:tc>
                <a:tc>
                  <a:txBody>
                    <a:bodyPr/>
                    <a:lstStyle>
                      <a:lvl1pPr marL="571500" indent="-571500" eaLnBrk="0" hangingPunct="0">
                        <a:spcBef>
                          <a:spcPct val="30000"/>
                        </a:spcBef>
                        <a:buClr>
                          <a:schemeClr val="tx2"/>
                        </a:buClr>
                        <a:buSzPct val="75000"/>
                        <a:buFont typeface="Wingdings" panose="05000000000000000000" pitchFamily="2" charset="2"/>
                        <a:defRPr sz="2800" b="1">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buClr>
                          <a:schemeClr val="tx2"/>
                        </a:buClr>
                        <a:buSzPct val="75000"/>
                        <a:buFont typeface="Wingdings" panose="05000000000000000000" pitchFamily="2" charset="2"/>
                        <a:defRPr sz="2400" b="1">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buClr>
                          <a:schemeClr val="tx2"/>
                        </a:buClr>
                        <a:buSzPct val="75000"/>
                        <a:buFont typeface="Wingdings" panose="05000000000000000000" pitchFamily="2" charset="2"/>
                        <a:defRPr sz="2000" b="1">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9pPr>
                    </a:lstStyle>
                    <a:p>
                      <a:pPr marL="571500" marR="0" lvl="0" indent="-57150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3DCE1"/>
                    </a:solidFill>
                  </a:tcPr>
                </a:tc>
                <a:tc>
                  <a:txBody>
                    <a:bodyPr/>
                    <a:lstStyle>
                      <a:lvl1pPr marL="571500" indent="-571500" eaLnBrk="0" hangingPunct="0">
                        <a:spcBef>
                          <a:spcPct val="30000"/>
                        </a:spcBef>
                        <a:buClr>
                          <a:schemeClr val="tx2"/>
                        </a:buClr>
                        <a:buSzPct val="75000"/>
                        <a:buFont typeface="Wingdings" panose="05000000000000000000" pitchFamily="2" charset="2"/>
                        <a:defRPr sz="2800" b="1">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buClr>
                          <a:schemeClr val="tx2"/>
                        </a:buClr>
                        <a:buSzPct val="75000"/>
                        <a:buFont typeface="Wingdings" panose="05000000000000000000" pitchFamily="2" charset="2"/>
                        <a:defRPr sz="2400" b="1">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buClr>
                          <a:schemeClr val="tx2"/>
                        </a:buClr>
                        <a:buSzPct val="75000"/>
                        <a:buFont typeface="Wingdings" panose="05000000000000000000" pitchFamily="2" charset="2"/>
                        <a:defRPr sz="2000" b="1">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9pPr>
                    </a:lstStyle>
                    <a:p>
                      <a:pPr marL="571500" marR="0" lvl="0" indent="-5715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Y</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3DCE1"/>
                    </a:solidFill>
                  </a:tcPr>
                </a:tc>
                <a:tc>
                  <a:txBody>
                    <a:bodyPr/>
                    <a:lstStyle>
                      <a:lvl1pPr marL="571500" indent="-571500" eaLnBrk="0" hangingPunct="0">
                        <a:spcBef>
                          <a:spcPct val="30000"/>
                        </a:spcBef>
                        <a:buClr>
                          <a:schemeClr val="tx2"/>
                        </a:buClr>
                        <a:buSzPct val="75000"/>
                        <a:buFont typeface="Wingdings" panose="05000000000000000000" pitchFamily="2" charset="2"/>
                        <a:defRPr sz="2800" b="1">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buClr>
                          <a:schemeClr val="tx2"/>
                        </a:buClr>
                        <a:buSzPct val="75000"/>
                        <a:buFont typeface="Wingdings" panose="05000000000000000000" pitchFamily="2" charset="2"/>
                        <a:defRPr sz="2400" b="1">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buClr>
                          <a:schemeClr val="tx2"/>
                        </a:buClr>
                        <a:buSzPct val="75000"/>
                        <a:buFont typeface="Wingdings" panose="05000000000000000000" pitchFamily="2" charset="2"/>
                        <a:defRPr sz="2000" b="1">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9pPr>
                    </a:lstStyle>
                    <a:p>
                      <a:pPr marL="571500" marR="0" lvl="0" indent="-5715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Y</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3DCE1"/>
                    </a:solidFill>
                  </a:tcPr>
                </a:tc>
                <a:extLst>
                  <a:ext uri="{0D108BD9-81ED-4DB2-BD59-A6C34878D82A}">
                    <a16:rowId xmlns:a16="http://schemas.microsoft.com/office/drawing/2014/main" val="10009"/>
                  </a:ext>
                </a:extLst>
              </a:tr>
              <a:tr h="342900">
                <a:tc>
                  <a:txBody>
                    <a:bodyPr/>
                    <a:lstStyle>
                      <a:lvl1pPr marL="571500" indent="-571500" eaLnBrk="0" hangingPunct="0">
                        <a:spcBef>
                          <a:spcPct val="30000"/>
                        </a:spcBef>
                        <a:buClr>
                          <a:schemeClr val="tx2"/>
                        </a:buClr>
                        <a:buSzPct val="75000"/>
                        <a:buFont typeface="Wingdings" panose="05000000000000000000" pitchFamily="2" charset="2"/>
                        <a:defRPr sz="2800" b="1">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buClr>
                          <a:schemeClr val="tx2"/>
                        </a:buClr>
                        <a:buSzPct val="75000"/>
                        <a:buFont typeface="Wingdings" panose="05000000000000000000" pitchFamily="2" charset="2"/>
                        <a:defRPr sz="2400" b="1">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buClr>
                          <a:schemeClr val="tx2"/>
                        </a:buClr>
                        <a:buSzPct val="75000"/>
                        <a:buFont typeface="Wingdings" panose="05000000000000000000" pitchFamily="2" charset="2"/>
                        <a:defRPr sz="2000" b="1">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9pPr>
                    </a:lstStyle>
                    <a:p>
                      <a:pPr marL="571500" marR="0" lvl="0" indent="-57150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没有恢复功能的连接完整性</a:t>
                      </a: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3DCE1"/>
                    </a:solidFill>
                  </a:tcPr>
                </a:tc>
                <a:tc>
                  <a:txBody>
                    <a:bodyPr/>
                    <a:lstStyle>
                      <a:lvl1pPr marL="571500" indent="-571500" eaLnBrk="0" hangingPunct="0">
                        <a:spcBef>
                          <a:spcPct val="30000"/>
                        </a:spcBef>
                        <a:buClr>
                          <a:schemeClr val="tx2"/>
                        </a:buClr>
                        <a:buSzPct val="75000"/>
                        <a:buFont typeface="Wingdings" panose="05000000000000000000" pitchFamily="2" charset="2"/>
                        <a:defRPr sz="2800" b="1">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buClr>
                          <a:schemeClr val="tx2"/>
                        </a:buClr>
                        <a:buSzPct val="75000"/>
                        <a:buFont typeface="Wingdings" panose="05000000000000000000" pitchFamily="2" charset="2"/>
                        <a:defRPr sz="2400" b="1">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buClr>
                          <a:schemeClr val="tx2"/>
                        </a:buClr>
                        <a:buSzPct val="75000"/>
                        <a:buFont typeface="Wingdings" panose="05000000000000000000" pitchFamily="2" charset="2"/>
                        <a:defRPr sz="2000" b="1">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9pPr>
                    </a:lstStyle>
                    <a:p>
                      <a:pPr marL="571500" marR="0" lvl="0" indent="-57150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3DCE1"/>
                    </a:solidFill>
                  </a:tcPr>
                </a:tc>
                <a:tc>
                  <a:txBody>
                    <a:bodyPr/>
                    <a:lstStyle>
                      <a:lvl1pPr marL="571500" indent="-571500" eaLnBrk="0" hangingPunct="0">
                        <a:spcBef>
                          <a:spcPct val="30000"/>
                        </a:spcBef>
                        <a:buClr>
                          <a:schemeClr val="tx2"/>
                        </a:buClr>
                        <a:buSzPct val="75000"/>
                        <a:buFont typeface="Wingdings" panose="05000000000000000000" pitchFamily="2" charset="2"/>
                        <a:defRPr sz="2800" b="1">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buClr>
                          <a:schemeClr val="tx2"/>
                        </a:buClr>
                        <a:buSzPct val="75000"/>
                        <a:buFont typeface="Wingdings" panose="05000000000000000000" pitchFamily="2" charset="2"/>
                        <a:defRPr sz="2400" b="1">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buClr>
                          <a:schemeClr val="tx2"/>
                        </a:buClr>
                        <a:buSzPct val="75000"/>
                        <a:buFont typeface="Wingdings" panose="05000000000000000000" pitchFamily="2" charset="2"/>
                        <a:defRPr sz="2000" b="1">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9pPr>
                    </a:lstStyle>
                    <a:p>
                      <a:pPr marL="571500" marR="0" lvl="0" indent="-5715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Y</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3DCE1"/>
                    </a:solidFill>
                  </a:tcPr>
                </a:tc>
                <a:tc>
                  <a:txBody>
                    <a:bodyPr/>
                    <a:lstStyle>
                      <a:lvl1pPr marL="571500" indent="-571500" eaLnBrk="0" hangingPunct="0">
                        <a:spcBef>
                          <a:spcPct val="30000"/>
                        </a:spcBef>
                        <a:buClr>
                          <a:schemeClr val="tx2"/>
                        </a:buClr>
                        <a:buSzPct val="75000"/>
                        <a:buFont typeface="Wingdings" panose="05000000000000000000" pitchFamily="2" charset="2"/>
                        <a:defRPr sz="2800" b="1">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buClr>
                          <a:schemeClr val="tx2"/>
                        </a:buClr>
                        <a:buSzPct val="75000"/>
                        <a:buFont typeface="Wingdings" panose="05000000000000000000" pitchFamily="2" charset="2"/>
                        <a:defRPr sz="2400" b="1">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buClr>
                          <a:schemeClr val="tx2"/>
                        </a:buClr>
                        <a:buSzPct val="75000"/>
                        <a:buFont typeface="Wingdings" panose="05000000000000000000" pitchFamily="2" charset="2"/>
                        <a:defRPr sz="2000" b="1">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9pPr>
                    </a:lstStyle>
                    <a:p>
                      <a:pPr marL="571500" marR="0" lvl="0" indent="-5715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Y</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3DCE1"/>
                    </a:solidFill>
                  </a:tcPr>
                </a:tc>
                <a:tc>
                  <a:txBody>
                    <a:bodyPr/>
                    <a:lstStyle>
                      <a:lvl1pPr marL="571500" indent="-571500" eaLnBrk="0" hangingPunct="0">
                        <a:spcBef>
                          <a:spcPct val="30000"/>
                        </a:spcBef>
                        <a:buClr>
                          <a:schemeClr val="tx2"/>
                        </a:buClr>
                        <a:buSzPct val="75000"/>
                        <a:buFont typeface="Wingdings" panose="05000000000000000000" pitchFamily="2" charset="2"/>
                        <a:defRPr sz="2800" b="1">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buClr>
                          <a:schemeClr val="tx2"/>
                        </a:buClr>
                        <a:buSzPct val="75000"/>
                        <a:buFont typeface="Wingdings" panose="05000000000000000000" pitchFamily="2" charset="2"/>
                        <a:defRPr sz="2400" b="1">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buClr>
                          <a:schemeClr val="tx2"/>
                        </a:buClr>
                        <a:buSzPct val="75000"/>
                        <a:buFont typeface="Wingdings" panose="05000000000000000000" pitchFamily="2" charset="2"/>
                        <a:defRPr sz="2000" b="1">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9pPr>
                    </a:lstStyle>
                    <a:p>
                      <a:pPr marL="571500" marR="0" lvl="0" indent="-5715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Y</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3DCE1"/>
                    </a:solidFill>
                  </a:tcPr>
                </a:tc>
                <a:extLst>
                  <a:ext uri="{0D108BD9-81ED-4DB2-BD59-A6C34878D82A}">
                    <a16:rowId xmlns:a16="http://schemas.microsoft.com/office/drawing/2014/main" val="10010"/>
                  </a:ext>
                </a:extLst>
              </a:tr>
              <a:tr h="342900">
                <a:tc>
                  <a:txBody>
                    <a:bodyPr/>
                    <a:lstStyle>
                      <a:lvl1pPr marL="571500" indent="-571500" eaLnBrk="0" hangingPunct="0">
                        <a:spcBef>
                          <a:spcPct val="30000"/>
                        </a:spcBef>
                        <a:buClr>
                          <a:schemeClr val="tx2"/>
                        </a:buClr>
                        <a:buSzPct val="75000"/>
                        <a:buFont typeface="Wingdings" panose="05000000000000000000" pitchFamily="2" charset="2"/>
                        <a:defRPr sz="2800" b="1">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buClr>
                          <a:schemeClr val="tx2"/>
                        </a:buClr>
                        <a:buSzPct val="75000"/>
                        <a:buFont typeface="Wingdings" panose="05000000000000000000" pitchFamily="2" charset="2"/>
                        <a:defRPr sz="2400" b="1">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buClr>
                          <a:schemeClr val="tx2"/>
                        </a:buClr>
                        <a:buSzPct val="75000"/>
                        <a:buFont typeface="Wingdings" panose="05000000000000000000" pitchFamily="2" charset="2"/>
                        <a:defRPr sz="2000" b="1">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9pPr>
                    </a:lstStyle>
                    <a:p>
                      <a:pPr marL="571500" marR="0" lvl="0" indent="-57150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选择字段连接完整性</a:t>
                      </a: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3DCE1"/>
                    </a:solidFill>
                  </a:tcPr>
                </a:tc>
                <a:tc>
                  <a:txBody>
                    <a:bodyPr/>
                    <a:lstStyle>
                      <a:lvl1pPr marL="571500" indent="-571500" eaLnBrk="0" hangingPunct="0">
                        <a:spcBef>
                          <a:spcPct val="30000"/>
                        </a:spcBef>
                        <a:buClr>
                          <a:schemeClr val="tx2"/>
                        </a:buClr>
                        <a:buSzPct val="75000"/>
                        <a:buFont typeface="Wingdings" panose="05000000000000000000" pitchFamily="2" charset="2"/>
                        <a:defRPr sz="2800" b="1">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buClr>
                          <a:schemeClr val="tx2"/>
                        </a:buClr>
                        <a:buSzPct val="75000"/>
                        <a:buFont typeface="Wingdings" panose="05000000000000000000" pitchFamily="2" charset="2"/>
                        <a:defRPr sz="2400" b="1">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buClr>
                          <a:schemeClr val="tx2"/>
                        </a:buClr>
                        <a:buSzPct val="75000"/>
                        <a:buFont typeface="Wingdings" panose="05000000000000000000" pitchFamily="2" charset="2"/>
                        <a:defRPr sz="2000" b="1">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9pPr>
                    </a:lstStyle>
                    <a:p>
                      <a:pPr marL="571500" marR="0" lvl="0" indent="-57150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3DCE1"/>
                    </a:solidFill>
                  </a:tcPr>
                </a:tc>
                <a:tc>
                  <a:txBody>
                    <a:bodyPr/>
                    <a:lstStyle>
                      <a:lvl1pPr marL="571500" indent="-571500" eaLnBrk="0" hangingPunct="0">
                        <a:spcBef>
                          <a:spcPct val="30000"/>
                        </a:spcBef>
                        <a:buClr>
                          <a:schemeClr val="tx2"/>
                        </a:buClr>
                        <a:buSzPct val="75000"/>
                        <a:buFont typeface="Wingdings" panose="05000000000000000000" pitchFamily="2" charset="2"/>
                        <a:defRPr sz="2800" b="1">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buClr>
                          <a:schemeClr val="tx2"/>
                        </a:buClr>
                        <a:buSzPct val="75000"/>
                        <a:buFont typeface="Wingdings" panose="05000000000000000000" pitchFamily="2" charset="2"/>
                        <a:defRPr sz="2400" b="1">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buClr>
                          <a:schemeClr val="tx2"/>
                        </a:buClr>
                        <a:buSzPct val="75000"/>
                        <a:buFont typeface="Wingdings" panose="05000000000000000000" pitchFamily="2" charset="2"/>
                        <a:defRPr sz="2000" b="1">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9pPr>
                    </a:lstStyle>
                    <a:p>
                      <a:pPr marL="571500" marR="0" lvl="0" indent="-57150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3DCE1"/>
                    </a:solidFill>
                  </a:tcPr>
                </a:tc>
                <a:tc>
                  <a:txBody>
                    <a:bodyPr/>
                    <a:lstStyle>
                      <a:lvl1pPr marL="571500" indent="-571500" eaLnBrk="0" hangingPunct="0">
                        <a:spcBef>
                          <a:spcPct val="30000"/>
                        </a:spcBef>
                        <a:buClr>
                          <a:schemeClr val="tx2"/>
                        </a:buClr>
                        <a:buSzPct val="75000"/>
                        <a:buFont typeface="Wingdings" panose="05000000000000000000" pitchFamily="2" charset="2"/>
                        <a:defRPr sz="2800" b="1">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buClr>
                          <a:schemeClr val="tx2"/>
                        </a:buClr>
                        <a:buSzPct val="75000"/>
                        <a:buFont typeface="Wingdings" panose="05000000000000000000" pitchFamily="2" charset="2"/>
                        <a:defRPr sz="2400" b="1">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buClr>
                          <a:schemeClr val="tx2"/>
                        </a:buClr>
                        <a:buSzPct val="75000"/>
                        <a:buFont typeface="Wingdings" panose="05000000000000000000" pitchFamily="2" charset="2"/>
                        <a:defRPr sz="2000" b="1">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9pPr>
                    </a:lstStyle>
                    <a:p>
                      <a:pPr marL="571500" marR="0" lvl="0" indent="-57150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3DCE1"/>
                    </a:solidFill>
                  </a:tcPr>
                </a:tc>
                <a:tc>
                  <a:txBody>
                    <a:bodyPr/>
                    <a:lstStyle>
                      <a:lvl1pPr marL="571500" indent="-571500" eaLnBrk="0" hangingPunct="0">
                        <a:spcBef>
                          <a:spcPct val="30000"/>
                        </a:spcBef>
                        <a:buClr>
                          <a:schemeClr val="tx2"/>
                        </a:buClr>
                        <a:buSzPct val="75000"/>
                        <a:buFont typeface="Wingdings" panose="05000000000000000000" pitchFamily="2" charset="2"/>
                        <a:defRPr sz="2800" b="1">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buClr>
                          <a:schemeClr val="tx2"/>
                        </a:buClr>
                        <a:buSzPct val="75000"/>
                        <a:buFont typeface="Wingdings" panose="05000000000000000000" pitchFamily="2" charset="2"/>
                        <a:defRPr sz="2400" b="1">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buClr>
                          <a:schemeClr val="tx2"/>
                        </a:buClr>
                        <a:buSzPct val="75000"/>
                        <a:buFont typeface="Wingdings" panose="05000000000000000000" pitchFamily="2" charset="2"/>
                        <a:defRPr sz="2000" b="1">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9pPr>
                    </a:lstStyle>
                    <a:p>
                      <a:pPr marL="571500" marR="0" lvl="0" indent="-5715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Y</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3DCE1"/>
                    </a:solidFill>
                  </a:tcPr>
                </a:tc>
                <a:extLst>
                  <a:ext uri="{0D108BD9-81ED-4DB2-BD59-A6C34878D82A}">
                    <a16:rowId xmlns:a16="http://schemas.microsoft.com/office/drawing/2014/main" val="10011"/>
                  </a:ext>
                </a:extLst>
              </a:tr>
              <a:tr h="342900">
                <a:tc>
                  <a:txBody>
                    <a:bodyPr/>
                    <a:lstStyle>
                      <a:lvl1pPr marL="571500" indent="-571500" eaLnBrk="0" hangingPunct="0">
                        <a:spcBef>
                          <a:spcPct val="30000"/>
                        </a:spcBef>
                        <a:buClr>
                          <a:schemeClr val="tx2"/>
                        </a:buClr>
                        <a:buSzPct val="75000"/>
                        <a:buFont typeface="Wingdings" panose="05000000000000000000" pitchFamily="2" charset="2"/>
                        <a:defRPr sz="2800" b="1">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buClr>
                          <a:schemeClr val="tx2"/>
                        </a:buClr>
                        <a:buSzPct val="75000"/>
                        <a:buFont typeface="Wingdings" panose="05000000000000000000" pitchFamily="2" charset="2"/>
                        <a:defRPr sz="2400" b="1">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buClr>
                          <a:schemeClr val="tx2"/>
                        </a:buClr>
                        <a:buSzPct val="75000"/>
                        <a:buFont typeface="Wingdings" panose="05000000000000000000" pitchFamily="2" charset="2"/>
                        <a:defRPr sz="2000" b="1">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9pPr>
                    </a:lstStyle>
                    <a:p>
                      <a:pPr marL="571500" marR="0" lvl="0" indent="-57150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无连接完整性</a:t>
                      </a: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3DCE1"/>
                    </a:solidFill>
                  </a:tcPr>
                </a:tc>
                <a:tc>
                  <a:txBody>
                    <a:bodyPr/>
                    <a:lstStyle>
                      <a:lvl1pPr marL="571500" indent="-571500" eaLnBrk="0" hangingPunct="0">
                        <a:spcBef>
                          <a:spcPct val="30000"/>
                        </a:spcBef>
                        <a:buClr>
                          <a:schemeClr val="tx2"/>
                        </a:buClr>
                        <a:buSzPct val="75000"/>
                        <a:buFont typeface="Wingdings" panose="05000000000000000000" pitchFamily="2" charset="2"/>
                        <a:defRPr sz="2800" b="1">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buClr>
                          <a:schemeClr val="tx2"/>
                        </a:buClr>
                        <a:buSzPct val="75000"/>
                        <a:buFont typeface="Wingdings" panose="05000000000000000000" pitchFamily="2" charset="2"/>
                        <a:defRPr sz="2400" b="1">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buClr>
                          <a:schemeClr val="tx2"/>
                        </a:buClr>
                        <a:buSzPct val="75000"/>
                        <a:buFont typeface="Wingdings" panose="05000000000000000000" pitchFamily="2" charset="2"/>
                        <a:defRPr sz="2000" b="1">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9pPr>
                    </a:lstStyle>
                    <a:p>
                      <a:pPr marL="571500" marR="0" lvl="0" indent="-57150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3DCE1"/>
                    </a:solidFill>
                  </a:tcPr>
                </a:tc>
                <a:tc>
                  <a:txBody>
                    <a:bodyPr/>
                    <a:lstStyle>
                      <a:lvl1pPr marL="571500" indent="-571500" eaLnBrk="0" hangingPunct="0">
                        <a:spcBef>
                          <a:spcPct val="30000"/>
                        </a:spcBef>
                        <a:buClr>
                          <a:schemeClr val="tx2"/>
                        </a:buClr>
                        <a:buSzPct val="75000"/>
                        <a:buFont typeface="Wingdings" panose="05000000000000000000" pitchFamily="2" charset="2"/>
                        <a:defRPr sz="2800" b="1">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buClr>
                          <a:schemeClr val="tx2"/>
                        </a:buClr>
                        <a:buSzPct val="75000"/>
                        <a:buFont typeface="Wingdings" panose="05000000000000000000" pitchFamily="2" charset="2"/>
                        <a:defRPr sz="2400" b="1">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buClr>
                          <a:schemeClr val="tx2"/>
                        </a:buClr>
                        <a:buSzPct val="75000"/>
                        <a:buFont typeface="Wingdings" panose="05000000000000000000" pitchFamily="2" charset="2"/>
                        <a:defRPr sz="2000" b="1">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9pPr>
                    </a:lstStyle>
                    <a:p>
                      <a:pPr marL="571500" marR="0" lvl="0" indent="-5715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Y</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3DCE1"/>
                    </a:solidFill>
                  </a:tcPr>
                </a:tc>
                <a:tc>
                  <a:txBody>
                    <a:bodyPr/>
                    <a:lstStyle>
                      <a:lvl1pPr marL="571500" indent="-571500" eaLnBrk="0" hangingPunct="0">
                        <a:spcBef>
                          <a:spcPct val="30000"/>
                        </a:spcBef>
                        <a:buClr>
                          <a:schemeClr val="tx2"/>
                        </a:buClr>
                        <a:buSzPct val="75000"/>
                        <a:buFont typeface="Wingdings" panose="05000000000000000000" pitchFamily="2" charset="2"/>
                        <a:defRPr sz="2800" b="1">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buClr>
                          <a:schemeClr val="tx2"/>
                        </a:buClr>
                        <a:buSzPct val="75000"/>
                        <a:buFont typeface="Wingdings" panose="05000000000000000000" pitchFamily="2" charset="2"/>
                        <a:defRPr sz="2400" b="1">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buClr>
                          <a:schemeClr val="tx2"/>
                        </a:buClr>
                        <a:buSzPct val="75000"/>
                        <a:buFont typeface="Wingdings" panose="05000000000000000000" pitchFamily="2" charset="2"/>
                        <a:defRPr sz="2000" b="1">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9pPr>
                    </a:lstStyle>
                    <a:p>
                      <a:pPr marL="571500" marR="0" lvl="0" indent="-5715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Y</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3DCE1"/>
                    </a:solidFill>
                  </a:tcPr>
                </a:tc>
                <a:tc>
                  <a:txBody>
                    <a:bodyPr/>
                    <a:lstStyle>
                      <a:lvl1pPr marL="571500" indent="-571500" eaLnBrk="0" hangingPunct="0">
                        <a:spcBef>
                          <a:spcPct val="30000"/>
                        </a:spcBef>
                        <a:buClr>
                          <a:schemeClr val="tx2"/>
                        </a:buClr>
                        <a:buSzPct val="75000"/>
                        <a:buFont typeface="Wingdings" panose="05000000000000000000" pitchFamily="2" charset="2"/>
                        <a:defRPr sz="2800" b="1">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buClr>
                          <a:schemeClr val="tx2"/>
                        </a:buClr>
                        <a:buSzPct val="75000"/>
                        <a:buFont typeface="Wingdings" panose="05000000000000000000" pitchFamily="2" charset="2"/>
                        <a:defRPr sz="2400" b="1">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buClr>
                          <a:schemeClr val="tx2"/>
                        </a:buClr>
                        <a:buSzPct val="75000"/>
                        <a:buFont typeface="Wingdings" panose="05000000000000000000" pitchFamily="2" charset="2"/>
                        <a:defRPr sz="2000" b="1">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9pPr>
                    </a:lstStyle>
                    <a:p>
                      <a:pPr marL="571500" marR="0" lvl="0" indent="-5715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Y</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3DCE1"/>
                    </a:solidFill>
                  </a:tcPr>
                </a:tc>
                <a:extLst>
                  <a:ext uri="{0D108BD9-81ED-4DB2-BD59-A6C34878D82A}">
                    <a16:rowId xmlns:a16="http://schemas.microsoft.com/office/drawing/2014/main" val="10012"/>
                  </a:ext>
                </a:extLst>
              </a:tr>
              <a:tr h="342900">
                <a:tc>
                  <a:txBody>
                    <a:bodyPr/>
                    <a:lstStyle>
                      <a:lvl1pPr marL="571500" indent="-571500" eaLnBrk="0" hangingPunct="0">
                        <a:spcBef>
                          <a:spcPct val="30000"/>
                        </a:spcBef>
                        <a:buClr>
                          <a:schemeClr val="tx2"/>
                        </a:buClr>
                        <a:buSzPct val="75000"/>
                        <a:buFont typeface="Wingdings" panose="05000000000000000000" pitchFamily="2" charset="2"/>
                        <a:defRPr sz="2800" b="1">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buClr>
                          <a:schemeClr val="tx2"/>
                        </a:buClr>
                        <a:buSzPct val="75000"/>
                        <a:buFont typeface="Wingdings" panose="05000000000000000000" pitchFamily="2" charset="2"/>
                        <a:defRPr sz="2400" b="1">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buClr>
                          <a:schemeClr val="tx2"/>
                        </a:buClr>
                        <a:buSzPct val="75000"/>
                        <a:buFont typeface="Wingdings" panose="05000000000000000000" pitchFamily="2" charset="2"/>
                        <a:defRPr sz="2000" b="1">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9pPr>
                    </a:lstStyle>
                    <a:p>
                      <a:pPr marL="571500" marR="0" lvl="0" indent="-57150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选择字段非连接完整性</a:t>
                      </a: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3DCE1"/>
                    </a:solidFill>
                  </a:tcPr>
                </a:tc>
                <a:tc>
                  <a:txBody>
                    <a:bodyPr/>
                    <a:lstStyle>
                      <a:lvl1pPr marL="571500" indent="-571500" eaLnBrk="0" hangingPunct="0">
                        <a:spcBef>
                          <a:spcPct val="30000"/>
                        </a:spcBef>
                        <a:buClr>
                          <a:schemeClr val="tx2"/>
                        </a:buClr>
                        <a:buSzPct val="75000"/>
                        <a:buFont typeface="Wingdings" panose="05000000000000000000" pitchFamily="2" charset="2"/>
                        <a:defRPr sz="2800" b="1">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buClr>
                          <a:schemeClr val="tx2"/>
                        </a:buClr>
                        <a:buSzPct val="75000"/>
                        <a:buFont typeface="Wingdings" panose="05000000000000000000" pitchFamily="2" charset="2"/>
                        <a:defRPr sz="2400" b="1">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buClr>
                          <a:schemeClr val="tx2"/>
                        </a:buClr>
                        <a:buSzPct val="75000"/>
                        <a:buFont typeface="Wingdings" panose="05000000000000000000" pitchFamily="2" charset="2"/>
                        <a:defRPr sz="2000" b="1">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9pPr>
                    </a:lstStyle>
                    <a:p>
                      <a:pPr marL="571500" marR="0" lvl="0" indent="-57150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3DCE1"/>
                    </a:solidFill>
                  </a:tcPr>
                </a:tc>
                <a:tc>
                  <a:txBody>
                    <a:bodyPr/>
                    <a:lstStyle>
                      <a:lvl1pPr marL="571500" indent="-571500" eaLnBrk="0" hangingPunct="0">
                        <a:spcBef>
                          <a:spcPct val="30000"/>
                        </a:spcBef>
                        <a:buClr>
                          <a:schemeClr val="tx2"/>
                        </a:buClr>
                        <a:buSzPct val="75000"/>
                        <a:buFont typeface="Wingdings" panose="05000000000000000000" pitchFamily="2" charset="2"/>
                        <a:defRPr sz="2800" b="1">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buClr>
                          <a:schemeClr val="tx2"/>
                        </a:buClr>
                        <a:buSzPct val="75000"/>
                        <a:buFont typeface="Wingdings" panose="05000000000000000000" pitchFamily="2" charset="2"/>
                        <a:defRPr sz="2400" b="1">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buClr>
                          <a:schemeClr val="tx2"/>
                        </a:buClr>
                        <a:buSzPct val="75000"/>
                        <a:buFont typeface="Wingdings" panose="05000000000000000000" pitchFamily="2" charset="2"/>
                        <a:defRPr sz="2000" b="1">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9pPr>
                    </a:lstStyle>
                    <a:p>
                      <a:pPr marL="571500" marR="0" lvl="0" indent="-57150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3DCE1"/>
                    </a:solidFill>
                  </a:tcPr>
                </a:tc>
                <a:tc>
                  <a:txBody>
                    <a:bodyPr/>
                    <a:lstStyle>
                      <a:lvl1pPr marL="571500" indent="-571500" eaLnBrk="0" hangingPunct="0">
                        <a:spcBef>
                          <a:spcPct val="30000"/>
                        </a:spcBef>
                        <a:buClr>
                          <a:schemeClr val="tx2"/>
                        </a:buClr>
                        <a:buSzPct val="75000"/>
                        <a:buFont typeface="Wingdings" panose="05000000000000000000" pitchFamily="2" charset="2"/>
                        <a:defRPr sz="2800" b="1">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buClr>
                          <a:schemeClr val="tx2"/>
                        </a:buClr>
                        <a:buSzPct val="75000"/>
                        <a:buFont typeface="Wingdings" panose="05000000000000000000" pitchFamily="2" charset="2"/>
                        <a:defRPr sz="2400" b="1">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buClr>
                          <a:schemeClr val="tx2"/>
                        </a:buClr>
                        <a:buSzPct val="75000"/>
                        <a:buFont typeface="Wingdings" panose="05000000000000000000" pitchFamily="2" charset="2"/>
                        <a:defRPr sz="2000" b="1">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9pPr>
                    </a:lstStyle>
                    <a:p>
                      <a:pPr marL="571500" marR="0" lvl="0" indent="-57150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3DCE1"/>
                    </a:solidFill>
                  </a:tcPr>
                </a:tc>
                <a:tc>
                  <a:txBody>
                    <a:bodyPr/>
                    <a:lstStyle>
                      <a:lvl1pPr marL="571500" indent="-571500" eaLnBrk="0" hangingPunct="0">
                        <a:spcBef>
                          <a:spcPct val="30000"/>
                        </a:spcBef>
                        <a:buClr>
                          <a:schemeClr val="tx2"/>
                        </a:buClr>
                        <a:buSzPct val="75000"/>
                        <a:buFont typeface="Wingdings" panose="05000000000000000000" pitchFamily="2" charset="2"/>
                        <a:defRPr sz="2800" b="1">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buClr>
                          <a:schemeClr val="tx2"/>
                        </a:buClr>
                        <a:buSzPct val="75000"/>
                        <a:buFont typeface="Wingdings" panose="05000000000000000000" pitchFamily="2" charset="2"/>
                        <a:defRPr sz="2400" b="1">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buClr>
                          <a:schemeClr val="tx2"/>
                        </a:buClr>
                        <a:buSzPct val="75000"/>
                        <a:buFont typeface="Wingdings" panose="05000000000000000000" pitchFamily="2" charset="2"/>
                        <a:defRPr sz="2000" b="1">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9pPr>
                    </a:lstStyle>
                    <a:p>
                      <a:pPr marL="571500" marR="0" lvl="0" indent="-5715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Y</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3DCE1"/>
                    </a:solidFill>
                  </a:tcPr>
                </a:tc>
                <a:extLst>
                  <a:ext uri="{0D108BD9-81ED-4DB2-BD59-A6C34878D82A}">
                    <a16:rowId xmlns:a16="http://schemas.microsoft.com/office/drawing/2014/main" val="10013"/>
                  </a:ext>
                </a:extLst>
              </a:tr>
              <a:tr h="342900">
                <a:tc>
                  <a:txBody>
                    <a:bodyPr/>
                    <a:lstStyle>
                      <a:lvl1pPr marL="571500" indent="-571500" eaLnBrk="0" hangingPunct="0">
                        <a:spcBef>
                          <a:spcPct val="30000"/>
                        </a:spcBef>
                        <a:buClr>
                          <a:schemeClr val="tx2"/>
                        </a:buClr>
                        <a:buSzPct val="75000"/>
                        <a:buFont typeface="Wingdings" panose="05000000000000000000" pitchFamily="2" charset="2"/>
                        <a:defRPr sz="2800" b="1">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buClr>
                          <a:schemeClr val="tx2"/>
                        </a:buClr>
                        <a:buSzPct val="75000"/>
                        <a:buFont typeface="Wingdings" panose="05000000000000000000" pitchFamily="2" charset="2"/>
                        <a:defRPr sz="2400" b="1">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buClr>
                          <a:schemeClr val="tx2"/>
                        </a:buClr>
                        <a:buSzPct val="75000"/>
                        <a:buFont typeface="Wingdings" panose="05000000000000000000" pitchFamily="2" charset="2"/>
                        <a:defRPr sz="2000" b="1">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9pPr>
                    </a:lstStyle>
                    <a:p>
                      <a:pPr marL="571500" marR="0" lvl="0" indent="-57150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源发方抗抵赖</a:t>
                      </a: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3DCE1"/>
                    </a:solidFill>
                  </a:tcPr>
                </a:tc>
                <a:tc>
                  <a:txBody>
                    <a:bodyPr/>
                    <a:lstStyle>
                      <a:lvl1pPr marL="571500" indent="-571500" eaLnBrk="0" hangingPunct="0">
                        <a:spcBef>
                          <a:spcPct val="30000"/>
                        </a:spcBef>
                        <a:buClr>
                          <a:schemeClr val="tx2"/>
                        </a:buClr>
                        <a:buSzPct val="75000"/>
                        <a:buFont typeface="Wingdings" panose="05000000000000000000" pitchFamily="2" charset="2"/>
                        <a:defRPr sz="2800" b="1">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buClr>
                          <a:schemeClr val="tx2"/>
                        </a:buClr>
                        <a:buSzPct val="75000"/>
                        <a:buFont typeface="Wingdings" panose="05000000000000000000" pitchFamily="2" charset="2"/>
                        <a:defRPr sz="2400" b="1">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buClr>
                          <a:schemeClr val="tx2"/>
                        </a:buClr>
                        <a:buSzPct val="75000"/>
                        <a:buFont typeface="Wingdings" panose="05000000000000000000" pitchFamily="2" charset="2"/>
                        <a:defRPr sz="2000" b="1">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9pPr>
                    </a:lstStyle>
                    <a:p>
                      <a:pPr marL="571500" marR="0" lvl="0" indent="-57150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3DCE1"/>
                    </a:solidFill>
                  </a:tcPr>
                </a:tc>
                <a:tc>
                  <a:txBody>
                    <a:bodyPr/>
                    <a:lstStyle>
                      <a:lvl1pPr marL="571500" indent="-571500" eaLnBrk="0" hangingPunct="0">
                        <a:spcBef>
                          <a:spcPct val="30000"/>
                        </a:spcBef>
                        <a:buClr>
                          <a:schemeClr val="tx2"/>
                        </a:buClr>
                        <a:buSzPct val="75000"/>
                        <a:buFont typeface="Wingdings" panose="05000000000000000000" pitchFamily="2" charset="2"/>
                        <a:defRPr sz="2800" b="1">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buClr>
                          <a:schemeClr val="tx2"/>
                        </a:buClr>
                        <a:buSzPct val="75000"/>
                        <a:buFont typeface="Wingdings" panose="05000000000000000000" pitchFamily="2" charset="2"/>
                        <a:defRPr sz="2400" b="1">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buClr>
                          <a:schemeClr val="tx2"/>
                        </a:buClr>
                        <a:buSzPct val="75000"/>
                        <a:buFont typeface="Wingdings" panose="05000000000000000000" pitchFamily="2" charset="2"/>
                        <a:defRPr sz="2000" b="1">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9pPr>
                    </a:lstStyle>
                    <a:p>
                      <a:pPr marL="571500" marR="0" lvl="0" indent="-57150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3DCE1"/>
                    </a:solidFill>
                  </a:tcPr>
                </a:tc>
                <a:tc>
                  <a:txBody>
                    <a:bodyPr/>
                    <a:lstStyle>
                      <a:lvl1pPr marL="571500" indent="-571500" eaLnBrk="0" hangingPunct="0">
                        <a:spcBef>
                          <a:spcPct val="30000"/>
                        </a:spcBef>
                        <a:buClr>
                          <a:schemeClr val="tx2"/>
                        </a:buClr>
                        <a:buSzPct val="75000"/>
                        <a:buFont typeface="Wingdings" panose="05000000000000000000" pitchFamily="2" charset="2"/>
                        <a:defRPr sz="2800" b="1">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buClr>
                          <a:schemeClr val="tx2"/>
                        </a:buClr>
                        <a:buSzPct val="75000"/>
                        <a:buFont typeface="Wingdings" panose="05000000000000000000" pitchFamily="2" charset="2"/>
                        <a:defRPr sz="2400" b="1">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buClr>
                          <a:schemeClr val="tx2"/>
                        </a:buClr>
                        <a:buSzPct val="75000"/>
                        <a:buFont typeface="Wingdings" panose="05000000000000000000" pitchFamily="2" charset="2"/>
                        <a:defRPr sz="2000" b="1">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9pPr>
                    </a:lstStyle>
                    <a:p>
                      <a:pPr marL="571500" marR="0" lvl="0" indent="-57150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3DCE1"/>
                    </a:solidFill>
                  </a:tcPr>
                </a:tc>
                <a:tc>
                  <a:txBody>
                    <a:bodyPr/>
                    <a:lstStyle>
                      <a:lvl1pPr marL="571500" indent="-571500" eaLnBrk="0" hangingPunct="0">
                        <a:spcBef>
                          <a:spcPct val="30000"/>
                        </a:spcBef>
                        <a:buClr>
                          <a:schemeClr val="tx2"/>
                        </a:buClr>
                        <a:buSzPct val="75000"/>
                        <a:buFont typeface="Wingdings" panose="05000000000000000000" pitchFamily="2" charset="2"/>
                        <a:defRPr sz="2800" b="1">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buClr>
                          <a:schemeClr val="tx2"/>
                        </a:buClr>
                        <a:buSzPct val="75000"/>
                        <a:buFont typeface="Wingdings" panose="05000000000000000000" pitchFamily="2" charset="2"/>
                        <a:defRPr sz="2400" b="1">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buClr>
                          <a:schemeClr val="tx2"/>
                        </a:buClr>
                        <a:buSzPct val="75000"/>
                        <a:buFont typeface="Wingdings" panose="05000000000000000000" pitchFamily="2" charset="2"/>
                        <a:defRPr sz="2000" b="1">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9pPr>
                    </a:lstStyle>
                    <a:p>
                      <a:pPr marL="571500" marR="0" lvl="0" indent="-5715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Y</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3DCE1"/>
                    </a:solidFill>
                  </a:tcPr>
                </a:tc>
                <a:extLst>
                  <a:ext uri="{0D108BD9-81ED-4DB2-BD59-A6C34878D82A}">
                    <a16:rowId xmlns:a16="http://schemas.microsoft.com/office/drawing/2014/main" val="10014"/>
                  </a:ext>
                </a:extLst>
              </a:tr>
              <a:tr h="342900">
                <a:tc>
                  <a:txBody>
                    <a:bodyPr/>
                    <a:lstStyle>
                      <a:lvl1pPr marL="571500" indent="-571500" eaLnBrk="0" hangingPunct="0">
                        <a:spcBef>
                          <a:spcPct val="30000"/>
                        </a:spcBef>
                        <a:buClr>
                          <a:schemeClr val="tx2"/>
                        </a:buClr>
                        <a:buSzPct val="75000"/>
                        <a:buFont typeface="Wingdings" panose="05000000000000000000" pitchFamily="2" charset="2"/>
                        <a:defRPr sz="2800" b="1">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buClr>
                          <a:schemeClr val="tx2"/>
                        </a:buClr>
                        <a:buSzPct val="75000"/>
                        <a:buFont typeface="Wingdings" panose="05000000000000000000" pitchFamily="2" charset="2"/>
                        <a:defRPr sz="2400" b="1">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buClr>
                          <a:schemeClr val="tx2"/>
                        </a:buClr>
                        <a:buSzPct val="75000"/>
                        <a:buFont typeface="Wingdings" panose="05000000000000000000" pitchFamily="2" charset="2"/>
                        <a:defRPr sz="2000" b="1">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9pPr>
                    </a:lstStyle>
                    <a:p>
                      <a:pPr marL="571500" marR="0" lvl="0" indent="-57150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接收方抗抵赖</a:t>
                      </a: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3DCE1"/>
                    </a:solidFill>
                  </a:tcPr>
                </a:tc>
                <a:tc>
                  <a:txBody>
                    <a:bodyPr/>
                    <a:lstStyle>
                      <a:lvl1pPr marL="571500" indent="-571500" eaLnBrk="0" hangingPunct="0">
                        <a:spcBef>
                          <a:spcPct val="30000"/>
                        </a:spcBef>
                        <a:buClr>
                          <a:schemeClr val="tx2"/>
                        </a:buClr>
                        <a:buSzPct val="75000"/>
                        <a:buFont typeface="Wingdings" panose="05000000000000000000" pitchFamily="2" charset="2"/>
                        <a:defRPr sz="2800" b="1">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buClr>
                          <a:schemeClr val="tx2"/>
                        </a:buClr>
                        <a:buSzPct val="75000"/>
                        <a:buFont typeface="Wingdings" panose="05000000000000000000" pitchFamily="2" charset="2"/>
                        <a:defRPr sz="2400" b="1">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buClr>
                          <a:schemeClr val="tx2"/>
                        </a:buClr>
                        <a:buSzPct val="75000"/>
                        <a:buFont typeface="Wingdings" panose="05000000000000000000" pitchFamily="2" charset="2"/>
                        <a:defRPr sz="2000" b="1">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9pPr>
                    </a:lstStyle>
                    <a:p>
                      <a:pPr marL="571500" marR="0" lvl="0" indent="-57150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3DCE1"/>
                    </a:solidFill>
                  </a:tcPr>
                </a:tc>
                <a:tc>
                  <a:txBody>
                    <a:bodyPr/>
                    <a:lstStyle>
                      <a:lvl1pPr marL="571500" indent="-571500" eaLnBrk="0" hangingPunct="0">
                        <a:spcBef>
                          <a:spcPct val="30000"/>
                        </a:spcBef>
                        <a:buClr>
                          <a:schemeClr val="tx2"/>
                        </a:buClr>
                        <a:buSzPct val="75000"/>
                        <a:buFont typeface="Wingdings" panose="05000000000000000000" pitchFamily="2" charset="2"/>
                        <a:defRPr sz="2800" b="1">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buClr>
                          <a:schemeClr val="tx2"/>
                        </a:buClr>
                        <a:buSzPct val="75000"/>
                        <a:buFont typeface="Wingdings" panose="05000000000000000000" pitchFamily="2" charset="2"/>
                        <a:defRPr sz="2400" b="1">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buClr>
                          <a:schemeClr val="tx2"/>
                        </a:buClr>
                        <a:buSzPct val="75000"/>
                        <a:buFont typeface="Wingdings" panose="05000000000000000000" pitchFamily="2" charset="2"/>
                        <a:defRPr sz="2000" b="1">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9pPr>
                    </a:lstStyle>
                    <a:p>
                      <a:pPr marL="571500" marR="0" lvl="0" indent="-57150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3DCE1"/>
                    </a:solidFill>
                  </a:tcPr>
                </a:tc>
                <a:tc>
                  <a:txBody>
                    <a:bodyPr/>
                    <a:lstStyle>
                      <a:lvl1pPr marL="571500" indent="-571500" eaLnBrk="0" hangingPunct="0">
                        <a:spcBef>
                          <a:spcPct val="30000"/>
                        </a:spcBef>
                        <a:buClr>
                          <a:schemeClr val="tx2"/>
                        </a:buClr>
                        <a:buSzPct val="75000"/>
                        <a:buFont typeface="Wingdings" panose="05000000000000000000" pitchFamily="2" charset="2"/>
                        <a:defRPr sz="2800" b="1">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buClr>
                          <a:schemeClr val="tx2"/>
                        </a:buClr>
                        <a:buSzPct val="75000"/>
                        <a:buFont typeface="Wingdings" panose="05000000000000000000" pitchFamily="2" charset="2"/>
                        <a:defRPr sz="2400" b="1">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buClr>
                          <a:schemeClr val="tx2"/>
                        </a:buClr>
                        <a:buSzPct val="75000"/>
                        <a:buFont typeface="Wingdings" panose="05000000000000000000" pitchFamily="2" charset="2"/>
                        <a:defRPr sz="2000" b="1">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9pPr>
                    </a:lstStyle>
                    <a:p>
                      <a:pPr marL="571500" marR="0" lvl="0" indent="-57150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3DCE1"/>
                    </a:solidFill>
                  </a:tcPr>
                </a:tc>
                <a:tc>
                  <a:txBody>
                    <a:bodyPr/>
                    <a:lstStyle>
                      <a:lvl1pPr marL="571500" indent="-571500" eaLnBrk="0" hangingPunct="0">
                        <a:spcBef>
                          <a:spcPct val="30000"/>
                        </a:spcBef>
                        <a:buClr>
                          <a:schemeClr val="tx2"/>
                        </a:buClr>
                        <a:buSzPct val="75000"/>
                        <a:buFont typeface="Wingdings" panose="05000000000000000000" pitchFamily="2" charset="2"/>
                        <a:defRPr sz="2800" b="1">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buClr>
                          <a:schemeClr val="tx2"/>
                        </a:buClr>
                        <a:buSzPct val="75000"/>
                        <a:buFont typeface="Wingdings" panose="05000000000000000000" pitchFamily="2" charset="2"/>
                        <a:defRPr sz="2400" b="1">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buClr>
                          <a:schemeClr val="tx2"/>
                        </a:buClr>
                        <a:buSzPct val="75000"/>
                        <a:buFont typeface="Wingdings" panose="05000000000000000000" pitchFamily="2" charset="2"/>
                        <a:defRPr sz="2000" b="1">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75000"/>
                        <a:buFont typeface="Wingdings" panose="05000000000000000000" pitchFamily="2" charset="2"/>
                        <a:defRPr b="1">
                          <a:solidFill>
                            <a:schemeClr val="tx1"/>
                          </a:solidFill>
                          <a:latin typeface="Arial" panose="020B0604020202020204" pitchFamily="34" charset="0"/>
                          <a:cs typeface="Arial" panose="020B0604020202020204" pitchFamily="34" charset="0"/>
                        </a:defRPr>
                      </a:lvl9pPr>
                    </a:lstStyle>
                    <a:p>
                      <a:pPr marL="571500" marR="0" lvl="0" indent="-5715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chemeClr val="bg2"/>
                          </a:solidFill>
                          <a:effectLst/>
                          <a:latin typeface="Times New Roman" panose="02020603050405020304" pitchFamily="18" charset="0"/>
                          <a:ea typeface="宋体" panose="02010600030101010101" pitchFamily="2" charset="-122"/>
                          <a:cs typeface="Times New Roman" panose="02020603050405020304" pitchFamily="18" charset="0"/>
                        </a:rPr>
                        <a:t>Y</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3DCE1"/>
                    </a:solidFill>
                  </a:tcPr>
                </a:tc>
                <a:extLst>
                  <a:ext uri="{0D108BD9-81ED-4DB2-BD59-A6C34878D82A}">
                    <a16:rowId xmlns:a16="http://schemas.microsoft.com/office/drawing/2014/main" val="10015"/>
                  </a:ext>
                </a:extLst>
              </a:tr>
            </a:tbl>
          </a:graphicData>
        </a:graphic>
      </p:graphicFrame>
      <p:sp>
        <p:nvSpPr>
          <p:cNvPr id="25702" name="矩形 2">
            <a:extLst>
              <a:ext uri="{FF2B5EF4-FFF2-40B4-BE49-F238E27FC236}">
                <a16:creationId xmlns:a16="http://schemas.microsoft.com/office/drawing/2014/main" id="{887F73BB-1243-484A-9B3C-8D5DCC0CDE07}"/>
              </a:ext>
            </a:extLst>
          </p:cNvPr>
          <p:cNvSpPr>
            <a:spLocks noChangeArrowheads="1"/>
          </p:cNvSpPr>
          <p:nvPr/>
        </p:nvSpPr>
        <p:spPr bwMode="auto">
          <a:xfrm>
            <a:off x="228600" y="1168400"/>
            <a:ext cx="6096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lnSpc>
                <a:spcPct val="90000"/>
              </a:lnSpc>
            </a:pPr>
            <a:r>
              <a:rPr lang="zh-CN" altLang="en-US" sz="3200">
                <a:solidFill>
                  <a:srgbClr val="0000CC"/>
                </a:solidFill>
                <a:latin typeface="黑体" panose="02010609060101010101" pitchFamily="49" charset="-122"/>
                <a:ea typeface="黑体" panose="02010609060101010101" pitchFamily="49" charset="-122"/>
              </a:rPr>
              <a:t>安全机制与</a:t>
            </a:r>
            <a:endParaRPr lang="zh-CN" altLang="en-US" sz="3200"/>
          </a:p>
        </p:txBody>
      </p:sp>
      <p:sp>
        <p:nvSpPr>
          <p:cNvPr id="25703" name="矩形 3">
            <a:extLst>
              <a:ext uri="{FF2B5EF4-FFF2-40B4-BE49-F238E27FC236}">
                <a16:creationId xmlns:a16="http://schemas.microsoft.com/office/drawing/2014/main" id="{7E81828F-06C7-9048-BE68-743F4E9CD9B8}"/>
              </a:ext>
            </a:extLst>
          </p:cNvPr>
          <p:cNvSpPr>
            <a:spLocks noChangeArrowheads="1"/>
          </p:cNvSpPr>
          <p:nvPr/>
        </p:nvSpPr>
        <p:spPr bwMode="auto">
          <a:xfrm>
            <a:off x="0" y="3432175"/>
            <a:ext cx="1600200"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lnSpc>
                <a:spcPct val="90000"/>
              </a:lnSpc>
            </a:pPr>
            <a:r>
              <a:rPr lang="en-US" altLang="zh-CN" sz="2800">
                <a:latin typeface="黑体" panose="02010609060101010101" pitchFamily="49" charset="-122"/>
                <a:ea typeface="黑体" panose="02010609060101010101" pitchFamily="49" charset="-122"/>
              </a:rPr>
              <a:t>TCP/IP</a:t>
            </a:r>
            <a:endParaRPr lang="zh-CN" altLang="en-US" sz="2800"/>
          </a:p>
        </p:txBody>
      </p:sp>
      <p:sp>
        <p:nvSpPr>
          <p:cNvPr id="25704" name="矩形 4">
            <a:extLst>
              <a:ext uri="{FF2B5EF4-FFF2-40B4-BE49-F238E27FC236}">
                <a16:creationId xmlns:a16="http://schemas.microsoft.com/office/drawing/2014/main" id="{6162B96F-F4A3-A843-A2AF-C5ABDB64057C}"/>
              </a:ext>
            </a:extLst>
          </p:cNvPr>
          <p:cNvSpPr>
            <a:spLocks noChangeArrowheads="1"/>
          </p:cNvSpPr>
          <p:nvPr/>
        </p:nvSpPr>
        <p:spPr bwMode="auto">
          <a:xfrm>
            <a:off x="228600" y="4064000"/>
            <a:ext cx="609600" cy="142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lnSpc>
                <a:spcPct val="90000"/>
              </a:lnSpc>
            </a:pPr>
            <a:r>
              <a:rPr lang="zh-CN" altLang="en-US" sz="3200">
                <a:solidFill>
                  <a:srgbClr val="0000CC"/>
                </a:solidFill>
                <a:latin typeface="黑体" panose="02010609060101010101" pitchFamily="49" charset="-122"/>
                <a:ea typeface="黑体" panose="02010609060101010101" pitchFamily="49" charset="-122"/>
              </a:rPr>
              <a:t>的关系</a:t>
            </a:r>
            <a:endParaRPr lang="zh-CN" altLang="en-US" sz="32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5" name="Picture 2">
            <a:extLst>
              <a:ext uri="{FF2B5EF4-FFF2-40B4-BE49-F238E27FC236}">
                <a16:creationId xmlns:a16="http://schemas.microsoft.com/office/drawing/2014/main" id="{27FE394A-B018-C246-8FA4-628A435627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295400"/>
            <a:ext cx="8686800" cy="498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6" name="Rectangle 6">
            <a:extLst>
              <a:ext uri="{FF2B5EF4-FFF2-40B4-BE49-F238E27FC236}">
                <a16:creationId xmlns:a16="http://schemas.microsoft.com/office/drawing/2014/main" id="{FC879CDC-5A4B-B845-84C6-70C09E407859}"/>
              </a:ext>
            </a:extLst>
          </p:cNvPr>
          <p:cNvSpPr>
            <a:spLocks noChangeArrowheads="1"/>
          </p:cNvSpPr>
          <p:nvPr/>
        </p:nvSpPr>
        <p:spPr bwMode="auto">
          <a:xfrm>
            <a:off x="304800" y="609600"/>
            <a:ext cx="54864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r>
              <a:rPr lang="zh-CN" altLang="en-US" sz="3200">
                <a:solidFill>
                  <a:srgbClr val="0000CC"/>
                </a:solidFill>
                <a:latin typeface="黑体" panose="02010609060101010101" pitchFamily="49" charset="-122"/>
                <a:ea typeface="黑体" panose="02010609060101010101" pitchFamily="49" charset="-122"/>
              </a:rPr>
              <a:t>安全机制与</a:t>
            </a:r>
            <a:r>
              <a:rPr lang="en-US" altLang="zh-CN" sz="3200">
                <a:solidFill>
                  <a:srgbClr val="0000CC"/>
                </a:solidFill>
                <a:latin typeface="黑体" panose="02010609060101010101" pitchFamily="49" charset="-122"/>
                <a:ea typeface="黑体" panose="02010609060101010101" pitchFamily="49" charset="-122"/>
              </a:rPr>
              <a:t>OSI</a:t>
            </a:r>
            <a:r>
              <a:rPr lang="zh-CN" altLang="en-US" sz="3200">
                <a:solidFill>
                  <a:srgbClr val="0000CC"/>
                </a:solidFill>
                <a:latin typeface="黑体" panose="02010609060101010101" pitchFamily="49" charset="-122"/>
                <a:ea typeface="黑体" panose="02010609060101010101" pitchFamily="49" charset="-122"/>
              </a:rPr>
              <a:t>协议层的关系</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49" name="图片 3">
            <a:extLst>
              <a:ext uri="{FF2B5EF4-FFF2-40B4-BE49-F238E27FC236}">
                <a16:creationId xmlns:a16="http://schemas.microsoft.com/office/drawing/2014/main" id="{44010179-A542-B145-B322-2B68F67140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1295400"/>
            <a:ext cx="8991600" cy="500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0" name="Rectangle 6">
            <a:extLst>
              <a:ext uri="{FF2B5EF4-FFF2-40B4-BE49-F238E27FC236}">
                <a16:creationId xmlns:a16="http://schemas.microsoft.com/office/drawing/2014/main" id="{DAC3E4C8-6ED6-BF48-AC85-D42F1BAD0290}"/>
              </a:ext>
            </a:extLst>
          </p:cNvPr>
          <p:cNvSpPr>
            <a:spLocks noChangeArrowheads="1"/>
          </p:cNvSpPr>
          <p:nvPr/>
        </p:nvSpPr>
        <p:spPr bwMode="auto">
          <a:xfrm>
            <a:off x="304800" y="622300"/>
            <a:ext cx="54864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r>
              <a:rPr lang="zh-CN" altLang="en-US" sz="3200">
                <a:latin typeface="黑体" panose="02010609060101010101" pitchFamily="49" charset="-122"/>
                <a:ea typeface="黑体" panose="02010609060101010101" pitchFamily="49" charset="-122"/>
              </a:rPr>
              <a:t>映射实例</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Text Box 2">
            <a:extLst>
              <a:ext uri="{FF2B5EF4-FFF2-40B4-BE49-F238E27FC236}">
                <a16:creationId xmlns:a16="http://schemas.microsoft.com/office/drawing/2014/main" id="{5F64BDA5-C1E4-F942-9ABB-5DB61F2427ED}"/>
              </a:ext>
            </a:extLst>
          </p:cNvPr>
          <p:cNvSpPr txBox="1">
            <a:spLocks noChangeArrowheads="1"/>
          </p:cNvSpPr>
          <p:nvPr/>
        </p:nvSpPr>
        <p:spPr bwMode="auto">
          <a:xfrm>
            <a:off x="1600200" y="228600"/>
            <a:ext cx="6477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endParaRPr lang="zh-CN" altLang="en-US" sz="2400" b="0">
              <a:solidFill>
                <a:schemeClr val="tx1"/>
              </a:solidFill>
              <a:latin typeface="Times New Roman" panose="02020603050405020304" pitchFamily="18" charset="0"/>
              <a:ea typeface="宋体" panose="02010600030101010101" pitchFamily="2" charset="-122"/>
            </a:endParaRPr>
          </a:p>
        </p:txBody>
      </p:sp>
      <p:sp>
        <p:nvSpPr>
          <p:cNvPr id="28674" name="Text Box 3">
            <a:extLst>
              <a:ext uri="{FF2B5EF4-FFF2-40B4-BE49-F238E27FC236}">
                <a16:creationId xmlns:a16="http://schemas.microsoft.com/office/drawing/2014/main" id="{2C2EF22B-58DB-BD47-82DA-3E492E45B8D3}"/>
              </a:ext>
            </a:extLst>
          </p:cNvPr>
          <p:cNvSpPr txBox="1">
            <a:spLocks noChangeArrowheads="1"/>
          </p:cNvSpPr>
          <p:nvPr/>
        </p:nvSpPr>
        <p:spPr bwMode="auto">
          <a:xfrm>
            <a:off x="304800" y="762000"/>
            <a:ext cx="61722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spcBef>
                <a:spcPct val="50000"/>
              </a:spcBef>
            </a:pPr>
            <a:r>
              <a:rPr lang="en-US" altLang="zh-CN" sz="3200">
                <a:solidFill>
                  <a:srgbClr val="000000"/>
                </a:solidFill>
                <a:latin typeface="黑体" panose="02010609060101010101" pitchFamily="49" charset="-122"/>
                <a:ea typeface="黑体" panose="02010609060101010101" pitchFamily="49" charset="-122"/>
              </a:rPr>
              <a:t>4</a:t>
            </a:r>
            <a:r>
              <a:rPr lang="zh-CN" altLang="en-US" sz="3200">
                <a:solidFill>
                  <a:srgbClr val="000000"/>
                </a:solidFill>
                <a:latin typeface="黑体" panose="02010609060101010101" pitchFamily="49" charset="-122"/>
                <a:ea typeface="黑体" panose="02010609060101010101" pitchFamily="49" charset="-122"/>
              </a:rPr>
              <a:t>.</a:t>
            </a:r>
            <a:r>
              <a:rPr lang="en-US" altLang="zh-CN" sz="3200">
                <a:solidFill>
                  <a:srgbClr val="000000"/>
                </a:solidFill>
                <a:latin typeface="黑体" panose="02010609060101010101" pitchFamily="49" charset="-122"/>
                <a:ea typeface="黑体" panose="02010609060101010101" pitchFamily="49" charset="-122"/>
              </a:rPr>
              <a:t>4</a:t>
            </a:r>
            <a:r>
              <a:rPr lang="zh-CN" altLang="en-US" sz="3200">
                <a:solidFill>
                  <a:srgbClr val="000000"/>
                </a:solidFill>
                <a:latin typeface="黑体" panose="02010609060101010101" pitchFamily="49" charset="-122"/>
                <a:ea typeface="黑体" panose="02010609060101010101" pitchFamily="49" charset="-122"/>
              </a:rPr>
              <a:t> 信息系统安全体系框架 </a:t>
            </a:r>
          </a:p>
        </p:txBody>
      </p:sp>
      <p:sp>
        <p:nvSpPr>
          <p:cNvPr id="26628" name="Rectangle 4">
            <a:extLst>
              <a:ext uri="{FF2B5EF4-FFF2-40B4-BE49-F238E27FC236}">
                <a16:creationId xmlns:a16="http://schemas.microsoft.com/office/drawing/2014/main" id="{FCFD1D31-E9F2-A14F-8F09-099542E3A1F2}"/>
              </a:ext>
            </a:extLst>
          </p:cNvPr>
          <p:cNvSpPr>
            <a:spLocks noChangeArrowheads="1"/>
          </p:cNvSpPr>
          <p:nvPr/>
        </p:nvSpPr>
        <p:spPr bwMode="auto">
          <a:xfrm>
            <a:off x="457200" y="1676400"/>
            <a:ext cx="8382000" cy="243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r>
              <a:rPr lang="zh-CN" altLang="en-US" sz="2400">
                <a:solidFill>
                  <a:srgbClr val="000000"/>
                </a:solidFill>
                <a:latin typeface="黑体" panose="02010609060101010101" pitchFamily="49" charset="-122"/>
                <a:ea typeface="黑体" panose="02010609060101010101" pitchFamily="49" charset="-122"/>
              </a:rPr>
              <a:t>    信息系统安全的总需求是</a:t>
            </a:r>
            <a:r>
              <a:rPr lang="zh-CN" altLang="en-US" sz="3200">
                <a:solidFill>
                  <a:srgbClr val="FF3300"/>
                </a:solidFill>
                <a:latin typeface="黑体" panose="02010609060101010101" pitchFamily="49" charset="-122"/>
                <a:ea typeface="黑体" panose="02010609060101010101" pitchFamily="49" charset="-122"/>
              </a:rPr>
              <a:t>物理安全、网络安全、信息内容安全、应用系统安全和安全管理</a:t>
            </a:r>
            <a:r>
              <a:rPr lang="zh-CN" altLang="en-US" sz="2400">
                <a:solidFill>
                  <a:srgbClr val="000000"/>
                </a:solidFill>
                <a:latin typeface="黑体" panose="02010609060101010101" pitchFamily="49" charset="-122"/>
                <a:ea typeface="黑体" panose="02010609060101010101" pitchFamily="49" charset="-122"/>
              </a:rPr>
              <a:t>的总和，安全的最终目标是确保信息的</a:t>
            </a:r>
            <a:r>
              <a:rPr lang="zh-CN" altLang="en-US" sz="3200">
                <a:solidFill>
                  <a:srgbClr val="0000FF"/>
                </a:solidFill>
                <a:latin typeface="黑体" panose="02010609060101010101" pitchFamily="49" charset="-122"/>
                <a:ea typeface="黑体" panose="02010609060101010101" pitchFamily="49" charset="-122"/>
              </a:rPr>
              <a:t>机密性、完整性、可用性、可控性和抗抵赖性</a:t>
            </a:r>
            <a:r>
              <a:rPr lang="zh-CN" altLang="en-US" sz="3200">
                <a:solidFill>
                  <a:srgbClr val="000000"/>
                </a:solidFill>
                <a:latin typeface="黑体" panose="02010609060101010101" pitchFamily="49" charset="-122"/>
                <a:ea typeface="黑体" panose="02010609060101010101" pitchFamily="49" charset="-122"/>
              </a:rPr>
              <a:t>，</a:t>
            </a:r>
            <a:r>
              <a:rPr lang="zh-CN" altLang="en-US" sz="2400">
                <a:solidFill>
                  <a:srgbClr val="000000"/>
                </a:solidFill>
                <a:latin typeface="黑体" panose="02010609060101010101" pitchFamily="49" charset="-122"/>
                <a:ea typeface="黑体" panose="02010609060101010101" pitchFamily="49" charset="-122"/>
              </a:rPr>
              <a:t>以及信息系统主体(包括用户、团体、社会和国家)对信息资源的控制。 </a:t>
            </a:r>
          </a:p>
        </p:txBody>
      </p:sp>
      <p:sp>
        <p:nvSpPr>
          <p:cNvPr id="26629" name="Rectangle 5">
            <a:extLst>
              <a:ext uri="{FF2B5EF4-FFF2-40B4-BE49-F238E27FC236}">
                <a16:creationId xmlns:a16="http://schemas.microsoft.com/office/drawing/2014/main" id="{796A965D-C878-D94D-8686-A690CE66D91A}"/>
              </a:ext>
            </a:extLst>
          </p:cNvPr>
          <p:cNvSpPr>
            <a:spLocks noChangeArrowheads="1"/>
          </p:cNvSpPr>
          <p:nvPr/>
        </p:nvSpPr>
        <p:spPr bwMode="auto">
          <a:xfrm>
            <a:off x="457200" y="4419600"/>
            <a:ext cx="82296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r>
              <a:rPr lang="zh-CN" altLang="en-US" sz="2400">
                <a:solidFill>
                  <a:srgbClr val="000000"/>
                </a:solidFill>
                <a:latin typeface="黑体" panose="02010609060101010101" pitchFamily="49" charset="-122"/>
                <a:ea typeface="黑体" panose="02010609060101010101" pitchFamily="49" charset="-122"/>
              </a:rPr>
              <a:t>    完整的信息系统安全体系框架由</a:t>
            </a:r>
            <a:r>
              <a:rPr lang="zh-CN" altLang="en-US" sz="3200">
                <a:solidFill>
                  <a:srgbClr val="FF3300"/>
                </a:solidFill>
                <a:latin typeface="黑体" panose="02010609060101010101" pitchFamily="49" charset="-122"/>
                <a:ea typeface="黑体" panose="02010609060101010101" pitchFamily="49" charset="-122"/>
              </a:rPr>
              <a:t>技术体系、组织机构体系和管理体系</a:t>
            </a:r>
            <a:r>
              <a:rPr lang="zh-CN" altLang="en-US" sz="2400">
                <a:solidFill>
                  <a:srgbClr val="000000"/>
                </a:solidFill>
                <a:latin typeface="黑体" panose="02010609060101010101" pitchFamily="49" charset="-122"/>
                <a:ea typeface="黑体" panose="02010609060101010101" pitchFamily="49" charset="-122"/>
              </a:rPr>
              <a:t>共同构建。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6628"/>
                                        </p:tgtEl>
                                        <p:attrNameLst>
                                          <p:attrName>style.visibility</p:attrName>
                                        </p:attrNameLst>
                                      </p:cBhvr>
                                      <p:to>
                                        <p:strVal val="visible"/>
                                      </p:to>
                                    </p:set>
                                    <p:anim calcmode="lin" valueType="num">
                                      <p:cBhvr>
                                        <p:cTn id="7" dur="500" fill="hold"/>
                                        <p:tgtEl>
                                          <p:spTgt spid="26628"/>
                                        </p:tgtEl>
                                        <p:attrNameLst>
                                          <p:attrName>ppt_w</p:attrName>
                                        </p:attrNameLst>
                                      </p:cBhvr>
                                      <p:tavLst>
                                        <p:tav tm="0">
                                          <p:val>
                                            <p:fltVal val="0"/>
                                          </p:val>
                                        </p:tav>
                                        <p:tav tm="100000">
                                          <p:val>
                                            <p:strVal val="#ppt_w"/>
                                          </p:val>
                                        </p:tav>
                                      </p:tavLst>
                                    </p:anim>
                                    <p:anim calcmode="lin" valueType="num">
                                      <p:cBhvr>
                                        <p:cTn id="8" dur="500" fill="hold"/>
                                        <p:tgtEl>
                                          <p:spTgt spid="26628"/>
                                        </p:tgtEl>
                                        <p:attrNameLst>
                                          <p:attrName>ppt_h</p:attrName>
                                        </p:attrNameLst>
                                      </p:cBhvr>
                                      <p:tavLst>
                                        <p:tav tm="0">
                                          <p:val>
                                            <p:fltVal val="0"/>
                                          </p:val>
                                        </p:tav>
                                        <p:tav tm="100000">
                                          <p:val>
                                            <p:strVal val="#ppt_h"/>
                                          </p:val>
                                        </p:tav>
                                      </p:tavLst>
                                    </p:anim>
                                    <p:animEffect transition="in" filter="fade">
                                      <p:cBhvr>
                                        <p:cTn id="9" dur="500"/>
                                        <p:tgtEl>
                                          <p:spTgt spid="26628"/>
                                        </p:tgtEl>
                                      </p:cBhvr>
                                    </p:animEffect>
                                  </p:childTnLst>
                                </p:cTn>
                              </p:par>
                            </p:childTnLst>
                          </p:cTn>
                        </p:par>
                        <p:par>
                          <p:cTn id="10" fill="hold" nodeType="afterGroup">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26629"/>
                                        </p:tgtEl>
                                        <p:attrNameLst>
                                          <p:attrName>style.visibility</p:attrName>
                                        </p:attrNameLst>
                                      </p:cBhvr>
                                      <p:to>
                                        <p:strVal val="visible"/>
                                      </p:to>
                                    </p:set>
                                    <p:anim calcmode="lin" valueType="num">
                                      <p:cBhvr>
                                        <p:cTn id="13" dur="2000" fill="hold"/>
                                        <p:tgtEl>
                                          <p:spTgt spid="26629"/>
                                        </p:tgtEl>
                                        <p:attrNameLst>
                                          <p:attrName>ppt_w</p:attrName>
                                        </p:attrNameLst>
                                      </p:cBhvr>
                                      <p:tavLst>
                                        <p:tav tm="0">
                                          <p:val>
                                            <p:fltVal val="0"/>
                                          </p:val>
                                        </p:tav>
                                        <p:tav tm="100000">
                                          <p:val>
                                            <p:strVal val="#ppt_w"/>
                                          </p:val>
                                        </p:tav>
                                      </p:tavLst>
                                    </p:anim>
                                    <p:anim calcmode="lin" valueType="num">
                                      <p:cBhvr>
                                        <p:cTn id="14" dur="2000" fill="hold"/>
                                        <p:tgtEl>
                                          <p:spTgt spid="26629"/>
                                        </p:tgtEl>
                                        <p:attrNameLst>
                                          <p:attrName>ppt_h</p:attrName>
                                        </p:attrNameLst>
                                      </p:cBhvr>
                                      <p:tavLst>
                                        <p:tav tm="0">
                                          <p:val>
                                            <p:fltVal val="0"/>
                                          </p:val>
                                        </p:tav>
                                        <p:tav tm="100000">
                                          <p:val>
                                            <p:strVal val="#ppt_h"/>
                                          </p:val>
                                        </p:tav>
                                      </p:tavLst>
                                    </p:anim>
                                    <p:animEffect transition="in" filter="fade">
                                      <p:cBhvr>
                                        <p:cTn id="15" dur="2000"/>
                                        <p:tgtEl>
                                          <p:spTgt spid="266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8" grpId="0"/>
      <p:bldP spid="26629"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2" descr="图2-3">
            <a:extLst>
              <a:ext uri="{FF2B5EF4-FFF2-40B4-BE49-F238E27FC236}">
                <a16:creationId xmlns:a16="http://schemas.microsoft.com/office/drawing/2014/main" id="{5193AA48-1DAC-9940-9C88-7E8C286719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447800"/>
            <a:ext cx="83820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698" name="Text Box 3">
            <a:extLst>
              <a:ext uri="{FF2B5EF4-FFF2-40B4-BE49-F238E27FC236}">
                <a16:creationId xmlns:a16="http://schemas.microsoft.com/office/drawing/2014/main" id="{553C527D-D05C-1148-A64F-0C39BFFCE2C9}"/>
              </a:ext>
            </a:extLst>
          </p:cNvPr>
          <p:cNvSpPr txBox="1">
            <a:spLocks noChangeArrowheads="1"/>
          </p:cNvSpPr>
          <p:nvPr/>
        </p:nvSpPr>
        <p:spPr bwMode="auto">
          <a:xfrm>
            <a:off x="381000" y="730250"/>
            <a:ext cx="61722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spcBef>
                <a:spcPct val="50000"/>
              </a:spcBef>
            </a:pPr>
            <a:r>
              <a:rPr lang="en-US" altLang="zh-CN" sz="3200">
                <a:solidFill>
                  <a:srgbClr val="000000"/>
                </a:solidFill>
                <a:latin typeface="黑体" panose="02010609060101010101" pitchFamily="49" charset="-122"/>
                <a:ea typeface="黑体" panose="02010609060101010101" pitchFamily="49" charset="-122"/>
              </a:rPr>
              <a:t>4</a:t>
            </a:r>
            <a:r>
              <a:rPr lang="zh-CN" altLang="en-US" sz="3200">
                <a:solidFill>
                  <a:srgbClr val="000000"/>
                </a:solidFill>
                <a:latin typeface="黑体" panose="02010609060101010101" pitchFamily="49" charset="-122"/>
                <a:ea typeface="黑体" panose="02010609060101010101" pitchFamily="49" charset="-122"/>
              </a:rPr>
              <a:t>.</a:t>
            </a:r>
            <a:r>
              <a:rPr lang="en-US" altLang="zh-CN" sz="3200">
                <a:solidFill>
                  <a:srgbClr val="000000"/>
                </a:solidFill>
                <a:latin typeface="黑体" panose="02010609060101010101" pitchFamily="49" charset="-122"/>
                <a:ea typeface="黑体" panose="02010609060101010101" pitchFamily="49" charset="-122"/>
              </a:rPr>
              <a:t>4</a:t>
            </a:r>
            <a:r>
              <a:rPr lang="zh-CN" altLang="en-US" sz="3200">
                <a:solidFill>
                  <a:srgbClr val="000000"/>
                </a:solidFill>
                <a:latin typeface="黑体" panose="02010609060101010101" pitchFamily="49" charset="-122"/>
                <a:ea typeface="黑体" panose="02010609060101010101" pitchFamily="49" charset="-122"/>
              </a:rPr>
              <a:t> 信息系统安全体系框架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afterEffect">
                                  <p:stCondLst>
                                    <p:cond delay="0"/>
                                  </p:stCondLst>
                                  <p:childTnLst>
                                    <p:set>
                                      <p:cBhvr>
                                        <p:cTn id="6" dur="1" fill="hold">
                                          <p:stCondLst>
                                            <p:cond delay="0"/>
                                          </p:stCondLst>
                                        </p:cTn>
                                        <p:tgtEl>
                                          <p:spTgt spid="27650"/>
                                        </p:tgtEl>
                                        <p:attrNameLst>
                                          <p:attrName>style.visibility</p:attrName>
                                        </p:attrNameLst>
                                      </p:cBhvr>
                                      <p:to>
                                        <p:strVal val="visible"/>
                                      </p:to>
                                    </p:set>
                                    <p:anim calcmode="lin" valueType="num">
                                      <p:cBhvr additive="base">
                                        <p:cTn id="7" dur="500" fill="hold"/>
                                        <p:tgtEl>
                                          <p:spTgt spid="27650"/>
                                        </p:tgtEl>
                                        <p:attrNameLst>
                                          <p:attrName>ppt_x</p:attrName>
                                        </p:attrNameLst>
                                      </p:cBhvr>
                                      <p:tavLst>
                                        <p:tav tm="0">
                                          <p:val>
                                            <p:strVal val="0-#ppt_w/2"/>
                                          </p:val>
                                        </p:tav>
                                        <p:tav tm="100000">
                                          <p:val>
                                            <p:strVal val="#ppt_x"/>
                                          </p:val>
                                        </p:tav>
                                      </p:tavLst>
                                    </p:anim>
                                    <p:anim calcmode="lin" valueType="num">
                                      <p:cBhvr additive="base">
                                        <p:cTn id="8" dur="500" fill="hold"/>
                                        <p:tgtEl>
                                          <p:spTgt spid="2765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Text Box 2">
            <a:extLst>
              <a:ext uri="{FF2B5EF4-FFF2-40B4-BE49-F238E27FC236}">
                <a16:creationId xmlns:a16="http://schemas.microsoft.com/office/drawing/2014/main" id="{9C75A5CB-EF1C-ED4A-9B16-1BCD72B9F0A3}"/>
              </a:ext>
            </a:extLst>
          </p:cNvPr>
          <p:cNvSpPr txBox="1">
            <a:spLocks noChangeArrowheads="1"/>
          </p:cNvSpPr>
          <p:nvPr/>
        </p:nvSpPr>
        <p:spPr bwMode="auto">
          <a:xfrm>
            <a:off x="381000" y="654050"/>
            <a:ext cx="61722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spcBef>
                <a:spcPct val="50000"/>
              </a:spcBef>
            </a:pPr>
            <a:r>
              <a:rPr lang="en-US" altLang="zh-CN" sz="3200">
                <a:solidFill>
                  <a:srgbClr val="000000"/>
                </a:solidFill>
                <a:latin typeface="黑体" panose="02010609060101010101" pitchFamily="49" charset="-122"/>
                <a:ea typeface="黑体" panose="02010609060101010101" pitchFamily="49" charset="-122"/>
              </a:rPr>
              <a:t>4</a:t>
            </a:r>
            <a:r>
              <a:rPr lang="zh-CN" altLang="en-US" sz="3200">
                <a:solidFill>
                  <a:srgbClr val="000000"/>
                </a:solidFill>
                <a:latin typeface="黑体" panose="02010609060101010101" pitchFamily="49" charset="-122"/>
                <a:ea typeface="黑体" panose="02010609060101010101" pitchFamily="49" charset="-122"/>
              </a:rPr>
              <a:t>.</a:t>
            </a:r>
            <a:r>
              <a:rPr lang="en-US" altLang="zh-CN" sz="3200">
                <a:solidFill>
                  <a:srgbClr val="000000"/>
                </a:solidFill>
                <a:latin typeface="黑体" panose="02010609060101010101" pitchFamily="49" charset="-122"/>
                <a:ea typeface="黑体" panose="02010609060101010101" pitchFamily="49" charset="-122"/>
              </a:rPr>
              <a:t>4</a:t>
            </a:r>
            <a:r>
              <a:rPr lang="zh-CN" altLang="en-US" sz="3200">
                <a:solidFill>
                  <a:srgbClr val="000000"/>
                </a:solidFill>
                <a:latin typeface="黑体" panose="02010609060101010101" pitchFamily="49" charset="-122"/>
                <a:ea typeface="黑体" panose="02010609060101010101" pitchFamily="49" charset="-122"/>
              </a:rPr>
              <a:t> 网络空间安全体系框架 </a:t>
            </a:r>
          </a:p>
        </p:txBody>
      </p:sp>
      <p:sp>
        <p:nvSpPr>
          <p:cNvPr id="30722" name="Rectangle 3">
            <a:extLst>
              <a:ext uri="{FF2B5EF4-FFF2-40B4-BE49-F238E27FC236}">
                <a16:creationId xmlns:a16="http://schemas.microsoft.com/office/drawing/2014/main" id="{A5F3CA7F-6ADA-4441-953C-7A63C5742475}"/>
              </a:ext>
            </a:extLst>
          </p:cNvPr>
          <p:cNvSpPr>
            <a:spLocks noChangeArrowheads="1"/>
          </p:cNvSpPr>
          <p:nvPr/>
        </p:nvSpPr>
        <p:spPr bwMode="auto">
          <a:xfrm>
            <a:off x="228600" y="1309688"/>
            <a:ext cx="2286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r>
              <a:rPr lang="zh-CN" altLang="en-US" sz="3600"/>
              <a:t>技术体系 </a:t>
            </a:r>
          </a:p>
        </p:txBody>
      </p:sp>
      <p:sp>
        <p:nvSpPr>
          <p:cNvPr id="30723" name="Rectangle 4">
            <a:extLst>
              <a:ext uri="{FF2B5EF4-FFF2-40B4-BE49-F238E27FC236}">
                <a16:creationId xmlns:a16="http://schemas.microsoft.com/office/drawing/2014/main" id="{EDDABB99-3A9C-3E4F-8451-61F190DC98E9}"/>
              </a:ext>
            </a:extLst>
          </p:cNvPr>
          <p:cNvSpPr>
            <a:spLocks noChangeArrowheads="1"/>
          </p:cNvSpPr>
          <p:nvPr/>
        </p:nvSpPr>
        <p:spPr bwMode="auto">
          <a:xfrm>
            <a:off x="381000" y="2019300"/>
            <a:ext cx="8458200" cy="390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algn="just" eaLnBrk="1" hangingPunct="1"/>
            <a:r>
              <a:rPr lang="zh-CN" altLang="en-US" sz="2400">
                <a:solidFill>
                  <a:srgbClr val="000000"/>
                </a:solidFill>
                <a:latin typeface="黑体" panose="02010609060101010101" pitchFamily="49" charset="-122"/>
                <a:ea typeface="黑体" panose="02010609060101010101" pitchFamily="49" charset="-122"/>
              </a:rPr>
              <a:t>    1）</a:t>
            </a:r>
            <a:r>
              <a:rPr lang="zh-CN" altLang="en-US" sz="2800">
                <a:latin typeface="黑体" panose="02010609060101010101" pitchFamily="49" charset="-122"/>
                <a:ea typeface="黑体" panose="02010609060101010101" pitchFamily="49" charset="-122"/>
              </a:rPr>
              <a:t>物理安全技术</a:t>
            </a:r>
            <a:r>
              <a:rPr lang="zh-CN" altLang="en-US" sz="2400">
                <a:solidFill>
                  <a:srgbClr val="000000"/>
                </a:solidFill>
                <a:latin typeface="黑体" panose="02010609060101010101" pitchFamily="49" charset="-122"/>
                <a:ea typeface="黑体" panose="02010609060101010101" pitchFamily="49" charset="-122"/>
              </a:rPr>
              <a:t>。信息系统的建筑物、机房条件及硬件设备条件满足信息系统的机械防护安全；通过对电力供应设备以及信息系统组件的抗电磁干扰和电磁泄露性能的选择性措施达到相应的安全目的。物理安全技术运用于物理保障环境(含系统组件的物理环境)。</a:t>
            </a:r>
          </a:p>
          <a:p>
            <a:pPr algn="just" eaLnBrk="1" hangingPunct="1"/>
            <a:r>
              <a:rPr lang="zh-CN" altLang="en-US" sz="2400">
                <a:solidFill>
                  <a:srgbClr val="000000"/>
                </a:solidFill>
                <a:latin typeface="黑体" panose="02010609060101010101" pitchFamily="49" charset="-122"/>
                <a:ea typeface="黑体" panose="02010609060101010101" pitchFamily="49" charset="-122"/>
              </a:rPr>
              <a:t>    2）</a:t>
            </a:r>
            <a:r>
              <a:rPr lang="zh-CN" altLang="en-US" sz="2800">
                <a:latin typeface="黑体" panose="02010609060101010101" pitchFamily="49" charset="-122"/>
                <a:ea typeface="黑体" panose="02010609060101010101" pitchFamily="49" charset="-122"/>
              </a:rPr>
              <a:t>系统安全技术</a:t>
            </a:r>
            <a:r>
              <a:rPr lang="zh-CN" altLang="en-US" sz="2400">
                <a:solidFill>
                  <a:srgbClr val="000000"/>
                </a:solidFill>
                <a:latin typeface="黑体" panose="02010609060101010101" pitchFamily="49" charset="-122"/>
                <a:ea typeface="黑体" panose="02010609060101010101" pitchFamily="49" charset="-122"/>
              </a:rPr>
              <a:t>。通过对信息系统与安全相关组件的操作系统的安全性选择措施或自主控制，使信息系统安全组件的软件工作平台达到相应的安全等级，一方面避免操作平台自身的脆弱性和漏洞引发的风险，另一方面阻塞任何形式的非授权行为对信息系统安全组件的入侵或接管系统管理权。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ext Box 2">
            <a:extLst>
              <a:ext uri="{FF2B5EF4-FFF2-40B4-BE49-F238E27FC236}">
                <a16:creationId xmlns:a16="http://schemas.microsoft.com/office/drawing/2014/main" id="{D2326589-9017-514E-B6D1-6C457A2B4480}"/>
              </a:ext>
            </a:extLst>
          </p:cNvPr>
          <p:cNvSpPr txBox="1">
            <a:spLocks noChangeArrowheads="1"/>
          </p:cNvSpPr>
          <p:nvPr/>
        </p:nvSpPr>
        <p:spPr bwMode="auto">
          <a:xfrm>
            <a:off x="304800" y="685800"/>
            <a:ext cx="61722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spcBef>
                <a:spcPct val="50000"/>
              </a:spcBef>
            </a:pPr>
            <a:r>
              <a:rPr lang="en-US" altLang="zh-CN" sz="3200">
                <a:solidFill>
                  <a:srgbClr val="000000"/>
                </a:solidFill>
                <a:latin typeface="黑体" panose="02010609060101010101" pitchFamily="49" charset="-122"/>
                <a:ea typeface="黑体" panose="02010609060101010101" pitchFamily="49" charset="-122"/>
              </a:rPr>
              <a:t>4</a:t>
            </a:r>
            <a:r>
              <a:rPr lang="zh-CN" altLang="en-US" sz="3200">
                <a:solidFill>
                  <a:srgbClr val="000000"/>
                </a:solidFill>
                <a:latin typeface="黑体" panose="02010609060101010101" pitchFamily="49" charset="-122"/>
                <a:ea typeface="黑体" panose="02010609060101010101" pitchFamily="49" charset="-122"/>
              </a:rPr>
              <a:t>.</a:t>
            </a:r>
            <a:r>
              <a:rPr lang="en-US" altLang="zh-CN" sz="3200">
                <a:solidFill>
                  <a:srgbClr val="000000"/>
                </a:solidFill>
                <a:latin typeface="黑体" panose="02010609060101010101" pitchFamily="49" charset="-122"/>
                <a:ea typeface="黑体" panose="02010609060101010101" pitchFamily="49" charset="-122"/>
              </a:rPr>
              <a:t>4 </a:t>
            </a:r>
            <a:r>
              <a:rPr lang="zh-CN" altLang="en-US" sz="3200">
                <a:solidFill>
                  <a:srgbClr val="000000"/>
                </a:solidFill>
                <a:latin typeface="黑体" panose="02010609060101010101" pitchFamily="49" charset="-122"/>
                <a:ea typeface="黑体" panose="02010609060101010101" pitchFamily="49" charset="-122"/>
              </a:rPr>
              <a:t>网络空间安全体系框架 </a:t>
            </a:r>
          </a:p>
        </p:txBody>
      </p:sp>
      <p:sp>
        <p:nvSpPr>
          <p:cNvPr id="31746" name="Rectangle 3">
            <a:extLst>
              <a:ext uri="{FF2B5EF4-FFF2-40B4-BE49-F238E27FC236}">
                <a16:creationId xmlns:a16="http://schemas.microsoft.com/office/drawing/2014/main" id="{32A1A45A-281C-004D-9106-0A9E4F9C97C1}"/>
              </a:ext>
            </a:extLst>
          </p:cNvPr>
          <p:cNvSpPr>
            <a:spLocks noChangeArrowheads="1"/>
          </p:cNvSpPr>
          <p:nvPr/>
        </p:nvSpPr>
        <p:spPr bwMode="auto">
          <a:xfrm>
            <a:off x="228600" y="1295400"/>
            <a:ext cx="35814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r>
              <a:rPr lang="zh-CN" altLang="en-US" sz="3600"/>
              <a:t>组织机构体系 </a:t>
            </a:r>
          </a:p>
        </p:txBody>
      </p:sp>
      <p:sp>
        <p:nvSpPr>
          <p:cNvPr id="31747" name="Rectangle 4">
            <a:extLst>
              <a:ext uri="{FF2B5EF4-FFF2-40B4-BE49-F238E27FC236}">
                <a16:creationId xmlns:a16="http://schemas.microsoft.com/office/drawing/2014/main" id="{BAC9384E-33B4-1540-A1FB-FEC4B9FD25C7}"/>
              </a:ext>
            </a:extLst>
          </p:cNvPr>
          <p:cNvSpPr>
            <a:spLocks noChangeArrowheads="1"/>
          </p:cNvSpPr>
          <p:nvPr/>
        </p:nvSpPr>
        <p:spPr bwMode="auto">
          <a:xfrm>
            <a:off x="533400" y="2057400"/>
            <a:ext cx="80772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r>
              <a:rPr lang="zh-CN" altLang="en-US" sz="2400">
                <a:solidFill>
                  <a:srgbClr val="000000"/>
                </a:solidFill>
                <a:latin typeface="黑体" panose="02010609060101010101" pitchFamily="49" charset="-122"/>
                <a:ea typeface="黑体" panose="02010609060101010101" pitchFamily="49" charset="-122"/>
              </a:rPr>
              <a:t>    组织机构体系是信息系统安全的组织保障系统，由</a:t>
            </a:r>
            <a:r>
              <a:rPr lang="zh-CN" altLang="en-US" sz="2400">
                <a:latin typeface="黑体" panose="02010609060101010101" pitchFamily="49" charset="-122"/>
                <a:ea typeface="黑体" panose="02010609060101010101" pitchFamily="49" charset="-122"/>
              </a:rPr>
              <a:t>机构、岗位和人事三个模块</a:t>
            </a:r>
            <a:r>
              <a:rPr lang="zh-CN" altLang="en-US" sz="2400">
                <a:solidFill>
                  <a:srgbClr val="000000"/>
                </a:solidFill>
                <a:latin typeface="黑体" panose="02010609060101010101" pitchFamily="49" charset="-122"/>
                <a:ea typeface="黑体" panose="02010609060101010101" pitchFamily="49" charset="-122"/>
              </a:rPr>
              <a:t>构成一个体系。 </a:t>
            </a:r>
          </a:p>
        </p:txBody>
      </p:sp>
      <p:sp>
        <p:nvSpPr>
          <p:cNvPr id="31748" name="Rectangle 5">
            <a:extLst>
              <a:ext uri="{FF2B5EF4-FFF2-40B4-BE49-F238E27FC236}">
                <a16:creationId xmlns:a16="http://schemas.microsoft.com/office/drawing/2014/main" id="{DD1123DE-0E14-5544-B4E8-70DD3E90B80D}"/>
              </a:ext>
            </a:extLst>
          </p:cNvPr>
          <p:cNvSpPr>
            <a:spLocks noChangeArrowheads="1"/>
          </p:cNvSpPr>
          <p:nvPr/>
        </p:nvSpPr>
        <p:spPr bwMode="auto">
          <a:xfrm>
            <a:off x="1123950" y="3124200"/>
            <a:ext cx="7315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r>
              <a:rPr lang="zh-CN" altLang="en-US" sz="2400">
                <a:solidFill>
                  <a:srgbClr val="000000"/>
                </a:solidFill>
                <a:latin typeface="黑体" panose="02010609060101010101" pitchFamily="49" charset="-122"/>
                <a:ea typeface="黑体" panose="02010609060101010101" pitchFamily="49" charset="-122"/>
              </a:rPr>
              <a:t>机构的设置分为三个层次：决策层、管理层和执行层 </a:t>
            </a:r>
          </a:p>
        </p:txBody>
      </p:sp>
      <p:sp>
        <p:nvSpPr>
          <p:cNvPr id="31749" name="Rectangle 6">
            <a:extLst>
              <a:ext uri="{FF2B5EF4-FFF2-40B4-BE49-F238E27FC236}">
                <a16:creationId xmlns:a16="http://schemas.microsoft.com/office/drawing/2014/main" id="{5EB67165-7F27-C54D-AEF0-E3F380CC730F}"/>
              </a:ext>
            </a:extLst>
          </p:cNvPr>
          <p:cNvSpPr>
            <a:spLocks noChangeArrowheads="1"/>
          </p:cNvSpPr>
          <p:nvPr/>
        </p:nvSpPr>
        <p:spPr bwMode="auto">
          <a:xfrm>
            <a:off x="533400" y="3886200"/>
            <a:ext cx="80010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r>
              <a:rPr lang="zh-CN" altLang="en-US" sz="2400">
                <a:solidFill>
                  <a:srgbClr val="000000"/>
                </a:solidFill>
                <a:latin typeface="黑体" panose="02010609060101010101" pitchFamily="49" charset="-122"/>
                <a:ea typeface="黑体" panose="02010609060101010101" pitchFamily="49" charset="-122"/>
              </a:rPr>
              <a:t>    岗位是信息系统安全管理机关根据系统安全需要设定的负责某一个或某几个安全事务的职位 </a:t>
            </a:r>
          </a:p>
        </p:txBody>
      </p:sp>
      <p:sp>
        <p:nvSpPr>
          <p:cNvPr id="31750" name="Rectangle 7">
            <a:extLst>
              <a:ext uri="{FF2B5EF4-FFF2-40B4-BE49-F238E27FC236}">
                <a16:creationId xmlns:a16="http://schemas.microsoft.com/office/drawing/2014/main" id="{81D0F494-8D0B-4A40-9E7A-57A57D61868F}"/>
              </a:ext>
            </a:extLst>
          </p:cNvPr>
          <p:cNvSpPr>
            <a:spLocks noChangeArrowheads="1"/>
          </p:cNvSpPr>
          <p:nvPr/>
        </p:nvSpPr>
        <p:spPr bwMode="auto">
          <a:xfrm>
            <a:off x="533400" y="4876800"/>
            <a:ext cx="79248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r>
              <a:rPr lang="zh-CN" altLang="en-US" sz="2400">
                <a:solidFill>
                  <a:srgbClr val="000000"/>
                </a:solidFill>
                <a:latin typeface="黑体" panose="02010609060101010101" pitchFamily="49" charset="-122"/>
                <a:ea typeface="黑体" panose="02010609060101010101" pitchFamily="49" charset="-122"/>
              </a:rPr>
              <a:t>    人事机构是根据管理机构设定的岗位，对岗位上在职、待职和离职的雇员进行素质教育、业绩考核和安全监管的机构。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Text Box 2">
            <a:extLst>
              <a:ext uri="{FF2B5EF4-FFF2-40B4-BE49-F238E27FC236}">
                <a16:creationId xmlns:a16="http://schemas.microsoft.com/office/drawing/2014/main" id="{C8510333-C781-B34D-B2EA-DDC6831825FE}"/>
              </a:ext>
            </a:extLst>
          </p:cNvPr>
          <p:cNvSpPr txBox="1">
            <a:spLocks noChangeArrowheads="1"/>
          </p:cNvSpPr>
          <p:nvPr/>
        </p:nvSpPr>
        <p:spPr bwMode="auto">
          <a:xfrm>
            <a:off x="304800" y="762000"/>
            <a:ext cx="61722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spcBef>
                <a:spcPct val="50000"/>
              </a:spcBef>
            </a:pPr>
            <a:r>
              <a:rPr lang="en-US" altLang="zh-CN" sz="3200">
                <a:solidFill>
                  <a:srgbClr val="000000"/>
                </a:solidFill>
                <a:latin typeface="黑体" panose="02010609060101010101" pitchFamily="49" charset="-122"/>
                <a:ea typeface="黑体" panose="02010609060101010101" pitchFamily="49" charset="-122"/>
              </a:rPr>
              <a:t>4</a:t>
            </a:r>
            <a:r>
              <a:rPr lang="zh-CN" altLang="en-US" sz="3200">
                <a:solidFill>
                  <a:srgbClr val="000000"/>
                </a:solidFill>
                <a:latin typeface="黑体" panose="02010609060101010101" pitchFamily="49" charset="-122"/>
                <a:ea typeface="黑体" panose="02010609060101010101" pitchFamily="49" charset="-122"/>
              </a:rPr>
              <a:t>.</a:t>
            </a:r>
            <a:r>
              <a:rPr lang="en-US" altLang="zh-CN" sz="3200">
                <a:solidFill>
                  <a:srgbClr val="000000"/>
                </a:solidFill>
                <a:latin typeface="黑体" panose="02010609060101010101" pitchFamily="49" charset="-122"/>
                <a:ea typeface="黑体" panose="02010609060101010101" pitchFamily="49" charset="-122"/>
              </a:rPr>
              <a:t>4 </a:t>
            </a:r>
            <a:r>
              <a:rPr lang="zh-CN" altLang="en-US" sz="3200">
                <a:solidFill>
                  <a:srgbClr val="000000"/>
                </a:solidFill>
                <a:latin typeface="黑体" panose="02010609060101010101" pitchFamily="49" charset="-122"/>
                <a:ea typeface="黑体" panose="02010609060101010101" pitchFamily="49" charset="-122"/>
              </a:rPr>
              <a:t>网络空间安全体系框架 </a:t>
            </a:r>
          </a:p>
        </p:txBody>
      </p:sp>
      <p:sp>
        <p:nvSpPr>
          <p:cNvPr id="32770" name="Rectangle 3">
            <a:extLst>
              <a:ext uri="{FF2B5EF4-FFF2-40B4-BE49-F238E27FC236}">
                <a16:creationId xmlns:a16="http://schemas.microsoft.com/office/drawing/2014/main" id="{97C9F0A6-367A-DA4B-AA34-200B1FD00BCD}"/>
              </a:ext>
            </a:extLst>
          </p:cNvPr>
          <p:cNvSpPr>
            <a:spLocks noChangeArrowheads="1"/>
          </p:cNvSpPr>
          <p:nvPr/>
        </p:nvSpPr>
        <p:spPr bwMode="auto">
          <a:xfrm>
            <a:off x="381000" y="1524000"/>
            <a:ext cx="2590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r>
              <a:rPr lang="zh-CN" altLang="en-US" sz="3600"/>
              <a:t>管理体系 </a:t>
            </a:r>
          </a:p>
        </p:txBody>
      </p:sp>
      <p:sp>
        <p:nvSpPr>
          <p:cNvPr id="32771" name="Rectangle 4">
            <a:extLst>
              <a:ext uri="{FF2B5EF4-FFF2-40B4-BE49-F238E27FC236}">
                <a16:creationId xmlns:a16="http://schemas.microsoft.com/office/drawing/2014/main" id="{121C8C59-DB63-B240-887B-50D68BF1FD9F}"/>
              </a:ext>
            </a:extLst>
          </p:cNvPr>
          <p:cNvSpPr>
            <a:spLocks noChangeArrowheads="1"/>
          </p:cNvSpPr>
          <p:nvPr/>
        </p:nvSpPr>
        <p:spPr bwMode="auto">
          <a:xfrm>
            <a:off x="533400" y="2197100"/>
            <a:ext cx="81534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r>
              <a:rPr lang="zh-CN" altLang="en-US" sz="2400">
                <a:solidFill>
                  <a:srgbClr val="000000"/>
                </a:solidFill>
                <a:latin typeface="黑体" panose="02010609060101010101" pitchFamily="49" charset="-122"/>
                <a:ea typeface="黑体" panose="02010609060101010101" pitchFamily="49" charset="-122"/>
              </a:rPr>
              <a:t>    管理是信息系统安全的灵魂。信息系统安全的管理体系由法律管理、制度管理和培训管理三个部分组成。 </a:t>
            </a:r>
          </a:p>
        </p:txBody>
      </p:sp>
      <p:sp>
        <p:nvSpPr>
          <p:cNvPr id="32772" name="Rectangle 5">
            <a:extLst>
              <a:ext uri="{FF2B5EF4-FFF2-40B4-BE49-F238E27FC236}">
                <a16:creationId xmlns:a16="http://schemas.microsoft.com/office/drawing/2014/main" id="{AE19CE6F-DF1B-FF41-80C3-0A1D63FE8E9D}"/>
              </a:ext>
            </a:extLst>
          </p:cNvPr>
          <p:cNvSpPr>
            <a:spLocks noChangeArrowheads="1"/>
          </p:cNvSpPr>
          <p:nvPr/>
        </p:nvSpPr>
        <p:spPr bwMode="auto">
          <a:xfrm>
            <a:off x="990600" y="3065463"/>
            <a:ext cx="72390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r>
              <a:rPr lang="zh-CN" altLang="en-US" sz="2800">
                <a:solidFill>
                  <a:srgbClr val="FF3300"/>
                </a:solidFill>
                <a:latin typeface="宋体" panose="02010600030101010101" pitchFamily="2" charset="-122"/>
              </a:rPr>
              <a:t>三分技术，七分管理；</a:t>
            </a:r>
            <a:r>
              <a:rPr lang="zh-CN" altLang="en-US" sz="3200">
                <a:solidFill>
                  <a:srgbClr val="FF3300"/>
                </a:solidFill>
                <a:latin typeface="黑体" panose="02010609060101010101" pitchFamily="49" charset="-122"/>
                <a:ea typeface="黑体" panose="02010609060101010101" pitchFamily="49" charset="-122"/>
              </a:rPr>
              <a:t>管理与技术并重</a:t>
            </a:r>
          </a:p>
        </p:txBody>
      </p:sp>
      <p:sp>
        <p:nvSpPr>
          <p:cNvPr id="32773" name="Rectangle 6">
            <a:extLst>
              <a:ext uri="{FF2B5EF4-FFF2-40B4-BE49-F238E27FC236}">
                <a16:creationId xmlns:a16="http://schemas.microsoft.com/office/drawing/2014/main" id="{8CCADE2E-9D72-EA40-B37D-50F223279A0D}"/>
              </a:ext>
            </a:extLst>
          </p:cNvPr>
          <p:cNvSpPr>
            <a:spLocks noChangeArrowheads="1"/>
          </p:cNvSpPr>
          <p:nvPr/>
        </p:nvSpPr>
        <p:spPr bwMode="auto">
          <a:xfrm>
            <a:off x="457200" y="3886200"/>
            <a:ext cx="8153400"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r>
              <a:rPr lang="zh-CN" altLang="en-US" sz="2400">
                <a:solidFill>
                  <a:srgbClr val="000000"/>
                </a:solidFill>
                <a:latin typeface="黑体" panose="02010609060101010101" pitchFamily="49" charset="-122"/>
                <a:ea typeface="黑体" panose="02010609060101010101" pitchFamily="49" charset="-122"/>
              </a:rPr>
              <a:t>    1）法律管理是根据相关的国家法律、法规对信息系统主体及其与外界关联行为的规范和约束。</a:t>
            </a:r>
          </a:p>
          <a:p>
            <a:pPr eaLnBrk="1" hangingPunct="1"/>
            <a:r>
              <a:rPr lang="zh-CN" altLang="en-US" sz="2400">
                <a:solidFill>
                  <a:srgbClr val="000000"/>
                </a:solidFill>
                <a:latin typeface="黑体" panose="02010609060101010101" pitchFamily="49" charset="-122"/>
                <a:ea typeface="黑体" panose="02010609060101010101" pitchFamily="49" charset="-122"/>
              </a:rPr>
              <a:t>    2）制度管理是信息系统内部依据系统必要的国家、团体的安全需求制定的一系列内部规章制度。</a:t>
            </a:r>
          </a:p>
          <a:p>
            <a:pPr eaLnBrk="1" hangingPunct="1"/>
            <a:r>
              <a:rPr lang="zh-CN" altLang="en-US" sz="2400">
                <a:solidFill>
                  <a:srgbClr val="000000"/>
                </a:solidFill>
                <a:latin typeface="黑体" panose="02010609060101010101" pitchFamily="49" charset="-122"/>
                <a:ea typeface="黑体" panose="02010609060101010101" pitchFamily="49" charset="-122"/>
              </a:rPr>
              <a:t>    3）培训管理是确保信息系统安全的前提。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8546" name="Rectangle 2">
            <a:extLst>
              <a:ext uri="{FF2B5EF4-FFF2-40B4-BE49-F238E27FC236}">
                <a16:creationId xmlns:a16="http://schemas.microsoft.com/office/drawing/2014/main" id="{CDB9A1AE-E2D0-904E-8981-F5CAB2459421}"/>
              </a:ext>
            </a:extLst>
          </p:cNvPr>
          <p:cNvSpPr>
            <a:spLocks noGrp="1" noChangeArrowheads="1"/>
          </p:cNvSpPr>
          <p:nvPr>
            <p:ph type="title"/>
          </p:nvPr>
        </p:nvSpPr>
        <p:spPr bwMode="auto">
          <a:xfrm>
            <a:off x="1524000" y="2362200"/>
            <a:ext cx="6324600" cy="1143000"/>
          </a:xfrm>
          <a:ln>
            <a:miter lim="800000"/>
          </a:ln>
        </p:spPr>
        <p:txBody>
          <a:bodyPr vert="horz" wrap="square" lIns="91440" tIns="45720" rIns="91440" bIns="45720" numCol="1" anchor="t" anchorCtr="0" compatLnSpc="1">
            <a:prstTxWarp prst="textNoShape">
              <a:avLst/>
            </a:prstTxWarp>
          </a:bodyPr>
          <a:lstStyle/>
          <a:p>
            <a:pPr eaLnBrk="1" hangingPunct="1">
              <a:lnSpc>
                <a:spcPct val="100000"/>
              </a:lnSpc>
              <a:spcBef>
                <a:spcPct val="50000"/>
              </a:spcBef>
              <a:defRPr/>
            </a:pPr>
            <a:r>
              <a:rPr lang="en-US" altLang="zh-CN" sz="4000">
                <a:solidFill>
                  <a:srgbClr val="000000"/>
                </a:solidFill>
                <a:latin typeface="黑体" panose="02010609060101010101" pitchFamily="49" charset="-122"/>
                <a:ea typeface="黑体" panose="02010609060101010101" pitchFamily="49" charset="-122"/>
              </a:rPr>
              <a:t>4.5 </a:t>
            </a:r>
            <a:r>
              <a:rPr lang="zh-CN" altLang="en-US" sz="4000">
                <a:solidFill>
                  <a:srgbClr val="000000"/>
                </a:solidFill>
                <a:latin typeface="黑体" panose="02010609060101010101" pitchFamily="49" charset="-122"/>
                <a:ea typeface="黑体" panose="02010609060101010101" pitchFamily="49" charset="-122"/>
              </a:rPr>
              <a:t>网络空间安全技术概述</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5778" name="Rectangle 2">
            <a:extLst>
              <a:ext uri="{FF2B5EF4-FFF2-40B4-BE49-F238E27FC236}">
                <a16:creationId xmlns:a16="http://schemas.microsoft.com/office/drawing/2014/main" id="{A4E0CD73-5D55-9442-8C62-F1F453F3F47A}"/>
              </a:ext>
            </a:extLst>
          </p:cNvPr>
          <p:cNvSpPr>
            <a:spLocks noChangeArrowheads="1"/>
          </p:cNvSpPr>
          <p:nvPr/>
        </p:nvSpPr>
        <p:spPr bwMode="auto">
          <a:xfrm>
            <a:off x="611188" y="1589088"/>
            <a:ext cx="3921125" cy="4887912"/>
          </a:xfrm>
          <a:prstGeom prst="rect">
            <a:avLst/>
          </a:prstGeom>
          <a:noFill/>
          <a:ln w="9525">
            <a:noFill/>
            <a:miter lim="800000"/>
          </a:ln>
          <a:effectLst/>
        </p:spPr>
        <p:txBody>
          <a:bodyPr/>
          <a:lstStyle>
            <a:lvl1pPr marL="571500" indent="-571500">
              <a:defRPr sz="4800" b="1">
                <a:solidFill>
                  <a:srgbClr val="FF0000"/>
                </a:solidFill>
                <a:latin typeface="隶书" pitchFamily="49" charset="-122"/>
                <a:ea typeface="隶书" pitchFamily="49" charset="-122"/>
              </a:defRPr>
            </a:lvl1pPr>
            <a:lvl2pPr marL="1030288" indent="-457200">
              <a:defRPr sz="4800" b="1">
                <a:solidFill>
                  <a:srgbClr val="FF0000"/>
                </a:solidFill>
                <a:latin typeface="隶书" pitchFamily="49" charset="-122"/>
                <a:ea typeface="隶书" pitchFamily="49" charset="-122"/>
              </a:defRPr>
            </a:lvl2pPr>
            <a:lvl3pPr>
              <a:defRPr sz="4800" b="1">
                <a:solidFill>
                  <a:srgbClr val="FF0000"/>
                </a:solidFill>
                <a:latin typeface="隶书" pitchFamily="49" charset="-122"/>
                <a:ea typeface="隶书" pitchFamily="49" charset="-122"/>
              </a:defRPr>
            </a:lvl3pPr>
            <a:lvl4pPr>
              <a:defRPr sz="4800" b="1">
                <a:solidFill>
                  <a:srgbClr val="FF0000"/>
                </a:solidFill>
                <a:latin typeface="隶书" pitchFamily="49" charset="-122"/>
                <a:ea typeface="隶书" pitchFamily="49" charset="-122"/>
              </a:defRPr>
            </a:lvl4pPr>
            <a:lvl5pPr>
              <a:defRPr sz="4800" b="1">
                <a:solidFill>
                  <a:srgbClr val="FF0000"/>
                </a:solidFill>
                <a:latin typeface="隶书" pitchFamily="49" charset="-122"/>
                <a:ea typeface="隶书" pitchFamily="49" charset="-122"/>
              </a:defRPr>
            </a:lvl5pPr>
            <a:lvl6pPr fontAlgn="base">
              <a:spcBef>
                <a:spcPct val="0"/>
              </a:spcBef>
              <a:spcAft>
                <a:spcPct val="0"/>
              </a:spcAft>
              <a:defRPr sz="4800" b="1">
                <a:solidFill>
                  <a:srgbClr val="FF0000"/>
                </a:solidFill>
                <a:latin typeface="隶书" pitchFamily="49" charset="-122"/>
                <a:ea typeface="隶书" pitchFamily="49" charset="-122"/>
              </a:defRPr>
            </a:lvl6pPr>
            <a:lvl7pPr fontAlgn="base">
              <a:spcBef>
                <a:spcPct val="0"/>
              </a:spcBef>
              <a:spcAft>
                <a:spcPct val="0"/>
              </a:spcAft>
              <a:defRPr sz="4800" b="1">
                <a:solidFill>
                  <a:srgbClr val="FF0000"/>
                </a:solidFill>
                <a:latin typeface="隶书" pitchFamily="49" charset="-122"/>
                <a:ea typeface="隶书" pitchFamily="49" charset="-122"/>
              </a:defRPr>
            </a:lvl7pPr>
            <a:lvl8pPr fontAlgn="base">
              <a:spcBef>
                <a:spcPct val="0"/>
              </a:spcBef>
              <a:spcAft>
                <a:spcPct val="0"/>
              </a:spcAft>
              <a:defRPr sz="4800" b="1">
                <a:solidFill>
                  <a:srgbClr val="FF0000"/>
                </a:solidFill>
                <a:latin typeface="隶书" pitchFamily="49" charset="-122"/>
                <a:ea typeface="隶书" pitchFamily="49" charset="-122"/>
              </a:defRPr>
            </a:lvl8pPr>
            <a:lvl9pPr fontAlgn="base">
              <a:spcBef>
                <a:spcPct val="0"/>
              </a:spcBef>
              <a:spcAft>
                <a:spcPct val="0"/>
              </a:spcAft>
              <a:defRPr sz="4800" b="1">
                <a:solidFill>
                  <a:srgbClr val="FF0000"/>
                </a:solidFill>
                <a:latin typeface="隶书" pitchFamily="49" charset="-122"/>
                <a:ea typeface="隶书" pitchFamily="49" charset="-122"/>
              </a:defRPr>
            </a:lvl9pPr>
          </a:lstStyle>
          <a:p>
            <a:pPr eaLnBrk="1" hangingPunct="1">
              <a:lnSpc>
                <a:spcPct val="90000"/>
              </a:lnSpc>
              <a:spcBef>
                <a:spcPct val="30000"/>
              </a:spcBef>
              <a:buClr>
                <a:schemeClr val="tx2"/>
              </a:buClr>
              <a:buSzPct val="75000"/>
              <a:defRPr/>
            </a:pPr>
            <a:r>
              <a:rPr lang="zh-CN" altLang="en-US" sz="2800" dirty="0">
                <a:effectLst>
                  <a:outerShdw blurRad="38100" dist="38100" dir="2700000" algn="tl">
                    <a:srgbClr val="C0C0C0"/>
                  </a:outerShdw>
                </a:effectLst>
                <a:latin typeface="Arial" panose="020B0604020202020204" pitchFamily="34" charset="0"/>
                <a:ea typeface="宋体" panose="02010600030101010101" pitchFamily="2" charset="-122"/>
              </a:rPr>
              <a:t>五种安全服务</a:t>
            </a:r>
          </a:p>
          <a:p>
            <a:pPr lvl="1" eaLnBrk="1" hangingPunct="1">
              <a:lnSpc>
                <a:spcPct val="90000"/>
              </a:lnSpc>
              <a:spcBef>
                <a:spcPct val="30000"/>
              </a:spcBef>
              <a:buSzPct val="75000"/>
              <a:buFont typeface="Wingdings" pitchFamily="2" charset="2"/>
              <a:buChar char="u"/>
              <a:defRPr/>
            </a:pPr>
            <a:r>
              <a:rPr lang="zh-CN" altLang="en-US" sz="280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rPr>
              <a:t>鉴别服务</a:t>
            </a:r>
            <a:endParaRPr lang="zh-CN" altLang="en-US" sz="2800" dirty="0">
              <a:solidFill>
                <a:srgbClr val="0000CC"/>
              </a:solidFill>
              <a:effectLst>
                <a:outerShdw blurRad="38100" dist="38100" dir="2700000" algn="tl">
                  <a:srgbClr val="C0C0C0"/>
                </a:outerShdw>
              </a:effectLst>
              <a:latin typeface="Arial" panose="020B0604020202020204" pitchFamily="34" charset="0"/>
              <a:ea typeface="宋体" panose="02010600030101010101" pitchFamily="2" charset="-122"/>
            </a:endParaRPr>
          </a:p>
          <a:p>
            <a:pPr lvl="1" eaLnBrk="1" hangingPunct="1">
              <a:lnSpc>
                <a:spcPct val="90000"/>
              </a:lnSpc>
              <a:spcBef>
                <a:spcPct val="30000"/>
              </a:spcBef>
              <a:buSzPct val="75000"/>
              <a:buFont typeface="Wingdings" pitchFamily="2" charset="2"/>
              <a:buChar char="u"/>
              <a:defRPr/>
            </a:pPr>
            <a:r>
              <a:rPr lang="zh-CN" altLang="en-US" sz="280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rPr>
              <a:t>访问控制服务</a:t>
            </a:r>
            <a:r>
              <a:rPr lang="zh-CN" altLang="en-US" sz="2800" dirty="0">
                <a:solidFill>
                  <a:srgbClr val="0000CC"/>
                </a:solidFill>
                <a:effectLst>
                  <a:outerShdw blurRad="38100" dist="38100" dir="2700000" algn="tl">
                    <a:srgbClr val="C0C0C0"/>
                  </a:outerShdw>
                </a:effectLst>
                <a:latin typeface="Arial" panose="020B0604020202020204" pitchFamily="34" charset="0"/>
                <a:ea typeface="宋体" panose="02010600030101010101" pitchFamily="2" charset="-122"/>
              </a:rPr>
              <a:t> </a:t>
            </a:r>
          </a:p>
          <a:p>
            <a:pPr lvl="1" eaLnBrk="1" hangingPunct="1">
              <a:lnSpc>
                <a:spcPct val="90000"/>
              </a:lnSpc>
              <a:spcBef>
                <a:spcPct val="30000"/>
              </a:spcBef>
              <a:buSzPct val="75000"/>
              <a:buFont typeface="Wingdings" pitchFamily="2" charset="2"/>
              <a:buChar char="u"/>
              <a:defRPr/>
            </a:pPr>
            <a:r>
              <a:rPr lang="zh-CN" altLang="en-US" sz="280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rPr>
              <a:t>机密性服务</a:t>
            </a:r>
            <a:r>
              <a:rPr lang="zh-CN" altLang="en-US" sz="2800" dirty="0">
                <a:solidFill>
                  <a:srgbClr val="0000CC"/>
                </a:solidFill>
                <a:effectLst>
                  <a:outerShdw blurRad="38100" dist="38100" dir="2700000" algn="tl">
                    <a:srgbClr val="C0C0C0"/>
                  </a:outerShdw>
                </a:effectLst>
                <a:latin typeface="Arial" panose="020B0604020202020204" pitchFamily="34" charset="0"/>
                <a:ea typeface="宋体" panose="02010600030101010101" pitchFamily="2" charset="-122"/>
              </a:rPr>
              <a:t> </a:t>
            </a:r>
          </a:p>
          <a:p>
            <a:pPr lvl="1" eaLnBrk="1" hangingPunct="1">
              <a:lnSpc>
                <a:spcPct val="90000"/>
              </a:lnSpc>
              <a:spcBef>
                <a:spcPct val="30000"/>
              </a:spcBef>
              <a:buSzPct val="75000"/>
              <a:buFont typeface="Wingdings" pitchFamily="2" charset="2"/>
              <a:buChar char="u"/>
              <a:defRPr/>
            </a:pPr>
            <a:r>
              <a:rPr lang="zh-CN" altLang="en-US" sz="280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rPr>
              <a:t>完整性服务</a:t>
            </a:r>
            <a:r>
              <a:rPr lang="zh-CN" altLang="en-US" sz="2800" dirty="0">
                <a:solidFill>
                  <a:srgbClr val="0000CC"/>
                </a:solidFill>
                <a:effectLst>
                  <a:outerShdw blurRad="38100" dist="38100" dir="2700000" algn="tl">
                    <a:srgbClr val="C0C0C0"/>
                  </a:outerShdw>
                </a:effectLst>
                <a:latin typeface="Arial" panose="020B0604020202020204" pitchFamily="34" charset="0"/>
                <a:ea typeface="宋体" panose="02010600030101010101" pitchFamily="2" charset="-122"/>
              </a:rPr>
              <a:t> </a:t>
            </a:r>
          </a:p>
          <a:p>
            <a:pPr lvl="1" eaLnBrk="1" hangingPunct="1">
              <a:lnSpc>
                <a:spcPct val="90000"/>
              </a:lnSpc>
              <a:spcBef>
                <a:spcPct val="30000"/>
              </a:spcBef>
              <a:buSzPct val="75000"/>
              <a:buFont typeface="Wingdings" pitchFamily="2" charset="2"/>
              <a:buChar char="u"/>
              <a:defRPr/>
            </a:pPr>
            <a:r>
              <a:rPr lang="zh-CN" altLang="en-US" sz="280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rPr>
              <a:t>抗抵赖服务</a:t>
            </a:r>
            <a:endParaRPr lang="zh-CN" altLang="en-US" sz="2800" dirty="0">
              <a:solidFill>
                <a:srgbClr val="0000CC"/>
              </a:solidFill>
              <a:effectLst>
                <a:outerShdw blurRad="38100" dist="38100" dir="2700000" algn="tl">
                  <a:srgbClr val="C0C0C0"/>
                </a:outerShdw>
              </a:effectLst>
              <a:latin typeface="Arial" panose="020B0604020202020204" pitchFamily="34" charset="0"/>
              <a:ea typeface="宋体" panose="02010600030101010101" pitchFamily="2" charset="-122"/>
            </a:endParaRPr>
          </a:p>
          <a:p>
            <a:pPr eaLnBrk="1" hangingPunct="1">
              <a:lnSpc>
                <a:spcPct val="90000"/>
              </a:lnSpc>
              <a:spcBef>
                <a:spcPct val="30000"/>
              </a:spcBef>
              <a:buClr>
                <a:schemeClr val="tx2"/>
              </a:buClr>
              <a:buSzPct val="75000"/>
              <a:defRPr/>
            </a:pPr>
            <a:r>
              <a:rPr lang="en-US" altLang="zh-CN" sz="2800" dirty="0">
                <a:effectLst>
                  <a:outerShdw blurRad="38100" dist="38100" dir="2700000" algn="tl">
                    <a:srgbClr val="C0C0C0"/>
                  </a:outerShdw>
                </a:effectLst>
                <a:latin typeface="Arial" panose="020B0604020202020204" pitchFamily="34" charset="0"/>
                <a:ea typeface="宋体" panose="02010600030101010101" pitchFamily="2" charset="-122"/>
              </a:rPr>
              <a:t>ISO/OSI</a:t>
            </a:r>
            <a:r>
              <a:rPr lang="zh-CN" altLang="en-US" sz="2800" dirty="0">
                <a:effectLst>
                  <a:outerShdw blurRad="38100" dist="38100" dir="2700000" algn="tl">
                    <a:srgbClr val="C0C0C0"/>
                  </a:outerShdw>
                </a:effectLst>
                <a:latin typeface="Arial" panose="020B0604020202020204" pitchFamily="34" charset="0"/>
                <a:ea typeface="宋体" panose="02010600030101010101" pitchFamily="2" charset="-122"/>
              </a:rPr>
              <a:t>的安全管理</a:t>
            </a:r>
          </a:p>
        </p:txBody>
      </p:sp>
      <p:sp>
        <p:nvSpPr>
          <p:cNvPr id="1355779" name="Rectangle 3">
            <a:extLst>
              <a:ext uri="{FF2B5EF4-FFF2-40B4-BE49-F238E27FC236}">
                <a16:creationId xmlns:a16="http://schemas.microsoft.com/office/drawing/2014/main" id="{DCD55507-9BE3-4243-89C1-8203AB7E24D0}"/>
              </a:ext>
            </a:extLst>
          </p:cNvPr>
          <p:cNvSpPr>
            <a:spLocks noChangeArrowheads="1"/>
          </p:cNvSpPr>
          <p:nvPr/>
        </p:nvSpPr>
        <p:spPr bwMode="auto">
          <a:xfrm>
            <a:off x="4211638" y="1600200"/>
            <a:ext cx="4551362" cy="4648200"/>
          </a:xfrm>
          <a:prstGeom prst="rect">
            <a:avLst/>
          </a:prstGeom>
          <a:noFill/>
          <a:ln w="9525">
            <a:noFill/>
            <a:miter lim="800000"/>
          </a:ln>
          <a:effectLst/>
        </p:spPr>
        <p:txBody>
          <a:bodyPr/>
          <a:lstStyle>
            <a:lvl1pPr marL="571500" indent="-571500">
              <a:defRPr sz="4800" b="1">
                <a:solidFill>
                  <a:srgbClr val="FF0000"/>
                </a:solidFill>
                <a:latin typeface="隶书" pitchFamily="49" charset="-122"/>
                <a:ea typeface="隶书" pitchFamily="49" charset="-122"/>
              </a:defRPr>
            </a:lvl1pPr>
            <a:lvl2pPr marL="1030288" indent="-457200">
              <a:defRPr sz="4800" b="1">
                <a:solidFill>
                  <a:srgbClr val="FF0000"/>
                </a:solidFill>
                <a:latin typeface="隶书" pitchFamily="49" charset="-122"/>
                <a:ea typeface="隶书" pitchFamily="49" charset="-122"/>
              </a:defRPr>
            </a:lvl2pPr>
            <a:lvl3pPr>
              <a:defRPr sz="4800" b="1">
                <a:solidFill>
                  <a:srgbClr val="FF0000"/>
                </a:solidFill>
                <a:latin typeface="隶书" pitchFamily="49" charset="-122"/>
                <a:ea typeface="隶书" pitchFamily="49" charset="-122"/>
              </a:defRPr>
            </a:lvl3pPr>
            <a:lvl4pPr>
              <a:defRPr sz="4800" b="1">
                <a:solidFill>
                  <a:srgbClr val="FF0000"/>
                </a:solidFill>
                <a:latin typeface="隶书" pitchFamily="49" charset="-122"/>
                <a:ea typeface="隶书" pitchFamily="49" charset="-122"/>
              </a:defRPr>
            </a:lvl4pPr>
            <a:lvl5pPr>
              <a:defRPr sz="4800" b="1">
                <a:solidFill>
                  <a:srgbClr val="FF0000"/>
                </a:solidFill>
                <a:latin typeface="隶书" pitchFamily="49" charset="-122"/>
                <a:ea typeface="隶书" pitchFamily="49" charset="-122"/>
              </a:defRPr>
            </a:lvl5pPr>
            <a:lvl6pPr fontAlgn="base">
              <a:spcBef>
                <a:spcPct val="0"/>
              </a:spcBef>
              <a:spcAft>
                <a:spcPct val="0"/>
              </a:spcAft>
              <a:defRPr sz="4800" b="1">
                <a:solidFill>
                  <a:srgbClr val="FF0000"/>
                </a:solidFill>
                <a:latin typeface="隶书" pitchFamily="49" charset="-122"/>
                <a:ea typeface="隶书" pitchFamily="49" charset="-122"/>
              </a:defRPr>
            </a:lvl6pPr>
            <a:lvl7pPr fontAlgn="base">
              <a:spcBef>
                <a:spcPct val="0"/>
              </a:spcBef>
              <a:spcAft>
                <a:spcPct val="0"/>
              </a:spcAft>
              <a:defRPr sz="4800" b="1">
                <a:solidFill>
                  <a:srgbClr val="FF0000"/>
                </a:solidFill>
                <a:latin typeface="隶书" pitchFamily="49" charset="-122"/>
                <a:ea typeface="隶书" pitchFamily="49" charset="-122"/>
              </a:defRPr>
            </a:lvl7pPr>
            <a:lvl8pPr fontAlgn="base">
              <a:spcBef>
                <a:spcPct val="0"/>
              </a:spcBef>
              <a:spcAft>
                <a:spcPct val="0"/>
              </a:spcAft>
              <a:defRPr sz="4800" b="1">
                <a:solidFill>
                  <a:srgbClr val="FF0000"/>
                </a:solidFill>
                <a:latin typeface="隶书" pitchFamily="49" charset="-122"/>
                <a:ea typeface="隶书" pitchFamily="49" charset="-122"/>
              </a:defRPr>
            </a:lvl8pPr>
            <a:lvl9pPr fontAlgn="base">
              <a:spcBef>
                <a:spcPct val="0"/>
              </a:spcBef>
              <a:spcAft>
                <a:spcPct val="0"/>
              </a:spcAft>
              <a:defRPr sz="4800" b="1">
                <a:solidFill>
                  <a:srgbClr val="FF0000"/>
                </a:solidFill>
                <a:latin typeface="隶书" pitchFamily="49" charset="-122"/>
                <a:ea typeface="隶书" pitchFamily="49" charset="-122"/>
              </a:defRPr>
            </a:lvl9pPr>
          </a:lstStyle>
          <a:p>
            <a:pPr eaLnBrk="1" hangingPunct="1">
              <a:lnSpc>
                <a:spcPct val="90000"/>
              </a:lnSpc>
              <a:spcBef>
                <a:spcPct val="30000"/>
              </a:spcBef>
              <a:buClr>
                <a:schemeClr val="tx2"/>
              </a:buClr>
              <a:buSzPct val="75000"/>
              <a:defRPr/>
            </a:pPr>
            <a:r>
              <a:rPr lang="zh-CN" altLang="en-US" sz="2800">
                <a:effectLst>
                  <a:outerShdw blurRad="38100" dist="38100" dir="2700000" algn="tl">
                    <a:srgbClr val="C0C0C0"/>
                  </a:outerShdw>
                </a:effectLst>
                <a:latin typeface="Arial" panose="020B0604020202020204" pitchFamily="34" charset="0"/>
                <a:ea typeface="宋体" panose="02010600030101010101" pitchFamily="2" charset="-122"/>
              </a:rPr>
              <a:t>八种安全机制</a:t>
            </a:r>
          </a:p>
          <a:p>
            <a:pPr lvl="1" eaLnBrk="1" hangingPunct="1">
              <a:lnSpc>
                <a:spcPct val="90000"/>
              </a:lnSpc>
              <a:spcBef>
                <a:spcPct val="30000"/>
              </a:spcBef>
              <a:buSzPct val="75000"/>
              <a:buFont typeface="Wingdings" pitchFamily="2" charset="2"/>
              <a:buChar char="n"/>
              <a:defRPr/>
            </a:pPr>
            <a:r>
              <a:rPr lang="zh-CN" altLang="en-US" sz="2800">
                <a:solidFill>
                  <a:srgbClr val="000000"/>
                </a:solidFill>
                <a:effectLst>
                  <a:outerShdw blurRad="38100" dist="38100" dir="2700000" algn="tl">
                    <a:srgbClr val="C0C0C0"/>
                  </a:outerShdw>
                </a:effectLst>
                <a:latin typeface="Arial" panose="020B0604020202020204" pitchFamily="34" charset="0"/>
                <a:ea typeface="宋体" panose="02010600030101010101" pitchFamily="2" charset="-122"/>
              </a:rPr>
              <a:t>加密</a:t>
            </a:r>
          </a:p>
          <a:p>
            <a:pPr lvl="1" eaLnBrk="1" hangingPunct="1">
              <a:lnSpc>
                <a:spcPct val="90000"/>
              </a:lnSpc>
              <a:spcBef>
                <a:spcPct val="30000"/>
              </a:spcBef>
              <a:buSzPct val="75000"/>
              <a:buFont typeface="Wingdings" pitchFamily="2" charset="2"/>
              <a:buChar char="n"/>
              <a:defRPr/>
            </a:pPr>
            <a:r>
              <a:rPr lang="zh-CN" altLang="en-US" sz="2800">
                <a:solidFill>
                  <a:srgbClr val="000000"/>
                </a:solidFill>
                <a:effectLst>
                  <a:outerShdw blurRad="38100" dist="38100" dir="2700000" algn="tl">
                    <a:srgbClr val="C0C0C0"/>
                  </a:outerShdw>
                </a:effectLst>
                <a:latin typeface="Arial" panose="020B0604020202020204" pitchFamily="34" charset="0"/>
                <a:ea typeface="宋体" panose="02010600030101010101" pitchFamily="2" charset="-122"/>
              </a:rPr>
              <a:t>数字签名机制</a:t>
            </a:r>
          </a:p>
          <a:p>
            <a:pPr lvl="1" eaLnBrk="1" hangingPunct="1">
              <a:lnSpc>
                <a:spcPct val="90000"/>
              </a:lnSpc>
              <a:spcBef>
                <a:spcPct val="30000"/>
              </a:spcBef>
              <a:buSzPct val="75000"/>
              <a:buFont typeface="Wingdings" pitchFamily="2" charset="2"/>
              <a:buChar char="n"/>
              <a:defRPr/>
            </a:pPr>
            <a:r>
              <a:rPr lang="zh-CN" altLang="en-US" sz="2800">
                <a:solidFill>
                  <a:srgbClr val="000000"/>
                </a:solidFill>
                <a:effectLst>
                  <a:outerShdw blurRad="38100" dist="38100" dir="2700000" algn="tl">
                    <a:srgbClr val="C0C0C0"/>
                  </a:outerShdw>
                </a:effectLst>
                <a:latin typeface="Arial" panose="020B0604020202020204" pitchFamily="34" charset="0"/>
                <a:ea typeface="宋体" panose="02010600030101010101" pitchFamily="2" charset="-122"/>
              </a:rPr>
              <a:t>访问控制机制</a:t>
            </a:r>
          </a:p>
          <a:p>
            <a:pPr lvl="1" eaLnBrk="1" hangingPunct="1">
              <a:lnSpc>
                <a:spcPct val="90000"/>
              </a:lnSpc>
              <a:spcBef>
                <a:spcPct val="30000"/>
              </a:spcBef>
              <a:buSzPct val="75000"/>
              <a:buFont typeface="Wingdings" pitchFamily="2" charset="2"/>
              <a:buChar char="n"/>
              <a:defRPr/>
            </a:pPr>
            <a:r>
              <a:rPr lang="zh-CN" altLang="en-US" sz="2800">
                <a:solidFill>
                  <a:srgbClr val="000000"/>
                </a:solidFill>
                <a:effectLst>
                  <a:outerShdw blurRad="38100" dist="38100" dir="2700000" algn="tl">
                    <a:srgbClr val="C0C0C0"/>
                  </a:outerShdw>
                </a:effectLst>
                <a:latin typeface="Arial" panose="020B0604020202020204" pitchFamily="34" charset="0"/>
                <a:ea typeface="宋体" panose="02010600030101010101" pitchFamily="2" charset="-122"/>
              </a:rPr>
              <a:t>数据完整性机制</a:t>
            </a:r>
          </a:p>
          <a:p>
            <a:pPr lvl="1" eaLnBrk="1" hangingPunct="1">
              <a:lnSpc>
                <a:spcPct val="90000"/>
              </a:lnSpc>
              <a:spcBef>
                <a:spcPct val="30000"/>
              </a:spcBef>
              <a:buSzPct val="75000"/>
              <a:buFont typeface="Wingdings" pitchFamily="2" charset="2"/>
              <a:buChar char="n"/>
              <a:defRPr/>
            </a:pPr>
            <a:r>
              <a:rPr lang="zh-CN" altLang="en-US" sz="2800">
                <a:solidFill>
                  <a:srgbClr val="000000"/>
                </a:solidFill>
                <a:effectLst>
                  <a:outerShdw blurRad="38100" dist="38100" dir="2700000" algn="tl">
                    <a:srgbClr val="C0C0C0"/>
                  </a:outerShdw>
                </a:effectLst>
                <a:latin typeface="Arial" panose="020B0604020202020204" pitchFamily="34" charset="0"/>
                <a:ea typeface="宋体" panose="02010600030101010101" pitchFamily="2" charset="-122"/>
              </a:rPr>
              <a:t>鉴别交换机制</a:t>
            </a:r>
          </a:p>
          <a:p>
            <a:pPr lvl="1" eaLnBrk="1" hangingPunct="1">
              <a:lnSpc>
                <a:spcPct val="90000"/>
              </a:lnSpc>
              <a:spcBef>
                <a:spcPct val="30000"/>
              </a:spcBef>
              <a:buSzPct val="75000"/>
              <a:buFont typeface="Wingdings" pitchFamily="2" charset="2"/>
              <a:buChar char="n"/>
              <a:defRPr/>
            </a:pPr>
            <a:r>
              <a:rPr lang="zh-CN" altLang="en-US" sz="2800">
                <a:solidFill>
                  <a:srgbClr val="000000"/>
                </a:solidFill>
                <a:effectLst>
                  <a:outerShdw blurRad="38100" dist="38100" dir="2700000" algn="tl">
                    <a:srgbClr val="C0C0C0"/>
                  </a:outerShdw>
                </a:effectLst>
                <a:latin typeface="Arial" panose="020B0604020202020204" pitchFamily="34" charset="0"/>
                <a:ea typeface="宋体" panose="02010600030101010101" pitchFamily="2" charset="-122"/>
              </a:rPr>
              <a:t>通信业务流填充机制</a:t>
            </a:r>
          </a:p>
          <a:p>
            <a:pPr lvl="1" eaLnBrk="1" hangingPunct="1">
              <a:lnSpc>
                <a:spcPct val="90000"/>
              </a:lnSpc>
              <a:spcBef>
                <a:spcPct val="30000"/>
              </a:spcBef>
              <a:buSzPct val="75000"/>
              <a:buFont typeface="Wingdings" pitchFamily="2" charset="2"/>
              <a:buChar char="n"/>
              <a:defRPr/>
            </a:pPr>
            <a:r>
              <a:rPr lang="zh-CN" altLang="en-US" sz="2800">
                <a:solidFill>
                  <a:srgbClr val="000000"/>
                </a:solidFill>
                <a:effectLst>
                  <a:outerShdw blurRad="38100" dist="38100" dir="2700000" algn="tl">
                    <a:srgbClr val="C0C0C0"/>
                  </a:outerShdw>
                </a:effectLst>
                <a:latin typeface="Arial" panose="020B0604020202020204" pitchFamily="34" charset="0"/>
                <a:ea typeface="宋体" panose="02010600030101010101" pitchFamily="2" charset="-122"/>
              </a:rPr>
              <a:t>路由选择控制机制</a:t>
            </a:r>
          </a:p>
          <a:p>
            <a:pPr lvl="1" eaLnBrk="1" hangingPunct="1">
              <a:lnSpc>
                <a:spcPct val="90000"/>
              </a:lnSpc>
              <a:spcBef>
                <a:spcPct val="30000"/>
              </a:spcBef>
              <a:buSzPct val="75000"/>
              <a:buFont typeface="Wingdings" pitchFamily="2" charset="2"/>
              <a:buChar char="n"/>
              <a:defRPr/>
            </a:pPr>
            <a:r>
              <a:rPr lang="zh-CN" altLang="en-US" sz="2800">
                <a:solidFill>
                  <a:srgbClr val="000000"/>
                </a:solidFill>
                <a:effectLst>
                  <a:outerShdw blurRad="38100" dist="38100" dir="2700000" algn="tl">
                    <a:srgbClr val="C0C0C0"/>
                  </a:outerShdw>
                </a:effectLst>
                <a:latin typeface="Arial" panose="020B0604020202020204" pitchFamily="34" charset="0"/>
                <a:ea typeface="宋体" panose="02010600030101010101" pitchFamily="2" charset="-122"/>
              </a:rPr>
              <a:t>公证机制</a:t>
            </a:r>
          </a:p>
        </p:txBody>
      </p:sp>
      <p:sp>
        <p:nvSpPr>
          <p:cNvPr id="1355780" name="Rectangle 4">
            <a:extLst>
              <a:ext uri="{FF2B5EF4-FFF2-40B4-BE49-F238E27FC236}">
                <a16:creationId xmlns:a16="http://schemas.microsoft.com/office/drawing/2014/main" id="{CAD75998-8E0D-9D47-ACE5-29548B71CFF6}"/>
              </a:ext>
            </a:extLst>
          </p:cNvPr>
          <p:cNvSpPr>
            <a:spLocks noGrp="1" noChangeArrowheads="1"/>
          </p:cNvSpPr>
          <p:nvPr>
            <p:ph type="title"/>
          </p:nvPr>
        </p:nvSpPr>
        <p:spPr bwMode="auto">
          <a:xfrm>
            <a:off x="228600" y="685800"/>
            <a:ext cx="6400800" cy="685800"/>
          </a:xfrm>
          <a:ln>
            <a:miter lim="800000"/>
          </a:ln>
        </p:spPr>
        <p:txBody>
          <a:bodyPr vert="horz" wrap="square" lIns="91440" tIns="45720" rIns="91440" bIns="45720" numCol="1" anchor="t" anchorCtr="0" compatLnSpc="1"/>
          <a:lstStyle/>
          <a:p>
            <a:pPr eaLnBrk="1" hangingPunct="1">
              <a:lnSpc>
                <a:spcPct val="100000"/>
              </a:lnSpc>
              <a:spcBef>
                <a:spcPct val="50000"/>
              </a:spcBef>
              <a:defRPr/>
            </a:pPr>
            <a:r>
              <a:rPr kumimoji="1" lang="en-US" altLang="zh-CN" sz="3200" kern="12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4.5.1 GB/T 18794</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355778"/>
                                        </p:tgtEl>
                                        <p:attrNameLst>
                                          <p:attrName>style.visibility</p:attrName>
                                        </p:attrNameLst>
                                      </p:cBhvr>
                                      <p:to>
                                        <p:strVal val="visible"/>
                                      </p:to>
                                    </p:set>
                                    <p:anim calcmode="lin" valueType="num">
                                      <p:cBhvr>
                                        <p:cTn id="7" dur="500" fill="hold"/>
                                        <p:tgtEl>
                                          <p:spTgt spid="1355778"/>
                                        </p:tgtEl>
                                        <p:attrNameLst>
                                          <p:attrName>ppt_w</p:attrName>
                                        </p:attrNameLst>
                                      </p:cBhvr>
                                      <p:tavLst>
                                        <p:tav tm="0">
                                          <p:val>
                                            <p:fltVal val="0"/>
                                          </p:val>
                                        </p:tav>
                                        <p:tav tm="100000">
                                          <p:val>
                                            <p:strVal val="#ppt_w"/>
                                          </p:val>
                                        </p:tav>
                                      </p:tavLst>
                                    </p:anim>
                                    <p:anim calcmode="lin" valueType="num">
                                      <p:cBhvr>
                                        <p:cTn id="8" dur="500" fill="hold"/>
                                        <p:tgtEl>
                                          <p:spTgt spid="1355778"/>
                                        </p:tgtEl>
                                        <p:attrNameLst>
                                          <p:attrName>ppt_h</p:attrName>
                                        </p:attrNameLst>
                                      </p:cBhvr>
                                      <p:tavLst>
                                        <p:tav tm="0">
                                          <p:val>
                                            <p:fltVal val="0"/>
                                          </p:val>
                                        </p:tav>
                                        <p:tav tm="100000">
                                          <p:val>
                                            <p:strVal val="#ppt_h"/>
                                          </p:val>
                                        </p:tav>
                                      </p:tavLst>
                                    </p:anim>
                                    <p:animEffect transition="in" filter="fade">
                                      <p:cBhvr>
                                        <p:cTn id="9" dur="500"/>
                                        <p:tgtEl>
                                          <p:spTgt spid="1355778"/>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1355779"/>
                                        </p:tgtEl>
                                        <p:attrNameLst>
                                          <p:attrName>style.visibility</p:attrName>
                                        </p:attrNameLst>
                                      </p:cBhvr>
                                      <p:to>
                                        <p:strVal val="visible"/>
                                      </p:to>
                                    </p:set>
                                    <p:anim calcmode="lin" valueType="num">
                                      <p:cBhvr>
                                        <p:cTn id="14" dur="500" fill="hold"/>
                                        <p:tgtEl>
                                          <p:spTgt spid="1355779"/>
                                        </p:tgtEl>
                                        <p:attrNameLst>
                                          <p:attrName>ppt_w</p:attrName>
                                        </p:attrNameLst>
                                      </p:cBhvr>
                                      <p:tavLst>
                                        <p:tav tm="0">
                                          <p:val>
                                            <p:fltVal val="0"/>
                                          </p:val>
                                        </p:tav>
                                        <p:tav tm="100000">
                                          <p:val>
                                            <p:strVal val="#ppt_w"/>
                                          </p:val>
                                        </p:tav>
                                      </p:tavLst>
                                    </p:anim>
                                    <p:anim calcmode="lin" valueType="num">
                                      <p:cBhvr>
                                        <p:cTn id="15" dur="500" fill="hold"/>
                                        <p:tgtEl>
                                          <p:spTgt spid="1355779"/>
                                        </p:tgtEl>
                                        <p:attrNameLst>
                                          <p:attrName>ppt_h</p:attrName>
                                        </p:attrNameLst>
                                      </p:cBhvr>
                                      <p:tavLst>
                                        <p:tav tm="0">
                                          <p:val>
                                            <p:fltVal val="0"/>
                                          </p:val>
                                        </p:tav>
                                        <p:tav tm="100000">
                                          <p:val>
                                            <p:strVal val="#ppt_h"/>
                                          </p:val>
                                        </p:tav>
                                      </p:tavLst>
                                    </p:anim>
                                    <p:animEffect transition="in" filter="fade">
                                      <p:cBhvr>
                                        <p:cTn id="16" dur="500"/>
                                        <p:tgtEl>
                                          <p:spTgt spid="13557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5778" grpId="0"/>
      <p:bldP spid="1355779"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4754" name="Rectangle 2">
            <a:extLst>
              <a:ext uri="{FF2B5EF4-FFF2-40B4-BE49-F238E27FC236}">
                <a16:creationId xmlns:a16="http://schemas.microsoft.com/office/drawing/2014/main" id="{D548A630-0B48-7447-B76A-94A888F63177}"/>
              </a:ext>
            </a:extLst>
          </p:cNvPr>
          <p:cNvSpPr>
            <a:spLocks noGrp="1" noChangeArrowheads="1"/>
          </p:cNvSpPr>
          <p:nvPr>
            <p:ph type="title"/>
          </p:nvPr>
        </p:nvSpPr>
        <p:spPr bwMode="auto">
          <a:xfrm>
            <a:off x="228600" y="685800"/>
            <a:ext cx="6400800" cy="685800"/>
          </a:xfrm>
          <a:ln>
            <a:miter lim="800000"/>
          </a:ln>
        </p:spPr>
        <p:txBody>
          <a:bodyPr vert="horz" wrap="square" lIns="91440" tIns="45720" rIns="91440" bIns="45720" numCol="1" anchor="t" anchorCtr="0" compatLnSpc="1">
            <a:prstTxWarp prst="textNoShape">
              <a:avLst/>
            </a:prstTxWarp>
          </a:bodyPr>
          <a:lstStyle/>
          <a:p>
            <a:pPr eaLnBrk="1" hangingPunct="1">
              <a:defRPr/>
            </a:pPr>
            <a:r>
              <a:rPr lang="en-US" altLang="zh-CN" sz="3600">
                <a:solidFill>
                  <a:srgbClr val="0000FF"/>
                </a:solidFill>
                <a:latin typeface="Times New Roman" panose="02020603050405020304" pitchFamily="18" charset="0"/>
                <a:ea typeface="华文新魏" panose="02010800040101010101" pitchFamily="2" charset="-122"/>
              </a:rPr>
              <a:t> </a:t>
            </a:r>
            <a:r>
              <a:rPr lang="en-US" altLang="zh-CN" sz="3200">
                <a:solidFill>
                  <a:srgbClr val="000000"/>
                </a:solidFill>
                <a:latin typeface="Times New Roman" panose="02020603050405020304" pitchFamily="18" charset="0"/>
                <a:ea typeface="黑体" panose="02010609060101010101" pitchFamily="49" charset="-122"/>
              </a:rPr>
              <a:t>4.5.2 </a:t>
            </a:r>
            <a:r>
              <a:rPr lang="zh-CN" altLang="en-US" sz="3200">
                <a:solidFill>
                  <a:srgbClr val="000000"/>
                </a:solidFill>
                <a:latin typeface="Times New Roman" panose="02020603050405020304" pitchFamily="18" charset="0"/>
                <a:ea typeface="黑体" panose="02010609060101010101" pitchFamily="49" charset="-122"/>
              </a:rPr>
              <a:t>网络空间安全技术和措施</a:t>
            </a:r>
          </a:p>
        </p:txBody>
      </p:sp>
      <p:sp>
        <p:nvSpPr>
          <p:cNvPr id="33795" name="Text Box 3">
            <a:extLst>
              <a:ext uri="{FF2B5EF4-FFF2-40B4-BE49-F238E27FC236}">
                <a16:creationId xmlns:a16="http://schemas.microsoft.com/office/drawing/2014/main" id="{25ACA3EE-D187-914A-9404-E87189E1B73D}"/>
              </a:ext>
            </a:extLst>
          </p:cNvPr>
          <p:cNvSpPr txBox="1">
            <a:spLocks noChangeArrowheads="1"/>
          </p:cNvSpPr>
          <p:nvPr/>
        </p:nvSpPr>
        <p:spPr bwMode="auto">
          <a:xfrm>
            <a:off x="609600" y="5192713"/>
            <a:ext cx="8064500" cy="979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lnSpc>
                <a:spcPct val="120000"/>
              </a:lnSpc>
              <a:buFont typeface="Wingdings" pitchFamily="2" charset="2"/>
              <a:buChar char="n"/>
            </a:pPr>
            <a:r>
              <a:rPr lang="zh-CN" altLang="en-US" sz="2400">
                <a:latin typeface="黑体" panose="02010609060101010101" pitchFamily="49" charset="-122"/>
                <a:ea typeface="黑体" panose="02010609060101010101" pitchFamily="49" charset="-122"/>
              </a:rPr>
              <a:t>信息安全管理的重要举措：</a:t>
            </a:r>
          </a:p>
          <a:p>
            <a:pPr eaLnBrk="1" hangingPunct="1">
              <a:lnSpc>
                <a:spcPct val="120000"/>
              </a:lnSpc>
            </a:pPr>
            <a:r>
              <a:rPr lang="zh-CN" altLang="en-US" sz="2400">
                <a:solidFill>
                  <a:srgbClr val="000000"/>
                </a:solidFill>
                <a:latin typeface="黑体" panose="02010609060101010101" pitchFamily="49" charset="-122"/>
                <a:ea typeface="黑体" panose="02010609060101010101" pitchFamily="49" charset="-122"/>
              </a:rPr>
              <a:t>      风险评估、等级保护、测评认证、应急响应</a:t>
            </a:r>
          </a:p>
        </p:txBody>
      </p:sp>
      <p:sp>
        <p:nvSpPr>
          <p:cNvPr id="2" name="矩形 1">
            <a:extLst>
              <a:ext uri="{FF2B5EF4-FFF2-40B4-BE49-F238E27FC236}">
                <a16:creationId xmlns:a16="http://schemas.microsoft.com/office/drawing/2014/main" id="{75633096-6004-4845-A4BE-8F56EA72DAC5}"/>
              </a:ext>
            </a:extLst>
          </p:cNvPr>
          <p:cNvSpPr>
            <a:spLocks noChangeArrowheads="1"/>
          </p:cNvSpPr>
          <p:nvPr/>
        </p:nvSpPr>
        <p:spPr bwMode="auto">
          <a:xfrm>
            <a:off x="631825" y="1390650"/>
            <a:ext cx="6553200" cy="979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lnSpc>
                <a:spcPct val="120000"/>
              </a:lnSpc>
              <a:buFont typeface="Wingdings" pitchFamily="2" charset="2"/>
              <a:buChar char="n"/>
            </a:pPr>
            <a:r>
              <a:rPr lang="zh-CN" altLang="en-US" sz="2400">
                <a:latin typeface="黑体" panose="02010609060101010101" pitchFamily="49" charset="-122"/>
                <a:ea typeface="黑体" panose="02010609060101010101" pitchFamily="49" charset="-122"/>
              </a:rPr>
              <a:t>核心技术：</a:t>
            </a:r>
          </a:p>
          <a:p>
            <a:pPr eaLnBrk="1" hangingPunct="1">
              <a:lnSpc>
                <a:spcPct val="120000"/>
              </a:lnSpc>
            </a:pPr>
            <a:r>
              <a:rPr lang="zh-CN" altLang="en-US" sz="2400">
                <a:solidFill>
                  <a:srgbClr val="000000"/>
                </a:solidFill>
                <a:latin typeface="黑体" panose="02010609060101010101" pitchFamily="49" charset="-122"/>
                <a:ea typeface="黑体" panose="02010609060101010101" pitchFamily="49" charset="-122"/>
              </a:rPr>
              <a:t>      密码技术、鉴别与认证技术、密钥管理</a:t>
            </a:r>
          </a:p>
        </p:txBody>
      </p:sp>
      <p:sp>
        <p:nvSpPr>
          <p:cNvPr id="3" name="矩形 2">
            <a:extLst>
              <a:ext uri="{FF2B5EF4-FFF2-40B4-BE49-F238E27FC236}">
                <a16:creationId xmlns:a16="http://schemas.microsoft.com/office/drawing/2014/main" id="{5E88C62E-8359-9645-92B4-D67A5606C7AB}"/>
              </a:ext>
            </a:extLst>
          </p:cNvPr>
          <p:cNvSpPr>
            <a:spLocks noChangeArrowheads="1"/>
          </p:cNvSpPr>
          <p:nvPr/>
        </p:nvSpPr>
        <p:spPr bwMode="auto">
          <a:xfrm>
            <a:off x="609600" y="2297113"/>
            <a:ext cx="8064500" cy="979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lnSpc>
                <a:spcPct val="120000"/>
              </a:lnSpc>
              <a:buFont typeface="Wingdings" pitchFamily="2" charset="2"/>
              <a:buChar char="n"/>
            </a:pPr>
            <a:r>
              <a:rPr lang="zh-CN" altLang="en-US" sz="2400">
                <a:latin typeface="黑体" panose="02010609060101010101" pitchFamily="49" charset="-122"/>
                <a:ea typeface="黑体" panose="02010609060101010101" pitchFamily="49" charset="-122"/>
              </a:rPr>
              <a:t>计算机安全防护技术：</a:t>
            </a:r>
          </a:p>
          <a:p>
            <a:pPr eaLnBrk="1" hangingPunct="1">
              <a:lnSpc>
                <a:spcPct val="120000"/>
              </a:lnSpc>
            </a:pPr>
            <a:r>
              <a:rPr lang="zh-CN" altLang="en-US" sz="2400">
                <a:solidFill>
                  <a:srgbClr val="000000"/>
                </a:solidFill>
                <a:latin typeface="黑体" panose="02010609060101010101" pitchFamily="49" charset="-122"/>
                <a:ea typeface="黑体" panose="02010609060101010101" pitchFamily="49" charset="-122"/>
              </a:rPr>
              <a:t>      操作系统安全、数据库安全、访问控制、安全审计</a:t>
            </a:r>
          </a:p>
        </p:txBody>
      </p:sp>
      <p:sp>
        <p:nvSpPr>
          <p:cNvPr id="4" name="矩形 3">
            <a:extLst>
              <a:ext uri="{FF2B5EF4-FFF2-40B4-BE49-F238E27FC236}">
                <a16:creationId xmlns:a16="http://schemas.microsoft.com/office/drawing/2014/main" id="{054AC50F-3ABE-8841-BFBE-DADE8034B259}"/>
              </a:ext>
            </a:extLst>
          </p:cNvPr>
          <p:cNvSpPr>
            <a:spLocks noChangeArrowheads="1"/>
          </p:cNvSpPr>
          <p:nvPr/>
        </p:nvSpPr>
        <p:spPr bwMode="auto">
          <a:xfrm>
            <a:off x="611188" y="3287713"/>
            <a:ext cx="8228012" cy="979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lnSpc>
                <a:spcPct val="120000"/>
              </a:lnSpc>
              <a:buFont typeface="Wingdings" pitchFamily="2" charset="2"/>
              <a:buChar char="n"/>
            </a:pPr>
            <a:r>
              <a:rPr lang="zh-CN" altLang="en-US" sz="2400">
                <a:latin typeface="黑体" panose="02010609060101010101" pitchFamily="49" charset="-122"/>
                <a:ea typeface="黑体" panose="02010609060101010101" pitchFamily="49" charset="-122"/>
              </a:rPr>
              <a:t>计算机网络安全措施：</a:t>
            </a:r>
          </a:p>
          <a:p>
            <a:pPr eaLnBrk="1" hangingPunct="1">
              <a:lnSpc>
                <a:spcPct val="120000"/>
              </a:lnSpc>
            </a:pPr>
            <a:r>
              <a:rPr lang="zh-CN" altLang="en-US" sz="2400">
                <a:solidFill>
                  <a:srgbClr val="000000"/>
                </a:solidFill>
                <a:latin typeface="黑体" panose="02010609060101010101" pitchFamily="49" charset="-122"/>
                <a:ea typeface="黑体" panose="02010609060101010101" pitchFamily="49" charset="-122"/>
              </a:rPr>
              <a:t>      网络隔离、防火墙、漏洞扫描、入侵检测、病毒防治</a:t>
            </a:r>
          </a:p>
        </p:txBody>
      </p:sp>
      <p:sp>
        <p:nvSpPr>
          <p:cNvPr id="5" name="矩形 4">
            <a:extLst>
              <a:ext uri="{FF2B5EF4-FFF2-40B4-BE49-F238E27FC236}">
                <a16:creationId xmlns:a16="http://schemas.microsoft.com/office/drawing/2014/main" id="{AD8BD10B-9F76-C14B-9A9E-E50712C1FD4E}"/>
              </a:ext>
            </a:extLst>
          </p:cNvPr>
          <p:cNvSpPr>
            <a:spLocks noChangeArrowheads="1"/>
          </p:cNvSpPr>
          <p:nvPr/>
        </p:nvSpPr>
        <p:spPr bwMode="auto">
          <a:xfrm>
            <a:off x="649288" y="4202113"/>
            <a:ext cx="7732712" cy="979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lnSpc>
                <a:spcPct val="120000"/>
              </a:lnSpc>
              <a:buFont typeface="Wingdings" pitchFamily="2" charset="2"/>
              <a:buChar char="n"/>
            </a:pPr>
            <a:r>
              <a:rPr lang="zh-CN" altLang="en-US" sz="2400">
                <a:latin typeface="黑体" panose="02010609060101010101" pitchFamily="49" charset="-122"/>
                <a:ea typeface="黑体" panose="02010609060101010101" pitchFamily="49" charset="-122"/>
              </a:rPr>
              <a:t>物理安全：</a:t>
            </a:r>
          </a:p>
          <a:p>
            <a:pPr eaLnBrk="1" hangingPunct="1">
              <a:lnSpc>
                <a:spcPct val="120000"/>
              </a:lnSpc>
            </a:pPr>
            <a:r>
              <a:rPr lang="zh-CN" altLang="en-US" sz="2400">
                <a:solidFill>
                  <a:srgbClr val="000000"/>
                </a:solidFill>
                <a:latin typeface="黑体" panose="02010609060101010101" pitchFamily="49" charset="-122"/>
                <a:ea typeface="黑体" panose="02010609060101010101" pitchFamily="49" charset="-122"/>
              </a:rPr>
              <a:t>      防辐射、抗电磁干扰、备份与恢复技术</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000" fill="hold"/>
                                        <p:tgtEl>
                                          <p:spTgt spid="3"/>
                                        </p:tgtEl>
                                        <p:attrNameLst>
                                          <p:attrName>ppt_x</p:attrName>
                                        </p:attrNameLst>
                                      </p:cBhvr>
                                      <p:tavLst>
                                        <p:tav tm="0">
                                          <p:val>
                                            <p:strVal val="#ppt_x"/>
                                          </p:val>
                                        </p:tav>
                                        <p:tav tm="100000">
                                          <p:val>
                                            <p:strVal val="#ppt_x"/>
                                          </p:val>
                                        </p:tav>
                                      </p:tavLst>
                                    </p:anim>
                                    <p:anim calcmode="lin" valueType="num">
                                      <p:cBhvr additive="base">
                                        <p:cTn id="13" dur="1000" fill="hold"/>
                                        <p:tgtEl>
                                          <p:spTgt spid="3"/>
                                        </p:tgtEl>
                                        <p:attrNameLst>
                                          <p:attrName>ppt_y</p:attrName>
                                        </p:attrNameLst>
                                      </p:cBhvr>
                                      <p:tavLst>
                                        <p:tav tm="0">
                                          <p:val>
                                            <p:strVal val="1+#ppt_h/2"/>
                                          </p:val>
                                        </p:tav>
                                        <p:tav tm="100000">
                                          <p:val>
                                            <p:strVal val="#ppt_y"/>
                                          </p:val>
                                        </p:tav>
                                      </p:tavLst>
                                    </p:anim>
                                  </p:childTnLst>
                                </p:cTn>
                              </p:par>
                            </p:childTnLst>
                          </p:cTn>
                        </p:par>
                        <p:par>
                          <p:cTn id="14" fill="hold" nodeType="afterGroup">
                            <p:stCondLst>
                              <p:cond delay="1500"/>
                            </p:stCondLst>
                            <p:childTnLst>
                              <p:par>
                                <p:cTn id="15" presetID="2" presetClass="entr" presetSubtype="4" fill="hold" grpId="0" nodeType="after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000" fill="hold"/>
                                        <p:tgtEl>
                                          <p:spTgt spid="4"/>
                                        </p:tgtEl>
                                        <p:attrNameLst>
                                          <p:attrName>ppt_x</p:attrName>
                                        </p:attrNameLst>
                                      </p:cBhvr>
                                      <p:tavLst>
                                        <p:tav tm="0">
                                          <p:val>
                                            <p:strVal val="#ppt_x"/>
                                          </p:val>
                                        </p:tav>
                                        <p:tav tm="100000">
                                          <p:val>
                                            <p:strVal val="#ppt_x"/>
                                          </p:val>
                                        </p:tav>
                                      </p:tavLst>
                                    </p:anim>
                                    <p:anim calcmode="lin" valueType="num">
                                      <p:cBhvr additive="base">
                                        <p:cTn id="18" dur="1000" fill="hold"/>
                                        <p:tgtEl>
                                          <p:spTgt spid="4"/>
                                        </p:tgtEl>
                                        <p:attrNameLst>
                                          <p:attrName>ppt_y</p:attrName>
                                        </p:attrNameLst>
                                      </p:cBhvr>
                                      <p:tavLst>
                                        <p:tav tm="0">
                                          <p:val>
                                            <p:strVal val="1+#ppt_h/2"/>
                                          </p:val>
                                        </p:tav>
                                        <p:tav tm="100000">
                                          <p:val>
                                            <p:strVal val="#ppt_y"/>
                                          </p:val>
                                        </p:tav>
                                      </p:tavLst>
                                    </p:anim>
                                  </p:childTnLst>
                                </p:cTn>
                              </p:par>
                            </p:childTnLst>
                          </p:cTn>
                        </p:par>
                        <p:par>
                          <p:cTn id="19" fill="hold" nodeType="afterGroup">
                            <p:stCondLst>
                              <p:cond delay="2500"/>
                            </p:stCondLst>
                            <p:childTnLst>
                              <p:par>
                                <p:cTn id="20" presetID="2" presetClass="entr" presetSubtype="4" fill="hold" grpId="0" nodeType="after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0" fill="hold"/>
                                        <p:tgtEl>
                                          <p:spTgt spid="5"/>
                                        </p:tgtEl>
                                        <p:attrNameLst>
                                          <p:attrName>ppt_x</p:attrName>
                                        </p:attrNameLst>
                                      </p:cBhvr>
                                      <p:tavLst>
                                        <p:tav tm="0">
                                          <p:val>
                                            <p:strVal val="#ppt_x"/>
                                          </p:val>
                                        </p:tav>
                                        <p:tav tm="100000">
                                          <p:val>
                                            <p:strVal val="#ppt_x"/>
                                          </p:val>
                                        </p:tav>
                                      </p:tavLst>
                                    </p:anim>
                                    <p:anim calcmode="lin" valueType="num">
                                      <p:cBhvr additive="base">
                                        <p:cTn id="23" dur="1500" fill="hold"/>
                                        <p:tgtEl>
                                          <p:spTgt spid="5"/>
                                        </p:tgtEl>
                                        <p:attrNameLst>
                                          <p:attrName>ppt_y</p:attrName>
                                        </p:attrNameLst>
                                      </p:cBhvr>
                                      <p:tavLst>
                                        <p:tav tm="0">
                                          <p:val>
                                            <p:strVal val="1+#ppt_h/2"/>
                                          </p:val>
                                        </p:tav>
                                        <p:tav tm="100000">
                                          <p:val>
                                            <p:strVal val="#ppt_y"/>
                                          </p:val>
                                        </p:tav>
                                      </p:tavLst>
                                    </p:anim>
                                  </p:childTnLst>
                                </p:cTn>
                              </p:par>
                            </p:childTnLst>
                          </p:cTn>
                        </p:par>
                        <p:par>
                          <p:cTn id="24" fill="hold" nodeType="afterGroup">
                            <p:stCondLst>
                              <p:cond delay="4000"/>
                            </p:stCondLst>
                            <p:childTnLst>
                              <p:par>
                                <p:cTn id="25" presetID="2" presetClass="entr" presetSubtype="4" fill="hold" grpId="0" nodeType="afterEffect">
                                  <p:stCondLst>
                                    <p:cond delay="0"/>
                                  </p:stCondLst>
                                  <p:childTnLst>
                                    <p:set>
                                      <p:cBhvr>
                                        <p:cTn id="26" dur="1" fill="hold">
                                          <p:stCondLst>
                                            <p:cond delay="0"/>
                                          </p:stCondLst>
                                        </p:cTn>
                                        <p:tgtEl>
                                          <p:spTgt spid="33795"/>
                                        </p:tgtEl>
                                        <p:attrNameLst>
                                          <p:attrName>style.visibility</p:attrName>
                                        </p:attrNameLst>
                                      </p:cBhvr>
                                      <p:to>
                                        <p:strVal val="visible"/>
                                      </p:to>
                                    </p:set>
                                    <p:anim calcmode="lin" valueType="num">
                                      <p:cBhvr additive="base">
                                        <p:cTn id="27" dur="1500" fill="hold"/>
                                        <p:tgtEl>
                                          <p:spTgt spid="33795"/>
                                        </p:tgtEl>
                                        <p:attrNameLst>
                                          <p:attrName>ppt_x</p:attrName>
                                        </p:attrNameLst>
                                      </p:cBhvr>
                                      <p:tavLst>
                                        <p:tav tm="0">
                                          <p:val>
                                            <p:strVal val="#ppt_x"/>
                                          </p:val>
                                        </p:tav>
                                        <p:tav tm="100000">
                                          <p:val>
                                            <p:strVal val="#ppt_x"/>
                                          </p:val>
                                        </p:tav>
                                      </p:tavLst>
                                    </p:anim>
                                    <p:anim calcmode="lin" valueType="num">
                                      <p:cBhvr additive="base">
                                        <p:cTn id="28" dur="1500" fill="hold"/>
                                        <p:tgtEl>
                                          <p:spTgt spid="3379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p:bldP spid="2" grpId="0"/>
      <p:bldP spid="3" grpId="0"/>
      <p:bldP spid="4" grpId="0"/>
      <p:bldP spid="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6802" name="Rectangle 2">
            <a:extLst>
              <a:ext uri="{FF2B5EF4-FFF2-40B4-BE49-F238E27FC236}">
                <a16:creationId xmlns:a16="http://schemas.microsoft.com/office/drawing/2014/main" id="{62800BB8-DC00-304A-8874-8FF99147D7D1}"/>
              </a:ext>
            </a:extLst>
          </p:cNvPr>
          <p:cNvSpPr>
            <a:spLocks noGrp="1" noChangeArrowheads="1"/>
          </p:cNvSpPr>
          <p:nvPr>
            <p:ph type="title"/>
          </p:nvPr>
        </p:nvSpPr>
        <p:spPr bwMode="auto">
          <a:xfrm>
            <a:off x="457200" y="685800"/>
            <a:ext cx="8229600" cy="731838"/>
          </a:xfrm>
          <a:solidFill>
            <a:srgbClr val="FFFFFF"/>
          </a:solidFill>
          <a:ln>
            <a:solidFill>
              <a:srgbClr val="FFFFFF"/>
            </a:solidFill>
            <a:miter lim="800000"/>
          </a:ln>
        </p:spPr>
        <p:txBody>
          <a:bodyPr vert="horz" wrap="square" lIns="91440" tIns="45720" rIns="91440" bIns="45720" numCol="1" anchor="t" anchorCtr="0" compatLnSpc="1">
            <a:prstTxWarp prst="textNoShape">
              <a:avLst/>
            </a:prstTxWarp>
          </a:bodyPr>
          <a:lstStyle/>
          <a:p>
            <a:pPr eaLnBrk="1" hangingPunct="1">
              <a:defRPr/>
            </a:pPr>
            <a:r>
              <a:rPr lang="en-US" altLang="zh-CN" sz="3200">
                <a:solidFill>
                  <a:srgbClr val="000000"/>
                </a:solidFill>
                <a:latin typeface="Times New Roman" panose="02020603050405020304" pitchFamily="18" charset="0"/>
                <a:ea typeface="黑体" panose="02010609060101010101" pitchFamily="49" charset="-122"/>
              </a:rPr>
              <a:t>4.5.3 </a:t>
            </a:r>
            <a:r>
              <a:rPr lang="zh-CN" altLang="en-US" sz="3200">
                <a:solidFill>
                  <a:srgbClr val="000000"/>
                </a:solidFill>
                <a:latin typeface="Times New Roman" panose="02020603050405020304" pitchFamily="18" charset="0"/>
                <a:ea typeface="黑体" panose="02010609060101010101" pitchFamily="49" charset="-122"/>
              </a:rPr>
              <a:t>网络安全的主要技术</a:t>
            </a:r>
          </a:p>
        </p:txBody>
      </p:sp>
      <p:sp>
        <p:nvSpPr>
          <p:cNvPr id="1356803" name="Rectangle 3">
            <a:extLst>
              <a:ext uri="{FF2B5EF4-FFF2-40B4-BE49-F238E27FC236}">
                <a16:creationId xmlns:a16="http://schemas.microsoft.com/office/drawing/2014/main" id="{CE401EAF-9934-1147-9F21-FF73D91B9628}"/>
              </a:ext>
            </a:extLst>
          </p:cNvPr>
          <p:cNvSpPr>
            <a:spLocks noGrp="1" noChangeArrowheads="1"/>
          </p:cNvSpPr>
          <p:nvPr>
            <p:ph idx="1"/>
          </p:nvPr>
        </p:nvSpPr>
        <p:spPr bwMode="auto">
          <a:xfrm>
            <a:off x="457200" y="1579563"/>
            <a:ext cx="4724400" cy="3754437"/>
          </a:xfrm>
          <a:solidFill>
            <a:srgbClr val="FFFFFF"/>
          </a:solidFill>
          <a:ln>
            <a:solidFill>
              <a:srgbClr val="FFFFFF"/>
            </a:solidFill>
            <a:miter lim="800000"/>
          </a:ln>
        </p:spPr>
        <p:txBody>
          <a:bodyPr vert="horz" wrap="square" lIns="91440" tIns="45720" rIns="91440" bIns="45720" numCol="1" anchor="t" anchorCtr="0" compatLnSpc="1">
            <a:prstTxWarp prst="textNoShape">
              <a:avLst/>
            </a:prstTxWarp>
          </a:bodyPr>
          <a:lstStyle/>
          <a:p>
            <a:pPr eaLnBrk="1" hangingPunct="1">
              <a:buClr>
                <a:srgbClr val="C00000"/>
              </a:buClr>
              <a:buFont typeface="Wingdings" pitchFamily="2" charset="2"/>
              <a:buChar char="q"/>
              <a:defRPr/>
            </a:pPr>
            <a:r>
              <a:rPr lang="zh-CN" altLang="en-US" sz="2400">
                <a:solidFill>
                  <a:srgbClr val="000000"/>
                </a:solidFill>
                <a:ea typeface="宋体" panose="02010600030101010101" pitchFamily="2" charset="-122"/>
              </a:rPr>
              <a:t>密码技术</a:t>
            </a:r>
          </a:p>
          <a:p>
            <a:pPr eaLnBrk="1" hangingPunct="1">
              <a:buClr>
                <a:srgbClr val="C00000"/>
              </a:buClr>
              <a:buFont typeface="Wingdings" pitchFamily="2" charset="2"/>
              <a:buChar char="q"/>
              <a:defRPr/>
            </a:pPr>
            <a:r>
              <a:rPr lang="zh-CN" altLang="en-US" sz="2400">
                <a:solidFill>
                  <a:srgbClr val="000000"/>
                </a:solidFill>
                <a:ea typeface="宋体" panose="02010600030101010101" pitchFamily="2" charset="-122"/>
              </a:rPr>
              <a:t>计算机病毒防治技术</a:t>
            </a:r>
          </a:p>
          <a:p>
            <a:pPr eaLnBrk="1" hangingPunct="1">
              <a:buClr>
                <a:srgbClr val="C00000"/>
              </a:buClr>
              <a:buFont typeface="Wingdings" pitchFamily="2" charset="2"/>
              <a:buChar char="q"/>
              <a:defRPr/>
            </a:pPr>
            <a:r>
              <a:rPr lang="zh-CN" altLang="en-US" sz="2400">
                <a:solidFill>
                  <a:srgbClr val="000000"/>
                </a:solidFill>
                <a:ea typeface="宋体" panose="02010600030101010101" pitchFamily="2" charset="-122"/>
              </a:rPr>
              <a:t>信息泄露防护技术</a:t>
            </a:r>
          </a:p>
          <a:p>
            <a:pPr eaLnBrk="1" hangingPunct="1">
              <a:buClr>
                <a:srgbClr val="C00000"/>
              </a:buClr>
              <a:buFont typeface="Wingdings" pitchFamily="2" charset="2"/>
              <a:buChar char="q"/>
              <a:defRPr/>
            </a:pPr>
            <a:r>
              <a:rPr lang="zh-CN" altLang="en-US" sz="2400">
                <a:solidFill>
                  <a:srgbClr val="000000"/>
                </a:solidFill>
                <a:ea typeface="宋体" panose="02010600030101010101" pitchFamily="2" charset="-122"/>
              </a:rPr>
              <a:t>鉴别，授权和身份鉴别技术</a:t>
            </a:r>
          </a:p>
          <a:p>
            <a:pPr eaLnBrk="1" hangingPunct="1">
              <a:buClr>
                <a:srgbClr val="C00000"/>
              </a:buClr>
              <a:buFont typeface="Wingdings" pitchFamily="2" charset="2"/>
              <a:buChar char="q"/>
              <a:defRPr/>
            </a:pPr>
            <a:r>
              <a:rPr lang="zh-CN" altLang="en-US" sz="2400">
                <a:solidFill>
                  <a:srgbClr val="000000"/>
                </a:solidFill>
                <a:ea typeface="宋体" panose="02010600030101010101" pitchFamily="2" charset="-122"/>
              </a:rPr>
              <a:t>防火墙技术</a:t>
            </a:r>
          </a:p>
          <a:p>
            <a:pPr eaLnBrk="1" hangingPunct="1">
              <a:buClr>
                <a:srgbClr val="C00000"/>
              </a:buClr>
              <a:buFont typeface="Wingdings" pitchFamily="2" charset="2"/>
              <a:buChar char="q"/>
              <a:defRPr/>
            </a:pPr>
            <a:r>
              <a:rPr lang="en-US" altLang="zh-CN" sz="2400">
                <a:solidFill>
                  <a:srgbClr val="000000"/>
                </a:solidFill>
                <a:ea typeface="宋体" panose="02010600030101010101" pitchFamily="2" charset="-122"/>
              </a:rPr>
              <a:t>VPN</a:t>
            </a:r>
            <a:r>
              <a:rPr lang="zh-CN" altLang="en-US" sz="2400">
                <a:solidFill>
                  <a:srgbClr val="000000"/>
                </a:solidFill>
                <a:ea typeface="宋体" panose="02010600030101010101" pitchFamily="2" charset="-122"/>
              </a:rPr>
              <a:t>安全网关/信息网关技术</a:t>
            </a:r>
          </a:p>
          <a:p>
            <a:pPr eaLnBrk="1" hangingPunct="1">
              <a:buClr>
                <a:srgbClr val="C00000"/>
              </a:buClr>
              <a:buFont typeface="Wingdings" pitchFamily="2" charset="2"/>
              <a:buChar char="q"/>
              <a:defRPr/>
            </a:pPr>
            <a:r>
              <a:rPr lang="zh-CN" altLang="en-US" sz="2400">
                <a:solidFill>
                  <a:srgbClr val="000000"/>
                </a:solidFill>
                <a:ea typeface="宋体" panose="02010600030101010101" pitchFamily="2" charset="-122"/>
              </a:rPr>
              <a:t>漏洞分析/渗透式分析技术</a:t>
            </a:r>
          </a:p>
          <a:p>
            <a:pPr eaLnBrk="1" hangingPunct="1">
              <a:buClr>
                <a:srgbClr val="C00000"/>
              </a:buClr>
              <a:buFont typeface="Wingdings" pitchFamily="2" charset="2"/>
              <a:buChar char="q"/>
              <a:defRPr/>
            </a:pPr>
            <a:r>
              <a:rPr lang="zh-CN" altLang="en-US" sz="2400">
                <a:solidFill>
                  <a:srgbClr val="000000"/>
                </a:solidFill>
                <a:ea typeface="宋体" panose="02010600030101010101" pitchFamily="2" charset="-122"/>
              </a:rPr>
              <a:t>监视，预警与响应技术</a:t>
            </a:r>
          </a:p>
        </p:txBody>
      </p:sp>
      <p:sp>
        <p:nvSpPr>
          <p:cNvPr id="1356804" name="Rectangle 4">
            <a:extLst>
              <a:ext uri="{FF2B5EF4-FFF2-40B4-BE49-F238E27FC236}">
                <a16:creationId xmlns:a16="http://schemas.microsoft.com/office/drawing/2014/main" id="{328EA34B-0838-1F4C-8453-BCA221CFA946}"/>
              </a:ext>
            </a:extLst>
          </p:cNvPr>
          <p:cNvSpPr>
            <a:spLocks noChangeArrowheads="1"/>
          </p:cNvSpPr>
          <p:nvPr/>
        </p:nvSpPr>
        <p:spPr bwMode="auto">
          <a:xfrm>
            <a:off x="5181600" y="1601788"/>
            <a:ext cx="3733800" cy="3656012"/>
          </a:xfrm>
          <a:prstGeom prst="rect">
            <a:avLst/>
          </a:prstGeom>
          <a:solidFill>
            <a:srgbClr val="FFFFFF"/>
          </a:solidFill>
          <a:ln>
            <a:solidFill>
              <a:srgbClr val="FFFFFF"/>
            </a:solidFill>
            <a:miter lim="800000"/>
          </a:ln>
        </p:spPr>
        <p:txBody>
          <a:bodyPr/>
          <a:lstStyle>
            <a:lvl1pPr marL="571500" indent="-571500">
              <a:defRPr sz="4800" b="1">
                <a:solidFill>
                  <a:srgbClr val="FF0000"/>
                </a:solidFill>
                <a:latin typeface="隶书" pitchFamily="49" charset="-122"/>
                <a:ea typeface="隶书" pitchFamily="49" charset="-122"/>
              </a:defRPr>
            </a:lvl1pPr>
            <a:lvl2pPr>
              <a:defRPr sz="4800" b="1">
                <a:solidFill>
                  <a:srgbClr val="FF0000"/>
                </a:solidFill>
                <a:latin typeface="隶书" pitchFamily="49" charset="-122"/>
                <a:ea typeface="隶书" pitchFamily="49" charset="-122"/>
              </a:defRPr>
            </a:lvl2pPr>
            <a:lvl3pPr>
              <a:defRPr sz="4800" b="1">
                <a:solidFill>
                  <a:srgbClr val="FF0000"/>
                </a:solidFill>
                <a:latin typeface="隶书" pitchFamily="49" charset="-122"/>
                <a:ea typeface="隶书" pitchFamily="49" charset="-122"/>
              </a:defRPr>
            </a:lvl3pPr>
            <a:lvl4pPr>
              <a:defRPr sz="4800" b="1">
                <a:solidFill>
                  <a:srgbClr val="FF0000"/>
                </a:solidFill>
                <a:latin typeface="隶书" pitchFamily="49" charset="-122"/>
                <a:ea typeface="隶书" pitchFamily="49" charset="-122"/>
              </a:defRPr>
            </a:lvl4pPr>
            <a:lvl5pPr>
              <a:defRPr sz="4800" b="1">
                <a:solidFill>
                  <a:srgbClr val="FF0000"/>
                </a:solidFill>
                <a:latin typeface="隶书" pitchFamily="49" charset="-122"/>
                <a:ea typeface="隶书" pitchFamily="49" charset="-122"/>
              </a:defRPr>
            </a:lvl5pPr>
            <a:lvl6pPr fontAlgn="base">
              <a:spcBef>
                <a:spcPct val="0"/>
              </a:spcBef>
              <a:spcAft>
                <a:spcPct val="0"/>
              </a:spcAft>
              <a:defRPr sz="4800" b="1">
                <a:solidFill>
                  <a:srgbClr val="FF0000"/>
                </a:solidFill>
                <a:latin typeface="隶书" pitchFamily="49" charset="-122"/>
                <a:ea typeface="隶书" pitchFamily="49" charset="-122"/>
              </a:defRPr>
            </a:lvl6pPr>
            <a:lvl7pPr fontAlgn="base">
              <a:spcBef>
                <a:spcPct val="0"/>
              </a:spcBef>
              <a:spcAft>
                <a:spcPct val="0"/>
              </a:spcAft>
              <a:defRPr sz="4800" b="1">
                <a:solidFill>
                  <a:srgbClr val="FF0000"/>
                </a:solidFill>
                <a:latin typeface="隶书" pitchFamily="49" charset="-122"/>
                <a:ea typeface="隶书" pitchFamily="49" charset="-122"/>
              </a:defRPr>
            </a:lvl7pPr>
            <a:lvl8pPr fontAlgn="base">
              <a:spcBef>
                <a:spcPct val="0"/>
              </a:spcBef>
              <a:spcAft>
                <a:spcPct val="0"/>
              </a:spcAft>
              <a:defRPr sz="4800" b="1">
                <a:solidFill>
                  <a:srgbClr val="FF0000"/>
                </a:solidFill>
                <a:latin typeface="隶书" pitchFamily="49" charset="-122"/>
                <a:ea typeface="隶书" pitchFamily="49" charset="-122"/>
              </a:defRPr>
            </a:lvl8pPr>
            <a:lvl9pPr fontAlgn="base">
              <a:spcBef>
                <a:spcPct val="0"/>
              </a:spcBef>
              <a:spcAft>
                <a:spcPct val="0"/>
              </a:spcAft>
              <a:defRPr sz="4800" b="1">
                <a:solidFill>
                  <a:srgbClr val="FF0000"/>
                </a:solidFill>
                <a:latin typeface="隶书" pitchFamily="49" charset="-122"/>
                <a:ea typeface="隶书" pitchFamily="49" charset="-122"/>
              </a:defRPr>
            </a:lvl9pPr>
          </a:lstStyle>
          <a:p>
            <a:pPr eaLnBrk="1" hangingPunct="1">
              <a:lnSpc>
                <a:spcPct val="90000"/>
              </a:lnSpc>
              <a:spcBef>
                <a:spcPct val="30000"/>
              </a:spcBef>
              <a:buClr>
                <a:srgbClr val="C00000"/>
              </a:buClr>
              <a:buSzPct val="75000"/>
              <a:buFont typeface="Wingdings" pitchFamily="2" charset="2"/>
              <a:buChar char="q"/>
              <a:defRPr/>
            </a:pPr>
            <a:r>
              <a:rPr lang="zh-CN" altLang="en-US" sz="2400">
                <a:solidFill>
                  <a:srgbClr val="000000"/>
                </a:solidFill>
                <a:effectLst>
                  <a:outerShdw blurRad="38100" dist="38100" dir="2700000" algn="tl">
                    <a:srgbClr val="C0C0C0"/>
                  </a:outerShdw>
                </a:effectLst>
                <a:latin typeface="Arial" panose="020B0604020202020204" pitchFamily="34" charset="0"/>
                <a:ea typeface="宋体" panose="02010600030101010101" pitchFamily="2" charset="-122"/>
              </a:rPr>
              <a:t>内容安全技术</a:t>
            </a:r>
          </a:p>
          <a:p>
            <a:pPr eaLnBrk="1" hangingPunct="1">
              <a:lnSpc>
                <a:spcPct val="90000"/>
              </a:lnSpc>
              <a:spcBef>
                <a:spcPct val="30000"/>
              </a:spcBef>
              <a:buClr>
                <a:srgbClr val="C00000"/>
              </a:buClr>
              <a:buSzPct val="75000"/>
              <a:buFont typeface="Wingdings" pitchFamily="2" charset="2"/>
              <a:buChar char="q"/>
              <a:defRPr/>
            </a:pPr>
            <a:r>
              <a:rPr lang="zh-CN" altLang="en-US" sz="2400">
                <a:solidFill>
                  <a:srgbClr val="000000"/>
                </a:solidFill>
                <a:effectLst>
                  <a:outerShdw blurRad="38100" dist="38100" dir="2700000" algn="tl">
                    <a:srgbClr val="C0C0C0"/>
                  </a:outerShdw>
                </a:effectLst>
                <a:latin typeface="Arial" panose="020B0604020202020204" pitchFamily="34" charset="0"/>
                <a:ea typeface="宋体" panose="02010600030101010101" pitchFamily="2" charset="-122"/>
              </a:rPr>
              <a:t>应用安全技术</a:t>
            </a:r>
          </a:p>
          <a:p>
            <a:pPr eaLnBrk="1" hangingPunct="1">
              <a:lnSpc>
                <a:spcPct val="90000"/>
              </a:lnSpc>
              <a:spcBef>
                <a:spcPct val="30000"/>
              </a:spcBef>
              <a:buClr>
                <a:srgbClr val="C00000"/>
              </a:buClr>
              <a:buSzPct val="75000"/>
              <a:buFont typeface="Wingdings" pitchFamily="2" charset="2"/>
              <a:buChar char="q"/>
              <a:defRPr/>
            </a:pPr>
            <a:r>
              <a:rPr lang="zh-CN" altLang="en-US" sz="2400">
                <a:solidFill>
                  <a:srgbClr val="000000"/>
                </a:solidFill>
                <a:effectLst>
                  <a:outerShdw blurRad="38100" dist="38100" dir="2700000" algn="tl">
                    <a:srgbClr val="C0C0C0"/>
                  </a:outerShdw>
                </a:effectLst>
                <a:latin typeface="Arial" panose="020B0604020202020204" pitchFamily="34" charset="0"/>
                <a:ea typeface="宋体" panose="02010600030101010101" pitchFamily="2" charset="-122"/>
              </a:rPr>
              <a:t>安全路由器</a:t>
            </a:r>
          </a:p>
          <a:p>
            <a:pPr eaLnBrk="1" hangingPunct="1">
              <a:lnSpc>
                <a:spcPct val="90000"/>
              </a:lnSpc>
              <a:spcBef>
                <a:spcPct val="30000"/>
              </a:spcBef>
              <a:buClr>
                <a:srgbClr val="C00000"/>
              </a:buClr>
              <a:buSzPct val="75000"/>
              <a:buFont typeface="Wingdings" pitchFamily="2" charset="2"/>
              <a:buChar char="q"/>
              <a:defRPr/>
            </a:pPr>
            <a:r>
              <a:rPr lang="zh-CN" altLang="en-US" sz="2400">
                <a:solidFill>
                  <a:srgbClr val="000000"/>
                </a:solidFill>
                <a:effectLst>
                  <a:outerShdw blurRad="38100" dist="38100" dir="2700000" algn="tl">
                    <a:srgbClr val="C0C0C0"/>
                  </a:outerShdw>
                </a:effectLst>
                <a:latin typeface="Arial" panose="020B0604020202020204" pitchFamily="34" charset="0"/>
                <a:ea typeface="宋体" panose="02010600030101010101" pitchFamily="2" charset="-122"/>
              </a:rPr>
              <a:t>系统安全技术</a:t>
            </a:r>
          </a:p>
          <a:p>
            <a:pPr eaLnBrk="1" hangingPunct="1">
              <a:lnSpc>
                <a:spcPct val="90000"/>
              </a:lnSpc>
              <a:spcBef>
                <a:spcPct val="30000"/>
              </a:spcBef>
              <a:buClr>
                <a:srgbClr val="C00000"/>
              </a:buClr>
              <a:buSzPct val="75000"/>
              <a:buFont typeface="Wingdings" pitchFamily="2" charset="2"/>
              <a:buChar char="q"/>
              <a:defRPr/>
            </a:pPr>
            <a:r>
              <a:rPr lang="zh-CN" altLang="en-US" sz="2400">
                <a:solidFill>
                  <a:srgbClr val="000000"/>
                </a:solidFill>
                <a:effectLst>
                  <a:outerShdw blurRad="38100" dist="38100" dir="2700000" algn="tl">
                    <a:srgbClr val="C0C0C0"/>
                  </a:outerShdw>
                </a:effectLst>
                <a:latin typeface="Arial" panose="020B0604020202020204" pitchFamily="34" charset="0"/>
                <a:ea typeface="宋体" panose="02010600030101010101" pitchFamily="2" charset="-122"/>
              </a:rPr>
              <a:t>数据库安全技术</a:t>
            </a:r>
          </a:p>
          <a:p>
            <a:pPr eaLnBrk="1" hangingPunct="1">
              <a:lnSpc>
                <a:spcPct val="90000"/>
              </a:lnSpc>
              <a:spcBef>
                <a:spcPct val="30000"/>
              </a:spcBef>
              <a:buClr>
                <a:srgbClr val="C00000"/>
              </a:buClr>
              <a:buSzPct val="75000"/>
              <a:buFont typeface="Wingdings" pitchFamily="2" charset="2"/>
              <a:buChar char="q"/>
              <a:defRPr/>
            </a:pPr>
            <a:r>
              <a:rPr lang="zh-CN" altLang="en-US" sz="2400">
                <a:solidFill>
                  <a:srgbClr val="000000"/>
                </a:solidFill>
                <a:effectLst>
                  <a:outerShdw blurRad="38100" dist="38100" dir="2700000" algn="tl">
                    <a:srgbClr val="C0C0C0"/>
                  </a:outerShdw>
                </a:effectLst>
                <a:latin typeface="Arial" panose="020B0604020202020204" pitchFamily="34" charset="0"/>
                <a:ea typeface="宋体" panose="02010600030101010101" pitchFamily="2" charset="-122"/>
              </a:rPr>
              <a:t>物理隔离技术</a:t>
            </a:r>
          </a:p>
          <a:p>
            <a:pPr eaLnBrk="1" hangingPunct="1">
              <a:lnSpc>
                <a:spcPct val="90000"/>
              </a:lnSpc>
              <a:spcBef>
                <a:spcPct val="30000"/>
              </a:spcBef>
              <a:buClr>
                <a:srgbClr val="C00000"/>
              </a:buClr>
              <a:buSzPct val="75000"/>
              <a:buFont typeface="Wingdings" pitchFamily="2" charset="2"/>
              <a:buChar char="q"/>
              <a:defRPr/>
            </a:pPr>
            <a:r>
              <a:rPr lang="zh-CN" altLang="en-US" sz="2400">
                <a:solidFill>
                  <a:srgbClr val="000000"/>
                </a:solidFill>
                <a:effectLst>
                  <a:outerShdw blurRad="38100" dist="38100" dir="2700000" algn="tl">
                    <a:srgbClr val="C0C0C0"/>
                  </a:outerShdw>
                </a:effectLst>
                <a:latin typeface="Arial" panose="020B0604020202020204" pitchFamily="34" charset="0"/>
                <a:ea typeface="宋体" panose="02010600030101010101" pitchFamily="2" charset="-122"/>
              </a:rPr>
              <a:t>灾难恢复与备份技术</a:t>
            </a:r>
          </a:p>
          <a:p>
            <a:pPr eaLnBrk="1" hangingPunct="1">
              <a:lnSpc>
                <a:spcPct val="90000"/>
              </a:lnSpc>
              <a:spcBef>
                <a:spcPct val="30000"/>
              </a:spcBef>
              <a:buClr>
                <a:srgbClr val="C00000"/>
              </a:buClr>
              <a:buSzPct val="75000"/>
              <a:buFont typeface="Wingdings" pitchFamily="2" charset="2"/>
              <a:buChar char="q"/>
              <a:defRPr/>
            </a:pPr>
            <a:r>
              <a:rPr lang="zh-CN" altLang="en-US" sz="2400">
                <a:solidFill>
                  <a:srgbClr val="000000"/>
                </a:solidFill>
                <a:effectLst>
                  <a:outerShdw blurRad="38100" dist="38100" dir="2700000" algn="tl">
                    <a:srgbClr val="C0C0C0"/>
                  </a:outerShdw>
                </a:effectLst>
                <a:latin typeface="Arial" panose="020B0604020202020204" pitchFamily="34" charset="0"/>
                <a:ea typeface="宋体" panose="02010600030101010101" pitchFamily="2" charset="-122"/>
              </a:rPr>
              <a:t>漏洞扫描技术</a:t>
            </a:r>
          </a:p>
          <a:p>
            <a:pPr eaLnBrk="1" hangingPunct="1">
              <a:lnSpc>
                <a:spcPct val="90000"/>
              </a:lnSpc>
              <a:spcBef>
                <a:spcPct val="30000"/>
              </a:spcBef>
              <a:buClr>
                <a:srgbClr val="C00000"/>
              </a:buClr>
              <a:buSzPct val="75000"/>
              <a:buFont typeface="Wingdings" pitchFamily="2" charset="2"/>
              <a:buChar char="q"/>
              <a:defRPr/>
            </a:pPr>
            <a:endParaRPr lang="zh-CN" altLang="en-US" sz="2400">
              <a:solidFill>
                <a:srgbClr val="000000"/>
              </a:solidFill>
              <a:effectLst>
                <a:outerShdw blurRad="38100" dist="38100" dir="2700000" algn="tl">
                  <a:srgbClr val="C0C0C0"/>
                </a:outerShdw>
              </a:effectLst>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356803">
                                            <p:bg/>
                                          </p:spTgt>
                                        </p:tgtEl>
                                        <p:attrNameLst>
                                          <p:attrName>style.visibility</p:attrName>
                                        </p:attrNameLst>
                                      </p:cBhvr>
                                      <p:to>
                                        <p:strVal val="visible"/>
                                      </p:to>
                                    </p:set>
                                    <p:anim calcmode="lin" valueType="num">
                                      <p:cBhvr additive="base">
                                        <p:cTn id="7" dur="500" fill="hold"/>
                                        <p:tgtEl>
                                          <p:spTgt spid="1356803">
                                            <p:bg/>
                                          </p:spTgt>
                                        </p:tgtEl>
                                        <p:attrNameLst>
                                          <p:attrName>ppt_x</p:attrName>
                                        </p:attrNameLst>
                                      </p:cBhvr>
                                      <p:tavLst>
                                        <p:tav tm="0">
                                          <p:val>
                                            <p:strVal val="#ppt_x"/>
                                          </p:val>
                                        </p:tav>
                                        <p:tav tm="100000">
                                          <p:val>
                                            <p:strVal val="#ppt_x"/>
                                          </p:val>
                                        </p:tav>
                                      </p:tavLst>
                                    </p:anim>
                                    <p:anim calcmode="lin" valueType="num">
                                      <p:cBhvr additive="base">
                                        <p:cTn id="8" dur="500" fill="hold"/>
                                        <p:tgtEl>
                                          <p:spTgt spid="1356803">
                                            <p:bg/>
                                          </p:spTgt>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1356803">
                                            <p:txEl>
                                              <p:pRg st="0" end="0"/>
                                            </p:txEl>
                                          </p:spTgt>
                                        </p:tgtEl>
                                        <p:attrNameLst>
                                          <p:attrName>style.visibility</p:attrName>
                                        </p:attrNameLst>
                                      </p:cBhvr>
                                      <p:to>
                                        <p:strVal val="visible"/>
                                      </p:to>
                                    </p:set>
                                    <p:anim calcmode="lin" valueType="num">
                                      <p:cBhvr additive="base">
                                        <p:cTn id="12" dur="500" fill="hold"/>
                                        <p:tgtEl>
                                          <p:spTgt spid="135680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356803">
                                            <p:txEl>
                                              <p:pRg st="0" end="0"/>
                                            </p:txEl>
                                          </p:spTgt>
                                        </p:tgtEl>
                                        <p:attrNameLst>
                                          <p:attrName>ppt_y</p:attrName>
                                        </p:attrNameLst>
                                      </p:cBhvr>
                                      <p:tavLst>
                                        <p:tav tm="0">
                                          <p:val>
                                            <p:strVal val="1+#ppt_h/2"/>
                                          </p:val>
                                        </p:tav>
                                        <p:tav tm="100000">
                                          <p:val>
                                            <p:strVal val="#ppt_y"/>
                                          </p:val>
                                        </p:tav>
                                      </p:tavLst>
                                    </p:anim>
                                  </p:childTnLst>
                                </p:cTn>
                              </p:par>
                            </p:childTnLst>
                          </p:cTn>
                        </p:par>
                        <p:par>
                          <p:cTn id="14" fill="hold" nodeType="afterGroup">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1356803">
                                            <p:txEl>
                                              <p:pRg st="1" end="1"/>
                                            </p:txEl>
                                          </p:spTgt>
                                        </p:tgtEl>
                                        <p:attrNameLst>
                                          <p:attrName>style.visibility</p:attrName>
                                        </p:attrNameLst>
                                      </p:cBhvr>
                                      <p:to>
                                        <p:strVal val="visible"/>
                                      </p:to>
                                    </p:set>
                                    <p:anim calcmode="lin" valueType="num">
                                      <p:cBhvr additive="base">
                                        <p:cTn id="17" dur="500" fill="hold"/>
                                        <p:tgtEl>
                                          <p:spTgt spid="135680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356803">
                                            <p:txEl>
                                              <p:pRg st="1" end="1"/>
                                            </p:txEl>
                                          </p:spTgt>
                                        </p:tgtEl>
                                        <p:attrNameLst>
                                          <p:attrName>ppt_y</p:attrName>
                                        </p:attrNameLst>
                                      </p:cBhvr>
                                      <p:tavLst>
                                        <p:tav tm="0">
                                          <p:val>
                                            <p:strVal val="1+#ppt_h/2"/>
                                          </p:val>
                                        </p:tav>
                                        <p:tav tm="100000">
                                          <p:val>
                                            <p:strVal val="#ppt_y"/>
                                          </p:val>
                                        </p:tav>
                                      </p:tavLst>
                                    </p:anim>
                                  </p:childTnLst>
                                </p:cTn>
                              </p:par>
                            </p:childTnLst>
                          </p:cTn>
                        </p:par>
                        <p:par>
                          <p:cTn id="19" fill="hold" nodeType="afterGroup">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1356803">
                                            <p:txEl>
                                              <p:pRg st="2" end="2"/>
                                            </p:txEl>
                                          </p:spTgt>
                                        </p:tgtEl>
                                        <p:attrNameLst>
                                          <p:attrName>style.visibility</p:attrName>
                                        </p:attrNameLst>
                                      </p:cBhvr>
                                      <p:to>
                                        <p:strVal val="visible"/>
                                      </p:to>
                                    </p:set>
                                    <p:anim calcmode="lin" valueType="num">
                                      <p:cBhvr additive="base">
                                        <p:cTn id="22" dur="500" fill="hold"/>
                                        <p:tgtEl>
                                          <p:spTgt spid="1356803">
                                            <p:txEl>
                                              <p:pRg st="2" end="2"/>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1356803">
                                            <p:txEl>
                                              <p:pRg st="2" end="2"/>
                                            </p:txEl>
                                          </p:spTgt>
                                        </p:tgtEl>
                                        <p:attrNameLst>
                                          <p:attrName>ppt_y</p:attrName>
                                        </p:attrNameLst>
                                      </p:cBhvr>
                                      <p:tavLst>
                                        <p:tav tm="0">
                                          <p:val>
                                            <p:strVal val="1+#ppt_h/2"/>
                                          </p:val>
                                        </p:tav>
                                        <p:tav tm="100000">
                                          <p:val>
                                            <p:strVal val="#ppt_y"/>
                                          </p:val>
                                        </p:tav>
                                      </p:tavLst>
                                    </p:anim>
                                  </p:childTnLst>
                                </p:cTn>
                              </p:par>
                            </p:childTnLst>
                          </p:cTn>
                        </p:par>
                        <p:par>
                          <p:cTn id="24" fill="hold" nodeType="afterGroup">
                            <p:stCondLst>
                              <p:cond delay="2000"/>
                            </p:stCondLst>
                            <p:childTnLst>
                              <p:par>
                                <p:cTn id="25" presetID="2" presetClass="entr" presetSubtype="4" fill="hold" grpId="0" nodeType="afterEffect">
                                  <p:stCondLst>
                                    <p:cond delay="0"/>
                                  </p:stCondLst>
                                  <p:childTnLst>
                                    <p:set>
                                      <p:cBhvr>
                                        <p:cTn id="26" dur="1" fill="hold">
                                          <p:stCondLst>
                                            <p:cond delay="0"/>
                                          </p:stCondLst>
                                        </p:cTn>
                                        <p:tgtEl>
                                          <p:spTgt spid="1356803">
                                            <p:txEl>
                                              <p:pRg st="3" end="3"/>
                                            </p:txEl>
                                          </p:spTgt>
                                        </p:tgtEl>
                                        <p:attrNameLst>
                                          <p:attrName>style.visibility</p:attrName>
                                        </p:attrNameLst>
                                      </p:cBhvr>
                                      <p:to>
                                        <p:strVal val="visible"/>
                                      </p:to>
                                    </p:set>
                                    <p:anim calcmode="lin" valueType="num">
                                      <p:cBhvr additive="base">
                                        <p:cTn id="27" dur="500" fill="hold"/>
                                        <p:tgtEl>
                                          <p:spTgt spid="1356803">
                                            <p:txEl>
                                              <p:pRg st="3" end="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356803">
                                            <p:txEl>
                                              <p:pRg st="3" end="3"/>
                                            </p:txEl>
                                          </p:spTgt>
                                        </p:tgtEl>
                                        <p:attrNameLst>
                                          <p:attrName>ppt_y</p:attrName>
                                        </p:attrNameLst>
                                      </p:cBhvr>
                                      <p:tavLst>
                                        <p:tav tm="0">
                                          <p:val>
                                            <p:strVal val="1+#ppt_h/2"/>
                                          </p:val>
                                        </p:tav>
                                        <p:tav tm="100000">
                                          <p:val>
                                            <p:strVal val="#ppt_y"/>
                                          </p:val>
                                        </p:tav>
                                      </p:tavLst>
                                    </p:anim>
                                  </p:childTnLst>
                                </p:cTn>
                              </p:par>
                            </p:childTnLst>
                          </p:cTn>
                        </p:par>
                        <p:par>
                          <p:cTn id="29" fill="hold" nodeType="afterGroup">
                            <p:stCondLst>
                              <p:cond delay="2500"/>
                            </p:stCondLst>
                            <p:childTnLst>
                              <p:par>
                                <p:cTn id="30" presetID="2" presetClass="entr" presetSubtype="4" fill="hold" grpId="0" nodeType="afterEffect">
                                  <p:stCondLst>
                                    <p:cond delay="0"/>
                                  </p:stCondLst>
                                  <p:childTnLst>
                                    <p:set>
                                      <p:cBhvr>
                                        <p:cTn id="31" dur="1" fill="hold">
                                          <p:stCondLst>
                                            <p:cond delay="0"/>
                                          </p:stCondLst>
                                        </p:cTn>
                                        <p:tgtEl>
                                          <p:spTgt spid="1356803">
                                            <p:txEl>
                                              <p:pRg st="4" end="4"/>
                                            </p:txEl>
                                          </p:spTgt>
                                        </p:tgtEl>
                                        <p:attrNameLst>
                                          <p:attrName>style.visibility</p:attrName>
                                        </p:attrNameLst>
                                      </p:cBhvr>
                                      <p:to>
                                        <p:strVal val="visible"/>
                                      </p:to>
                                    </p:set>
                                    <p:anim calcmode="lin" valueType="num">
                                      <p:cBhvr additive="base">
                                        <p:cTn id="32" dur="500" fill="hold"/>
                                        <p:tgtEl>
                                          <p:spTgt spid="1356803">
                                            <p:txEl>
                                              <p:pRg st="4" end="4"/>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1356803">
                                            <p:txEl>
                                              <p:pRg st="4" end="4"/>
                                            </p:txEl>
                                          </p:spTgt>
                                        </p:tgtEl>
                                        <p:attrNameLst>
                                          <p:attrName>ppt_y</p:attrName>
                                        </p:attrNameLst>
                                      </p:cBhvr>
                                      <p:tavLst>
                                        <p:tav tm="0">
                                          <p:val>
                                            <p:strVal val="1+#ppt_h/2"/>
                                          </p:val>
                                        </p:tav>
                                        <p:tav tm="100000">
                                          <p:val>
                                            <p:strVal val="#ppt_y"/>
                                          </p:val>
                                        </p:tav>
                                      </p:tavLst>
                                    </p:anim>
                                  </p:childTnLst>
                                </p:cTn>
                              </p:par>
                            </p:childTnLst>
                          </p:cTn>
                        </p:par>
                        <p:par>
                          <p:cTn id="34" fill="hold" nodeType="afterGroup">
                            <p:stCondLst>
                              <p:cond delay="3000"/>
                            </p:stCondLst>
                            <p:childTnLst>
                              <p:par>
                                <p:cTn id="35" presetID="2" presetClass="entr" presetSubtype="4" fill="hold" grpId="0" nodeType="afterEffect">
                                  <p:stCondLst>
                                    <p:cond delay="0"/>
                                  </p:stCondLst>
                                  <p:childTnLst>
                                    <p:set>
                                      <p:cBhvr>
                                        <p:cTn id="36" dur="1" fill="hold">
                                          <p:stCondLst>
                                            <p:cond delay="0"/>
                                          </p:stCondLst>
                                        </p:cTn>
                                        <p:tgtEl>
                                          <p:spTgt spid="1356803">
                                            <p:txEl>
                                              <p:pRg st="5" end="5"/>
                                            </p:txEl>
                                          </p:spTgt>
                                        </p:tgtEl>
                                        <p:attrNameLst>
                                          <p:attrName>style.visibility</p:attrName>
                                        </p:attrNameLst>
                                      </p:cBhvr>
                                      <p:to>
                                        <p:strVal val="visible"/>
                                      </p:to>
                                    </p:set>
                                    <p:anim calcmode="lin" valueType="num">
                                      <p:cBhvr additive="base">
                                        <p:cTn id="37" dur="500" fill="hold"/>
                                        <p:tgtEl>
                                          <p:spTgt spid="135680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356803">
                                            <p:txEl>
                                              <p:pRg st="5" end="5"/>
                                            </p:txEl>
                                          </p:spTgt>
                                        </p:tgtEl>
                                        <p:attrNameLst>
                                          <p:attrName>ppt_y</p:attrName>
                                        </p:attrNameLst>
                                      </p:cBhvr>
                                      <p:tavLst>
                                        <p:tav tm="0">
                                          <p:val>
                                            <p:strVal val="1+#ppt_h/2"/>
                                          </p:val>
                                        </p:tav>
                                        <p:tav tm="100000">
                                          <p:val>
                                            <p:strVal val="#ppt_y"/>
                                          </p:val>
                                        </p:tav>
                                      </p:tavLst>
                                    </p:anim>
                                  </p:childTnLst>
                                </p:cTn>
                              </p:par>
                            </p:childTnLst>
                          </p:cTn>
                        </p:par>
                        <p:par>
                          <p:cTn id="39" fill="hold" nodeType="afterGroup">
                            <p:stCondLst>
                              <p:cond delay="3500"/>
                            </p:stCondLst>
                            <p:childTnLst>
                              <p:par>
                                <p:cTn id="40" presetID="2" presetClass="entr" presetSubtype="4" fill="hold" grpId="0" nodeType="afterEffect">
                                  <p:stCondLst>
                                    <p:cond delay="0"/>
                                  </p:stCondLst>
                                  <p:childTnLst>
                                    <p:set>
                                      <p:cBhvr>
                                        <p:cTn id="41" dur="1" fill="hold">
                                          <p:stCondLst>
                                            <p:cond delay="0"/>
                                          </p:stCondLst>
                                        </p:cTn>
                                        <p:tgtEl>
                                          <p:spTgt spid="1356803">
                                            <p:txEl>
                                              <p:pRg st="6" end="6"/>
                                            </p:txEl>
                                          </p:spTgt>
                                        </p:tgtEl>
                                        <p:attrNameLst>
                                          <p:attrName>style.visibility</p:attrName>
                                        </p:attrNameLst>
                                      </p:cBhvr>
                                      <p:to>
                                        <p:strVal val="visible"/>
                                      </p:to>
                                    </p:set>
                                    <p:anim calcmode="lin" valueType="num">
                                      <p:cBhvr additive="base">
                                        <p:cTn id="42" dur="500" fill="hold"/>
                                        <p:tgtEl>
                                          <p:spTgt spid="1356803">
                                            <p:txEl>
                                              <p:pRg st="6" end="6"/>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1356803">
                                            <p:txEl>
                                              <p:pRg st="6" end="6"/>
                                            </p:txEl>
                                          </p:spTgt>
                                        </p:tgtEl>
                                        <p:attrNameLst>
                                          <p:attrName>ppt_y</p:attrName>
                                        </p:attrNameLst>
                                      </p:cBhvr>
                                      <p:tavLst>
                                        <p:tav tm="0">
                                          <p:val>
                                            <p:strVal val="1+#ppt_h/2"/>
                                          </p:val>
                                        </p:tav>
                                        <p:tav tm="100000">
                                          <p:val>
                                            <p:strVal val="#ppt_y"/>
                                          </p:val>
                                        </p:tav>
                                      </p:tavLst>
                                    </p:anim>
                                  </p:childTnLst>
                                </p:cTn>
                              </p:par>
                            </p:childTnLst>
                          </p:cTn>
                        </p:par>
                        <p:par>
                          <p:cTn id="44" fill="hold" nodeType="afterGroup">
                            <p:stCondLst>
                              <p:cond delay="4000"/>
                            </p:stCondLst>
                            <p:childTnLst>
                              <p:par>
                                <p:cTn id="45" presetID="2" presetClass="entr" presetSubtype="4" fill="hold" grpId="0" nodeType="afterEffect">
                                  <p:stCondLst>
                                    <p:cond delay="0"/>
                                  </p:stCondLst>
                                  <p:childTnLst>
                                    <p:set>
                                      <p:cBhvr>
                                        <p:cTn id="46" dur="1" fill="hold">
                                          <p:stCondLst>
                                            <p:cond delay="0"/>
                                          </p:stCondLst>
                                        </p:cTn>
                                        <p:tgtEl>
                                          <p:spTgt spid="1356803">
                                            <p:txEl>
                                              <p:pRg st="7" end="7"/>
                                            </p:txEl>
                                          </p:spTgt>
                                        </p:tgtEl>
                                        <p:attrNameLst>
                                          <p:attrName>style.visibility</p:attrName>
                                        </p:attrNameLst>
                                      </p:cBhvr>
                                      <p:to>
                                        <p:strVal val="visible"/>
                                      </p:to>
                                    </p:set>
                                    <p:anim calcmode="lin" valueType="num">
                                      <p:cBhvr additive="base">
                                        <p:cTn id="47" dur="500" fill="hold"/>
                                        <p:tgtEl>
                                          <p:spTgt spid="1356803">
                                            <p:txEl>
                                              <p:pRg st="7" end="7"/>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1356803">
                                            <p:txEl>
                                              <p:pRg st="7" end="7"/>
                                            </p:txEl>
                                          </p:spTgt>
                                        </p:tgtEl>
                                        <p:attrNameLst>
                                          <p:attrName>ppt_y</p:attrName>
                                        </p:attrNameLst>
                                      </p:cBhvr>
                                      <p:tavLst>
                                        <p:tav tm="0">
                                          <p:val>
                                            <p:strVal val="1+#ppt_h/2"/>
                                          </p:val>
                                        </p:tav>
                                        <p:tav tm="100000">
                                          <p:val>
                                            <p:strVal val="#ppt_y"/>
                                          </p:val>
                                        </p:tav>
                                      </p:tavLst>
                                    </p:anim>
                                  </p:childTnLst>
                                </p:cTn>
                              </p:par>
                            </p:childTnLst>
                          </p:cTn>
                        </p:par>
                        <p:par>
                          <p:cTn id="49" fill="hold" nodeType="afterGroup">
                            <p:stCondLst>
                              <p:cond delay="4500"/>
                            </p:stCondLst>
                            <p:childTnLst>
                              <p:par>
                                <p:cTn id="50" presetID="2" presetClass="entr" presetSubtype="4" fill="hold" grpId="0" nodeType="afterEffect">
                                  <p:stCondLst>
                                    <p:cond delay="0"/>
                                  </p:stCondLst>
                                  <p:childTnLst>
                                    <p:set>
                                      <p:cBhvr>
                                        <p:cTn id="51" dur="1" fill="hold">
                                          <p:stCondLst>
                                            <p:cond delay="0"/>
                                          </p:stCondLst>
                                        </p:cTn>
                                        <p:tgtEl>
                                          <p:spTgt spid="1356804"/>
                                        </p:tgtEl>
                                        <p:attrNameLst>
                                          <p:attrName>style.visibility</p:attrName>
                                        </p:attrNameLst>
                                      </p:cBhvr>
                                      <p:to>
                                        <p:strVal val="visible"/>
                                      </p:to>
                                    </p:set>
                                    <p:anim calcmode="lin" valueType="num">
                                      <p:cBhvr additive="base">
                                        <p:cTn id="52" dur="500" fill="hold"/>
                                        <p:tgtEl>
                                          <p:spTgt spid="1356804"/>
                                        </p:tgtEl>
                                        <p:attrNameLst>
                                          <p:attrName>ppt_x</p:attrName>
                                        </p:attrNameLst>
                                      </p:cBhvr>
                                      <p:tavLst>
                                        <p:tav tm="0">
                                          <p:val>
                                            <p:strVal val="#ppt_x"/>
                                          </p:val>
                                        </p:tav>
                                        <p:tav tm="100000">
                                          <p:val>
                                            <p:strVal val="#ppt_x"/>
                                          </p:val>
                                        </p:tav>
                                      </p:tavLst>
                                    </p:anim>
                                    <p:anim calcmode="lin" valueType="num">
                                      <p:cBhvr additive="base">
                                        <p:cTn id="53" dur="500" fill="hold"/>
                                        <p:tgtEl>
                                          <p:spTgt spid="135680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6803" grpId="0" build="p" animBg="1"/>
      <p:bldP spid="1356804"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263E1910-FF71-3643-90D8-5C334DFEDE1B}"/>
              </a:ext>
            </a:extLst>
          </p:cNvPr>
          <p:cNvSpPr>
            <a:spLocks noChangeArrowheads="1"/>
          </p:cNvSpPr>
          <p:nvPr/>
        </p:nvSpPr>
        <p:spPr bwMode="auto">
          <a:xfrm>
            <a:off x="457200" y="730250"/>
            <a:ext cx="7086600" cy="534988"/>
          </a:xfrm>
          <a:prstGeom prst="rect">
            <a:avLst/>
          </a:prstGeom>
          <a:noFill/>
          <a:ln>
            <a:noFill/>
          </a:ln>
        </p:spPr>
        <p:txBody>
          <a:bodyPr>
            <a:spAutoFit/>
          </a:bodyPr>
          <a:lstStyle/>
          <a:p>
            <a:pPr eaLnBrk="1" hangingPunct="1">
              <a:lnSpc>
                <a:spcPct val="90000"/>
              </a:lnSpc>
              <a:defRPr/>
            </a:pPr>
            <a:r>
              <a:rPr lang="en-US" altLang="zh-CN" sz="3200">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49" charset="-122"/>
              </a:rPr>
              <a:t>4.5.4 </a:t>
            </a:r>
            <a:r>
              <a:rPr lang="zh-CN" altLang="en-US" sz="3200">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49" charset="-122"/>
              </a:rPr>
              <a:t>网络空间安全技术层次分类 </a:t>
            </a:r>
          </a:p>
        </p:txBody>
      </p:sp>
      <p:sp>
        <p:nvSpPr>
          <p:cNvPr id="35843" name="Rectangle 3">
            <a:extLst>
              <a:ext uri="{FF2B5EF4-FFF2-40B4-BE49-F238E27FC236}">
                <a16:creationId xmlns:a16="http://schemas.microsoft.com/office/drawing/2014/main" id="{49E67142-1670-B241-BE30-933958B38A1E}"/>
              </a:ext>
            </a:extLst>
          </p:cNvPr>
          <p:cNvSpPr>
            <a:spLocks noChangeArrowheads="1"/>
          </p:cNvSpPr>
          <p:nvPr/>
        </p:nvSpPr>
        <p:spPr bwMode="auto">
          <a:xfrm>
            <a:off x="228600" y="1354138"/>
            <a:ext cx="8686800"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r>
              <a:rPr lang="zh-CN" altLang="en-US" sz="2300">
                <a:solidFill>
                  <a:srgbClr val="000000"/>
                </a:solidFill>
                <a:latin typeface="宋体" panose="02010600030101010101" pitchFamily="2" charset="-122"/>
                <a:ea typeface="宋体" panose="02010600030101010101" pitchFamily="2" charset="-122"/>
              </a:rPr>
              <a:t>    安全防范技术体系划分为物理层安全、系统层安全、网络层安全、应用层安全和管理层安全等</a:t>
            </a:r>
            <a:r>
              <a:rPr lang="zh-CN" altLang="en-US" sz="2300">
                <a:latin typeface="宋体" panose="02010600030101010101" pitchFamily="2" charset="-122"/>
                <a:ea typeface="宋体" panose="02010600030101010101" pitchFamily="2" charset="-122"/>
              </a:rPr>
              <a:t>五个层次</a:t>
            </a:r>
            <a:r>
              <a:rPr lang="zh-CN" altLang="en-US" sz="2300">
                <a:solidFill>
                  <a:srgbClr val="000000"/>
                </a:solidFill>
                <a:latin typeface="宋体" panose="02010600030101010101" pitchFamily="2" charset="-122"/>
                <a:ea typeface="宋体" panose="02010600030101010101" pitchFamily="2" charset="-122"/>
              </a:rPr>
              <a:t>。</a:t>
            </a:r>
          </a:p>
        </p:txBody>
      </p:sp>
      <p:sp>
        <p:nvSpPr>
          <p:cNvPr id="2" name="矩形 1">
            <a:extLst>
              <a:ext uri="{FF2B5EF4-FFF2-40B4-BE49-F238E27FC236}">
                <a16:creationId xmlns:a16="http://schemas.microsoft.com/office/drawing/2014/main" id="{01A81300-8065-CD42-A773-12FBCDB99DE8}"/>
              </a:ext>
            </a:extLst>
          </p:cNvPr>
          <p:cNvSpPr>
            <a:spLocks noChangeArrowheads="1"/>
          </p:cNvSpPr>
          <p:nvPr/>
        </p:nvSpPr>
        <p:spPr bwMode="auto">
          <a:xfrm>
            <a:off x="457200" y="2325688"/>
            <a:ext cx="8305800" cy="169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r>
              <a:rPr lang="zh-CN" altLang="en-US" sz="2400">
                <a:solidFill>
                  <a:srgbClr val="000000"/>
                </a:solidFill>
                <a:latin typeface="黑体" panose="02010609060101010101" pitchFamily="49" charset="-122"/>
                <a:ea typeface="黑体" panose="02010609060101010101" pitchFamily="49" charset="-122"/>
              </a:rPr>
              <a:t> 1）</a:t>
            </a:r>
            <a:r>
              <a:rPr lang="zh-CN" altLang="en-US" sz="2400">
                <a:solidFill>
                  <a:srgbClr val="FF3300"/>
                </a:solidFill>
                <a:latin typeface="黑体" panose="02010609060101010101" pitchFamily="49" charset="-122"/>
                <a:ea typeface="黑体" panose="02010609060101010101" pitchFamily="49" charset="-122"/>
              </a:rPr>
              <a:t>物理安全技术（物理层安全）</a:t>
            </a:r>
            <a:r>
              <a:rPr lang="zh-CN" altLang="en-US" sz="2000">
                <a:solidFill>
                  <a:srgbClr val="000000"/>
                </a:solidFill>
                <a:latin typeface="宋体" panose="02010600030101010101" pitchFamily="2" charset="-122"/>
                <a:ea typeface="宋体" panose="02010600030101010101" pitchFamily="2" charset="-122"/>
              </a:rPr>
              <a:t>：该层次的安全包括通信线路的安全、物理设备的安全、机房的安全等。物理层的安全主要体现在通信线路的可靠性（线路备份、网管软件、传输介质），软硬件设备安全性（替换设备、拆卸设备、增加设备），设备的备份，防灾害能力，防干扰能力，设备的运行环境（温度、湿度、烟尘），不间断电源保障。</a:t>
            </a:r>
            <a:endParaRPr lang="zh-CN" altLang="en-US" sz="2000"/>
          </a:p>
        </p:txBody>
      </p:sp>
      <p:sp>
        <p:nvSpPr>
          <p:cNvPr id="3" name="矩形 2">
            <a:extLst>
              <a:ext uri="{FF2B5EF4-FFF2-40B4-BE49-F238E27FC236}">
                <a16:creationId xmlns:a16="http://schemas.microsoft.com/office/drawing/2014/main" id="{83E5F11E-4EC8-4346-B7BF-F8AA939C83C0}"/>
              </a:ext>
            </a:extLst>
          </p:cNvPr>
          <p:cNvSpPr>
            <a:spLocks noChangeArrowheads="1"/>
          </p:cNvSpPr>
          <p:nvPr/>
        </p:nvSpPr>
        <p:spPr bwMode="auto">
          <a:xfrm>
            <a:off x="571500" y="4191000"/>
            <a:ext cx="8001000" cy="169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r>
              <a:rPr lang="zh-CN" altLang="en-US" sz="2400">
                <a:solidFill>
                  <a:srgbClr val="000000"/>
                </a:solidFill>
                <a:latin typeface="黑体" panose="02010609060101010101" pitchFamily="49" charset="-122"/>
                <a:ea typeface="黑体" panose="02010609060101010101" pitchFamily="49" charset="-122"/>
              </a:rPr>
              <a:t>2）</a:t>
            </a:r>
            <a:r>
              <a:rPr lang="zh-CN" altLang="en-US" sz="2400">
                <a:solidFill>
                  <a:srgbClr val="FF3300"/>
                </a:solidFill>
                <a:latin typeface="黑体" panose="02010609060101010101" pitchFamily="49" charset="-122"/>
                <a:ea typeface="黑体" panose="02010609060101010101" pitchFamily="49" charset="-122"/>
              </a:rPr>
              <a:t>系统安全技术（操作系统的安全性）</a:t>
            </a:r>
            <a:r>
              <a:rPr lang="zh-CN" altLang="en-US" sz="2000">
                <a:solidFill>
                  <a:srgbClr val="000000"/>
                </a:solidFill>
                <a:latin typeface="宋体" panose="02010600030101010101" pitchFamily="2" charset="-122"/>
                <a:ea typeface="宋体" panose="02010600030101010101" pitchFamily="2" charset="-122"/>
              </a:rPr>
              <a:t>：该层次的安全问题来自网络内使用的操作系统的安全，如</a:t>
            </a:r>
            <a:r>
              <a:rPr lang="en-US" altLang="zh-CN" sz="2000">
                <a:solidFill>
                  <a:srgbClr val="000000"/>
                </a:solidFill>
                <a:latin typeface="宋体" panose="02010600030101010101" pitchFamily="2" charset="-122"/>
                <a:ea typeface="宋体" panose="02010600030101010101" pitchFamily="2" charset="-122"/>
              </a:rPr>
              <a:t>Windows</a:t>
            </a:r>
            <a:r>
              <a:rPr lang="zh-CN" altLang="en-US" sz="2000">
                <a:solidFill>
                  <a:srgbClr val="000000"/>
                </a:solidFill>
                <a:latin typeface="宋体" panose="02010600030101010101" pitchFamily="2" charset="-122"/>
                <a:ea typeface="宋体" panose="02010600030101010101" pitchFamily="2" charset="-122"/>
              </a:rPr>
              <a:t>系列、</a:t>
            </a:r>
            <a:r>
              <a:rPr lang="en-US" altLang="zh-CN" sz="2000">
                <a:solidFill>
                  <a:srgbClr val="000000"/>
                </a:solidFill>
                <a:latin typeface="宋体" panose="02010600030101010101" pitchFamily="2" charset="-122"/>
                <a:ea typeface="宋体" panose="02010600030101010101" pitchFamily="2" charset="-122"/>
              </a:rPr>
              <a:t>Unix</a:t>
            </a:r>
            <a:r>
              <a:rPr lang="zh-CN" altLang="en-US" sz="2000">
                <a:solidFill>
                  <a:srgbClr val="000000"/>
                </a:solidFill>
                <a:latin typeface="宋体" panose="02010600030101010101" pitchFamily="2" charset="-122"/>
                <a:ea typeface="宋体" panose="02010600030101010101" pitchFamily="2" charset="-122"/>
              </a:rPr>
              <a:t>等。主要表现在三个方面：一是操作系统本身的缺陷带来的威胁，主要包括身份鉴别、访问控制、系统漏洞等；二是对操作系统的安全配置问题；三是病毒对操作系统的威胁。</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5843"/>
                                        </p:tgtEl>
                                        <p:attrNameLst>
                                          <p:attrName>style.visibility</p:attrName>
                                        </p:attrNameLst>
                                      </p:cBhvr>
                                      <p:to>
                                        <p:strVal val="visible"/>
                                      </p:to>
                                    </p:set>
                                    <p:anim calcmode="lin" valueType="num">
                                      <p:cBhvr>
                                        <p:cTn id="7" dur="500" fill="hold"/>
                                        <p:tgtEl>
                                          <p:spTgt spid="35843"/>
                                        </p:tgtEl>
                                        <p:attrNameLst>
                                          <p:attrName>ppt_w</p:attrName>
                                        </p:attrNameLst>
                                      </p:cBhvr>
                                      <p:tavLst>
                                        <p:tav tm="0">
                                          <p:val>
                                            <p:fltVal val="0"/>
                                          </p:val>
                                        </p:tav>
                                        <p:tav tm="100000">
                                          <p:val>
                                            <p:strVal val="#ppt_w"/>
                                          </p:val>
                                        </p:tav>
                                      </p:tavLst>
                                    </p:anim>
                                    <p:anim calcmode="lin" valueType="num">
                                      <p:cBhvr>
                                        <p:cTn id="8" dur="500" fill="hold"/>
                                        <p:tgtEl>
                                          <p:spTgt spid="35843"/>
                                        </p:tgtEl>
                                        <p:attrNameLst>
                                          <p:attrName>ppt_h</p:attrName>
                                        </p:attrNameLst>
                                      </p:cBhvr>
                                      <p:tavLst>
                                        <p:tav tm="0">
                                          <p:val>
                                            <p:fltVal val="0"/>
                                          </p:val>
                                        </p:tav>
                                        <p:tav tm="100000">
                                          <p:val>
                                            <p:strVal val="#ppt_h"/>
                                          </p:val>
                                        </p:tav>
                                      </p:tavLst>
                                    </p:anim>
                                    <p:animEffect transition="in" filter="fade">
                                      <p:cBhvr>
                                        <p:cTn id="9" dur="500"/>
                                        <p:tgtEl>
                                          <p:spTgt spid="35843"/>
                                        </p:tgtEl>
                                      </p:cBhvr>
                                    </p:animEffect>
                                  </p:childTnLst>
                                </p:cTn>
                              </p:par>
                            </p:childTnLst>
                          </p:cTn>
                        </p:par>
                        <p:par>
                          <p:cTn id="10" fill="hold" nodeType="afterGroup">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p:cTn id="13" dur="1000" fill="hold"/>
                                        <p:tgtEl>
                                          <p:spTgt spid="2"/>
                                        </p:tgtEl>
                                        <p:attrNameLst>
                                          <p:attrName>ppt_w</p:attrName>
                                        </p:attrNameLst>
                                      </p:cBhvr>
                                      <p:tavLst>
                                        <p:tav tm="0">
                                          <p:val>
                                            <p:fltVal val="0"/>
                                          </p:val>
                                        </p:tav>
                                        <p:tav tm="100000">
                                          <p:val>
                                            <p:strVal val="#ppt_w"/>
                                          </p:val>
                                        </p:tav>
                                      </p:tavLst>
                                    </p:anim>
                                    <p:anim calcmode="lin" valueType="num">
                                      <p:cBhvr>
                                        <p:cTn id="14" dur="1000" fill="hold"/>
                                        <p:tgtEl>
                                          <p:spTgt spid="2"/>
                                        </p:tgtEl>
                                        <p:attrNameLst>
                                          <p:attrName>ppt_h</p:attrName>
                                        </p:attrNameLst>
                                      </p:cBhvr>
                                      <p:tavLst>
                                        <p:tav tm="0">
                                          <p:val>
                                            <p:fltVal val="0"/>
                                          </p:val>
                                        </p:tav>
                                        <p:tav tm="100000">
                                          <p:val>
                                            <p:strVal val="#ppt_h"/>
                                          </p:val>
                                        </p:tav>
                                      </p:tavLst>
                                    </p:anim>
                                    <p:animEffect transition="in" filter="fade">
                                      <p:cBhvr>
                                        <p:cTn id="15" dur="1000"/>
                                        <p:tgtEl>
                                          <p:spTgt spid="2"/>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53" presetClass="entr" presetSubtype="16" fill="hold" grpId="0" nodeType="clickEffect">
                                  <p:stCondLst>
                                    <p:cond delay="0"/>
                                  </p:stCondLst>
                                  <p:childTnLst>
                                    <p:set>
                                      <p:cBhvr>
                                        <p:cTn id="19" dur="1" fill="hold">
                                          <p:stCondLst>
                                            <p:cond delay="0"/>
                                          </p:stCondLst>
                                        </p:cTn>
                                        <p:tgtEl>
                                          <p:spTgt spid="3"/>
                                        </p:tgtEl>
                                        <p:attrNameLst>
                                          <p:attrName>style.visibility</p:attrName>
                                        </p:attrNameLst>
                                      </p:cBhvr>
                                      <p:to>
                                        <p:strVal val="visible"/>
                                      </p:to>
                                    </p:set>
                                    <p:anim calcmode="lin" valueType="num">
                                      <p:cBhvr>
                                        <p:cTn id="20" dur="500" fill="hold"/>
                                        <p:tgtEl>
                                          <p:spTgt spid="3"/>
                                        </p:tgtEl>
                                        <p:attrNameLst>
                                          <p:attrName>ppt_w</p:attrName>
                                        </p:attrNameLst>
                                      </p:cBhvr>
                                      <p:tavLst>
                                        <p:tav tm="0">
                                          <p:val>
                                            <p:fltVal val="0"/>
                                          </p:val>
                                        </p:tav>
                                        <p:tav tm="100000">
                                          <p:val>
                                            <p:strVal val="#ppt_w"/>
                                          </p:val>
                                        </p:tav>
                                      </p:tavLst>
                                    </p:anim>
                                    <p:anim calcmode="lin" valueType="num">
                                      <p:cBhvr>
                                        <p:cTn id="21" dur="500" fill="hold"/>
                                        <p:tgtEl>
                                          <p:spTgt spid="3"/>
                                        </p:tgtEl>
                                        <p:attrNameLst>
                                          <p:attrName>ppt_h</p:attrName>
                                        </p:attrNameLst>
                                      </p:cBhvr>
                                      <p:tavLst>
                                        <p:tav tm="0">
                                          <p:val>
                                            <p:fltVal val="0"/>
                                          </p:val>
                                        </p:tav>
                                        <p:tav tm="100000">
                                          <p:val>
                                            <p:strVal val="#ppt_h"/>
                                          </p:val>
                                        </p:tav>
                                      </p:tavLst>
                                    </p:anim>
                                    <p:animEffect transition="in" filter="fade">
                                      <p:cBhvr>
                                        <p:cTn id="2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3" grpId="0"/>
      <p:bldP spid="2" grpId="0"/>
      <p:bldP spid="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6CDCC70E-B268-5B40-9A6B-4693D16692D4}"/>
              </a:ext>
            </a:extLst>
          </p:cNvPr>
          <p:cNvSpPr>
            <a:spLocks noChangeArrowheads="1"/>
          </p:cNvSpPr>
          <p:nvPr/>
        </p:nvSpPr>
        <p:spPr bwMode="auto">
          <a:xfrm>
            <a:off x="609600" y="1143000"/>
            <a:ext cx="7924800"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r>
              <a:rPr lang="zh-CN" altLang="en-US" sz="2400">
                <a:latin typeface="黑体" panose="02010609060101010101" pitchFamily="49" charset="-122"/>
                <a:ea typeface="黑体" panose="02010609060101010101" pitchFamily="49" charset="-122"/>
              </a:rPr>
              <a:t> 3）网络安全技术（网络层安全）：</a:t>
            </a:r>
            <a:r>
              <a:rPr lang="zh-CN" altLang="en-US" sz="2000">
                <a:solidFill>
                  <a:srgbClr val="000000"/>
                </a:solidFill>
                <a:latin typeface="宋体" panose="02010600030101010101" pitchFamily="2" charset="-122"/>
                <a:ea typeface="宋体" panose="02010600030101010101" pitchFamily="2" charset="-122"/>
              </a:rPr>
              <a:t>主要体现在网络方面的安全性，包括网络层身份鉴别、网络资源的访问控制、数据传输的机密性与完整性、远程接入的安全、域名系统的安全、路由系统的安全、入侵检测、网络设施防病毒等。</a:t>
            </a:r>
            <a:endParaRPr lang="zh-CN" altLang="en-US" sz="2000"/>
          </a:p>
        </p:txBody>
      </p:sp>
      <p:sp>
        <p:nvSpPr>
          <p:cNvPr id="3" name="矩形 2">
            <a:extLst>
              <a:ext uri="{FF2B5EF4-FFF2-40B4-BE49-F238E27FC236}">
                <a16:creationId xmlns:a16="http://schemas.microsoft.com/office/drawing/2014/main" id="{783BF707-0E17-744F-8129-6ECBA89630C3}"/>
              </a:ext>
            </a:extLst>
          </p:cNvPr>
          <p:cNvSpPr>
            <a:spLocks noChangeArrowheads="1"/>
          </p:cNvSpPr>
          <p:nvPr/>
        </p:nvSpPr>
        <p:spPr bwMode="auto">
          <a:xfrm>
            <a:off x="762000" y="2832100"/>
            <a:ext cx="7772400"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r>
              <a:rPr lang="zh-CN" altLang="en-US" sz="2400">
                <a:latin typeface="黑体" panose="02010609060101010101" pitchFamily="49" charset="-122"/>
                <a:ea typeface="黑体" panose="02010609060101010101" pitchFamily="49" charset="-122"/>
              </a:rPr>
              <a:t>4）应用安全技术（应用层安全）：</a:t>
            </a:r>
            <a:r>
              <a:rPr lang="zh-CN" altLang="en-US" sz="2000">
                <a:solidFill>
                  <a:srgbClr val="000000"/>
                </a:solidFill>
                <a:latin typeface="宋体" panose="02010600030101010101" pitchFamily="2" charset="-122"/>
                <a:ea typeface="宋体" panose="02010600030101010101" pitchFamily="2" charset="-122"/>
              </a:rPr>
              <a:t>主要由提供服务所采用的应用软件和数据的安全性产生，包括</a:t>
            </a:r>
            <a:r>
              <a:rPr lang="en-US" altLang="zh-CN" sz="2000">
                <a:solidFill>
                  <a:srgbClr val="000000"/>
                </a:solidFill>
                <a:latin typeface="宋体" panose="02010600030101010101" pitchFamily="2" charset="-122"/>
                <a:ea typeface="宋体" panose="02010600030101010101" pitchFamily="2" charset="-122"/>
              </a:rPr>
              <a:t>Web</a:t>
            </a:r>
            <a:r>
              <a:rPr lang="zh-CN" altLang="en-US" sz="2000">
                <a:solidFill>
                  <a:srgbClr val="000000"/>
                </a:solidFill>
                <a:latin typeface="宋体" panose="02010600030101010101" pitchFamily="2" charset="-122"/>
                <a:ea typeface="宋体" panose="02010600030101010101" pitchFamily="2" charset="-122"/>
              </a:rPr>
              <a:t>服务、电子邮件系统、</a:t>
            </a:r>
            <a:r>
              <a:rPr lang="en-US" altLang="zh-CN" sz="2000">
                <a:solidFill>
                  <a:srgbClr val="000000"/>
                </a:solidFill>
                <a:latin typeface="宋体" panose="02010600030101010101" pitchFamily="2" charset="-122"/>
                <a:ea typeface="宋体" panose="02010600030101010101" pitchFamily="2" charset="-122"/>
              </a:rPr>
              <a:t>DNS</a:t>
            </a:r>
            <a:r>
              <a:rPr lang="zh-CN" altLang="en-US" sz="2000">
                <a:solidFill>
                  <a:srgbClr val="000000"/>
                </a:solidFill>
                <a:latin typeface="宋体" panose="02010600030101010101" pitchFamily="2" charset="-122"/>
                <a:ea typeface="宋体" panose="02010600030101010101" pitchFamily="2" charset="-122"/>
              </a:rPr>
              <a:t>等。此外，还包括病毒对系统的威胁。</a:t>
            </a:r>
          </a:p>
        </p:txBody>
      </p:sp>
      <p:sp>
        <p:nvSpPr>
          <p:cNvPr id="4" name="矩形 3">
            <a:extLst>
              <a:ext uri="{FF2B5EF4-FFF2-40B4-BE49-F238E27FC236}">
                <a16:creationId xmlns:a16="http://schemas.microsoft.com/office/drawing/2014/main" id="{9199CFFB-DD4E-9844-AA7B-DCC3A9B84CC7}"/>
              </a:ext>
            </a:extLst>
          </p:cNvPr>
          <p:cNvSpPr>
            <a:spLocks noChangeArrowheads="1"/>
          </p:cNvSpPr>
          <p:nvPr/>
        </p:nvSpPr>
        <p:spPr bwMode="auto">
          <a:xfrm>
            <a:off x="685800" y="4114800"/>
            <a:ext cx="8021638" cy="169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r>
              <a:rPr lang="zh-CN" altLang="en-US" sz="2400">
                <a:latin typeface="黑体" panose="02010609060101010101" pitchFamily="49" charset="-122"/>
                <a:ea typeface="黑体" panose="02010609060101010101" pitchFamily="49" charset="-122"/>
              </a:rPr>
              <a:t> 5）管理安全性（管理层安全）：</a:t>
            </a:r>
            <a:r>
              <a:rPr lang="zh-CN" altLang="en-US" sz="2000">
                <a:solidFill>
                  <a:srgbClr val="000000"/>
                </a:solidFill>
                <a:latin typeface="宋体" panose="02010600030101010101" pitchFamily="2" charset="-122"/>
                <a:ea typeface="宋体" panose="02010600030101010101" pitchFamily="2" charset="-122"/>
              </a:rPr>
              <a:t>安全管理包括安全技术和设备的管理、安全管理制度、部门与人员的组织规则等。管理的制度化极大程度地影响着整个网络的安全，严格的安全管理制度、明确的部门安全职责划分、合理的人员角色配置都可以在很大程度上降低其他层次的安全漏洞。 </a:t>
            </a:r>
            <a:endParaRPr lang="zh-CN" altLang="en-US" sz="20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 calcmode="lin" valueType="num">
                                      <p:cBhvr>
                                        <p:cTn id="14" dur="500" fill="hold"/>
                                        <p:tgtEl>
                                          <p:spTgt spid="3"/>
                                        </p:tgtEl>
                                        <p:attrNameLst>
                                          <p:attrName>ppt_w</p:attrName>
                                        </p:attrNameLst>
                                      </p:cBhvr>
                                      <p:tavLst>
                                        <p:tav tm="0">
                                          <p:val>
                                            <p:fltVal val="0"/>
                                          </p:val>
                                        </p:tav>
                                        <p:tav tm="100000">
                                          <p:val>
                                            <p:strVal val="#ppt_w"/>
                                          </p:val>
                                        </p:tav>
                                      </p:tavLst>
                                    </p:anim>
                                    <p:anim calcmode="lin" valueType="num">
                                      <p:cBhvr>
                                        <p:cTn id="15" dur="500" fill="hold"/>
                                        <p:tgtEl>
                                          <p:spTgt spid="3"/>
                                        </p:tgtEl>
                                        <p:attrNameLst>
                                          <p:attrName>ppt_h</p:attrName>
                                        </p:attrNameLst>
                                      </p:cBhvr>
                                      <p:tavLst>
                                        <p:tav tm="0">
                                          <p:val>
                                            <p:fltVal val="0"/>
                                          </p:val>
                                        </p:tav>
                                        <p:tav tm="100000">
                                          <p:val>
                                            <p:strVal val="#ppt_h"/>
                                          </p:val>
                                        </p:tav>
                                      </p:tavLst>
                                    </p:anim>
                                    <p:animEffect transition="in" filter="fade">
                                      <p:cBhvr>
                                        <p:cTn id="16" dur="500"/>
                                        <p:tgtEl>
                                          <p:spTgt spid="3"/>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 calcmode="lin" valueType="num">
                                      <p:cBhvr>
                                        <p:cTn id="21" dur="500" fill="hold"/>
                                        <p:tgtEl>
                                          <p:spTgt spid="4"/>
                                        </p:tgtEl>
                                        <p:attrNameLst>
                                          <p:attrName>ppt_w</p:attrName>
                                        </p:attrNameLst>
                                      </p:cBhvr>
                                      <p:tavLst>
                                        <p:tav tm="0">
                                          <p:val>
                                            <p:fltVal val="0"/>
                                          </p:val>
                                        </p:tav>
                                        <p:tav tm="100000">
                                          <p:val>
                                            <p:strVal val="#ppt_w"/>
                                          </p:val>
                                        </p:tav>
                                      </p:tavLst>
                                    </p:anim>
                                    <p:anim calcmode="lin" valueType="num">
                                      <p:cBhvr>
                                        <p:cTn id="22" dur="500" fill="hold"/>
                                        <p:tgtEl>
                                          <p:spTgt spid="4"/>
                                        </p:tgtEl>
                                        <p:attrNameLst>
                                          <p:attrName>ppt_h</p:attrName>
                                        </p:attrNameLst>
                                      </p:cBhvr>
                                      <p:tavLst>
                                        <p:tav tm="0">
                                          <p:val>
                                            <p:fltVal val="0"/>
                                          </p:val>
                                        </p:tav>
                                        <p:tav tm="100000">
                                          <p:val>
                                            <p:strVal val="#ppt_h"/>
                                          </p:val>
                                        </p:tav>
                                      </p:tavLst>
                                    </p:anim>
                                    <p:animEffect transition="in" filter="fade">
                                      <p:cBhvr>
                                        <p:cTn id="2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矩形 1">
            <a:extLst>
              <a:ext uri="{FF2B5EF4-FFF2-40B4-BE49-F238E27FC236}">
                <a16:creationId xmlns:a16="http://schemas.microsoft.com/office/drawing/2014/main" id="{FC3A5D4D-B35D-5648-BB9C-3CC6994B0099}"/>
              </a:ext>
            </a:extLst>
          </p:cNvPr>
          <p:cNvSpPr>
            <a:spLocks noChangeArrowheads="1"/>
          </p:cNvSpPr>
          <p:nvPr/>
        </p:nvSpPr>
        <p:spPr bwMode="auto">
          <a:xfrm>
            <a:off x="1600200" y="2514600"/>
            <a:ext cx="6096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r>
              <a:rPr lang="en-US" altLang="zh-CN" sz="3600">
                <a:solidFill>
                  <a:srgbClr val="000000"/>
                </a:solidFill>
                <a:latin typeface="黑体" panose="02010609060101010101" pitchFamily="49" charset="-122"/>
                <a:ea typeface="黑体" panose="02010609060101010101" pitchFamily="49" charset="-122"/>
              </a:rPr>
              <a:t>4.6 </a:t>
            </a:r>
            <a:r>
              <a:rPr lang="zh-CN" altLang="en-US" sz="3600">
                <a:solidFill>
                  <a:srgbClr val="000000"/>
                </a:solidFill>
                <a:latin typeface="黑体" panose="02010609060101010101" pitchFamily="49" charset="-122"/>
                <a:ea typeface="黑体" panose="02010609060101010101" pitchFamily="49" charset="-122"/>
              </a:rPr>
              <a:t>网络空间安全技术机制</a:t>
            </a:r>
            <a:endParaRPr lang="zh-CN" altLang="en-US" sz="3600">
              <a:ea typeface="黑体" panose="02010609060101010101" pitchFamily="49"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C533FDC1-215C-934B-9FD2-2D913DD2672E}"/>
              </a:ext>
            </a:extLst>
          </p:cNvPr>
          <p:cNvSpPr/>
          <p:nvPr/>
        </p:nvSpPr>
        <p:spPr>
          <a:xfrm>
            <a:off x="381000" y="685800"/>
            <a:ext cx="6248400" cy="479425"/>
          </a:xfrm>
          <a:prstGeom prst="rect">
            <a:avLst/>
          </a:prstGeom>
        </p:spPr>
        <p:txBody>
          <a:bodyPr>
            <a:spAutoFit/>
          </a:bodyPr>
          <a:lstStyle/>
          <a:p>
            <a:pPr eaLnBrk="1" hangingPunct="1">
              <a:lnSpc>
                <a:spcPct val="90000"/>
              </a:lnSpc>
              <a:defRPr/>
            </a:pPr>
            <a:r>
              <a:rPr kumimoji="1" lang="en-US" altLang="zh-CN" sz="2800" dirty="0">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4.6.1 </a:t>
            </a:r>
            <a:r>
              <a:rPr kumimoji="1" lang="zh-CN" altLang="en-US" sz="2800" dirty="0">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加密机制</a:t>
            </a:r>
          </a:p>
        </p:txBody>
      </p:sp>
      <p:sp>
        <p:nvSpPr>
          <p:cNvPr id="40962" name="文本框 5">
            <a:extLst>
              <a:ext uri="{FF2B5EF4-FFF2-40B4-BE49-F238E27FC236}">
                <a16:creationId xmlns:a16="http://schemas.microsoft.com/office/drawing/2014/main" id="{089B43C6-8E41-8249-9056-C464F405746C}"/>
              </a:ext>
            </a:extLst>
          </p:cNvPr>
          <p:cNvSpPr txBox="1">
            <a:spLocks noChangeArrowheads="1"/>
          </p:cNvSpPr>
          <p:nvPr/>
        </p:nvSpPr>
        <p:spPr bwMode="auto">
          <a:xfrm>
            <a:off x="571500" y="5257800"/>
            <a:ext cx="8001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r>
              <a:rPr kumimoji="1" lang="en" altLang="zh-CN" sz="1800" dirty="0">
                <a:solidFill>
                  <a:schemeClr val="bg2"/>
                </a:solidFill>
              </a:rPr>
              <a:t>https://</a:t>
            </a:r>
            <a:r>
              <a:rPr kumimoji="1" lang="en" altLang="zh-CN" sz="1800" dirty="0" err="1">
                <a:solidFill>
                  <a:schemeClr val="bg2"/>
                </a:solidFill>
              </a:rPr>
              <a:t>www.bilibili.com</a:t>
            </a:r>
            <a:r>
              <a:rPr kumimoji="1" lang="en" altLang="zh-CN" sz="1800" dirty="0">
                <a:solidFill>
                  <a:schemeClr val="bg2"/>
                </a:solidFill>
              </a:rPr>
              <a:t>/list/ml1350928551?oid=21376839&amp;spm_id_from=333.1007.0.0&amp;bvid=BV1EW411u7th&amp;p=33</a:t>
            </a:r>
            <a:endParaRPr kumimoji="1" lang="zh-CN" altLang="en-US" sz="1800" dirty="0">
              <a:solidFill>
                <a:schemeClr val="bg2"/>
              </a:solidFill>
            </a:endParaRPr>
          </a:p>
        </p:txBody>
      </p:sp>
      <p:pic>
        <p:nvPicPr>
          <p:cNvPr id="40963" name="Picture 2" descr="Crash Course 中文字幕组">
            <a:extLst>
              <a:ext uri="{FF2B5EF4-FFF2-40B4-BE49-F238E27FC236}">
                <a16:creationId xmlns:a16="http://schemas.microsoft.com/office/drawing/2014/main" id="{727F9523-3472-904A-A0E5-02E513D1FF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2550" y="1524000"/>
            <a:ext cx="6438900" cy="362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D6A5EA82-40A4-7B46-9671-5EFFD87152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833563"/>
            <a:ext cx="6429375" cy="269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a:extLst>
              <a:ext uri="{FF2B5EF4-FFF2-40B4-BE49-F238E27FC236}">
                <a16:creationId xmlns:a16="http://schemas.microsoft.com/office/drawing/2014/main" id="{D7F49CE5-A694-AD4E-AD4D-C91F3C95A5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86600" y="1833563"/>
            <a:ext cx="2009775" cy="2381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图片 3">
            <a:extLst>
              <a:ext uri="{FF2B5EF4-FFF2-40B4-BE49-F238E27FC236}">
                <a16:creationId xmlns:a16="http://schemas.microsoft.com/office/drawing/2014/main" id="{2E99A065-B376-E841-825F-63D44293159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4724400"/>
            <a:ext cx="8286750" cy="138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4">
            <a:extLst>
              <a:ext uri="{FF2B5EF4-FFF2-40B4-BE49-F238E27FC236}">
                <a16:creationId xmlns:a16="http://schemas.microsoft.com/office/drawing/2014/main" id="{07EA35B6-B35E-C643-BC99-CA572970C904}"/>
              </a:ext>
            </a:extLst>
          </p:cNvPr>
          <p:cNvSpPr/>
          <p:nvPr/>
        </p:nvSpPr>
        <p:spPr>
          <a:xfrm>
            <a:off x="381000" y="685800"/>
            <a:ext cx="6248400" cy="479425"/>
          </a:xfrm>
          <a:prstGeom prst="rect">
            <a:avLst/>
          </a:prstGeom>
        </p:spPr>
        <p:txBody>
          <a:bodyPr>
            <a:spAutoFit/>
          </a:bodyPr>
          <a:lstStyle/>
          <a:p>
            <a:pPr eaLnBrk="1" hangingPunct="1">
              <a:lnSpc>
                <a:spcPct val="90000"/>
              </a:lnSpc>
              <a:defRPr/>
            </a:pPr>
            <a:r>
              <a:rPr kumimoji="1" lang="en-US" altLang="zh-CN" sz="2800" dirty="0">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4.6.1 </a:t>
            </a:r>
            <a:r>
              <a:rPr kumimoji="1" lang="zh-CN" altLang="en-US" sz="2800" dirty="0">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加密机制</a:t>
            </a:r>
          </a:p>
        </p:txBody>
      </p:sp>
      <p:sp>
        <p:nvSpPr>
          <p:cNvPr id="41989" name="矩形 3">
            <a:extLst>
              <a:ext uri="{FF2B5EF4-FFF2-40B4-BE49-F238E27FC236}">
                <a16:creationId xmlns:a16="http://schemas.microsoft.com/office/drawing/2014/main" id="{78474F96-70CA-784D-BD29-EF3FC29C77B8}"/>
              </a:ext>
            </a:extLst>
          </p:cNvPr>
          <p:cNvSpPr>
            <a:spLocks noChangeArrowheads="1"/>
          </p:cNvSpPr>
          <p:nvPr/>
        </p:nvSpPr>
        <p:spPr bwMode="auto">
          <a:xfrm>
            <a:off x="685800" y="1258888"/>
            <a:ext cx="32781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r>
              <a:rPr lang="zh-CN" altLang="en-US" sz="2400">
                <a:latin typeface="黑体" panose="02010609060101010101" pitchFamily="49" charset="-122"/>
                <a:ea typeface="黑体" panose="02010609060101010101" pitchFamily="49" charset="-122"/>
              </a:rPr>
              <a:t>对称分组加密通信模型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1+#ppt_w/2"/>
                                          </p:val>
                                        </p:tav>
                                        <p:tav tm="100000">
                                          <p:val>
                                            <p:strVal val="#ppt_x"/>
                                          </p:val>
                                        </p:tav>
                                      </p:tavLst>
                                    </p:anim>
                                    <p:anim calcmode="lin" valueType="num">
                                      <p:cBhvr additive="base">
                                        <p:cTn id="14" dur="500" fill="hold"/>
                                        <p:tgtEl>
                                          <p:spTgt spid="3"/>
                                        </p:tgtEl>
                                        <p:attrNameLst>
                                          <p:attrName>ppt_y</p:attrName>
                                        </p:attrNameLst>
                                      </p:cBhvr>
                                      <p:tavLst>
                                        <p:tav tm="0">
                                          <p:val>
                                            <p:strVal val="#ppt_y"/>
                                          </p:val>
                                        </p:tav>
                                        <p:tav tm="100000">
                                          <p:val>
                                            <p:strVal val="#ppt_y"/>
                                          </p:val>
                                        </p:tav>
                                      </p:tavLst>
                                    </p:anim>
                                  </p:childTnLst>
                                </p:cTn>
                              </p:par>
                            </p:childTnLst>
                          </p:cTn>
                        </p:par>
                        <p:par>
                          <p:cTn id="15" fill="hold" nodeType="afterGroup">
                            <p:stCondLst>
                              <p:cond delay="500"/>
                            </p:stCondLst>
                            <p:childTnLst>
                              <p:par>
                                <p:cTn id="16" presetID="2" presetClass="entr" presetSubtype="4" fill="hold" nodeType="afterEffect">
                                  <p:stCondLst>
                                    <p:cond delay="0"/>
                                  </p:stCondLst>
                                  <p:childTnLst>
                                    <p:set>
                                      <p:cBhvr>
                                        <p:cTn id="17" dur="1" fill="hold">
                                          <p:stCondLst>
                                            <p:cond delay="0"/>
                                          </p:stCondLst>
                                        </p:cTn>
                                        <p:tgtEl>
                                          <p:spTgt spid="4"/>
                                        </p:tgtEl>
                                        <p:attrNameLst>
                                          <p:attrName>style.visibility</p:attrName>
                                        </p:attrNameLst>
                                      </p:cBhvr>
                                      <p:to>
                                        <p:strVal val="visible"/>
                                      </p:to>
                                    </p:set>
                                    <p:anim calcmode="lin" valueType="num">
                                      <p:cBhvr additive="base">
                                        <p:cTn id="18" dur="1000" fill="hold"/>
                                        <p:tgtEl>
                                          <p:spTgt spid="4"/>
                                        </p:tgtEl>
                                        <p:attrNameLst>
                                          <p:attrName>ppt_x</p:attrName>
                                        </p:attrNameLst>
                                      </p:cBhvr>
                                      <p:tavLst>
                                        <p:tav tm="0">
                                          <p:val>
                                            <p:strVal val="#ppt_x"/>
                                          </p:val>
                                        </p:tav>
                                        <p:tav tm="100000">
                                          <p:val>
                                            <p:strVal val="#ppt_x"/>
                                          </p:val>
                                        </p:tav>
                                      </p:tavLst>
                                    </p:anim>
                                    <p:anim calcmode="lin" valueType="num">
                                      <p:cBhvr additive="base">
                                        <p:cTn id="19" dur="10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矩形 2">
            <a:extLst>
              <a:ext uri="{FF2B5EF4-FFF2-40B4-BE49-F238E27FC236}">
                <a16:creationId xmlns:a16="http://schemas.microsoft.com/office/drawing/2014/main" id="{826C31C2-E2BF-1C4C-A1DE-A292AEDD126C}"/>
              </a:ext>
            </a:extLst>
          </p:cNvPr>
          <p:cNvSpPr>
            <a:spLocks noChangeArrowheads="1"/>
          </p:cNvSpPr>
          <p:nvPr/>
        </p:nvSpPr>
        <p:spPr bwMode="auto">
          <a:xfrm>
            <a:off x="481013" y="762000"/>
            <a:ext cx="20415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r>
              <a:rPr lang="zh-CN" altLang="en-US" sz="2400">
                <a:latin typeface="黑体" panose="02010609060101010101" pitchFamily="49" charset="-122"/>
                <a:ea typeface="黑体" panose="02010609060101010101" pitchFamily="49" charset="-122"/>
              </a:rPr>
              <a:t>公钥加密模型</a:t>
            </a:r>
          </a:p>
        </p:txBody>
      </p:sp>
      <p:pic>
        <p:nvPicPr>
          <p:cNvPr id="3" name="图片 2">
            <a:extLst>
              <a:ext uri="{FF2B5EF4-FFF2-40B4-BE49-F238E27FC236}">
                <a16:creationId xmlns:a16="http://schemas.microsoft.com/office/drawing/2014/main" id="{1690116B-B718-D74E-8A88-B38AA259FE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524000"/>
            <a:ext cx="8067675" cy="247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图片 3">
            <a:extLst>
              <a:ext uri="{FF2B5EF4-FFF2-40B4-BE49-F238E27FC236}">
                <a16:creationId xmlns:a16="http://schemas.microsoft.com/office/drawing/2014/main" id="{9017AB71-C344-6141-8C56-E97792B33D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4953000"/>
            <a:ext cx="791527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标注 4">
            <a:extLst>
              <a:ext uri="{FF2B5EF4-FFF2-40B4-BE49-F238E27FC236}">
                <a16:creationId xmlns:a16="http://schemas.microsoft.com/office/drawing/2014/main" id="{32060445-CD83-5146-ABB3-7AF52901A06C}"/>
              </a:ext>
            </a:extLst>
          </p:cNvPr>
          <p:cNvSpPr/>
          <p:nvPr/>
        </p:nvSpPr>
        <p:spPr bwMode="auto">
          <a:xfrm>
            <a:off x="2667000" y="4251325"/>
            <a:ext cx="1524000" cy="419100"/>
          </a:xfrm>
          <a:prstGeom prst="wedgeRectCallout">
            <a:avLst>
              <a:gd name="adj1" fmla="val -4077"/>
              <a:gd name="adj2" fmla="val -277549"/>
            </a:avLst>
          </a:prstGeom>
          <a:solidFill>
            <a:srgbClr val="FFFFFF"/>
          </a:solidFill>
          <a:ln w="9525" cap="flat" cmpd="sng" algn="ctr">
            <a:solidFill>
              <a:srgbClr val="000000"/>
            </a:solidFill>
            <a:prstDash val="solid"/>
            <a:round/>
            <a:headEnd type="none" w="med" len="med"/>
            <a:tailEnd type="none" w="med" len="med"/>
          </a:ln>
          <a:effectLst/>
        </p:spPr>
        <p:txBody>
          <a:bodyPr/>
          <a:lstStyle/>
          <a:p>
            <a:pPr eaLnBrk="1" hangingPunct="1">
              <a:lnSpc>
                <a:spcPct val="90000"/>
              </a:lnSpc>
              <a:defRPr/>
            </a:pPr>
            <a:r>
              <a:rPr kumimoji="1" lang="zh-CN" altLang="en-US" sz="2000"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加密操作</a:t>
            </a:r>
          </a:p>
        </p:txBody>
      </p:sp>
      <p:sp>
        <p:nvSpPr>
          <p:cNvPr id="9" name="矩形标注 8">
            <a:extLst>
              <a:ext uri="{FF2B5EF4-FFF2-40B4-BE49-F238E27FC236}">
                <a16:creationId xmlns:a16="http://schemas.microsoft.com/office/drawing/2014/main" id="{0F1286E3-339F-B941-9114-335D4368AADA}"/>
              </a:ext>
            </a:extLst>
          </p:cNvPr>
          <p:cNvSpPr/>
          <p:nvPr/>
        </p:nvSpPr>
        <p:spPr bwMode="auto">
          <a:xfrm>
            <a:off x="4876800" y="4230688"/>
            <a:ext cx="1524000" cy="419100"/>
          </a:xfrm>
          <a:prstGeom prst="wedgeRectCallout">
            <a:avLst>
              <a:gd name="adj1" fmla="val -4077"/>
              <a:gd name="adj2" fmla="val -277549"/>
            </a:avLst>
          </a:prstGeom>
          <a:solidFill>
            <a:srgbClr val="FFFFFF"/>
          </a:solidFill>
          <a:ln w="9525" cap="flat" cmpd="sng" algn="ctr">
            <a:solidFill>
              <a:srgbClr val="000000"/>
            </a:solidFill>
            <a:prstDash val="solid"/>
            <a:round/>
            <a:headEnd type="none" w="med" len="med"/>
            <a:tailEnd type="none" w="med" len="med"/>
          </a:ln>
          <a:effectLst/>
        </p:spPr>
        <p:txBody>
          <a:bodyPr/>
          <a:lstStyle/>
          <a:p>
            <a:pPr eaLnBrk="1" hangingPunct="1">
              <a:lnSpc>
                <a:spcPct val="90000"/>
              </a:lnSpc>
              <a:defRPr/>
            </a:pPr>
            <a:r>
              <a:rPr kumimoji="1" lang="zh-CN" altLang="en-US" sz="2000"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解密操作</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additive="base">
                                        <p:cTn id="14" dur="500" fill="hold"/>
                                        <p:tgtEl>
                                          <p:spTgt spid="5"/>
                                        </p:tgtEl>
                                        <p:attrNameLst>
                                          <p:attrName>ppt_x</p:attrName>
                                        </p:attrNameLst>
                                      </p:cBhvr>
                                      <p:tavLst>
                                        <p:tav tm="0">
                                          <p:val>
                                            <p:strVal val="#ppt_x"/>
                                          </p:val>
                                        </p:tav>
                                        <p:tav tm="100000">
                                          <p:val>
                                            <p:strVal val="#ppt_x"/>
                                          </p:val>
                                        </p:tav>
                                      </p:tavLst>
                                    </p:anim>
                                    <p:anim calcmode="lin" valueType="num">
                                      <p:cBhvr additive="base">
                                        <p:cTn id="15" dur="500" fill="hold"/>
                                        <p:tgtEl>
                                          <p:spTgt spid="5"/>
                                        </p:tgtEl>
                                        <p:attrNameLst>
                                          <p:attrName>ppt_y</p:attrName>
                                        </p:attrNameLst>
                                      </p:cBhvr>
                                      <p:tavLst>
                                        <p:tav tm="0">
                                          <p:val>
                                            <p:strVal val="1+#ppt_h/2"/>
                                          </p:val>
                                        </p:tav>
                                        <p:tav tm="100000">
                                          <p:val>
                                            <p:strVal val="#ppt_y"/>
                                          </p:val>
                                        </p:tav>
                                      </p:tavLst>
                                    </p:anim>
                                  </p:childTnLst>
                                </p:cTn>
                              </p:par>
                            </p:childTnLst>
                          </p:cTn>
                        </p:par>
                        <p:par>
                          <p:cTn id="16" fill="hold" nodeType="afterGroup">
                            <p:stCondLst>
                              <p:cond delay="500"/>
                            </p:stCondLst>
                            <p:childTnLst>
                              <p:par>
                                <p:cTn id="17" presetID="2" presetClass="entr" presetSubtype="4"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par>
                          <p:cTn id="21" fill="hold" nodeType="afterGroup">
                            <p:stCondLst>
                              <p:cond delay="1000"/>
                            </p:stCondLst>
                            <p:childTnLst>
                              <p:par>
                                <p:cTn id="22" presetID="53" presetClass="entr" presetSubtype="16" fill="hold" nodeType="afterEffect">
                                  <p:stCondLst>
                                    <p:cond delay="0"/>
                                  </p:stCondLst>
                                  <p:childTnLst>
                                    <p:set>
                                      <p:cBhvr>
                                        <p:cTn id="23" dur="1" fill="hold">
                                          <p:stCondLst>
                                            <p:cond delay="0"/>
                                          </p:stCondLst>
                                        </p:cTn>
                                        <p:tgtEl>
                                          <p:spTgt spid="4"/>
                                        </p:tgtEl>
                                        <p:attrNameLst>
                                          <p:attrName>style.visibility</p:attrName>
                                        </p:attrNameLst>
                                      </p:cBhvr>
                                      <p:to>
                                        <p:strVal val="visible"/>
                                      </p:to>
                                    </p:set>
                                    <p:anim calcmode="lin" valueType="num">
                                      <p:cBhvr>
                                        <p:cTn id="24" dur="500" fill="hold"/>
                                        <p:tgtEl>
                                          <p:spTgt spid="4"/>
                                        </p:tgtEl>
                                        <p:attrNameLst>
                                          <p:attrName>ppt_w</p:attrName>
                                        </p:attrNameLst>
                                      </p:cBhvr>
                                      <p:tavLst>
                                        <p:tav tm="0">
                                          <p:val>
                                            <p:fltVal val="0"/>
                                          </p:val>
                                        </p:tav>
                                        <p:tav tm="100000">
                                          <p:val>
                                            <p:strVal val="#ppt_w"/>
                                          </p:val>
                                        </p:tav>
                                      </p:tavLst>
                                    </p:anim>
                                    <p:anim calcmode="lin" valueType="num">
                                      <p:cBhvr>
                                        <p:cTn id="25" dur="500" fill="hold"/>
                                        <p:tgtEl>
                                          <p:spTgt spid="4"/>
                                        </p:tgtEl>
                                        <p:attrNameLst>
                                          <p:attrName>ppt_h</p:attrName>
                                        </p:attrNameLst>
                                      </p:cBhvr>
                                      <p:tavLst>
                                        <p:tav tm="0">
                                          <p:val>
                                            <p:fltVal val="0"/>
                                          </p:val>
                                        </p:tav>
                                        <p:tav tm="100000">
                                          <p:val>
                                            <p:strVal val="#ppt_h"/>
                                          </p:val>
                                        </p:tav>
                                      </p:tavLst>
                                    </p:anim>
                                    <p:animEffect transition="in" filter="fade">
                                      <p:cBhvr>
                                        <p:cTn id="2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A68C70CB-38DB-6148-8869-D8028992A2B6}"/>
              </a:ext>
            </a:extLst>
          </p:cNvPr>
          <p:cNvSpPr txBox="1">
            <a:spLocks noChangeArrowheads="1"/>
          </p:cNvSpPr>
          <p:nvPr/>
        </p:nvSpPr>
        <p:spPr>
          <a:xfrm>
            <a:off x="685800" y="3200400"/>
            <a:ext cx="8191500" cy="2286000"/>
          </a:xfrm>
          <a:prstGeom prst="rect">
            <a:avLst/>
          </a:prstGeom>
        </p:spPr>
        <p:txBody>
          <a:bodyPr/>
          <a:lstStyle>
            <a:lvl1pPr>
              <a:defRPr sz="4800" b="1">
                <a:solidFill>
                  <a:srgbClr val="FF0000"/>
                </a:solidFill>
                <a:latin typeface="隶书" pitchFamily="49" charset="-122"/>
                <a:ea typeface="隶书" pitchFamily="49" charset="-122"/>
              </a:defRPr>
            </a:lvl1pPr>
            <a:lvl2pPr marL="1028700" indent="-455613">
              <a:defRPr sz="4800" b="1">
                <a:solidFill>
                  <a:srgbClr val="FF0000"/>
                </a:solidFill>
                <a:latin typeface="隶书" pitchFamily="49" charset="-122"/>
                <a:ea typeface="隶书" pitchFamily="49" charset="-122"/>
              </a:defRPr>
            </a:lvl2pPr>
            <a:lvl3pPr>
              <a:defRPr sz="4800" b="1">
                <a:solidFill>
                  <a:srgbClr val="FF0000"/>
                </a:solidFill>
                <a:latin typeface="隶书" pitchFamily="49" charset="-122"/>
                <a:ea typeface="隶书" pitchFamily="49" charset="-122"/>
              </a:defRPr>
            </a:lvl3pPr>
            <a:lvl4pPr>
              <a:defRPr sz="4800" b="1">
                <a:solidFill>
                  <a:srgbClr val="FF0000"/>
                </a:solidFill>
                <a:latin typeface="隶书" pitchFamily="49" charset="-122"/>
                <a:ea typeface="隶书" pitchFamily="49" charset="-122"/>
              </a:defRPr>
            </a:lvl4pPr>
            <a:lvl5pPr>
              <a:defRPr sz="4800" b="1">
                <a:solidFill>
                  <a:srgbClr val="FF0000"/>
                </a:solidFill>
                <a:latin typeface="隶书" pitchFamily="49" charset="-122"/>
                <a:ea typeface="隶书" pitchFamily="49" charset="-122"/>
              </a:defRPr>
            </a:lvl5pPr>
            <a:lvl6pPr fontAlgn="base">
              <a:spcBef>
                <a:spcPct val="0"/>
              </a:spcBef>
              <a:spcAft>
                <a:spcPct val="0"/>
              </a:spcAft>
              <a:defRPr sz="4800" b="1">
                <a:solidFill>
                  <a:srgbClr val="FF0000"/>
                </a:solidFill>
                <a:latin typeface="隶书" pitchFamily="49" charset="-122"/>
                <a:ea typeface="隶书" pitchFamily="49" charset="-122"/>
              </a:defRPr>
            </a:lvl6pPr>
            <a:lvl7pPr fontAlgn="base">
              <a:spcBef>
                <a:spcPct val="0"/>
              </a:spcBef>
              <a:spcAft>
                <a:spcPct val="0"/>
              </a:spcAft>
              <a:defRPr sz="4800" b="1">
                <a:solidFill>
                  <a:srgbClr val="FF0000"/>
                </a:solidFill>
                <a:latin typeface="隶书" pitchFamily="49" charset="-122"/>
                <a:ea typeface="隶书" pitchFamily="49" charset="-122"/>
              </a:defRPr>
            </a:lvl7pPr>
            <a:lvl8pPr fontAlgn="base">
              <a:spcBef>
                <a:spcPct val="0"/>
              </a:spcBef>
              <a:spcAft>
                <a:spcPct val="0"/>
              </a:spcAft>
              <a:defRPr sz="4800" b="1">
                <a:solidFill>
                  <a:srgbClr val="FF0000"/>
                </a:solidFill>
                <a:latin typeface="隶书" pitchFamily="49" charset="-122"/>
                <a:ea typeface="隶书" pitchFamily="49" charset="-122"/>
              </a:defRPr>
            </a:lvl8pPr>
            <a:lvl9pPr fontAlgn="base">
              <a:spcBef>
                <a:spcPct val="0"/>
              </a:spcBef>
              <a:spcAft>
                <a:spcPct val="0"/>
              </a:spcAft>
              <a:defRPr sz="4800" b="1">
                <a:solidFill>
                  <a:srgbClr val="FF0000"/>
                </a:solidFill>
                <a:latin typeface="隶书" pitchFamily="49" charset="-122"/>
                <a:ea typeface="隶书" pitchFamily="49" charset="-122"/>
              </a:defRPr>
            </a:lvl9pPr>
          </a:lstStyle>
          <a:p>
            <a:pPr eaLnBrk="1" hangingPunct="1">
              <a:lnSpc>
                <a:spcPts val="3800"/>
              </a:lnSpc>
              <a:buClr>
                <a:schemeClr val="tx2"/>
              </a:buClr>
              <a:buSzPct val="75000"/>
              <a:defRPr/>
            </a:pPr>
            <a:r>
              <a:rPr lang="en-US" altLang="zh-CN" sz="2800">
                <a:effectLst>
                  <a:outerShdw blurRad="38100" dist="38100" dir="2700000" algn="tl">
                    <a:srgbClr val="C0C0C0"/>
                  </a:outerShdw>
                </a:effectLst>
                <a:latin typeface="Times New Roman" panose="02020603050405020304" pitchFamily="18" charset="0"/>
              </a:rPr>
              <a:t>ECC</a:t>
            </a:r>
            <a:r>
              <a:rPr lang="zh-CN" altLang="en-US" sz="2800">
                <a:solidFill>
                  <a:schemeClr val="bg2"/>
                </a:solidFill>
                <a:effectLst>
                  <a:outerShdw blurRad="38100" dist="38100" dir="2700000" algn="tl">
                    <a:srgbClr val="C0C0C0"/>
                  </a:outerShdw>
                </a:effectLst>
                <a:latin typeface="Times New Roman" panose="02020603050405020304" pitchFamily="18" charset="0"/>
              </a:rPr>
              <a:t>（</a:t>
            </a:r>
            <a:r>
              <a:rPr lang="en-US" altLang="zh-CN" sz="2800">
                <a:solidFill>
                  <a:schemeClr val="bg2"/>
                </a:solidFill>
                <a:effectLst>
                  <a:outerShdw blurRad="38100" dist="38100" dir="2700000" algn="tl">
                    <a:srgbClr val="C0C0C0"/>
                  </a:outerShdw>
                </a:effectLst>
                <a:latin typeface="Times New Roman" panose="02020603050405020304" pitchFamily="18" charset="0"/>
              </a:rPr>
              <a:t>Elliptic Cure Crytosystem</a:t>
            </a:r>
            <a:r>
              <a:rPr lang="zh-CN" altLang="en-US" sz="2800">
                <a:solidFill>
                  <a:schemeClr val="bg2"/>
                </a:solidFill>
                <a:effectLst>
                  <a:outerShdw blurRad="38100" dist="38100" dir="2700000" algn="tl">
                    <a:srgbClr val="C0C0C0"/>
                  </a:outerShdw>
                </a:effectLst>
                <a:latin typeface="Times New Roman" panose="02020603050405020304" pitchFamily="18" charset="0"/>
              </a:rPr>
              <a:t>），</a:t>
            </a:r>
            <a:r>
              <a:rPr lang="en-US" altLang="zh-CN" sz="2800">
                <a:solidFill>
                  <a:schemeClr val="bg2"/>
                </a:solidFill>
                <a:effectLst>
                  <a:outerShdw blurRad="38100" dist="38100" dir="2700000" algn="tl">
                    <a:srgbClr val="C0C0C0"/>
                  </a:outerShdw>
                </a:effectLst>
                <a:latin typeface="Times New Roman" panose="02020603050405020304" pitchFamily="18" charset="0"/>
              </a:rPr>
              <a:t>1985</a:t>
            </a:r>
          </a:p>
          <a:p>
            <a:pPr lvl="1" eaLnBrk="1" hangingPunct="1">
              <a:lnSpc>
                <a:spcPts val="3800"/>
              </a:lnSpc>
              <a:buClr>
                <a:srgbClr val="0000CC"/>
              </a:buClr>
              <a:buSzPct val="75000"/>
              <a:buFont typeface="Wingdings" pitchFamily="2" charset="2"/>
              <a:buChar char="n"/>
              <a:defRPr/>
            </a:pPr>
            <a:r>
              <a:rPr lang="zh-CN" altLang="en-US" sz="2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基于有限域上椭圆曲线有理点群的密码系统</a:t>
            </a:r>
            <a:endParaRPr lang="en-US" altLang="zh-CN" sz="2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endParaRPr>
          </a:p>
          <a:p>
            <a:pPr lvl="1" eaLnBrk="1" hangingPunct="1">
              <a:lnSpc>
                <a:spcPts val="3800"/>
              </a:lnSpc>
              <a:buClr>
                <a:srgbClr val="0000CC"/>
              </a:buClr>
              <a:buSzPct val="75000"/>
              <a:buFont typeface="Wingdings" pitchFamily="2" charset="2"/>
              <a:buChar char="n"/>
              <a:defRPr/>
            </a:pPr>
            <a:r>
              <a:rPr lang="zh-CN" altLang="en-US" sz="2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更快的具有更小密钥长度的公开密码系统</a:t>
            </a:r>
            <a:endParaRPr lang="en-US" altLang="zh-CN" sz="2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endParaRPr>
          </a:p>
          <a:p>
            <a:pPr lvl="1" eaLnBrk="1" hangingPunct="1">
              <a:lnSpc>
                <a:spcPts val="3800"/>
              </a:lnSpc>
              <a:buClr>
                <a:srgbClr val="0000CC"/>
              </a:buClr>
              <a:buSzPct val="75000"/>
              <a:buFont typeface="Wingdings" pitchFamily="2" charset="2"/>
              <a:buChar char="n"/>
              <a:defRPr/>
            </a:pPr>
            <a:r>
              <a:rPr lang="zh-CN" altLang="en-US" sz="2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功能同</a:t>
            </a:r>
            <a:r>
              <a:rPr lang="en-US" altLang="zh-CN" sz="2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RSA</a:t>
            </a:r>
            <a:r>
              <a:rPr lang="zh-CN" altLang="en-US" sz="2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：数字签名，密钥管理，加密</a:t>
            </a:r>
            <a:endParaRPr lang="en-US" altLang="zh-CN" sz="2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endParaRPr>
          </a:p>
        </p:txBody>
      </p:sp>
      <p:sp>
        <p:nvSpPr>
          <p:cNvPr id="3" name="矩形 2">
            <a:extLst>
              <a:ext uri="{FF2B5EF4-FFF2-40B4-BE49-F238E27FC236}">
                <a16:creationId xmlns:a16="http://schemas.microsoft.com/office/drawing/2014/main" id="{2F372B7E-E8D2-1A4F-93C3-9C1C4AC4543E}"/>
              </a:ext>
            </a:extLst>
          </p:cNvPr>
          <p:cNvSpPr>
            <a:spLocks noChangeArrowheads="1"/>
          </p:cNvSpPr>
          <p:nvPr/>
        </p:nvSpPr>
        <p:spPr bwMode="auto">
          <a:xfrm>
            <a:off x="673100" y="990600"/>
            <a:ext cx="7391400" cy="204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lnSpc>
                <a:spcPts val="3800"/>
              </a:lnSpc>
            </a:pPr>
            <a:r>
              <a:rPr lang="en-US" altLang="zh-CN" sz="2800">
                <a:latin typeface="Times New Roman" panose="02020603050405020304" pitchFamily="18" charset="0"/>
              </a:rPr>
              <a:t>RSA</a:t>
            </a:r>
            <a:r>
              <a:rPr lang="en-US" altLang="zh-CN" sz="2800">
                <a:solidFill>
                  <a:schemeClr val="bg2"/>
                </a:solidFill>
                <a:latin typeface="Times New Roman" panose="02020603050405020304" pitchFamily="18" charset="0"/>
              </a:rPr>
              <a:t> (Rivest - Shamir – Adleman</a:t>
            </a:r>
            <a:r>
              <a:rPr lang="zh-CN" altLang="en-US" sz="2800">
                <a:solidFill>
                  <a:schemeClr val="bg2"/>
                </a:solidFill>
                <a:latin typeface="Times New Roman" panose="02020603050405020304" pitchFamily="18" charset="0"/>
              </a:rPr>
              <a:t>），</a:t>
            </a:r>
            <a:r>
              <a:rPr lang="en-US" altLang="zh-CN" sz="2800">
                <a:solidFill>
                  <a:schemeClr val="bg2"/>
                </a:solidFill>
                <a:latin typeface="Times New Roman" panose="02020603050405020304" pitchFamily="18" charset="0"/>
              </a:rPr>
              <a:t>1977</a:t>
            </a:r>
          </a:p>
          <a:p>
            <a:pPr lvl="1" eaLnBrk="1" hangingPunct="1">
              <a:lnSpc>
                <a:spcPts val="3800"/>
              </a:lnSpc>
              <a:buClr>
                <a:srgbClr val="0000CC"/>
              </a:buClr>
              <a:buFont typeface="Wingdings" pitchFamily="2" charset="2"/>
              <a:buChar char="u"/>
            </a:pPr>
            <a:r>
              <a:rPr lang="zh-CN" altLang="en-US" sz="2400">
                <a:solidFill>
                  <a:schemeClr val="bg2"/>
                </a:solidFill>
                <a:latin typeface="黑体" panose="02010609060101010101" pitchFamily="49" charset="-122"/>
                <a:ea typeface="黑体" panose="02010609060101010101" pitchFamily="49" charset="-122"/>
              </a:rPr>
              <a:t>在一个算法中实现签名和加密</a:t>
            </a:r>
          </a:p>
          <a:p>
            <a:pPr lvl="1" eaLnBrk="1" hangingPunct="1">
              <a:lnSpc>
                <a:spcPts val="3800"/>
              </a:lnSpc>
              <a:buClr>
                <a:srgbClr val="0000CC"/>
              </a:buClr>
              <a:buFont typeface="Wingdings" pitchFamily="2" charset="2"/>
              <a:buChar char="u"/>
            </a:pPr>
            <a:r>
              <a:rPr lang="zh-CN" altLang="en-US" sz="2400">
                <a:solidFill>
                  <a:schemeClr val="bg2"/>
                </a:solidFill>
                <a:latin typeface="黑体" panose="02010609060101010101" pitchFamily="49" charset="-122"/>
                <a:ea typeface="黑体" panose="02010609060101010101" pitchFamily="49" charset="-122"/>
              </a:rPr>
              <a:t>私钥 </a:t>
            </a:r>
            <a:r>
              <a:rPr lang="en-US" altLang="zh-CN" sz="2400">
                <a:solidFill>
                  <a:schemeClr val="bg2"/>
                </a:solidFill>
                <a:latin typeface="黑体" panose="02010609060101010101" pitchFamily="49" charset="-122"/>
                <a:ea typeface="黑体" panose="02010609060101010101" pitchFamily="49" charset="-122"/>
              </a:rPr>
              <a:t>: </a:t>
            </a:r>
            <a:r>
              <a:rPr lang="zh-CN" altLang="en-US" sz="2400">
                <a:solidFill>
                  <a:schemeClr val="bg2"/>
                </a:solidFill>
                <a:latin typeface="黑体" panose="02010609060101010101" pitchFamily="49" charset="-122"/>
                <a:ea typeface="黑体" panose="02010609060101010101" pitchFamily="49" charset="-122"/>
              </a:rPr>
              <a:t>签名和解密</a:t>
            </a:r>
          </a:p>
          <a:p>
            <a:pPr lvl="1" eaLnBrk="1" hangingPunct="1">
              <a:lnSpc>
                <a:spcPts val="3800"/>
              </a:lnSpc>
              <a:buClr>
                <a:srgbClr val="0000CC"/>
              </a:buClr>
              <a:buFont typeface="Wingdings" pitchFamily="2" charset="2"/>
              <a:buChar char="u"/>
            </a:pPr>
            <a:r>
              <a:rPr lang="zh-CN" altLang="en-US" sz="2400">
                <a:solidFill>
                  <a:schemeClr val="bg2"/>
                </a:solidFill>
                <a:latin typeface="黑体" panose="02010609060101010101" pitchFamily="49" charset="-122"/>
                <a:ea typeface="黑体" panose="02010609060101010101" pitchFamily="49" charset="-122"/>
              </a:rPr>
              <a:t>公钥 </a:t>
            </a:r>
            <a:r>
              <a:rPr lang="en-US" altLang="zh-CN" sz="2400">
                <a:solidFill>
                  <a:schemeClr val="bg2"/>
                </a:solidFill>
                <a:latin typeface="黑体" panose="02010609060101010101" pitchFamily="49" charset="-122"/>
                <a:ea typeface="黑体" panose="02010609060101010101" pitchFamily="49" charset="-122"/>
              </a:rPr>
              <a:t>: </a:t>
            </a:r>
            <a:r>
              <a:rPr lang="zh-CN" altLang="en-US" sz="2400">
                <a:solidFill>
                  <a:schemeClr val="bg2"/>
                </a:solidFill>
                <a:latin typeface="黑体" panose="02010609060101010101" pitchFamily="49" charset="-122"/>
                <a:ea typeface="黑体" panose="02010609060101010101" pitchFamily="49" charset="-122"/>
              </a:rPr>
              <a:t>签名检验和加密</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par>
                          <p:cTn id="10" fill="hold" nodeType="afterGroup">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p:cTn id="13" dur="2000" fill="hold"/>
                                        <p:tgtEl>
                                          <p:spTgt spid="2"/>
                                        </p:tgtEl>
                                        <p:attrNameLst>
                                          <p:attrName>ppt_w</p:attrName>
                                        </p:attrNameLst>
                                      </p:cBhvr>
                                      <p:tavLst>
                                        <p:tav tm="0">
                                          <p:val>
                                            <p:fltVal val="0"/>
                                          </p:val>
                                        </p:tav>
                                        <p:tav tm="100000">
                                          <p:val>
                                            <p:strVal val="#ppt_w"/>
                                          </p:val>
                                        </p:tav>
                                      </p:tavLst>
                                    </p:anim>
                                    <p:anim calcmode="lin" valueType="num">
                                      <p:cBhvr>
                                        <p:cTn id="14" dur="2000" fill="hold"/>
                                        <p:tgtEl>
                                          <p:spTgt spid="2"/>
                                        </p:tgtEl>
                                        <p:attrNameLst>
                                          <p:attrName>ppt_h</p:attrName>
                                        </p:attrNameLst>
                                      </p:cBhvr>
                                      <p:tavLst>
                                        <p:tav tm="0">
                                          <p:val>
                                            <p:fltVal val="0"/>
                                          </p:val>
                                        </p:tav>
                                        <p:tav tm="100000">
                                          <p:val>
                                            <p:strVal val="#ppt_h"/>
                                          </p:val>
                                        </p:tav>
                                      </p:tavLst>
                                    </p:anim>
                                    <p:animEffect transition="in" filter="fade">
                                      <p:cBhvr>
                                        <p:cTn id="15"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B70A0162-BFFC-8346-B8D6-51B735975352}"/>
              </a:ext>
            </a:extLst>
          </p:cNvPr>
          <p:cNvSpPr txBox="1">
            <a:spLocks noChangeArrowheads="1"/>
          </p:cNvSpPr>
          <p:nvPr/>
        </p:nvSpPr>
        <p:spPr>
          <a:xfrm>
            <a:off x="609600" y="762000"/>
            <a:ext cx="6513513" cy="487363"/>
          </a:xfrm>
          <a:prstGeom prst="rect">
            <a:avLst/>
          </a:prstGeom>
        </p:spPr>
        <p:txBody>
          <a:bodyPr/>
          <a:lstStyle/>
          <a:p>
            <a:pPr>
              <a:lnSpc>
                <a:spcPct val="90000"/>
              </a:lnSpc>
              <a:defRPr/>
            </a:pPr>
            <a:r>
              <a:rPr lang="zh-CN" altLang="en-US" sz="2400">
                <a:effectLst>
                  <a:outerShdw blurRad="38100" dist="38100" dir="2700000" algn="tl">
                    <a:srgbClr val="C0C0C0"/>
                  </a:outerShdw>
                </a:effectLst>
                <a:latin typeface="黑体" panose="02010609060101010101" pitchFamily="49" charset="-122"/>
                <a:ea typeface="黑体" panose="02010609060101010101" pitchFamily="49" charset="-122"/>
              </a:rPr>
              <a:t>基于公钥密码的加密过程</a:t>
            </a:r>
          </a:p>
        </p:txBody>
      </p:sp>
      <p:pic>
        <p:nvPicPr>
          <p:cNvPr id="45058" name="图片 4">
            <a:extLst>
              <a:ext uri="{FF2B5EF4-FFF2-40B4-BE49-F238E27FC236}">
                <a16:creationId xmlns:a16="http://schemas.microsoft.com/office/drawing/2014/main" id="{3E0235DA-0521-0348-9040-992E025A41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8000" y="1524000"/>
            <a:ext cx="8128000" cy="442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1" name="图片 2">
            <a:extLst>
              <a:ext uri="{FF2B5EF4-FFF2-40B4-BE49-F238E27FC236}">
                <a16:creationId xmlns:a16="http://schemas.microsoft.com/office/drawing/2014/main" id="{B60146A2-901B-4D41-BA88-9E61AD0B0D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058863"/>
            <a:ext cx="7974013" cy="498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66A508AF-0C19-B841-B971-2C43BD72DA07}"/>
              </a:ext>
            </a:extLst>
          </p:cNvPr>
          <p:cNvSpPr/>
          <p:nvPr/>
        </p:nvSpPr>
        <p:spPr>
          <a:xfrm>
            <a:off x="304800" y="838200"/>
            <a:ext cx="4572000" cy="425450"/>
          </a:xfrm>
          <a:prstGeom prst="rect">
            <a:avLst/>
          </a:prstGeom>
        </p:spPr>
        <p:txBody>
          <a:bodyPr>
            <a:spAutoFit/>
          </a:bodyPr>
          <a:lstStyle/>
          <a:p>
            <a:pPr>
              <a:lnSpc>
                <a:spcPct val="90000"/>
              </a:lnSpc>
              <a:defRPr/>
            </a:pPr>
            <a:r>
              <a:rPr lang="zh-CN" altLang="en-US" sz="2400" dirty="0">
                <a:effectLst>
                  <a:outerShdw blurRad="38100" dist="38100" dir="2700000" algn="tl">
                    <a:srgbClr val="C0C0C0"/>
                  </a:outerShdw>
                </a:effectLst>
                <a:latin typeface="黑体" panose="02010609060101010101" pitchFamily="49" charset="-122"/>
                <a:ea typeface="黑体" panose="02010609060101010101" pitchFamily="49" charset="-122"/>
              </a:rPr>
              <a:t>基于公钥密码的鉴别过程</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A5AC7C1-0724-7C44-9DEB-5F6AFC326D7B}"/>
              </a:ext>
            </a:extLst>
          </p:cNvPr>
          <p:cNvSpPr/>
          <p:nvPr/>
        </p:nvSpPr>
        <p:spPr>
          <a:xfrm>
            <a:off x="668338" y="876300"/>
            <a:ext cx="2968625" cy="423863"/>
          </a:xfrm>
          <a:prstGeom prst="rect">
            <a:avLst/>
          </a:prstGeom>
        </p:spPr>
        <p:txBody>
          <a:bodyPr wrap="none">
            <a:spAutoFit/>
          </a:bodyPr>
          <a:lstStyle/>
          <a:p>
            <a:pPr>
              <a:lnSpc>
                <a:spcPct val="90000"/>
              </a:lnSpc>
              <a:defRPr/>
            </a:pPr>
            <a:r>
              <a:rPr lang="zh-CN" altLang="en-US" sz="2400">
                <a:effectLst>
                  <a:outerShdw blurRad="38100" dist="38100" dir="2700000" algn="tl">
                    <a:srgbClr val="C0C0C0"/>
                  </a:outerShdw>
                </a:effectLst>
                <a:latin typeface="黑体" panose="02010609060101010101" pitchFamily="49" charset="-122"/>
                <a:ea typeface="黑体" panose="02010609060101010101" pitchFamily="49" charset="-122"/>
              </a:rPr>
              <a:t>序列密码（流密码）</a:t>
            </a:r>
          </a:p>
        </p:txBody>
      </p:sp>
      <p:grpSp>
        <p:nvGrpSpPr>
          <p:cNvPr id="47106" name="组合 18">
            <a:extLst>
              <a:ext uri="{FF2B5EF4-FFF2-40B4-BE49-F238E27FC236}">
                <a16:creationId xmlns:a16="http://schemas.microsoft.com/office/drawing/2014/main" id="{0FEC8664-CCAF-AD4B-8E3F-09D746A6A40C}"/>
              </a:ext>
            </a:extLst>
          </p:cNvPr>
          <p:cNvGrpSpPr>
            <a:grpSpLocks/>
          </p:cNvGrpSpPr>
          <p:nvPr/>
        </p:nvGrpSpPr>
        <p:grpSpPr bwMode="auto">
          <a:xfrm>
            <a:off x="1752600" y="1447800"/>
            <a:ext cx="5400675" cy="2492375"/>
            <a:chOff x="1752600" y="1447800"/>
            <a:chExt cx="5400675" cy="2492193"/>
          </a:xfrm>
        </p:grpSpPr>
        <p:sp>
          <p:nvSpPr>
            <p:cNvPr id="47108" name="Rectangle 4">
              <a:extLst>
                <a:ext uri="{FF2B5EF4-FFF2-40B4-BE49-F238E27FC236}">
                  <a16:creationId xmlns:a16="http://schemas.microsoft.com/office/drawing/2014/main" id="{5A20359F-83CE-7149-860C-54F69F9B250B}"/>
                </a:ext>
              </a:extLst>
            </p:cNvPr>
            <p:cNvSpPr>
              <a:spLocks noChangeArrowheads="1"/>
            </p:cNvSpPr>
            <p:nvPr/>
          </p:nvSpPr>
          <p:spPr bwMode="auto">
            <a:xfrm>
              <a:off x="1752600" y="2284231"/>
              <a:ext cx="1584325" cy="576262"/>
            </a:xfrm>
            <a:prstGeom prst="rect">
              <a:avLst/>
            </a:prstGeom>
            <a:solidFill>
              <a:schemeClr val="tx1"/>
            </a:solidFill>
            <a:ln w="9525">
              <a:solidFill>
                <a:schemeClr val="bg2"/>
              </a:solidFill>
              <a:miter lim="800000"/>
              <a:headEnd/>
              <a:tailEnd/>
            </a:ln>
          </p:spPr>
          <p:txBody>
            <a:bodyPr wrap="none" anchor="ct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algn="ctr" eaLnBrk="1" hangingPunct="1"/>
              <a:r>
                <a:rPr lang="zh-CN" altLang="en-US" sz="1800">
                  <a:solidFill>
                    <a:schemeClr val="bg2"/>
                  </a:solidFill>
                  <a:latin typeface="Arial" panose="020B0604020202020204" pitchFamily="34" charset="0"/>
                  <a:ea typeface="宋体" panose="02010600030101010101" pitchFamily="2" charset="-122"/>
                </a:rPr>
                <a:t>序列产生器</a:t>
              </a:r>
            </a:p>
          </p:txBody>
        </p:sp>
        <p:sp>
          <p:nvSpPr>
            <p:cNvPr id="47109" name="Line 5">
              <a:extLst>
                <a:ext uri="{FF2B5EF4-FFF2-40B4-BE49-F238E27FC236}">
                  <a16:creationId xmlns:a16="http://schemas.microsoft.com/office/drawing/2014/main" id="{828E11E8-E076-9F4B-9408-542A958C607D}"/>
                </a:ext>
              </a:extLst>
            </p:cNvPr>
            <p:cNvSpPr>
              <a:spLocks noChangeShapeType="1"/>
            </p:cNvSpPr>
            <p:nvPr/>
          </p:nvSpPr>
          <p:spPr bwMode="auto">
            <a:xfrm>
              <a:off x="5713413" y="3076393"/>
              <a:ext cx="720725" cy="0"/>
            </a:xfrm>
            <a:prstGeom prst="line">
              <a:avLst/>
            </a:prstGeom>
            <a:noFill/>
            <a:ln w="28575">
              <a:solidFill>
                <a:schemeClr val="bg2"/>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a:p>
          </p:txBody>
        </p:sp>
        <p:sp>
          <p:nvSpPr>
            <p:cNvPr id="47110" name="Rectangle 6">
              <a:extLst>
                <a:ext uri="{FF2B5EF4-FFF2-40B4-BE49-F238E27FC236}">
                  <a16:creationId xmlns:a16="http://schemas.microsoft.com/office/drawing/2014/main" id="{D769EA27-B090-6545-A468-F0FAD328E40F}"/>
                </a:ext>
              </a:extLst>
            </p:cNvPr>
            <p:cNvSpPr>
              <a:spLocks noChangeArrowheads="1"/>
            </p:cNvSpPr>
            <p:nvPr/>
          </p:nvSpPr>
          <p:spPr bwMode="auto">
            <a:xfrm>
              <a:off x="1752600" y="3363731"/>
              <a:ext cx="1512888" cy="576262"/>
            </a:xfrm>
            <a:prstGeom prst="rect">
              <a:avLst/>
            </a:prstGeom>
            <a:solidFill>
              <a:schemeClr val="tx1"/>
            </a:solidFill>
            <a:ln w="9525">
              <a:solidFill>
                <a:schemeClr val="bg2"/>
              </a:solidFill>
              <a:miter lim="800000"/>
              <a:headEnd/>
              <a:tailEnd/>
            </a:ln>
          </p:spPr>
          <p:txBody>
            <a:bodyPr wrap="none" anchor="ct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algn="ctr" eaLnBrk="1" hangingPunct="1"/>
              <a:r>
                <a:rPr lang="zh-CN" altLang="en-US" sz="1800">
                  <a:solidFill>
                    <a:schemeClr val="bg2"/>
                  </a:solidFill>
                  <a:latin typeface="Arial" panose="020B0604020202020204" pitchFamily="34" charset="0"/>
                  <a:ea typeface="宋体" panose="02010600030101010101" pitchFamily="2" charset="-122"/>
                </a:rPr>
                <a:t>明文数据</a:t>
              </a:r>
            </a:p>
          </p:txBody>
        </p:sp>
        <p:sp>
          <p:nvSpPr>
            <p:cNvPr id="47111" name="Text Box 7">
              <a:extLst>
                <a:ext uri="{FF2B5EF4-FFF2-40B4-BE49-F238E27FC236}">
                  <a16:creationId xmlns:a16="http://schemas.microsoft.com/office/drawing/2014/main" id="{0C6CB7A1-3DAE-9D42-947B-1C670E8BE102}"/>
                </a:ext>
              </a:extLst>
            </p:cNvPr>
            <p:cNvSpPr txBox="1">
              <a:spLocks noChangeArrowheads="1"/>
            </p:cNvSpPr>
            <p:nvPr/>
          </p:nvSpPr>
          <p:spPr bwMode="auto">
            <a:xfrm>
              <a:off x="6434138" y="2860493"/>
              <a:ext cx="719137" cy="366713"/>
            </a:xfrm>
            <a:prstGeom prst="rect">
              <a:avLst/>
            </a:prstGeom>
            <a:solidFill>
              <a:schemeClr val="tx1"/>
            </a:solidFill>
            <a:ln w="9525">
              <a:solidFill>
                <a:schemeClr val="bg2"/>
              </a:solidFill>
              <a:miter lim="800000"/>
              <a:headEnd/>
              <a:tailEnd/>
            </a:ln>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spcBef>
                  <a:spcPct val="50000"/>
                </a:spcBef>
              </a:pPr>
              <a:r>
                <a:rPr lang="zh-CN" altLang="en-US" sz="1800">
                  <a:solidFill>
                    <a:schemeClr val="bg2"/>
                  </a:solidFill>
                  <a:latin typeface="Arial" panose="020B0604020202020204" pitchFamily="34" charset="0"/>
                  <a:ea typeface="宋体" panose="02010600030101010101" pitchFamily="2" charset="-122"/>
                </a:rPr>
                <a:t>密文</a:t>
              </a:r>
            </a:p>
          </p:txBody>
        </p:sp>
        <p:sp>
          <p:nvSpPr>
            <p:cNvPr id="47112" name="Text Box 8">
              <a:extLst>
                <a:ext uri="{FF2B5EF4-FFF2-40B4-BE49-F238E27FC236}">
                  <a16:creationId xmlns:a16="http://schemas.microsoft.com/office/drawing/2014/main" id="{C5BB2724-BA2C-3843-B44E-1E01D02A09B2}"/>
                </a:ext>
              </a:extLst>
            </p:cNvPr>
            <p:cNvSpPr txBox="1">
              <a:spLocks noChangeArrowheads="1"/>
            </p:cNvSpPr>
            <p:nvPr/>
          </p:nvSpPr>
          <p:spPr bwMode="auto">
            <a:xfrm>
              <a:off x="1882775" y="1447800"/>
              <a:ext cx="1655763" cy="366713"/>
            </a:xfrm>
            <a:prstGeom prst="rect">
              <a:avLst/>
            </a:prstGeom>
            <a:solidFill>
              <a:schemeClr val="tx1"/>
            </a:solidFill>
            <a:ln w="9525">
              <a:solidFill>
                <a:schemeClr val="tx1"/>
              </a:solidFill>
              <a:miter lim="800000"/>
              <a:headEnd/>
              <a:tailEnd/>
            </a:ln>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spcBef>
                  <a:spcPct val="50000"/>
                </a:spcBef>
              </a:pPr>
              <a:r>
                <a:rPr lang="en-US" altLang="zh-CN" sz="1800" i="1">
                  <a:solidFill>
                    <a:schemeClr val="bg2"/>
                  </a:solidFill>
                  <a:latin typeface="Arial" panose="020B0604020202020204" pitchFamily="34" charset="0"/>
                  <a:ea typeface="宋体" panose="02010600030101010101" pitchFamily="2" charset="-122"/>
                </a:rPr>
                <a:t>    K</a:t>
              </a:r>
              <a:r>
                <a:rPr lang="zh-CN" altLang="en-US" sz="1800">
                  <a:solidFill>
                    <a:schemeClr val="bg2"/>
                  </a:solidFill>
                  <a:latin typeface="Arial" panose="020B0604020202020204" pitchFamily="34" charset="0"/>
                  <a:ea typeface="宋体" panose="02010600030101010101" pitchFamily="2" charset="-122"/>
                </a:rPr>
                <a:t>（密钥）</a:t>
              </a:r>
            </a:p>
          </p:txBody>
        </p:sp>
        <p:sp>
          <p:nvSpPr>
            <p:cNvPr id="47113" name="Line 9">
              <a:extLst>
                <a:ext uri="{FF2B5EF4-FFF2-40B4-BE49-F238E27FC236}">
                  <a16:creationId xmlns:a16="http://schemas.microsoft.com/office/drawing/2014/main" id="{0242A557-DDC3-D343-8611-220400E37998}"/>
                </a:ext>
              </a:extLst>
            </p:cNvPr>
            <p:cNvSpPr>
              <a:spLocks noChangeShapeType="1"/>
            </p:cNvSpPr>
            <p:nvPr/>
          </p:nvSpPr>
          <p:spPr bwMode="auto">
            <a:xfrm>
              <a:off x="2617788" y="1858781"/>
              <a:ext cx="0" cy="431800"/>
            </a:xfrm>
            <a:prstGeom prst="line">
              <a:avLst/>
            </a:prstGeom>
            <a:noFill/>
            <a:ln w="28575">
              <a:solidFill>
                <a:schemeClr val="bg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14" name="Oval 10">
              <a:extLst>
                <a:ext uri="{FF2B5EF4-FFF2-40B4-BE49-F238E27FC236}">
                  <a16:creationId xmlns:a16="http://schemas.microsoft.com/office/drawing/2014/main" id="{29AAD00C-9F98-454A-8BA3-2E636CD3C0E8}"/>
                </a:ext>
              </a:extLst>
            </p:cNvPr>
            <p:cNvSpPr>
              <a:spLocks noChangeArrowheads="1"/>
            </p:cNvSpPr>
            <p:nvPr/>
          </p:nvSpPr>
          <p:spPr bwMode="auto">
            <a:xfrm>
              <a:off x="4778375" y="2579506"/>
              <a:ext cx="935038" cy="935037"/>
            </a:xfrm>
            <a:prstGeom prst="ellipse">
              <a:avLst/>
            </a:prstGeom>
            <a:solidFill>
              <a:schemeClr val="tx1"/>
            </a:solidFill>
            <a:ln w="28575">
              <a:solidFill>
                <a:schemeClr val="bg2"/>
              </a:solidFill>
              <a:round/>
              <a:headEnd/>
              <a:tailEnd/>
            </a:ln>
          </p:spPr>
          <p:txBody>
            <a:bodyPr wrap="none" anchor="ct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algn="ctr" eaLnBrk="1" hangingPunct="1"/>
              <a:r>
                <a:rPr lang="en-US" altLang="zh-CN" sz="3200">
                  <a:solidFill>
                    <a:schemeClr val="bg2"/>
                  </a:solidFill>
                  <a:latin typeface="Arial" panose="020B0604020202020204" pitchFamily="34" charset="0"/>
                  <a:ea typeface="宋体" panose="02010600030101010101" pitchFamily="2" charset="-122"/>
                </a:rPr>
                <a:t>+</a:t>
              </a:r>
            </a:p>
          </p:txBody>
        </p:sp>
        <p:sp>
          <p:nvSpPr>
            <p:cNvPr id="47115" name="Line 11">
              <a:extLst>
                <a:ext uri="{FF2B5EF4-FFF2-40B4-BE49-F238E27FC236}">
                  <a16:creationId xmlns:a16="http://schemas.microsoft.com/office/drawing/2014/main" id="{EA68BD5E-4CB2-B243-869A-0C7C1305B793}"/>
                </a:ext>
              </a:extLst>
            </p:cNvPr>
            <p:cNvSpPr>
              <a:spLocks noChangeShapeType="1"/>
            </p:cNvSpPr>
            <p:nvPr/>
          </p:nvSpPr>
          <p:spPr bwMode="auto">
            <a:xfrm>
              <a:off x="3336925" y="2579506"/>
              <a:ext cx="1152525"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16" name="Line 12">
              <a:extLst>
                <a:ext uri="{FF2B5EF4-FFF2-40B4-BE49-F238E27FC236}">
                  <a16:creationId xmlns:a16="http://schemas.microsoft.com/office/drawing/2014/main" id="{54812E35-BBFE-FA4E-A513-1DEBA66235DD}"/>
                </a:ext>
              </a:extLst>
            </p:cNvPr>
            <p:cNvSpPr>
              <a:spLocks noChangeShapeType="1"/>
            </p:cNvSpPr>
            <p:nvPr/>
          </p:nvSpPr>
          <p:spPr bwMode="auto">
            <a:xfrm>
              <a:off x="4489450" y="2579506"/>
              <a:ext cx="288925" cy="295276"/>
            </a:xfrm>
            <a:prstGeom prst="line">
              <a:avLst/>
            </a:prstGeom>
            <a:noFill/>
            <a:ln w="28575">
              <a:solidFill>
                <a:schemeClr val="bg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17" name="Line 13">
              <a:extLst>
                <a:ext uri="{FF2B5EF4-FFF2-40B4-BE49-F238E27FC236}">
                  <a16:creationId xmlns:a16="http://schemas.microsoft.com/office/drawing/2014/main" id="{4BF7E505-1840-7E41-B769-81C42BD9E86F}"/>
                </a:ext>
              </a:extLst>
            </p:cNvPr>
            <p:cNvSpPr>
              <a:spLocks noChangeShapeType="1"/>
            </p:cNvSpPr>
            <p:nvPr/>
          </p:nvSpPr>
          <p:spPr bwMode="auto">
            <a:xfrm>
              <a:off x="3265488" y="3585981"/>
              <a:ext cx="1223962"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18" name="Line 14">
              <a:extLst>
                <a:ext uri="{FF2B5EF4-FFF2-40B4-BE49-F238E27FC236}">
                  <a16:creationId xmlns:a16="http://schemas.microsoft.com/office/drawing/2014/main" id="{B60C4840-AEE0-C046-B9F5-FE02698A8000}"/>
                </a:ext>
              </a:extLst>
            </p:cNvPr>
            <p:cNvSpPr>
              <a:spLocks noChangeShapeType="1"/>
            </p:cNvSpPr>
            <p:nvPr/>
          </p:nvSpPr>
          <p:spPr bwMode="auto">
            <a:xfrm flipV="1">
              <a:off x="4489450" y="3298643"/>
              <a:ext cx="288925" cy="287338"/>
            </a:xfrm>
            <a:prstGeom prst="line">
              <a:avLst/>
            </a:prstGeom>
            <a:noFill/>
            <a:ln w="28575">
              <a:solidFill>
                <a:schemeClr val="bg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19" name="Text Box 15">
              <a:extLst>
                <a:ext uri="{FF2B5EF4-FFF2-40B4-BE49-F238E27FC236}">
                  <a16:creationId xmlns:a16="http://schemas.microsoft.com/office/drawing/2014/main" id="{AED50ADA-F4D7-3C4A-92EF-E4D95CF65C3A}"/>
                </a:ext>
              </a:extLst>
            </p:cNvPr>
            <p:cNvSpPr txBox="1">
              <a:spLocks noChangeArrowheads="1"/>
            </p:cNvSpPr>
            <p:nvPr/>
          </p:nvSpPr>
          <p:spPr bwMode="auto">
            <a:xfrm>
              <a:off x="4778375" y="2212793"/>
              <a:ext cx="1366838" cy="338554"/>
            </a:xfrm>
            <a:prstGeom prst="rect">
              <a:avLst/>
            </a:prstGeom>
            <a:solidFill>
              <a:schemeClr val="tx1"/>
            </a:solidFill>
            <a:ln w="9525">
              <a:solidFill>
                <a:schemeClr val="tx1"/>
              </a:solidFill>
              <a:miter lim="800000"/>
              <a:headEnd/>
              <a:tailEnd/>
            </a:ln>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spcBef>
                  <a:spcPct val="50000"/>
                </a:spcBef>
              </a:pPr>
              <a:r>
                <a:rPr lang="zh-CN" altLang="en-US" sz="1600">
                  <a:solidFill>
                    <a:schemeClr val="bg2"/>
                  </a:solidFill>
                  <a:latin typeface="Arial" panose="020B0604020202020204" pitchFamily="34" charset="0"/>
                  <a:ea typeface="宋体" panose="02010600030101010101" pitchFamily="2" charset="-122"/>
                </a:rPr>
                <a:t>加、解密器</a:t>
              </a:r>
            </a:p>
          </p:txBody>
        </p:sp>
        <p:sp>
          <p:nvSpPr>
            <p:cNvPr id="47120" name="Text Box 16">
              <a:extLst>
                <a:ext uri="{FF2B5EF4-FFF2-40B4-BE49-F238E27FC236}">
                  <a16:creationId xmlns:a16="http://schemas.microsoft.com/office/drawing/2014/main" id="{87D80A92-7B34-5A4B-A28B-C393ECD08C1B}"/>
                </a:ext>
              </a:extLst>
            </p:cNvPr>
            <p:cNvSpPr txBox="1">
              <a:spLocks noChangeArrowheads="1"/>
            </p:cNvSpPr>
            <p:nvPr/>
          </p:nvSpPr>
          <p:spPr bwMode="auto">
            <a:xfrm>
              <a:off x="3394505" y="2158572"/>
              <a:ext cx="1371598" cy="338554"/>
            </a:xfrm>
            <a:prstGeom prst="rect">
              <a:avLst/>
            </a:prstGeom>
            <a:solidFill>
              <a:schemeClr val="tx1"/>
            </a:solidFill>
            <a:ln w="9525">
              <a:solidFill>
                <a:schemeClr val="tx1"/>
              </a:solidFill>
              <a:miter lim="800000"/>
              <a:headEnd/>
              <a:tailEnd/>
            </a:ln>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spcBef>
                  <a:spcPct val="50000"/>
                </a:spcBef>
              </a:pPr>
              <a:r>
                <a:rPr lang="zh-CN" altLang="en-US" sz="1600">
                  <a:solidFill>
                    <a:schemeClr val="bg2"/>
                  </a:solidFill>
                  <a:latin typeface="Arial" panose="020B0604020202020204" pitchFamily="34" charset="0"/>
                  <a:ea typeface="宋体" panose="02010600030101010101" pitchFamily="2" charset="-122"/>
                </a:rPr>
                <a:t>伪随机序列</a:t>
              </a:r>
            </a:p>
          </p:txBody>
        </p:sp>
      </p:grpSp>
      <p:sp>
        <p:nvSpPr>
          <p:cNvPr id="44036" name="矩形 19">
            <a:extLst>
              <a:ext uri="{FF2B5EF4-FFF2-40B4-BE49-F238E27FC236}">
                <a16:creationId xmlns:a16="http://schemas.microsoft.com/office/drawing/2014/main" id="{F63D46D5-24C5-D64D-802D-EA064448FC7F}"/>
              </a:ext>
            </a:extLst>
          </p:cNvPr>
          <p:cNvSpPr>
            <a:spLocks noChangeArrowheads="1"/>
          </p:cNvSpPr>
          <p:nvPr/>
        </p:nvSpPr>
        <p:spPr bwMode="auto">
          <a:xfrm>
            <a:off x="1143000" y="4341813"/>
            <a:ext cx="7378700"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spcBef>
                <a:spcPct val="20000"/>
              </a:spcBef>
              <a:buFont typeface="Wingdings" pitchFamily="2" charset="2"/>
              <a:buChar char="p"/>
            </a:pPr>
            <a:r>
              <a:rPr lang="zh-CN" altLang="en-US" sz="2000">
                <a:solidFill>
                  <a:schemeClr val="bg2"/>
                </a:solidFill>
                <a:latin typeface="Times New Roman" panose="02020603050405020304" pitchFamily="18" charset="0"/>
                <a:ea typeface="宋体" panose="02010600030101010101" pitchFamily="2" charset="-122"/>
              </a:rPr>
              <a:t>对称密钥体制使用方便，加、解密速度较高</a:t>
            </a:r>
          </a:p>
          <a:p>
            <a:pPr eaLnBrk="1" hangingPunct="1">
              <a:spcBef>
                <a:spcPct val="20000"/>
              </a:spcBef>
              <a:buFont typeface="Wingdings" pitchFamily="2" charset="2"/>
              <a:buChar char="p"/>
            </a:pPr>
            <a:r>
              <a:rPr lang="zh-CN" altLang="en-US" sz="2000">
                <a:solidFill>
                  <a:schemeClr val="bg2"/>
                </a:solidFill>
                <a:latin typeface="Times New Roman" panose="02020603050405020304" pitchFamily="18" charset="0"/>
                <a:ea typeface="宋体" panose="02010600030101010101" pitchFamily="2" charset="-122"/>
              </a:rPr>
              <a:t>低的错误扩散，明文和密文是逐比特对应加、解密的，传输过程中的每比特错误只能影响该比特的明文</a:t>
            </a:r>
          </a:p>
          <a:p>
            <a:pPr eaLnBrk="1" hangingPunct="1">
              <a:spcBef>
                <a:spcPct val="20000"/>
              </a:spcBef>
              <a:buFont typeface="Wingdings" pitchFamily="2" charset="2"/>
              <a:buChar char="p"/>
            </a:pPr>
            <a:r>
              <a:rPr lang="zh-CN" altLang="en-US" sz="2000">
                <a:solidFill>
                  <a:schemeClr val="bg2"/>
                </a:solidFill>
                <a:latin typeface="Times New Roman" panose="02020603050405020304" pitchFamily="18" charset="0"/>
                <a:ea typeface="宋体" panose="02010600030101010101" pitchFamily="2" charset="-122"/>
              </a:rPr>
              <a:t>最大的缺陷是密钥分发问题 ， </a:t>
            </a:r>
            <a:r>
              <a:rPr lang="en-US" altLang="zh-CN" sz="2000">
                <a:latin typeface="Times New Roman" panose="02020603050405020304" pitchFamily="18" charset="0"/>
                <a:ea typeface="宋体" panose="02010600030101010101" pitchFamily="2" charset="-122"/>
              </a:rPr>
              <a:t>n(n-1)/2</a:t>
            </a:r>
            <a:r>
              <a:rPr lang="zh-CN" altLang="en-US" sz="2000">
                <a:latin typeface="Times New Roman" panose="02020603050405020304" pitchFamily="18" charset="0"/>
                <a:ea typeface="宋体" panose="02010600030101010101" pitchFamily="2" charset="-122"/>
              </a:rPr>
              <a:t>个密钥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44036"/>
                                        </p:tgtEl>
                                        <p:attrNameLst>
                                          <p:attrName>style.visibility</p:attrName>
                                        </p:attrNameLst>
                                      </p:cBhvr>
                                      <p:to>
                                        <p:strVal val="visible"/>
                                      </p:to>
                                    </p:set>
                                    <p:anim calcmode="lin" valueType="num">
                                      <p:cBhvr additive="base">
                                        <p:cTn id="7" dur="500" fill="hold"/>
                                        <p:tgtEl>
                                          <p:spTgt spid="44036"/>
                                        </p:tgtEl>
                                        <p:attrNameLst>
                                          <p:attrName>ppt_x</p:attrName>
                                        </p:attrNameLst>
                                      </p:cBhvr>
                                      <p:tavLst>
                                        <p:tav tm="0">
                                          <p:val>
                                            <p:strVal val="#ppt_x"/>
                                          </p:val>
                                        </p:tav>
                                        <p:tav tm="100000">
                                          <p:val>
                                            <p:strVal val="#ppt_x"/>
                                          </p:val>
                                        </p:tav>
                                      </p:tavLst>
                                    </p:anim>
                                    <p:anim calcmode="lin" valueType="num">
                                      <p:cBhvr additive="base">
                                        <p:cTn id="8" dur="500" fill="hold"/>
                                        <p:tgtEl>
                                          <p:spTgt spid="4403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6"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BD288C10-DF46-1447-8B8E-BAE81F11BB69}"/>
              </a:ext>
            </a:extLst>
          </p:cNvPr>
          <p:cNvSpPr/>
          <p:nvPr/>
        </p:nvSpPr>
        <p:spPr>
          <a:xfrm>
            <a:off x="381000" y="685800"/>
            <a:ext cx="2041525" cy="425450"/>
          </a:xfrm>
          <a:prstGeom prst="rect">
            <a:avLst/>
          </a:prstGeom>
        </p:spPr>
        <p:txBody>
          <a:bodyPr wrap="none">
            <a:spAutoFit/>
          </a:bodyPr>
          <a:lstStyle/>
          <a:p>
            <a:pPr>
              <a:lnSpc>
                <a:spcPct val="90000"/>
              </a:lnSpc>
              <a:defRPr/>
            </a:pPr>
            <a:r>
              <a:rPr lang="zh-CN" altLang="en-US" sz="2400">
                <a:effectLst>
                  <a:outerShdw blurRad="38100" dist="38100" dir="2700000" algn="tl">
                    <a:srgbClr val="C0C0C0"/>
                  </a:outerShdw>
                </a:effectLst>
                <a:latin typeface="黑体" panose="02010609060101010101" pitchFamily="49" charset="-122"/>
                <a:ea typeface="黑体" panose="02010609060101010101" pitchFamily="49" charset="-122"/>
              </a:rPr>
              <a:t>分组密码体制</a:t>
            </a:r>
          </a:p>
        </p:txBody>
      </p:sp>
      <p:sp>
        <p:nvSpPr>
          <p:cNvPr id="4" name="Rectangle 3">
            <a:extLst>
              <a:ext uri="{FF2B5EF4-FFF2-40B4-BE49-F238E27FC236}">
                <a16:creationId xmlns:a16="http://schemas.microsoft.com/office/drawing/2014/main" id="{06CC5F04-3BB7-9E4F-A24E-EA16DBCFC5F3}"/>
              </a:ext>
            </a:extLst>
          </p:cNvPr>
          <p:cNvSpPr txBox="1">
            <a:spLocks noChangeArrowheads="1"/>
          </p:cNvSpPr>
          <p:nvPr/>
        </p:nvSpPr>
        <p:spPr bwMode="auto">
          <a:xfrm>
            <a:off x="381000" y="1219200"/>
            <a:ext cx="8610600" cy="762000"/>
          </a:xfrm>
          <a:prstGeom prst="rect">
            <a:avLst/>
          </a:prstGeom>
          <a:noFill/>
        </p:spPr>
        <p:txBody>
          <a:bodyPr/>
          <a:lstStyle/>
          <a:p>
            <a:pPr eaLnBrk="1" hangingPunct="1">
              <a:lnSpc>
                <a:spcPct val="90000"/>
              </a:lnSpc>
              <a:spcBef>
                <a:spcPct val="30000"/>
              </a:spcBef>
              <a:buClr>
                <a:schemeClr val="tx2"/>
              </a:buClr>
              <a:buSzPct val="75000"/>
              <a:defRPr/>
            </a:pPr>
            <a:r>
              <a:rPr lang="zh-CN" altLang="en-US" sz="20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分组密码体制，是一种数据扩散体制（在一有限的分组内）。采用数量固定的明文加上全部密钥，产生与明文分组长度相同的密文分组。</a:t>
            </a:r>
          </a:p>
        </p:txBody>
      </p:sp>
      <p:grpSp>
        <p:nvGrpSpPr>
          <p:cNvPr id="45060" name="组合 4">
            <a:extLst>
              <a:ext uri="{FF2B5EF4-FFF2-40B4-BE49-F238E27FC236}">
                <a16:creationId xmlns:a16="http://schemas.microsoft.com/office/drawing/2014/main" id="{84D12B79-96F1-AD4A-BEE3-CC71B17BDE7C}"/>
              </a:ext>
            </a:extLst>
          </p:cNvPr>
          <p:cNvGrpSpPr>
            <a:grpSpLocks/>
          </p:cNvGrpSpPr>
          <p:nvPr/>
        </p:nvGrpSpPr>
        <p:grpSpPr bwMode="auto">
          <a:xfrm>
            <a:off x="838200" y="2089150"/>
            <a:ext cx="7559675" cy="2447925"/>
            <a:chOff x="1208088" y="3357563"/>
            <a:chExt cx="7561262" cy="2447925"/>
          </a:xfrm>
        </p:grpSpPr>
        <p:sp>
          <p:nvSpPr>
            <p:cNvPr id="48133" name="Rectangle 4">
              <a:extLst>
                <a:ext uri="{FF2B5EF4-FFF2-40B4-BE49-F238E27FC236}">
                  <a16:creationId xmlns:a16="http://schemas.microsoft.com/office/drawing/2014/main" id="{0812781A-CF9B-7340-99F9-F32FDCF7362D}"/>
                </a:ext>
              </a:extLst>
            </p:cNvPr>
            <p:cNvSpPr>
              <a:spLocks noChangeArrowheads="1"/>
            </p:cNvSpPr>
            <p:nvPr/>
          </p:nvSpPr>
          <p:spPr bwMode="auto">
            <a:xfrm>
              <a:off x="2503488" y="4510088"/>
              <a:ext cx="936625" cy="1295400"/>
            </a:xfrm>
            <a:prstGeom prst="rect">
              <a:avLst/>
            </a:prstGeom>
            <a:noFill/>
            <a:ln w="9525">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algn="ctr" eaLnBrk="1" hangingPunct="1"/>
              <a:r>
                <a:rPr lang="zh-CN" altLang="en-US" sz="1800">
                  <a:solidFill>
                    <a:schemeClr val="bg2"/>
                  </a:solidFill>
                  <a:latin typeface="Arial" panose="020B0604020202020204" pitchFamily="34" charset="0"/>
                  <a:ea typeface="宋体" panose="02010600030101010101" pitchFamily="2" charset="-122"/>
                </a:rPr>
                <a:t>分组</a:t>
              </a:r>
            </a:p>
            <a:p>
              <a:pPr algn="ctr" eaLnBrk="1" hangingPunct="1"/>
              <a:r>
                <a:rPr lang="zh-CN" altLang="en-US" sz="1800">
                  <a:solidFill>
                    <a:schemeClr val="bg2"/>
                  </a:solidFill>
                  <a:latin typeface="Arial" panose="020B0604020202020204" pitchFamily="34" charset="0"/>
                  <a:ea typeface="宋体" panose="02010600030101010101" pitchFamily="2" charset="-122"/>
                </a:rPr>
                <a:t>加密</a:t>
              </a:r>
            </a:p>
            <a:p>
              <a:pPr algn="ctr" eaLnBrk="1" hangingPunct="1"/>
              <a:r>
                <a:rPr lang="zh-CN" altLang="en-US" sz="1800">
                  <a:solidFill>
                    <a:schemeClr val="bg2"/>
                  </a:solidFill>
                  <a:latin typeface="Arial" panose="020B0604020202020204" pitchFamily="34" charset="0"/>
                  <a:ea typeface="宋体" panose="02010600030101010101" pitchFamily="2" charset="-122"/>
                </a:rPr>
                <a:t>算法</a:t>
              </a:r>
            </a:p>
          </p:txBody>
        </p:sp>
        <p:sp>
          <p:nvSpPr>
            <p:cNvPr id="48134" name="AutoShape 5">
              <a:extLst>
                <a:ext uri="{FF2B5EF4-FFF2-40B4-BE49-F238E27FC236}">
                  <a16:creationId xmlns:a16="http://schemas.microsoft.com/office/drawing/2014/main" id="{5553B788-3F11-9547-BF4D-9A0E3F69CA80}"/>
                </a:ext>
              </a:extLst>
            </p:cNvPr>
            <p:cNvSpPr>
              <a:spLocks noChangeArrowheads="1"/>
            </p:cNvSpPr>
            <p:nvPr/>
          </p:nvSpPr>
          <p:spPr bwMode="auto">
            <a:xfrm>
              <a:off x="2574925" y="3357563"/>
              <a:ext cx="720725" cy="1152525"/>
            </a:xfrm>
            <a:prstGeom prst="downArrow">
              <a:avLst>
                <a:gd name="adj1" fmla="val 50000"/>
                <a:gd name="adj2" fmla="val 39963"/>
              </a:avLst>
            </a:prstGeom>
            <a:noFill/>
            <a:ln w="9525">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vert="eaVert" wrap="none" anchor="ct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algn="ctr" eaLnBrk="1" hangingPunct="1"/>
              <a:r>
                <a:rPr lang="en-US" altLang="zh-CN" sz="1800">
                  <a:solidFill>
                    <a:schemeClr val="bg2"/>
                  </a:solidFill>
                  <a:latin typeface="Arial" panose="020B0604020202020204" pitchFamily="34" charset="0"/>
                  <a:ea typeface="宋体" panose="02010600030101010101" pitchFamily="2" charset="-122"/>
                </a:rPr>
                <a:t>Y bit </a:t>
              </a:r>
              <a:r>
                <a:rPr lang="zh-CN" altLang="en-US" sz="1800">
                  <a:solidFill>
                    <a:schemeClr val="bg2"/>
                  </a:solidFill>
                  <a:latin typeface="Arial" panose="020B0604020202020204" pitchFamily="34" charset="0"/>
                  <a:ea typeface="宋体" panose="02010600030101010101" pitchFamily="2" charset="-122"/>
                </a:rPr>
                <a:t>密钥</a:t>
              </a:r>
            </a:p>
          </p:txBody>
        </p:sp>
        <p:sp>
          <p:nvSpPr>
            <p:cNvPr id="48135" name="AutoShape 6">
              <a:extLst>
                <a:ext uri="{FF2B5EF4-FFF2-40B4-BE49-F238E27FC236}">
                  <a16:creationId xmlns:a16="http://schemas.microsoft.com/office/drawing/2014/main" id="{F0353D85-F819-2E47-BF54-BD78FCCFE3B5}"/>
                </a:ext>
              </a:extLst>
            </p:cNvPr>
            <p:cNvSpPr>
              <a:spLocks noChangeArrowheads="1"/>
            </p:cNvSpPr>
            <p:nvPr/>
          </p:nvSpPr>
          <p:spPr bwMode="auto">
            <a:xfrm>
              <a:off x="1208088" y="4797425"/>
              <a:ext cx="1295400" cy="720725"/>
            </a:xfrm>
            <a:prstGeom prst="rightArrow">
              <a:avLst>
                <a:gd name="adj1" fmla="val 50000"/>
                <a:gd name="adj2" fmla="val 44917"/>
              </a:avLst>
            </a:prstGeom>
            <a:noFill/>
            <a:ln w="9525">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algn="ctr" eaLnBrk="1" hangingPunct="1"/>
              <a:r>
                <a:rPr lang="en-US" altLang="zh-CN" sz="1800">
                  <a:solidFill>
                    <a:schemeClr val="bg2"/>
                  </a:solidFill>
                  <a:latin typeface="Arial" panose="020B0604020202020204" pitchFamily="34" charset="0"/>
                  <a:ea typeface="宋体" panose="02010600030101010101" pitchFamily="2" charset="-122"/>
                </a:rPr>
                <a:t>X bit </a:t>
              </a:r>
              <a:r>
                <a:rPr lang="zh-CN" altLang="en-US" sz="1800">
                  <a:solidFill>
                    <a:schemeClr val="bg2"/>
                  </a:solidFill>
                  <a:latin typeface="Arial" panose="020B0604020202020204" pitchFamily="34" charset="0"/>
                  <a:ea typeface="宋体" panose="02010600030101010101" pitchFamily="2" charset="-122"/>
                </a:rPr>
                <a:t>明文</a:t>
              </a:r>
            </a:p>
          </p:txBody>
        </p:sp>
        <p:sp>
          <p:nvSpPr>
            <p:cNvPr id="48136" name="AutoShape 7">
              <a:extLst>
                <a:ext uri="{FF2B5EF4-FFF2-40B4-BE49-F238E27FC236}">
                  <a16:creationId xmlns:a16="http://schemas.microsoft.com/office/drawing/2014/main" id="{CC1D085E-6C8D-1F4B-B539-1FD48F87B477}"/>
                </a:ext>
              </a:extLst>
            </p:cNvPr>
            <p:cNvSpPr>
              <a:spLocks noChangeArrowheads="1"/>
            </p:cNvSpPr>
            <p:nvPr/>
          </p:nvSpPr>
          <p:spPr bwMode="auto">
            <a:xfrm>
              <a:off x="3440113" y="4797425"/>
              <a:ext cx="1296987" cy="720725"/>
            </a:xfrm>
            <a:prstGeom prst="rightArrow">
              <a:avLst>
                <a:gd name="adj1" fmla="val 50000"/>
                <a:gd name="adj2" fmla="val 44972"/>
              </a:avLst>
            </a:prstGeom>
            <a:noFill/>
            <a:ln w="9525">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algn="ctr" eaLnBrk="1" hangingPunct="1"/>
              <a:r>
                <a:rPr lang="en-US" altLang="zh-CN" sz="1800">
                  <a:solidFill>
                    <a:schemeClr val="bg2"/>
                  </a:solidFill>
                  <a:latin typeface="Arial" panose="020B0604020202020204" pitchFamily="34" charset="0"/>
                  <a:ea typeface="宋体" panose="02010600030101010101" pitchFamily="2" charset="-122"/>
                </a:rPr>
                <a:t>X bit </a:t>
              </a:r>
              <a:r>
                <a:rPr lang="zh-CN" altLang="en-US" sz="1800">
                  <a:solidFill>
                    <a:schemeClr val="bg2"/>
                  </a:solidFill>
                  <a:latin typeface="Arial" panose="020B0604020202020204" pitchFamily="34" charset="0"/>
                  <a:ea typeface="宋体" panose="02010600030101010101" pitchFamily="2" charset="-122"/>
                </a:rPr>
                <a:t>密文</a:t>
              </a:r>
            </a:p>
          </p:txBody>
        </p:sp>
        <p:sp>
          <p:nvSpPr>
            <p:cNvPr id="48137" name="Rectangle 8">
              <a:extLst>
                <a:ext uri="{FF2B5EF4-FFF2-40B4-BE49-F238E27FC236}">
                  <a16:creationId xmlns:a16="http://schemas.microsoft.com/office/drawing/2014/main" id="{5CFB3F1C-136F-DA42-A91D-1110CD0F3E81}"/>
                </a:ext>
              </a:extLst>
            </p:cNvPr>
            <p:cNvSpPr>
              <a:spLocks noChangeArrowheads="1"/>
            </p:cNvSpPr>
            <p:nvPr/>
          </p:nvSpPr>
          <p:spPr bwMode="auto">
            <a:xfrm>
              <a:off x="6537325" y="4510088"/>
              <a:ext cx="936625" cy="1295400"/>
            </a:xfrm>
            <a:prstGeom prst="rect">
              <a:avLst/>
            </a:prstGeom>
            <a:noFill/>
            <a:ln w="9525">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algn="ctr" eaLnBrk="1" hangingPunct="1"/>
              <a:r>
                <a:rPr lang="zh-CN" altLang="en-US" sz="1800">
                  <a:solidFill>
                    <a:schemeClr val="bg2"/>
                  </a:solidFill>
                  <a:latin typeface="Arial" panose="020B0604020202020204" pitchFamily="34" charset="0"/>
                  <a:ea typeface="宋体" panose="02010600030101010101" pitchFamily="2" charset="-122"/>
                </a:rPr>
                <a:t>分组</a:t>
              </a:r>
            </a:p>
            <a:p>
              <a:pPr algn="ctr" eaLnBrk="1" hangingPunct="1"/>
              <a:r>
                <a:rPr lang="zh-CN" altLang="en-US" sz="1800">
                  <a:solidFill>
                    <a:schemeClr val="bg2"/>
                  </a:solidFill>
                  <a:latin typeface="Arial" panose="020B0604020202020204" pitchFamily="34" charset="0"/>
                  <a:ea typeface="宋体" panose="02010600030101010101" pitchFamily="2" charset="-122"/>
                </a:rPr>
                <a:t>加密</a:t>
              </a:r>
            </a:p>
            <a:p>
              <a:pPr algn="ctr" eaLnBrk="1" hangingPunct="1"/>
              <a:r>
                <a:rPr lang="zh-CN" altLang="en-US" sz="1800">
                  <a:solidFill>
                    <a:schemeClr val="bg2"/>
                  </a:solidFill>
                  <a:latin typeface="Arial" panose="020B0604020202020204" pitchFamily="34" charset="0"/>
                  <a:ea typeface="宋体" panose="02010600030101010101" pitchFamily="2" charset="-122"/>
                </a:rPr>
                <a:t>算法</a:t>
              </a:r>
            </a:p>
          </p:txBody>
        </p:sp>
        <p:sp>
          <p:nvSpPr>
            <p:cNvPr id="48138" name="AutoShape 9">
              <a:extLst>
                <a:ext uri="{FF2B5EF4-FFF2-40B4-BE49-F238E27FC236}">
                  <a16:creationId xmlns:a16="http://schemas.microsoft.com/office/drawing/2014/main" id="{729C8B4D-4322-DF48-90FD-CD5A27B9C4E1}"/>
                </a:ext>
              </a:extLst>
            </p:cNvPr>
            <p:cNvSpPr>
              <a:spLocks noChangeArrowheads="1"/>
            </p:cNvSpPr>
            <p:nvPr/>
          </p:nvSpPr>
          <p:spPr bwMode="auto">
            <a:xfrm>
              <a:off x="6608763" y="3357563"/>
              <a:ext cx="720725" cy="1152525"/>
            </a:xfrm>
            <a:prstGeom prst="downArrow">
              <a:avLst>
                <a:gd name="adj1" fmla="val 50000"/>
                <a:gd name="adj2" fmla="val 39963"/>
              </a:avLst>
            </a:prstGeom>
            <a:noFill/>
            <a:ln w="9525">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vert="eaVert" wrap="none" anchor="ct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algn="ctr" eaLnBrk="1" hangingPunct="1"/>
              <a:r>
                <a:rPr lang="en-US" altLang="zh-CN" sz="1800">
                  <a:solidFill>
                    <a:schemeClr val="bg2"/>
                  </a:solidFill>
                  <a:latin typeface="Arial" panose="020B0604020202020204" pitchFamily="34" charset="0"/>
                  <a:ea typeface="宋体" panose="02010600030101010101" pitchFamily="2" charset="-122"/>
                </a:rPr>
                <a:t>Y bit </a:t>
              </a:r>
              <a:r>
                <a:rPr lang="zh-CN" altLang="en-US" sz="1800">
                  <a:solidFill>
                    <a:schemeClr val="bg2"/>
                  </a:solidFill>
                  <a:latin typeface="Arial" panose="020B0604020202020204" pitchFamily="34" charset="0"/>
                  <a:ea typeface="宋体" panose="02010600030101010101" pitchFamily="2" charset="-122"/>
                </a:rPr>
                <a:t>密钥</a:t>
              </a:r>
            </a:p>
          </p:txBody>
        </p:sp>
        <p:sp>
          <p:nvSpPr>
            <p:cNvPr id="48139" name="AutoShape 10">
              <a:extLst>
                <a:ext uri="{FF2B5EF4-FFF2-40B4-BE49-F238E27FC236}">
                  <a16:creationId xmlns:a16="http://schemas.microsoft.com/office/drawing/2014/main" id="{632C6B6F-6B53-3B4B-9C4F-ED135D7CB176}"/>
                </a:ext>
              </a:extLst>
            </p:cNvPr>
            <p:cNvSpPr>
              <a:spLocks noChangeArrowheads="1"/>
            </p:cNvSpPr>
            <p:nvPr/>
          </p:nvSpPr>
          <p:spPr bwMode="auto">
            <a:xfrm>
              <a:off x="5241925" y="4797425"/>
              <a:ext cx="1295400" cy="720725"/>
            </a:xfrm>
            <a:prstGeom prst="rightArrow">
              <a:avLst>
                <a:gd name="adj1" fmla="val 50000"/>
                <a:gd name="adj2" fmla="val 44917"/>
              </a:avLst>
            </a:prstGeom>
            <a:noFill/>
            <a:ln w="9525">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algn="ctr" eaLnBrk="1" hangingPunct="1"/>
              <a:r>
                <a:rPr lang="en-US" altLang="zh-CN" sz="1800">
                  <a:solidFill>
                    <a:schemeClr val="bg2"/>
                  </a:solidFill>
                  <a:latin typeface="Arial" panose="020B0604020202020204" pitchFamily="34" charset="0"/>
                  <a:ea typeface="宋体" panose="02010600030101010101" pitchFamily="2" charset="-122"/>
                </a:rPr>
                <a:t>X bit </a:t>
              </a:r>
              <a:r>
                <a:rPr lang="zh-CN" altLang="en-US" sz="1800">
                  <a:solidFill>
                    <a:schemeClr val="bg2"/>
                  </a:solidFill>
                  <a:latin typeface="Arial" panose="020B0604020202020204" pitchFamily="34" charset="0"/>
                  <a:ea typeface="宋体" panose="02010600030101010101" pitchFamily="2" charset="-122"/>
                </a:rPr>
                <a:t>密文</a:t>
              </a:r>
            </a:p>
          </p:txBody>
        </p:sp>
        <p:sp>
          <p:nvSpPr>
            <p:cNvPr id="48140" name="AutoShape 11">
              <a:extLst>
                <a:ext uri="{FF2B5EF4-FFF2-40B4-BE49-F238E27FC236}">
                  <a16:creationId xmlns:a16="http://schemas.microsoft.com/office/drawing/2014/main" id="{DBB8033B-C1E2-514B-8516-BD979C9EE155}"/>
                </a:ext>
              </a:extLst>
            </p:cNvPr>
            <p:cNvSpPr>
              <a:spLocks noChangeArrowheads="1"/>
            </p:cNvSpPr>
            <p:nvPr/>
          </p:nvSpPr>
          <p:spPr bwMode="auto">
            <a:xfrm>
              <a:off x="7473950" y="4797425"/>
              <a:ext cx="1295400" cy="720725"/>
            </a:xfrm>
            <a:prstGeom prst="rightArrow">
              <a:avLst>
                <a:gd name="adj1" fmla="val 50000"/>
                <a:gd name="adj2" fmla="val 44917"/>
              </a:avLst>
            </a:prstGeom>
            <a:noFill/>
            <a:ln w="9525">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algn="ctr" eaLnBrk="1" hangingPunct="1"/>
              <a:r>
                <a:rPr lang="en-US" altLang="zh-CN" sz="1800">
                  <a:solidFill>
                    <a:schemeClr val="bg2"/>
                  </a:solidFill>
                  <a:latin typeface="Arial" panose="020B0604020202020204" pitchFamily="34" charset="0"/>
                  <a:ea typeface="宋体" panose="02010600030101010101" pitchFamily="2" charset="-122"/>
                </a:rPr>
                <a:t>X bit </a:t>
              </a:r>
              <a:r>
                <a:rPr lang="zh-CN" altLang="en-US" sz="1800">
                  <a:solidFill>
                    <a:schemeClr val="bg2"/>
                  </a:solidFill>
                  <a:latin typeface="Arial" panose="020B0604020202020204" pitchFamily="34" charset="0"/>
                  <a:ea typeface="宋体" panose="02010600030101010101" pitchFamily="2" charset="-122"/>
                </a:rPr>
                <a:t>明文</a:t>
              </a:r>
            </a:p>
          </p:txBody>
        </p:sp>
      </p:grpSp>
      <p:sp>
        <p:nvSpPr>
          <p:cNvPr id="14" name="Rectangle 3">
            <a:extLst>
              <a:ext uri="{FF2B5EF4-FFF2-40B4-BE49-F238E27FC236}">
                <a16:creationId xmlns:a16="http://schemas.microsoft.com/office/drawing/2014/main" id="{5AB7B2BA-F304-CE41-8BC8-234A931F2CF2}"/>
              </a:ext>
            </a:extLst>
          </p:cNvPr>
          <p:cNvSpPr txBox="1">
            <a:spLocks noChangeArrowheads="1"/>
          </p:cNvSpPr>
          <p:nvPr/>
        </p:nvSpPr>
        <p:spPr bwMode="auto">
          <a:xfrm>
            <a:off x="1295400" y="4800600"/>
            <a:ext cx="7170738" cy="1524000"/>
          </a:xfrm>
          <a:prstGeom prst="rect">
            <a:avLst/>
          </a:prstGeom>
          <a:noFill/>
        </p:spPr>
        <p:txBody>
          <a:bodyPr/>
          <a:lstStyle>
            <a:lvl1pPr marL="571500" indent="-571500">
              <a:defRPr sz="4800" b="1">
                <a:solidFill>
                  <a:srgbClr val="FF0000"/>
                </a:solidFill>
                <a:latin typeface="隶书" pitchFamily="49" charset="-122"/>
                <a:ea typeface="隶书" pitchFamily="49" charset="-122"/>
              </a:defRPr>
            </a:lvl1pPr>
            <a:lvl2pPr>
              <a:defRPr sz="4800" b="1">
                <a:solidFill>
                  <a:srgbClr val="FF0000"/>
                </a:solidFill>
                <a:latin typeface="隶书" pitchFamily="49" charset="-122"/>
                <a:ea typeface="隶书" pitchFamily="49" charset="-122"/>
              </a:defRPr>
            </a:lvl2pPr>
            <a:lvl3pPr>
              <a:defRPr sz="4800" b="1">
                <a:solidFill>
                  <a:srgbClr val="FF0000"/>
                </a:solidFill>
                <a:latin typeface="隶书" pitchFamily="49" charset="-122"/>
                <a:ea typeface="隶书" pitchFamily="49" charset="-122"/>
              </a:defRPr>
            </a:lvl3pPr>
            <a:lvl4pPr>
              <a:defRPr sz="4800" b="1">
                <a:solidFill>
                  <a:srgbClr val="FF0000"/>
                </a:solidFill>
                <a:latin typeface="隶书" pitchFamily="49" charset="-122"/>
                <a:ea typeface="隶书" pitchFamily="49" charset="-122"/>
              </a:defRPr>
            </a:lvl4pPr>
            <a:lvl5pPr>
              <a:defRPr sz="4800" b="1">
                <a:solidFill>
                  <a:srgbClr val="FF0000"/>
                </a:solidFill>
                <a:latin typeface="隶书" pitchFamily="49" charset="-122"/>
                <a:ea typeface="隶书" pitchFamily="49" charset="-122"/>
              </a:defRPr>
            </a:lvl5pPr>
            <a:lvl6pPr fontAlgn="base">
              <a:spcBef>
                <a:spcPct val="0"/>
              </a:spcBef>
              <a:spcAft>
                <a:spcPct val="0"/>
              </a:spcAft>
              <a:defRPr sz="4800" b="1">
                <a:solidFill>
                  <a:srgbClr val="FF0000"/>
                </a:solidFill>
                <a:latin typeface="隶书" pitchFamily="49" charset="-122"/>
                <a:ea typeface="隶书" pitchFamily="49" charset="-122"/>
              </a:defRPr>
            </a:lvl6pPr>
            <a:lvl7pPr fontAlgn="base">
              <a:spcBef>
                <a:spcPct val="0"/>
              </a:spcBef>
              <a:spcAft>
                <a:spcPct val="0"/>
              </a:spcAft>
              <a:defRPr sz="4800" b="1">
                <a:solidFill>
                  <a:srgbClr val="FF0000"/>
                </a:solidFill>
                <a:latin typeface="隶书" pitchFamily="49" charset="-122"/>
                <a:ea typeface="隶书" pitchFamily="49" charset="-122"/>
              </a:defRPr>
            </a:lvl7pPr>
            <a:lvl8pPr fontAlgn="base">
              <a:spcBef>
                <a:spcPct val="0"/>
              </a:spcBef>
              <a:spcAft>
                <a:spcPct val="0"/>
              </a:spcAft>
              <a:defRPr sz="4800" b="1">
                <a:solidFill>
                  <a:srgbClr val="FF0000"/>
                </a:solidFill>
                <a:latin typeface="隶书" pitchFamily="49" charset="-122"/>
                <a:ea typeface="隶书" pitchFamily="49" charset="-122"/>
              </a:defRPr>
            </a:lvl8pPr>
            <a:lvl9pPr fontAlgn="base">
              <a:spcBef>
                <a:spcPct val="0"/>
              </a:spcBef>
              <a:spcAft>
                <a:spcPct val="0"/>
              </a:spcAft>
              <a:defRPr sz="4800" b="1">
                <a:solidFill>
                  <a:srgbClr val="FF0000"/>
                </a:solidFill>
                <a:latin typeface="隶书" pitchFamily="49" charset="-122"/>
                <a:ea typeface="隶书" pitchFamily="49" charset="-122"/>
              </a:defRPr>
            </a:lvl9pPr>
          </a:lstStyle>
          <a:p>
            <a:pPr eaLnBrk="1" hangingPunct="1">
              <a:lnSpc>
                <a:spcPct val="90000"/>
              </a:lnSpc>
              <a:spcBef>
                <a:spcPct val="30000"/>
              </a:spcBef>
              <a:buClr>
                <a:srgbClr val="FF0000"/>
              </a:buClr>
              <a:buSzPct val="75000"/>
              <a:buFont typeface="Wingdings" pitchFamily="2" charset="2"/>
              <a:buChar char="n"/>
              <a:defRPr/>
            </a:pPr>
            <a:r>
              <a:rPr lang="zh-CN" altLang="en-US" sz="2000">
                <a:solidFill>
                  <a:schemeClr val="bg2"/>
                </a:solidFill>
                <a:effectLst>
                  <a:outerShdw blurRad="38100" dist="38100" dir="2700000" algn="tl">
                    <a:srgbClr val="C0C0C0"/>
                  </a:outerShdw>
                </a:effectLst>
                <a:latin typeface="Arial" panose="020B0604020202020204" pitchFamily="34" charset="0"/>
                <a:ea typeface="宋体" panose="02010600030101010101" pitchFamily="2" charset="-122"/>
              </a:rPr>
              <a:t>分组密码具有良好的扩散特性</a:t>
            </a:r>
          </a:p>
          <a:p>
            <a:pPr eaLnBrk="1" hangingPunct="1">
              <a:lnSpc>
                <a:spcPct val="90000"/>
              </a:lnSpc>
              <a:spcBef>
                <a:spcPct val="30000"/>
              </a:spcBef>
              <a:buClr>
                <a:srgbClr val="FF0000"/>
              </a:buClr>
              <a:buSzPct val="75000"/>
              <a:buFont typeface="Wingdings" pitchFamily="2" charset="2"/>
              <a:buChar char="n"/>
              <a:defRPr/>
            </a:pPr>
            <a:r>
              <a:rPr lang="zh-CN" altLang="en-US" sz="2000">
                <a:solidFill>
                  <a:schemeClr val="bg2"/>
                </a:solidFill>
                <a:effectLst>
                  <a:outerShdw blurRad="38100" dist="38100" dir="2700000" algn="tl">
                    <a:srgbClr val="C0C0C0"/>
                  </a:outerShdw>
                </a:effectLst>
                <a:latin typeface="Arial" panose="020B0604020202020204" pitchFamily="34" charset="0"/>
                <a:ea typeface="宋体" panose="02010600030101010101" pitchFamily="2" charset="-122"/>
              </a:rPr>
              <a:t>对插入和修改具有免疫性</a:t>
            </a:r>
          </a:p>
          <a:p>
            <a:pPr eaLnBrk="1" hangingPunct="1">
              <a:lnSpc>
                <a:spcPct val="90000"/>
              </a:lnSpc>
              <a:spcBef>
                <a:spcPct val="30000"/>
              </a:spcBef>
              <a:buClr>
                <a:srgbClr val="FF0000"/>
              </a:buClr>
              <a:buSzPct val="75000"/>
              <a:buFont typeface="Wingdings" pitchFamily="2" charset="2"/>
              <a:buChar char="n"/>
              <a:defRPr/>
            </a:pPr>
            <a:r>
              <a:rPr lang="zh-CN" altLang="en-US" sz="2000">
                <a:solidFill>
                  <a:schemeClr val="bg2"/>
                </a:solidFill>
                <a:effectLst>
                  <a:outerShdw blurRad="38100" dist="38100" dir="2700000" algn="tl">
                    <a:srgbClr val="C0C0C0"/>
                  </a:outerShdw>
                </a:effectLst>
                <a:latin typeface="Arial" panose="020B0604020202020204" pitchFamily="34" charset="0"/>
                <a:ea typeface="宋体" panose="02010600030101010101" pitchFamily="2" charset="-122"/>
              </a:rPr>
              <a:t>分组密码加密速度慢</a:t>
            </a:r>
          </a:p>
          <a:p>
            <a:pPr eaLnBrk="1" hangingPunct="1">
              <a:lnSpc>
                <a:spcPct val="90000"/>
              </a:lnSpc>
              <a:spcBef>
                <a:spcPct val="30000"/>
              </a:spcBef>
              <a:buClr>
                <a:srgbClr val="FF0000"/>
              </a:buClr>
              <a:buSzPct val="75000"/>
              <a:buFont typeface="Wingdings" pitchFamily="2" charset="2"/>
              <a:buChar char="n"/>
              <a:defRPr/>
            </a:pPr>
            <a:r>
              <a:rPr lang="zh-CN" altLang="en-US" sz="2000">
                <a:solidFill>
                  <a:schemeClr val="bg2"/>
                </a:solidFill>
                <a:effectLst>
                  <a:outerShdw blurRad="38100" dist="38100" dir="2700000" algn="tl">
                    <a:srgbClr val="C0C0C0"/>
                  </a:outerShdw>
                </a:effectLst>
                <a:latin typeface="Arial" panose="020B0604020202020204" pitchFamily="34" charset="0"/>
                <a:ea typeface="宋体" panose="02010600030101010101" pitchFamily="2" charset="-122"/>
              </a:rPr>
              <a:t>分组密码错误扩散特性</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53" presetClass="entr" presetSubtype="16" fill="hold" nodeType="afterEffect">
                                  <p:stCondLst>
                                    <p:cond delay="0"/>
                                  </p:stCondLst>
                                  <p:childTnLst>
                                    <p:set>
                                      <p:cBhvr>
                                        <p:cTn id="11" dur="1" fill="hold">
                                          <p:stCondLst>
                                            <p:cond delay="0"/>
                                          </p:stCondLst>
                                        </p:cTn>
                                        <p:tgtEl>
                                          <p:spTgt spid="45060"/>
                                        </p:tgtEl>
                                        <p:attrNameLst>
                                          <p:attrName>style.visibility</p:attrName>
                                        </p:attrNameLst>
                                      </p:cBhvr>
                                      <p:to>
                                        <p:strVal val="visible"/>
                                      </p:to>
                                    </p:set>
                                    <p:anim calcmode="lin" valueType="num">
                                      <p:cBhvr>
                                        <p:cTn id="12" dur="1000" fill="hold"/>
                                        <p:tgtEl>
                                          <p:spTgt spid="45060"/>
                                        </p:tgtEl>
                                        <p:attrNameLst>
                                          <p:attrName>ppt_w</p:attrName>
                                        </p:attrNameLst>
                                      </p:cBhvr>
                                      <p:tavLst>
                                        <p:tav tm="0">
                                          <p:val>
                                            <p:fltVal val="0"/>
                                          </p:val>
                                        </p:tav>
                                        <p:tav tm="100000">
                                          <p:val>
                                            <p:strVal val="#ppt_w"/>
                                          </p:val>
                                        </p:tav>
                                      </p:tavLst>
                                    </p:anim>
                                    <p:anim calcmode="lin" valueType="num">
                                      <p:cBhvr>
                                        <p:cTn id="13" dur="1000" fill="hold"/>
                                        <p:tgtEl>
                                          <p:spTgt spid="45060"/>
                                        </p:tgtEl>
                                        <p:attrNameLst>
                                          <p:attrName>ppt_h</p:attrName>
                                        </p:attrNameLst>
                                      </p:cBhvr>
                                      <p:tavLst>
                                        <p:tav tm="0">
                                          <p:val>
                                            <p:fltVal val="0"/>
                                          </p:val>
                                        </p:tav>
                                        <p:tav tm="100000">
                                          <p:val>
                                            <p:strVal val="#ppt_h"/>
                                          </p:val>
                                        </p:tav>
                                      </p:tavLst>
                                    </p:anim>
                                    <p:animEffect transition="in" filter="fade">
                                      <p:cBhvr>
                                        <p:cTn id="14" dur="1000"/>
                                        <p:tgtEl>
                                          <p:spTgt spid="45060"/>
                                        </p:tgtEl>
                                      </p:cBhvr>
                                    </p:animEffect>
                                  </p:childTnLst>
                                </p:cTn>
                              </p:par>
                            </p:childTnLst>
                          </p:cTn>
                        </p:par>
                        <p:par>
                          <p:cTn id="15" fill="hold" nodeType="afterGroup">
                            <p:stCondLst>
                              <p:cond delay="1500"/>
                            </p:stCondLst>
                            <p:childTnLst>
                              <p:par>
                                <p:cTn id="16" presetID="42" presetClass="entr" presetSubtype="0" fill="hold" grpId="0" nodeType="after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3000"/>
                                        <p:tgtEl>
                                          <p:spTgt spid="14"/>
                                        </p:tgtEl>
                                      </p:cBhvr>
                                    </p:animEffect>
                                    <p:anim calcmode="lin" valueType="num">
                                      <p:cBhvr>
                                        <p:cTn id="19" dur="3000" fill="hold"/>
                                        <p:tgtEl>
                                          <p:spTgt spid="14"/>
                                        </p:tgtEl>
                                        <p:attrNameLst>
                                          <p:attrName>ppt_x</p:attrName>
                                        </p:attrNameLst>
                                      </p:cBhvr>
                                      <p:tavLst>
                                        <p:tav tm="0">
                                          <p:val>
                                            <p:strVal val="#ppt_x"/>
                                          </p:val>
                                        </p:tav>
                                        <p:tav tm="100000">
                                          <p:val>
                                            <p:strVal val="#ppt_x"/>
                                          </p:val>
                                        </p:tav>
                                      </p:tavLst>
                                    </p:anim>
                                    <p:anim calcmode="lin" valueType="num">
                                      <p:cBhvr>
                                        <p:cTn id="20" dur="3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4"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A451AE10-88D9-4B44-8C94-55CA8FA4900E}"/>
              </a:ext>
            </a:extLst>
          </p:cNvPr>
          <p:cNvSpPr/>
          <p:nvPr/>
        </p:nvSpPr>
        <p:spPr>
          <a:xfrm>
            <a:off x="381000" y="717550"/>
            <a:ext cx="1422184" cy="424732"/>
          </a:xfrm>
          <a:prstGeom prst="rect">
            <a:avLst/>
          </a:prstGeom>
        </p:spPr>
        <p:txBody>
          <a:bodyPr wrap="none">
            <a:spAutoFit/>
          </a:bodyPr>
          <a:lstStyle/>
          <a:p>
            <a:pPr>
              <a:lnSpc>
                <a:spcPct val="90000"/>
              </a:lnSpc>
              <a:defRPr/>
            </a:pPr>
            <a:r>
              <a:rPr lang="zh-CN" altLang="en-US" sz="2400" dirty="0">
                <a:effectLst>
                  <a:outerShdw blurRad="38100" dist="38100" dir="2700000" algn="tl">
                    <a:srgbClr val="C0C0C0"/>
                  </a:outerShdw>
                </a:effectLst>
                <a:latin typeface="黑体" panose="02010609060101010101" pitchFamily="49" charset="-122"/>
                <a:ea typeface="黑体" panose="02010609060101010101" pitchFamily="49" charset="-122"/>
              </a:rPr>
              <a:t>消息鉴别</a:t>
            </a:r>
          </a:p>
        </p:txBody>
      </p:sp>
      <p:pic>
        <p:nvPicPr>
          <p:cNvPr id="49154" name="图片 3">
            <a:extLst>
              <a:ext uri="{FF2B5EF4-FFF2-40B4-BE49-F238E27FC236}">
                <a16:creationId xmlns:a16="http://schemas.microsoft.com/office/drawing/2014/main" id="{B92EE04C-553C-C042-90CA-28A9AC77D5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371600"/>
            <a:ext cx="7602538" cy="395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05091F3C-BAF5-4C4A-A320-3FAF489B9B46}"/>
              </a:ext>
            </a:extLst>
          </p:cNvPr>
          <p:cNvSpPr/>
          <p:nvPr/>
        </p:nvSpPr>
        <p:spPr>
          <a:xfrm>
            <a:off x="533400" y="838200"/>
            <a:ext cx="4572000" cy="425450"/>
          </a:xfrm>
          <a:prstGeom prst="rect">
            <a:avLst/>
          </a:prstGeom>
        </p:spPr>
        <p:txBody>
          <a:bodyPr>
            <a:spAutoFit/>
          </a:bodyPr>
          <a:lstStyle/>
          <a:p>
            <a:pPr>
              <a:lnSpc>
                <a:spcPct val="90000"/>
              </a:lnSpc>
              <a:defRPr/>
            </a:pPr>
            <a:r>
              <a:rPr lang="zh-CN" altLang="en-US" sz="2400">
                <a:effectLst>
                  <a:outerShdw blurRad="38100" dist="38100" dir="2700000" algn="tl">
                    <a:srgbClr val="C0C0C0"/>
                  </a:outerShdw>
                </a:effectLst>
                <a:latin typeface="黑体" panose="02010609060101010101" pitchFamily="49" charset="-122"/>
                <a:ea typeface="黑体" panose="02010609060101010101" pitchFamily="49" charset="-122"/>
              </a:rPr>
              <a:t>消息鉴别的三种方式</a:t>
            </a:r>
          </a:p>
        </p:txBody>
      </p:sp>
      <p:pic>
        <p:nvPicPr>
          <p:cNvPr id="50178" name="图片 3">
            <a:extLst>
              <a:ext uri="{FF2B5EF4-FFF2-40B4-BE49-F238E27FC236}">
                <a16:creationId xmlns:a16="http://schemas.microsoft.com/office/drawing/2014/main" id="{1F95CE29-8432-9948-95D9-A57873D14C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676400"/>
            <a:ext cx="7543800" cy="373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矩形 2">
            <a:extLst>
              <a:ext uri="{FF2B5EF4-FFF2-40B4-BE49-F238E27FC236}">
                <a16:creationId xmlns:a16="http://schemas.microsoft.com/office/drawing/2014/main" id="{5F0D55F1-04FC-5449-8164-41BF1EC125DE}"/>
              </a:ext>
            </a:extLst>
          </p:cNvPr>
          <p:cNvSpPr>
            <a:spLocks noChangeArrowheads="1"/>
          </p:cNvSpPr>
          <p:nvPr/>
        </p:nvSpPr>
        <p:spPr bwMode="auto">
          <a:xfrm>
            <a:off x="381000" y="762000"/>
            <a:ext cx="67056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r>
              <a:rPr lang="en-US" altLang="zh-CN" sz="2800">
                <a:latin typeface="Times New Roman" panose="02020603050405020304" pitchFamily="18" charset="0"/>
              </a:rPr>
              <a:t>MAC: Message Authentication Code</a:t>
            </a:r>
            <a:endParaRPr lang="zh-CN" altLang="en-US" sz="2800">
              <a:latin typeface="Times New Roman" panose="02020603050405020304" pitchFamily="18" charset="0"/>
            </a:endParaRPr>
          </a:p>
        </p:txBody>
      </p:sp>
      <p:pic>
        <p:nvPicPr>
          <p:cNvPr id="51202" name="图片 3">
            <a:extLst>
              <a:ext uri="{FF2B5EF4-FFF2-40B4-BE49-F238E27FC236}">
                <a16:creationId xmlns:a16="http://schemas.microsoft.com/office/drawing/2014/main" id="{EB3A8C2C-6041-AC41-889B-7A938C4AFF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524000"/>
            <a:ext cx="7373938" cy="455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D8AA1F8A-3AA1-164C-8A3A-74BB3785561C}"/>
              </a:ext>
            </a:extLst>
          </p:cNvPr>
          <p:cNvSpPr/>
          <p:nvPr/>
        </p:nvSpPr>
        <p:spPr>
          <a:xfrm>
            <a:off x="457200" y="685800"/>
            <a:ext cx="4572000" cy="523875"/>
          </a:xfrm>
          <a:prstGeom prst="rect">
            <a:avLst/>
          </a:prstGeom>
        </p:spPr>
        <p:txBody>
          <a:bodyPr>
            <a:spAutoFit/>
          </a:bodyPr>
          <a:lstStyle/>
          <a:p>
            <a:pPr>
              <a:defRPr/>
            </a:pPr>
            <a:r>
              <a:rPr lang="en-US" altLang="zh-CN" sz="2800" dirty="0">
                <a:latin typeface="Times New Roman" panose="02020603050405020304" pitchFamily="18" charset="0"/>
              </a:rPr>
              <a:t>MAC</a:t>
            </a:r>
            <a:r>
              <a:rPr lang="zh-CN" altLang="en-US" sz="2400" dirty="0">
                <a:effectLst>
                  <a:outerShdw blurRad="38100" dist="38100" dir="2700000" algn="tl">
                    <a:srgbClr val="C0C0C0"/>
                  </a:outerShdw>
                </a:effectLst>
                <a:latin typeface="黑体" panose="02010609060101010101" pitchFamily="49" charset="-122"/>
                <a:ea typeface="黑体" panose="02010609060101010101" pitchFamily="49" charset="-122"/>
              </a:rPr>
              <a:t>的评价</a:t>
            </a:r>
          </a:p>
        </p:txBody>
      </p:sp>
      <p:pic>
        <p:nvPicPr>
          <p:cNvPr id="52226" name="图片 3">
            <a:extLst>
              <a:ext uri="{FF2B5EF4-FFF2-40B4-BE49-F238E27FC236}">
                <a16:creationId xmlns:a16="http://schemas.microsoft.com/office/drawing/2014/main" id="{47E08C34-2BD3-574D-BCC9-907991805D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524000"/>
            <a:ext cx="7300913" cy="450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49" name="Picture 4" descr="x">
            <a:extLst>
              <a:ext uri="{FF2B5EF4-FFF2-40B4-BE49-F238E27FC236}">
                <a16:creationId xmlns:a16="http://schemas.microsoft.com/office/drawing/2014/main" id="{977986AF-7D9A-C247-B6F4-6A48C18332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1371600"/>
            <a:ext cx="7086600" cy="4849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a:extLst>
              <a:ext uri="{FF2B5EF4-FFF2-40B4-BE49-F238E27FC236}">
                <a16:creationId xmlns:a16="http://schemas.microsoft.com/office/drawing/2014/main" id="{89BE4EE9-266B-9045-A0AA-67AD919EC608}"/>
              </a:ext>
            </a:extLst>
          </p:cNvPr>
          <p:cNvSpPr/>
          <p:nvPr/>
        </p:nvSpPr>
        <p:spPr>
          <a:xfrm>
            <a:off x="457200" y="685800"/>
            <a:ext cx="4572000" cy="523875"/>
          </a:xfrm>
          <a:prstGeom prst="rect">
            <a:avLst/>
          </a:prstGeom>
        </p:spPr>
        <p:txBody>
          <a:bodyPr>
            <a:spAutoFit/>
          </a:bodyPr>
          <a:lstStyle/>
          <a:p>
            <a:pPr>
              <a:defRPr/>
            </a:pPr>
            <a:r>
              <a:rPr kumimoji="1" lang="en-US" altLang="zh-CN" sz="2800" dirty="0">
                <a:latin typeface="Times New Roman" panose="02020603050405020304" pitchFamily="18" charset="0"/>
                <a:cs typeface="Times New Roman" panose="02020603050405020304" pitchFamily="18" charset="0"/>
              </a:rPr>
              <a:t>MAC</a:t>
            </a:r>
            <a:r>
              <a:rPr kumimoji="1" lang="zh-CN" altLang="en-US" sz="2400" dirty="0">
                <a:effectLst>
                  <a:outerShdw blurRad="38100" dist="38100" dir="2700000" algn="tl">
                    <a:srgbClr val="C0C0C0"/>
                  </a:outerShdw>
                </a:effectLst>
                <a:latin typeface="黑体" panose="02010609060101010101" pitchFamily="49" charset="-122"/>
                <a:ea typeface="黑体" panose="02010609060101010101" pitchFamily="49" charset="-122"/>
              </a:rPr>
              <a:t>的用法</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F576D673-CEAD-0B4D-B8B1-EAC27F5ADDB3}"/>
              </a:ext>
            </a:extLst>
          </p:cNvPr>
          <p:cNvSpPr/>
          <p:nvPr/>
        </p:nvSpPr>
        <p:spPr>
          <a:xfrm>
            <a:off x="381000" y="762000"/>
            <a:ext cx="6248400" cy="479425"/>
          </a:xfrm>
          <a:prstGeom prst="rect">
            <a:avLst/>
          </a:prstGeom>
        </p:spPr>
        <p:txBody>
          <a:bodyPr>
            <a:spAutoFit/>
          </a:bodyPr>
          <a:lstStyle/>
          <a:p>
            <a:pPr eaLnBrk="1" hangingPunct="1">
              <a:lnSpc>
                <a:spcPct val="90000"/>
              </a:lnSpc>
              <a:defRPr/>
            </a:pPr>
            <a:r>
              <a:rPr lang="en-US" altLang="zh-CN" sz="2800">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49" charset="-122"/>
              </a:rPr>
              <a:t>4.6.2 </a:t>
            </a:r>
            <a:r>
              <a:rPr lang="zh-CN" altLang="en-US" sz="2800">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49" charset="-122"/>
              </a:rPr>
              <a:t>数字签名机制</a:t>
            </a:r>
          </a:p>
        </p:txBody>
      </p:sp>
      <p:pic>
        <p:nvPicPr>
          <p:cNvPr id="54274" name="图片 2">
            <a:extLst>
              <a:ext uri="{FF2B5EF4-FFF2-40B4-BE49-F238E27FC236}">
                <a16:creationId xmlns:a16="http://schemas.microsoft.com/office/drawing/2014/main" id="{28CF84E1-996F-754D-9FE7-D1A9A9671F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371600"/>
            <a:ext cx="7526338" cy="4760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79D57C7E-4D9F-AB43-9C21-379E93EADA88}"/>
              </a:ext>
            </a:extLst>
          </p:cNvPr>
          <p:cNvSpPr txBox="1">
            <a:spLocks noChangeArrowheads="1"/>
          </p:cNvSpPr>
          <p:nvPr/>
        </p:nvSpPr>
        <p:spPr>
          <a:xfrm>
            <a:off x="609600" y="762000"/>
            <a:ext cx="6513513" cy="487363"/>
          </a:xfrm>
          <a:prstGeom prst="rect">
            <a:avLst/>
          </a:prstGeom>
        </p:spPr>
        <p:txBody>
          <a:bodyPr/>
          <a:lstStyle/>
          <a:p>
            <a:pPr>
              <a:lnSpc>
                <a:spcPct val="90000"/>
              </a:lnSpc>
              <a:defRPr/>
            </a:pPr>
            <a:r>
              <a:rPr lang="zh-CN" altLang="en-US" sz="2800">
                <a:effectLst>
                  <a:outerShdw blurRad="38100" dist="38100" dir="2700000" algn="tl">
                    <a:srgbClr val="C0C0C0"/>
                  </a:outerShdw>
                </a:effectLst>
                <a:latin typeface="黑体" panose="02010609060101010101" pitchFamily="49" charset="-122"/>
                <a:ea typeface="黑体" panose="02010609060101010101" pitchFamily="49" charset="-122"/>
              </a:rPr>
              <a:t>数字签名的特性</a:t>
            </a:r>
          </a:p>
        </p:txBody>
      </p:sp>
      <p:pic>
        <p:nvPicPr>
          <p:cNvPr id="55298" name="图片 2">
            <a:extLst>
              <a:ext uri="{FF2B5EF4-FFF2-40B4-BE49-F238E27FC236}">
                <a16:creationId xmlns:a16="http://schemas.microsoft.com/office/drawing/2014/main" id="{FC5170F0-71D5-C547-BD83-A8A26A7438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1524000"/>
            <a:ext cx="7437438" cy="4430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A35582A9-2016-514D-AE86-C3E002B2FAA0}"/>
              </a:ext>
            </a:extLst>
          </p:cNvPr>
          <p:cNvSpPr txBox="1">
            <a:spLocks noChangeArrowheads="1"/>
          </p:cNvSpPr>
          <p:nvPr/>
        </p:nvSpPr>
        <p:spPr>
          <a:xfrm>
            <a:off x="533400" y="762000"/>
            <a:ext cx="6513513" cy="487363"/>
          </a:xfrm>
          <a:prstGeom prst="rect">
            <a:avLst/>
          </a:prstGeom>
        </p:spPr>
        <p:txBody>
          <a:bodyPr/>
          <a:lstStyle/>
          <a:p>
            <a:pPr>
              <a:lnSpc>
                <a:spcPct val="90000"/>
              </a:lnSpc>
              <a:defRPr/>
            </a:pPr>
            <a:r>
              <a:rPr lang="zh-CN" altLang="en-US" sz="2800">
                <a:effectLst>
                  <a:outerShdw blurRad="38100" dist="38100" dir="2700000" algn="tl">
                    <a:srgbClr val="C0C0C0"/>
                  </a:outerShdw>
                </a:effectLst>
                <a:latin typeface="黑体" panose="02010609060101010101" pitchFamily="49" charset="-122"/>
                <a:ea typeface="黑体" panose="02010609060101010101" pitchFamily="49" charset="-122"/>
              </a:rPr>
              <a:t>两种数字签名方案</a:t>
            </a:r>
          </a:p>
        </p:txBody>
      </p:sp>
      <p:graphicFrame>
        <p:nvGraphicFramePr>
          <p:cNvPr id="56322" name="Object 4">
            <a:extLst>
              <a:ext uri="{FF2B5EF4-FFF2-40B4-BE49-F238E27FC236}">
                <a16:creationId xmlns:a16="http://schemas.microsoft.com/office/drawing/2014/main" id="{03881028-46DC-F246-8A77-43CFA1544194}"/>
              </a:ext>
            </a:extLst>
          </p:cNvPr>
          <p:cNvGraphicFramePr>
            <a:graphicFrameLocks noChangeAspect="1"/>
          </p:cNvGraphicFramePr>
          <p:nvPr/>
        </p:nvGraphicFramePr>
        <p:xfrm>
          <a:off x="1066800" y="1371600"/>
          <a:ext cx="7086600" cy="4733925"/>
        </p:xfrm>
        <a:graphic>
          <a:graphicData uri="http://schemas.openxmlformats.org/presentationml/2006/ole">
            <mc:AlternateContent xmlns:mc="http://schemas.openxmlformats.org/markup-compatibility/2006">
              <mc:Choice xmlns:v="urn:schemas-microsoft-com:vml" Requires="v">
                <p:oleObj r:id="rId2" imgW="7810500" imgH="5219700" progId="PBrush">
                  <p:embed/>
                </p:oleObj>
              </mc:Choice>
              <mc:Fallback>
                <p:oleObj r:id="rId2" imgW="7810500" imgH="5219700" progId="PBrush">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1371600"/>
                        <a:ext cx="7086600" cy="473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DD4547-ECCF-744D-8FE9-8C91CC134F5B}"/>
              </a:ext>
            </a:extLst>
          </p:cNvPr>
          <p:cNvSpPr txBox="1"/>
          <p:nvPr/>
        </p:nvSpPr>
        <p:spPr>
          <a:xfrm>
            <a:off x="533400" y="685800"/>
            <a:ext cx="6513513" cy="487363"/>
          </a:xfrm>
          <a:prstGeom prst="rect">
            <a:avLst/>
          </a:prstGeom>
        </p:spPr>
        <p:txBody>
          <a:bodyPr/>
          <a:lstStyle/>
          <a:p>
            <a:pPr>
              <a:lnSpc>
                <a:spcPct val="90000"/>
              </a:lnSpc>
              <a:defRPr/>
            </a:pPr>
            <a:r>
              <a:rPr lang="zh-CN" altLang="zh-CN" sz="2800">
                <a:effectLst>
                  <a:outerShdw blurRad="38100" dist="38100" dir="2700000" algn="tl">
                    <a:srgbClr val="C0C0C0"/>
                  </a:outerShdw>
                </a:effectLst>
                <a:latin typeface="黑体" panose="02010609060101010101" pitchFamily="49" charset="-122"/>
                <a:ea typeface="黑体" panose="02010609060101010101" pitchFamily="49" charset="-122"/>
              </a:rPr>
              <a:t>基于</a:t>
            </a:r>
            <a:r>
              <a:rPr lang="en-US" altLang="zh-CN" sz="2800">
                <a:effectLst>
                  <a:outerShdw blurRad="38100" dist="38100" dir="2700000" algn="tl">
                    <a:srgbClr val="C0C0C0"/>
                  </a:outerShdw>
                </a:effectLst>
                <a:latin typeface="黑体" panose="02010609060101010101" pitchFamily="49" charset="-122"/>
                <a:ea typeface="黑体" panose="02010609060101010101" pitchFamily="49" charset="-122"/>
              </a:rPr>
              <a:t>RSA</a:t>
            </a:r>
            <a:r>
              <a:rPr lang="zh-CN" altLang="zh-CN" sz="2800">
                <a:effectLst>
                  <a:outerShdw blurRad="38100" dist="38100" dir="2700000" algn="tl">
                    <a:srgbClr val="C0C0C0"/>
                  </a:outerShdw>
                </a:effectLst>
                <a:latin typeface="黑体" panose="02010609060101010101" pitchFamily="49" charset="-122"/>
                <a:ea typeface="黑体" panose="02010609060101010101" pitchFamily="49" charset="-122"/>
              </a:rPr>
              <a:t>的数字签名</a:t>
            </a:r>
            <a:endParaRPr lang="zh-CN" altLang="en-US" sz="2800">
              <a:effectLst>
                <a:outerShdw blurRad="38100" dist="38100" dir="2700000" algn="tl">
                  <a:srgbClr val="C0C0C0"/>
                </a:outerShdw>
              </a:effectLst>
              <a:latin typeface="黑体" panose="02010609060101010101" pitchFamily="49" charset="-122"/>
              <a:ea typeface="黑体" panose="02010609060101010101" pitchFamily="49" charset="-122"/>
            </a:endParaRPr>
          </a:p>
        </p:txBody>
      </p:sp>
      <p:pic>
        <p:nvPicPr>
          <p:cNvPr id="57346" name="图片 2">
            <a:extLst>
              <a:ext uri="{FF2B5EF4-FFF2-40B4-BE49-F238E27FC236}">
                <a16:creationId xmlns:a16="http://schemas.microsoft.com/office/drawing/2014/main" id="{BE1069C2-DAA7-0547-B304-1D7A3D9814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1371600"/>
            <a:ext cx="7577138" cy="4443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8369" name="对象 1">
            <a:extLst>
              <a:ext uri="{FF2B5EF4-FFF2-40B4-BE49-F238E27FC236}">
                <a16:creationId xmlns:a16="http://schemas.microsoft.com/office/drawing/2014/main" id="{7BF998FD-1A6E-604C-91B1-DD3D882A6D9B}"/>
              </a:ext>
            </a:extLst>
          </p:cNvPr>
          <p:cNvGraphicFramePr>
            <a:graphicFrameLocks noChangeAspect="1"/>
          </p:cNvGraphicFramePr>
          <p:nvPr/>
        </p:nvGraphicFramePr>
        <p:xfrm>
          <a:off x="609600" y="1752600"/>
          <a:ext cx="7940675" cy="4306888"/>
        </p:xfrm>
        <a:graphic>
          <a:graphicData uri="http://schemas.openxmlformats.org/presentationml/2006/ole">
            <mc:AlternateContent xmlns:mc="http://schemas.openxmlformats.org/markup-compatibility/2006">
              <mc:Choice xmlns:v="urn:schemas-microsoft-com:vml" Requires="v">
                <p:oleObj r:id="rId2" imgW="7150100" imgH="3886200" progId="Visio.Drawing.11">
                  <p:embed/>
                </p:oleObj>
              </mc:Choice>
              <mc:Fallback>
                <p:oleObj r:id="rId2" imgW="7150100" imgH="3886200" progId="Visio.Drawing.11">
                  <p:embed/>
                  <p:pic>
                    <p:nvPicPr>
                      <p:cNvPr id="0" name="对象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752600"/>
                        <a:ext cx="7940675" cy="430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 name="标题 1">
            <a:extLst>
              <a:ext uri="{FF2B5EF4-FFF2-40B4-BE49-F238E27FC236}">
                <a16:creationId xmlns:a16="http://schemas.microsoft.com/office/drawing/2014/main" id="{AA8FD2FF-CA24-AD4A-892E-603660591B61}"/>
              </a:ext>
            </a:extLst>
          </p:cNvPr>
          <p:cNvSpPr txBox="1"/>
          <p:nvPr/>
        </p:nvSpPr>
        <p:spPr>
          <a:xfrm>
            <a:off x="533400" y="685800"/>
            <a:ext cx="6513513" cy="487363"/>
          </a:xfrm>
          <a:prstGeom prst="rect">
            <a:avLst/>
          </a:prstGeom>
        </p:spPr>
        <p:txBody>
          <a:bodyPr/>
          <a:lstStyle/>
          <a:p>
            <a:pPr>
              <a:lnSpc>
                <a:spcPct val="90000"/>
              </a:lnSpc>
              <a:defRPr/>
            </a:pPr>
            <a:r>
              <a:rPr lang="zh-CN" altLang="zh-CN" sz="2800">
                <a:effectLst>
                  <a:outerShdw blurRad="38100" dist="38100" dir="2700000" algn="tl">
                    <a:srgbClr val="C0C0C0"/>
                  </a:outerShdw>
                </a:effectLst>
                <a:latin typeface="黑体" panose="02010609060101010101" pitchFamily="49" charset="-122"/>
                <a:ea typeface="黑体" panose="02010609060101010101" pitchFamily="49" charset="-122"/>
              </a:rPr>
              <a:t>基于</a:t>
            </a:r>
            <a:r>
              <a:rPr lang="en-US" altLang="zh-CN" sz="2800">
                <a:effectLst>
                  <a:outerShdw blurRad="38100" dist="38100" dir="2700000" algn="tl">
                    <a:srgbClr val="C0C0C0"/>
                  </a:outerShdw>
                </a:effectLst>
                <a:latin typeface="黑体" panose="02010609060101010101" pitchFamily="49" charset="-122"/>
                <a:ea typeface="黑体" panose="02010609060101010101" pitchFamily="49" charset="-122"/>
              </a:rPr>
              <a:t>RSA</a:t>
            </a:r>
            <a:r>
              <a:rPr lang="zh-CN" altLang="zh-CN" sz="2800">
                <a:effectLst>
                  <a:outerShdw blurRad="38100" dist="38100" dir="2700000" algn="tl">
                    <a:srgbClr val="C0C0C0"/>
                  </a:outerShdw>
                </a:effectLst>
                <a:latin typeface="黑体" panose="02010609060101010101" pitchFamily="49" charset="-122"/>
                <a:ea typeface="黑体" panose="02010609060101010101" pitchFamily="49" charset="-122"/>
              </a:rPr>
              <a:t>的数字签名</a:t>
            </a:r>
            <a:endParaRPr lang="zh-CN" altLang="en-US" sz="2800">
              <a:effectLst>
                <a:outerShdw blurRad="38100" dist="38100" dir="2700000" algn="tl">
                  <a:srgbClr val="C0C0C0"/>
                </a:outerShdw>
              </a:effectLst>
              <a:latin typeface="黑体" panose="02010609060101010101" pitchFamily="49" charset="-122"/>
              <a:ea typeface="黑体" panose="02010609060101010101" pitchFamily="49"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E954ED-2F2D-2B4B-86C0-EEB53C1E77D8}"/>
              </a:ext>
            </a:extLst>
          </p:cNvPr>
          <p:cNvSpPr txBox="1"/>
          <p:nvPr/>
        </p:nvSpPr>
        <p:spPr>
          <a:xfrm>
            <a:off x="533400" y="685800"/>
            <a:ext cx="6513513" cy="487363"/>
          </a:xfrm>
          <a:prstGeom prst="rect">
            <a:avLst/>
          </a:prstGeom>
        </p:spPr>
        <p:txBody>
          <a:bodyPr/>
          <a:lstStyle/>
          <a:p>
            <a:pPr>
              <a:lnSpc>
                <a:spcPct val="90000"/>
              </a:lnSpc>
              <a:defRPr/>
            </a:pPr>
            <a:r>
              <a:rPr lang="en-US" altLang="zh-CN" sz="2800">
                <a:effectLst>
                  <a:outerShdw blurRad="38100" dist="38100" dir="2700000" algn="tl">
                    <a:srgbClr val="C0C0C0"/>
                  </a:outerShdw>
                </a:effectLst>
                <a:latin typeface="黑体" panose="02010609060101010101" pitchFamily="49" charset="-122"/>
                <a:ea typeface="黑体" panose="02010609060101010101" pitchFamily="49" charset="-122"/>
              </a:rPr>
              <a:t>DSS</a:t>
            </a:r>
            <a:r>
              <a:rPr lang="zh-CN" altLang="zh-CN" sz="2800">
                <a:effectLst>
                  <a:outerShdw blurRad="38100" dist="38100" dir="2700000" algn="tl">
                    <a:srgbClr val="C0C0C0"/>
                  </a:outerShdw>
                </a:effectLst>
                <a:latin typeface="黑体" panose="02010609060101010101" pitchFamily="49" charset="-122"/>
                <a:ea typeface="黑体" panose="02010609060101010101" pitchFamily="49" charset="-122"/>
              </a:rPr>
              <a:t>的数字签名</a:t>
            </a:r>
            <a:r>
              <a:rPr lang="zh-CN" altLang="en-US" sz="2800">
                <a:effectLst>
                  <a:outerShdw blurRad="38100" dist="38100" dir="2700000" algn="tl">
                    <a:srgbClr val="C0C0C0"/>
                  </a:outerShdw>
                </a:effectLst>
                <a:latin typeface="黑体" panose="02010609060101010101" pitchFamily="49" charset="-122"/>
                <a:ea typeface="黑体" panose="02010609060101010101" pitchFamily="49" charset="-122"/>
              </a:rPr>
              <a:t>标准</a:t>
            </a:r>
          </a:p>
        </p:txBody>
      </p:sp>
      <p:pic>
        <p:nvPicPr>
          <p:cNvPr id="59394" name="图片 2">
            <a:extLst>
              <a:ext uri="{FF2B5EF4-FFF2-40B4-BE49-F238E27FC236}">
                <a16:creationId xmlns:a16="http://schemas.microsoft.com/office/drawing/2014/main" id="{7C2D839F-C025-3141-AB7C-C9C927E692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1371600"/>
            <a:ext cx="7404100"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395" name="图片 5">
            <a:extLst>
              <a:ext uri="{FF2B5EF4-FFF2-40B4-BE49-F238E27FC236}">
                <a16:creationId xmlns:a16="http://schemas.microsoft.com/office/drawing/2014/main" id="{C67F88E5-2A1D-5649-AAB6-5170B02A7C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81800" y="3733800"/>
            <a:ext cx="1752600" cy="2506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0417" name="图片 1">
            <a:extLst>
              <a:ext uri="{FF2B5EF4-FFF2-40B4-BE49-F238E27FC236}">
                <a16:creationId xmlns:a16="http://schemas.microsoft.com/office/drawing/2014/main" id="{522FD410-4091-2F46-8980-8E3699851F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025" y="685800"/>
            <a:ext cx="6981825" cy="264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418" name="图片 2">
            <a:extLst>
              <a:ext uri="{FF2B5EF4-FFF2-40B4-BE49-F238E27FC236}">
                <a16:creationId xmlns:a16="http://schemas.microsoft.com/office/drawing/2014/main" id="{7B6B2E88-053C-1A40-A6C8-1EDC4C440F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3525" y="3333750"/>
            <a:ext cx="4638675"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419" name="图片 3">
            <a:extLst>
              <a:ext uri="{FF2B5EF4-FFF2-40B4-BE49-F238E27FC236}">
                <a16:creationId xmlns:a16="http://schemas.microsoft.com/office/drawing/2014/main" id="{87A1BA5B-6A02-304E-A41E-2C8478434E0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76825" y="3244850"/>
            <a:ext cx="4000500" cy="241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1441" name="图片 1">
            <a:extLst>
              <a:ext uri="{FF2B5EF4-FFF2-40B4-BE49-F238E27FC236}">
                <a16:creationId xmlns:a16="http://schemas.microsoft.com/office/drawing/2014/main" id="{44E4B314-100C-674B-949A-153D93E47F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447800"/>
            <a:ext cx="7272338" cy="4532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标题 1">
            <a:extLst>
              <a:ext uri="{FF2B5EF4-FFF2-40B4-BE49-F238E27FC236}">
                <a16:creationId xmlns:a16="http://schemas.microsoft.com/office/drawing/2014/main" id="{D4A24B30-5BAA-D640-9850-2E907F5225FA}"/>
              </a:ext>
            </a:extLst>
          </p:cNvPr>
          <p:cNvSpPr txBox="1"/>
          <p:nvPr/>
        </p:nvSpPr>
        <p:spPr>
          <a:xfrm>
            <a:off x="533400" y="685800"/>
            <a:ext cx="6513513" cy="487363"/>
          </a:xfrm>
          <a:prstGeom prst="rect">
            <a:avLst/>
          </a:prstGeom>
        </p:spPr>
        <p:txBody>
          <a:bodyPr/>
          <a:lstStyle>
            <a:lvl1pPr algn="l" rtl="0" eaLnBrk="0" fontAlgn="base" hangingPunct="0">
              <a:lnSpc>
                <a:spcPct val="90000"/>
              </a:lnSpc>
              <a:spcBef>
                <a:spcPct val="0"/>
              </a:spcBef>
              <a:spcAft>
                <a:spcPct val="0"/>
              </a:spcAft>
              <a:defRPr sz="4800" b="1">
                <a:solidFill>
                  <a:schemeClr val="tx2"/>
                </a:solidFill>
                <a:effectLst>
                  <a:outerShdw blurRad="38100" dist="38100" dir="2700000" algn="tl">
                    <a:srgbClr val="C0C0C0"/>
                  </a:outerShdw>
                </a:effectLst>
                <a:latin typeface="+mj-lt"/>
                <a:ea typeface="+mj-ea"/>
                <a:cs typeface="+mj-cs"/>
              </a:defRPr>
            </a:lvl1pPr>
            <a:lvl2pPr algn="l" rtl="0" eaLnBrk="0" fontAlgn="base" hangingPunct="0">
              <a:lnSpc>
                <a:spcPct val="90000"/>
              </a:lnSpc>
              <a:spcBef>
                <a:spcPct val="0"/>
              </a:spcBef>
              <a:spcAft>
                <a:spcPct val="0"/>
              </a:spcAft>
              <a:defRPr sz="4800" b="1">
                <a:solidFill>
                  <a:schemeClr val="tx2"/>
                </a:solidFill>
                <a:effectLst>
                  <a:outerShdw blurRad="38100" dist="38100" dir="2700000" algn="tl">
                    <a:srgbClr val="C0C0C0"/>
                  </a:outerShdw>
                </a:effectLst>
                <a:latin typeface="Arial" panose="020B0604020202020204" pitchFamily="34" charset="0"/>
                <a:cs typeface="Arial" panose="020B0604020202020204" pitchFamily="34" charset="0"/>
              </a:defRPr>
            </a:lvl2pPr>
            <a:lvl3pPr algn="l" rtl="0" eaLnBrk="0" fontAlgn="base" hangingPunct="0">
              <a:lnSpc>
                <a:spcPct val="90000"/>
              </a:lnSpc>
              <a:spcBef>
                <a:spcPct val="0"/>
              </a:spcBef>
              <a:spcAft>
                <a:spcPct val="0"/>
              </a:spcAft>
              <a:defRPr sz="4800" b="1">
                <a:solidFill>
                  <a:schemeClr val="tx2"/>
                </a:solidFill>
                <a:effectLst>
                  <a:outerShdw blurRad="38100" dist="38100" dir="2700000" algn="tl">
                    <a:srgbClr val="C0C0C0"/>
                  </a:outerShdw>
                </a:effectLst>
                <a:latin typeface="Arial" panose="020B0604020202020204" pitchFamily="34" charset="0"/>
                <a:cs typeface="Arial" panose="020B0604020202020204" pitchFamily="34" charset="0"/>
              </a:defRPr>
            </a:lvl3pPr>
            <a:lvl4pPr algn="l" rtl="0" eaLnBrk="0" fontAlgn="base" hangingPunct="0">
              <a:lnSpc>
                <a:spcPct val="90000"/>
              </a:lnSpc>
              <a:spcBef>
                <a:spcPct val="0"/>
              </a:spcBef>
              <a:spcAft>
                <a:spcPct val="0"/>
              </a:spcAft>
              <a:defRPr sz="4800" b="1">
                <a:solidFill>
                  <a:schemeClr val="tx2"/>
                </a:solidFill>
                <a:effectLst>
                  <a:outerShdw blurRad="38100" dist="38100" dir="2700000" algn="tl">
                    <a:srgbClr val="C0C0C0"/>
                  </a:outerShdw>
                </a:effectLst>
                <a:latin typeface="Arial" panose="020B0604020202020204" pitchFamily="34" charset="0"/>
                <a:cs typeface="Arial" panose="020B0604020202020204" pitchFamily="34" charset="0"/>
              </a:defRPr>
            </a:lvl4pPr>
            <a:lvl5pPr algn="l" rtl="0" eaLnBrk="0" fontAlgn="base" hangingPunct="0">
              <a:lnSpc>
                <a:spcPct val="90000"/>
              </a:lnSpc>
              <a:spcBef>
                <a:spcPct val="0"/>
              </a:spcBef>
              <a:spcAft>
                <a:spcPct val="0"/>
              </a:spcAft>
              <a:defRPr sz="4800" b="1">
                <a:solidFill>
                  <a:schemeClr val="tx2"/>
                </a:solidFill>
                <a:effectLst>
                  <a:outerShdw blurRad="38100" dist="38100" dir="2700000" algn="tl">
                    <a:srgbClr val="C0C0C0"/>
                  </a:outerShdw>
                </a:effectLst>
                <a:latin typeface="Arial" panose="020B0604020202020204" pitchFamily="34" charset="0"/>
                <a:cs typeface="Arial" panose="020B0604020202020204" pitchFamily="34" charset="0"/>
              </a:defRPr>
            </a:lvl5pPr>
            <a:lvl6pPr marL="457200" algn="l" rtl="0" fontAlgn="base">
              <a:lnSpc>
                <a:spcPct val="90000"/>
              </a:lnSpc>
              <a:spcBef>
                <a:spcPct val="0"/>
              </a:spcBef>
              <a:spcAft>
                <a:spcPct val="0"/>
              </a:spcAft>
              <a:defRPr sz="4800" b="1">
                <a:solidFill>
                  <a:schemeClr val="tx2"/>
                </a:solidFill>
                <a:effectLst>
                  <a:outerShdw blurRad="38100" dist="38100" dir="2700000" algn="tl">
                    <a:srgbClr val="C0C0C0"/>
                  </a:outerShdw>
                </a:effectLst>
                <a:latin typeface="Arial" panose="020B0604020202020204" pitchFamily="34" charset="0"/>
                <a:cs typeface="Arial" panose="020B0604020202020204" pitchFamily="34" charset="0"/>
              </a:defRPr>
            </a:lvl6pPr>
            <a:lvl7pPr marL="914400" algn="l" rtl="0" fontAlgn="base">
              <a:lnSpc>
                <a:spcPct val="90000"/>
              </a:lnSpc>
              <a:spcBef>
                <a:spcPct val="0"/>
              </a:spcBef>
              <a:spcAft>
                <a:spcPct val="0"/>
              </a:spcAft>
              <a:defRPr sz="4800" b="1">
                <a:solidFill>
                  <a:schemeClr val="tx2"/>
                </a:solidFill>
                <a:effectLst>
                  <a:outerShdw blurRad="38100" dist="38100" dir="2700000" algn="tl">
                    <a:srgbClr val="C0C0C0"/>
                  </a:outerShdw>
                </a:effectLst>
                <a:latin typeface="Arial" panose="020B0604020202020204" pitchFamily="34" charset="0"/>
                <a:cs typeface="Arial" panose="020B0604020202020204" pitchFamily="34" charset="0"/>
              </a:defRPr>
            </a:lvl7pPr>
            <a:lvl8pPr marL="1371600" algn="l" rtl="0" fontAlgn="base">
              <a:lnSpc>
                <a:spcPct val="90000"/>
              </a:lnSpc>
              <a:spcBef>
                <a:spcPct val="0"/>
              </a:spcBef>
              <a:spcAft>
                <a:spcPct val="0"/>
              </a:spcAft>
              <a:defRPr sz="4800" b="1">
                <a:solidFill>
                  <a:schemeClr val="tx2"/>
                </a:solidFill>
                <a:effectLst>
                  <a:outerShdw blurRad="38100" dist="38100" dir="2700000" algn="tl">
                    <a:srgbClr val="C0C0C0"/>
                  </a:outerShdw>
                </a:effectLst>
                <a:latin typeface="Arial" panose="020B0604020202020204" pitchFamily="34" charset="0"/>
                <a:cs typeface="Arial" panose="020B0604020202020204" pitchFamily="34" charset="0"/>
              </a:defRPr>
            </a:lvl8pPr>
            <a:lvl9pPr marL="1828800" algn="l" rtl="0" fontAlgn="base">
              <a:lnSpc>
                <a:spcPct val="90000"/>
              </a:lnSpc>
              <a:spcBef>
                <a:spcPct val="0"/>
              </a:spcBef>
              <a:spcAft>
                <a:spcPct val="0"/>
              </a:spcAft>
              <a:defRPr sz="4800" b="1">
                <a:solidFill>
                  <a:schemeClr val="tx2"/>
                </a:solidFill>
                <a:effectLst>
                  <a:outerShdw blurRad="38100" dist="38100" dir="2700000" algn="tl">
                    <a:srgbClr val="C0C0C0"/>
                  </a:outerShdw>
                </a:effectLst>
                <a:latin typeface="Arial" panose="020B0604020202020204" pitchFamily="34" charset="0"/>
                <a:cs typeface="Arial" panose="020B0604020202020204" pitchFamily="34" charset="0"/>
              </a:defRPr>
            </a:lvl9pPr>
          </a:lstStyle>
          <a:p>
            <a:pPr>
              <a:defRPr/>
            </a:pPr>
            <a:r>
              <a:rPr kumimoji="1" lang="en-US" altLang="zh-CN" sz="28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DSA</a:t>
            </a:r>
            <a:r>
              <a:rPr kumimoji="1" lang="zh-CN" altLang="zh-CN" sz="28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的</a:t>
            </a:r>
            <a:r>
              <a:rPr kumimoji="1" lang="zh-CN" altLang="en-US" sz="28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特点</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394" name="图片 1">
            <a:extLst>
              <a:ext uri="{FF2B5EF4-FFF2-40B4-BE49-F238E27FC236}">
                <a16:creationId xmlns:a16="http://schemas.microsoft.com/office/drawing/2014/main" id="{7BFF3860-1735-7640-A2E4-622E59BC05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524000"/>
            <a:ext cx="7620000" cy="4371975"/>
          </a:xfrm>
          <a:prstGeom prst="rect">
            <a:avLst/>
          </a:prstGeom>
          <a:solidFill>
            <a:schemeClr val="bg2"/>
          </a:solidFill>
          <a:ln w="28575">
            <a:solidFill>
              <a:schemeClr val="bg2"/>
            </a:solidFill>
            <a:miter lim="800000"/>
            <a:headEnd/>
            <a:tailEnd/>
          </a:ln>
        </p:spPr>
      </p:pic>
      <p:sp>
        <p:nvSpPr>
          <p:cNvPr id="3" name="标题 1">
            <a:extLst>
              <a:ext uri="{FF2B5EF4-FFF2-40B4-BE49-F238E27FC236}">
                <a16:creationId xmlns:a16="http://schemas.microsoft.com/office/drawing/2014/main" id="{66D03D6A-EF62-C140-BB4F-6644D1904B38}"/>
              </a:ext>
            </a:extLst>
          </p:cNvPr>
          <p:cNvSpPr txBox="1"/>
          <p:nvPr/>
        </p:nvSpPr>
        <p:spPr>
          <a:xfrm>
            <a:off x="533400" y="762000"/>
            <a:ext cx="6513513" cy="487363"/>
          </a:xfrm>
          <a:prstGeom prst="rect">
            <a:avLst/>
          </a:prstGeom>
        </p:spPr>
        <p:txBody>
          <a:bodyPr/>
          <a:lstStyle/>
          <a:p>
            <a:pPr>
              <a:lnSpc>
                <a:spcPct val="90000"/>
              </a:lnSpc>
              <a:defRPr/>
            </a:pPr>
            <a:r>
              <a:rPr lang="zh-CN" altLang="en-US" sz="2800">
                <a:effectLst>
                  <a:outerShdw blurRad="38100" dist="38100" dir="2700000" algn="tl">
                    <a:srgbClr val="C0C0C0"/>
                  </a:outerShdw>
                </a:effectLst>
                <a:latin typeface="黑体" panose="02010609060101010101" pitchFamily="49" charset="-122"/>
                <a:ea typeface="黑体" panose="02010609060101010101" pitchFamily="49" charset="-122"/>
              </a:rPr>
              <a:t>数字签名机制</a:t>
            </a:r>
            <a:r>
              <a:rPr lang="zh-CN" altLang="zh-CN" sz="2800">
                <a:effectLst>
                  <a:outerShdw blurRad="38100" dist="38100" dir="2700000" algn="tl">
                    <a:srgbClr val="C0C0C0"/>
                  </a:outerShdw>
                </a:effectLst>
                <a:latin typeface="黑体" panose="02010609060101010101" pitchFamily="49" charset="-122"/>
                <a:ea typeface="黑体" panose="02010609060101010101" pitchFamily="49" charset="-122"/>
              </a:rPr>
              <a:t>的</a:t>
            </a:r>
            <a:r>
              <a:rPr lang="zh-CN" altLang="en-US" sz="2800">
                <a:effectLst>
                  <a:outerShdw blurRad="38100" dist="38100" dir="2700000" algn="tl">
                    <a:srgbClr val="C0C0C0"/>
                  </a:outerShdw>
                </a:effectLst>
                <a:latin typeface="黑体" panose="02010609060101010101" pitchFamily="49" charset="-122"/>
                <a:ea typeface="黑体" panose="02010609060101010101" pitchFamily="49" charset="-122"/>
              </a:rPr>
              <a:t>应用</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nodeType="afterEffect">
                                  <p:stCondLst>
                                    <p:cond delay="0"/>
                                  </p:stCondLst>
                                  <p:childTnLst>
                                    <p:set>
                                      <p:cBhvr>
                                        <p:cTn id="6" dur="1" fill="hold">
                                          <p:stCondLst>
                                            <p:cond delay="0"/>
                                          </p:stCondLst>
                                        </p:cTn>
                                        <p:tgtEl>
                                          <p:spTgt spid="59394"/>
                                        </p:tgtEl>
                                        <p:attrNameLst>
                                          <p:attrName>style.visibility</p:attrName>
                                        </p:attrNameLst>
                                      </p:cBhvr>
                                      <p:to>
                                        <p:strVal val="visible"/>
                                      </p:to>
                                    </p:set>
                                    <p:anim calcmode="lin" valueType="num">
                                      <p:cBhvr>
                                        <p:cTn id="7" dur="500" fill="hold"/>
                                        <p:tgtEl>
                                          <p:spTgt spid="59394"/>
                                        </p:tgtEl>
                                        <p:attrNameLst>
                                          <p:attrName>ppt_w</p:attrName>
                                        </p:attrNameLst>
                                      </p:cBhvr>
                                      <p:tavLst>
                                        <p:tav tm="0">
                                          <p:val>
                                            <p:fltVal val="0"/>
                                          </p:val>
                                        </p:tav>
                                        <p:tav tm="100000">
                                          <p:val>
                                            <p:strVal val="#ppt_w"/>
                                          </p:val>
                                        </p:tav>
                                      </p:tavLst>
                                    </p:anim>
                                    <p:anim calcmode="lin" valueType="num">
                                      <p:cBhvr>
                                        <p:cTn id="8" dur="500" fill="hold"/>
                                        <p:tgtEl>
                                          <p:spTgt spid="59394"/>
                                        </p:tgtEl>
                                        <p:attrNameLst>
                                          <p:attrName>ppt_h</p:attrName>
                                        </p:attrNameLst>
                                      </p:cBhvr>
                                      <p:tavLst>
                                        <p:tav tm="0">
                                          <p:val>
                                            <p:fltVal val="0"/>
                                          </p:val>
                                        </p:tav>
                                        <p:tav tm="100000">
                                          <p:val>
                                            <p:strVal val="#ppt_h"/>
                                          </p:val>
                                        </p:tav>
                                      </p:tavLst>
                                    </p:anim>
                                    <p:animEffect transition="in" filter="fade">
                                      <p:cBhvr>
                                        <p:cTn id="9" dur="500"/>
                                        <p:tgtEl>
                                          <p:spTgt spid="593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EC1D57BD-4AFB-CA40-87FD-440AAB3C44D9}"/>
              </a:ext>
            </a:extLst>
          </p:cNvPr>
          <p:cNvSpPr/>
          <p:nvPr/>
        </p:nvSpPr>
        <p:spPr>
          <a:xfrm>
            <a:off x="381000" y="739775"/>
            <a:ext cx="6248400" cy="479425"/>
          </a:xfrm>
          <a:prstGeom prst="rect">
            <a:avLst/>
          </a:prstGeom>
        </p:spPr>
        <p:txBody>
          <a:bodyPr>
            <a:spAutoFit/>
          </a:bodyPr>
          <a:lstStyle/>
          <a:p>
            <a:pPr eaLnBrk="1" hangingPunct="1">
              <a:lnSpc>
                <a:spcPct val="90000"/>
              </a:lnSpc>
              <a:defRPr/>
            </a:pPr>
            <a:r>
              <a:rPr lang="en-US" altLang="zh-CN" sz="2800">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49" charset="-122"/>
              </a:rPr>
              <a:t>4.6.3 </a:t>
            </a:r>
            <a:r>
              <a:rPr lang="zh-CN" altLang="en-US" sz="2800">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49" charset="-122"/>
              </a:rPr>
              <a:t>访问控制机制</a:t>
            </a:r>
          </a:p>
        </p:txBody>
      </p:sp>
      <p:sp>
        <p:nvSpPr>
          <p:cNvPr id="61443" name="内容占位符 2">
            <a:extLst>
              <a:ext uri="{FF2B5EF4-FFF2-40B4-BE49-F238E27FC236}">
                <a16:creationId xmlns:a16="http://schemas.microsoft.com/office/drawing/2014/main" id="{33164ED4-1FA9-6349-B3B7-204C4AA17E2C}"/>
              </a:ext>
            </a:extLst>
          </p:cNvPr>
          <p:cNvSpPr txBox="1">
            <a:spLocks noChangeArrowheads="1"/>
          </p:cNvSpPr>
          <p:nvPr/>
        </p:nvSpPr>
        <p:spPr bwMode="auto">
          <a:xfrm>
            <a:off x="685800" y="5486400"/>
            <a:ext cx="7848600" cy="53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0">
              <a:defRPr sz="4800" b="1">
                <a:solidFill>
                  <a:srgbClr val="FF0000"/>
                </a:solidFill>
                <a:latin typeface="隶书" pitchFamily="49" charset="-122"/>
                <a:ea typeface="隶书" pitchFamily="49" charset="-122"/>
              </a:defRPr>
            </a:lvl1pPr>
            <a:lvl2pPr marL="742950" indent="-285750" defTabSz="0">
              <a:defRPr sz="4800" b="1">
                <a:solidFill>
                  <a:srgbClr val="FF0000"/>
                </a:solidFill>
                <a:latin typeface="隶书" pitchFamily="49" charset="-122"/>
                <a:ea typeface="隶书" pitchFamily="49" charset="-122"/>
              </a:defRPr>
            </a:lvl2pPr>
            <a:lvl3pPr marL="1143000" indent="-228600" defTabSz="0">
              <a:defRPr sz="4800" b="1">
                <a:solidFill>
                  <a:srgbClr val="FF0000"/>
                </a:solidFill>
                <a:latin typeface="隶书" pitchFamily="49" charset="-122"/>
                <a:ea typeface="隶书" pitchFamily="49" charset="-122"/>
              </a:defRPr>
            </a:lvl3pPr>
            <a:lvl4pPr marL="1600200" indent="-228600" defTabSz="0">
              <a:defRPr sz="4800" b="1">
                <a:solidFill>
                  <a:srgbClr val="FF0000"/>
                </a:solidFill>
                <a:latin typeface="隶书" pitchFamily="49" charset="-122"/>
                <a:ea typeface="隶书" pitchFamily="49" charset="-122"/>
              </a:defRPr>
            </a:lvl4pPr>
            <a:lvl5pPr marL="2057400" indent="-228600" defTabSz="0">
              <a:defRPr sz="4800" b="1">
                <a:solidFill>
                  <a:srgbClr val="FF0000"/>
                </a:solidFill>
                <a:latin typeface="隶书" pitchFamily="49" charset="-122"/>
                <a:ea typeface="隶书" pitchFamily="49" charset="-122"/>
              </a:defRPr>
            </a:lvl5pPr>
            <a:lvl6pPr marL="2514600" indent="-228600" defTabSz="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defTabSz="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defTabSz="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defTabSz="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a:spcBef>
                <a:spcPct val="20000"/>
              </a:spcBef>
              <a:buClr>
                <a:srgbClr val="3399FF"/>
              </a:buClr>
              <a:buFont typeface="Wingdings" pitchFamily="2" charset="2"/>
              <a:buChar char="v"/>
            </a:pPr>
            <a:r>
              <a:rPr lang="zh-CN" altLang="en-US" sz="2400" b="0">
                <a:latin typeface="黑体" panose="02010609060101010101" pitchFamily="49" charset="-122"/>
                <a:ea typeface="黑体" panose="02010609060101010101" pitchFamily="49" charset="-122"/>
                <a:sym typeface="黑体" panose="02010609060101010101" pitchFamily="49" charset="-122"/>
              </a:rPr>
              <a:t>作用：</a:t>
            </a:r>
            <a:r>
              <a:rPr lang="zh-CN" altLang="en-US" sz="2000" b="0">
                <a:solidFill>
                  <a:srgbClr val="000000"/>
                </a:solidFill>
                <a:latin typeface="黑体" panose="02010609060101010101" pitchFamily="49" charset="-122"/>
                <a:ea typeface="黑体" panose="02010609060101010101" pitchFamily="49" charset="-122"/>
                <a:sym typeface="黑体" panose="02010609060101010101" pitchFamily="49" charset="-122"/>
              </a:rPr>
              <a:t>机密性、完整性和可用性</a:t>
            </a:r>
            <a:endParaRPr lang="zh-CN" altLang="en-US" sz="2400" b="0">
              <a:solidFill>
                <a:srgbClr val="000000"/>
              </a:solidFill>
              <a:latin typeface="黑体" panose="02010609060101010101" pitchFamily="49" charset="-122"/>
              <a:ea typeface="黑体" panose="02010609060101010101" pitchFamily="49" charset="-122"/>
              <a:sym typeface="黑体" panose="02010609060101010101" pitchFamily="49" charset="-122"/>
            </a:endParaRPr>
          </a:p>
        </p:txBody>
      </p:sp>
      <p:sp>
        <p:nvSpPr>
          <p:cNvPr id="3" name="矩形 2">
            <a:extLst>
              <a:ext uri="{FF2B5EF4-FFF2-40B4-BE49-F238E27FC236}">
                <a16:creationId xmlns:a16="http://schemas.microsoft.com/office/drawing/2014/main" id="{8437069F-51C1-AB43-867F-185261B25754}"/>
              </a:ext>
            </a:extLst>
          </p:cNvPr>
          <p:cNvSpPr>
            <a:spLocks noChangeArrowheads="1"/>
          </p:cNvSpPr>
          <p:nvPr/>
        </p:nvSpPr>
        <p:spPr bwMode="auto">
          <a:xfrm>
            <a:off x="762000" y="1295400"/>
            <a:ext cx="7848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a:spcBef>
                <a:spcPct val="20000"/>
              </a:spcBef>
              <a:buClr>
                <a:srgbClr val="3399FF"/>
              </a:buClr>
              <a:buFont typeface="Wingdings" pitchFamily="2" charset="2"/>
              <a:buChar char="v"/>
            </a:pPr>
            <a:r>
              <a:rPr lang="zh-CN" altLang="en-US" sz="2400" b="0">
                <a:solidFill>
                  <a:srgbClr val="000000"/>
                </a:solidFill>
                <a:latin typeface="黑体" panose="02010609060101010101" pitchFamily="49" charset="-122"/>
                <a:ea typeface="黑体" panose="02010609060101010101" pitchFamily="49" charset="-122"/>
                <a:sym typeface="黑体" panose="02010609060101010101" pitchFamily="49" charset="-122"/>
              </a:rPr>
              <a:t>访问控制：</a:t>
            </a:r>
            <a:r>
              <a:rPr lang="zh-CN" altLang="en-US" sz="2400" b="0">
                <a:latin typeface="黑体" panose="02010609060101010101" pitchFamily="49" charset="-122"/>
                <a:ea typeface="黑体" panose="02010609060101010101" pitchFamily="49" charset="-122"/>
                <a:sym typeface="黑体" panose="02010609060101010101" pitchFamily="49" charset="-122"/>
              </a:rPr>
              <a:t>合法的主体访问合法的客体</a:t>
            </a:r>
          </a:p>
        </p:txBody>
      </p:sp>
      <p:sp>
        <p:nvSpPr>
          <p:cNvPr id="4" name="矩形 3">
            <a:extLst>
              <a:ext uri="{FF2B5EF4-FFF2-40B4-BE49-F238E27FC236}">
                <a16:creationId xmlns:a16="http://schemas.microsoft.com/office/drawing/2014/main" id="{DB37BD19-2EA3-DB49-94C9-00173D468FED}"/>
              </a:ext>
            </a:extLst>
          </p:cNvPr>
          <p:cNvSpPr>
            <a:spLocks noChangeArrowheads="1"/>
          </p:cNvSpPr>
          <p:nvPr/>
        </p:nvSpPr>
        <p:spPr bwMode="auto">
          <a:xfrm>
            <a:off x="762000" y="1757363"/>
            <a:ext cx="8001000"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a:spcBef>
                <a:spcPct val="20000"/>
              </a:spcBef>
              <a:buClr>
                <a:srgbClr val="3399FF"/>
              </a:buClr>
              <a:buFont typeface="Wingdings" pitchFamily="2" charset="2"/>
              <a:buChar char="v"/>
            </a:pPr>
            <a:r>
              <a:rPr lang="zh-CN" altLang="en-US" sz="2400" b="0">
                <a:latin typeface="黑体" panose="02010609060101010101" pitchFamily="49" charset="-122"/>
                <a:ea typeface="黑体" panose="02010609060101010101" pitchFamily="49" charset="-122"/>
                <a:sym typeface="黑体" panose="02010609060101010101" pitchFamily="49" charset="-122"/>
              </a:rPr>
              <a:t>目标：</a:t>
            </a:r>
            <a:r>
              <a:rPr lang="zh-CN" altLang="en-US" sz="2000" b="0">
                <a:solidFill>
                  <a:srgbClr val="000000"/>
                </a:solidFill>
                <a:latin typeface="黑体" panose="02010609060101010101" pitchFamily="49" charset="-122"/>
                <a:ea typeface="黑体" panose="02010609060101010101" pitchFamily="49" charset="-122"/>
                <a:sym typeface="黑体" panose="02010609060101010101" pitchFamily="49" charset="-122"/>
              </a:rPr>
              <a:t>防止对任何资源（如计算资源、通信资源或信息资源）进行未授权的访问，从而使资源在授权范围内使用，决定用户能做什么，也决定代表一定用户利益的程序能做什么。</a:t>
            </a:r>
            <a:endParaRPr lang="en-US" altLang="zh-CN" sz="2000" b="0">
              <a:solidFill>
                <a:srgbClr val="000000"/>
              </a:solidFill>
              <a:latin typeface="黑体" panose="02010609060101010101" pitchFamily="49" charset="-122"/>
              <a:ea typeface="黑体" panose="02010609060101010101" pitchFamily="49" charset="-122"/>
              <a:sym typeface="黑体" panose="02010609060101010101" pitchFamily="49" charset="-122"/>
            </a:endParaRPr>
          </a:p>
        </p:txBody>
      </p:sp>
      <p:sp>
        <p:nvSpPr>
          <p:cNvPr id="5" name="矩形 4">
            <a:extLst>
              <a:ext uri="{FF2B5EF4-FFF2-40B4-BE49-F238E27FC236}">
                <a16:creationId xmlns:a16="http://schemas.microsoft.com/office/drawing/2014/main" id="{A1E629BF-B129-D945-A108-B76405A95840}"/>
              </a:ext>
            </a:extLst>
          </p:cNvPr>
          <p:cNvSpPr>
            <a:spLocks noChangeArrowheads="1"/>
          </p:cNvSpPr>
          <p:nvPr/>
        </p:nvSpPr>
        <p:spPr bwMode="auto">
          <a:xfrm>
            <a:off x="762000" y="2867025"/>
            <a:ext cx="7924800"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a:spcBef>
                <a:spcPct val="20000"/>
              </a:spcBef>
              <a:buClr>
                <a:srgbClr val="3399FF"/>
              </a:buClr>
              <a:buFont typeface="Wingdings" pitchFamily="2" charset="2"/>
              <a:buChar char="v"/>
            </a:pPr>
            <a:r>
              <a:rPr lang="zh-CN" altLang="en-US" sz="2000">
                <a:solidFill>
                  <a:schemeClr val="bg2"/>
                </a:solidFill>
                <a:latin typeface="Arial" panose="020B0604020202020204" pitchFamily="34" charset="0"/>
                <a:ea typeface="宋体" panose="02010600030101010101" pitchFamily="2" charset="-122"/>
                <a:sym typeface="黑体" panose="02010609060101010101" pitchFamily="49" charset="-122"/>
              </a:rPr>
              <a:t>为了从整体上维护系统的安全，访问控制应遵循</a:t>
            </a:r>
            <a:r>
              <a:rPr lang="zh-CN" altLang="en-US" sz="2400">
                <a:latin typeface="Arial" panose="020B0604020202020204" pitchFamily="34" charset="0"/>
                <a:ea typeface="宋体" panose="02010600030101010101" pitchFamily="2" charset="-122"/>
                <a:sym typeface="黑体" panose="02010609060101010101" pitchFamily="49" charset="-122"/>
              </a:rPr>
              <a:t>最小特权原则</a:t>
            </a:r>
            <a:r>
              <a:rPr lang="zh-CN" altLang="en-US" sz="2000">
                <a:solidFill>
                  <a:schemeClr val="bg2"/>
                </a:solidFill>
                <a:latin typeface="Arial" panose="020B0604020202020204" pitchFamily="34" charset="0"/>
                <a:ea typeface="宋体" panose="02010600030101010101" pitchFamily="2" charset="-122"/>
                <a:sym typeface="黑体" panose="02010609060101010101" pitchFamily="49" charset="-122"/>
              </a:rPr>
              <a:t>，即用户和代表用户的进程只应拥有完成其职责的最小的访问权限的集合，系统不应给用户超过执行任务所需特权以外的特权</a:t>
            </a:r>
            <a:endParaRPr lang="en-US" altLang="zh-CN" sz="2000" b="0">
              <a:solidFill>
                <a:schemeClr val="bg2"/>
              </a:solidFill>
              <a:latin typeface="黑体" panose="02010609060101010101" pitchFamily="49" charset="-122"/>
              <a:ea typeface="黑体" panose="02010609060101010101" pitchFamily="49" charset="-122"/>
              <a:sym typeface="黑体" panose="02010609060101010101" pitchFamily="49" charset="-122"/>
            </a:endParaRPr>
          </a:p>
        </p:txBody>
      </p:sp>
      <p:sp>
        <p:nvSpPr>
          <p:cNvPr id="6" name="矩形 5">
            <a:extLst>
              <a:ext uri="{FF2B5EF4-FFF2-40B4-BE49-F238E27FC236}">
                <a16:creationId xmlns:a16="http://schemas.microsoft.com/office/drawing/2014/main" id="{5E4EF2F6-4BB7-E140-8701-40D481E6FC1A}"/>
              </a:ext>
            </a:extLst>
          </p:cNvPr>
          <p:cNvSpPr>
            <a:spLocks noChangeArrowheads="1"/>
          </p:cNvSpPr>
          <p:nvPr/>
        </p:nvSpPr>
        <p:spPr bwMode="auto">
          <a:xfrm>
            <a:off x="762000" y="3978275"/>
            <a:ext cx="7696200" cy="150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a:spcBef>
                <a:spcPct val="20000"/>
              </a:spcBef>
              <a:buClr>
                <a:srgbClr val="3399FF"/>
              </a:buClr>
              <a:buFont typeface="Wingdings" pitchFamily="2" charset="2"/>
              <a:buChar char="v"/>
            </a:pPr>
            <a:r>
              <a:rPr lang="zh-CN" altLang="en-US" sz="2400" b="0">
                <a:latin typeface="黑体" panose="02010609060101010101" pitchFamily="49" charset="-122"/>
                <a:ea typeface="黑体" panose="02010609060101010101" pitchFamily="49" charset="-122"/>
                <a:sym typeface="黑体" panose="02010609060101010101" pitchFamily="49" charset="-122"/>
              </a:rPr>
              <a:t>未授权访问</a:t>
            </a:r>
            <a:r>
              <a:rPr lang="zh-CN" altLang="en-US" sz="2400" b="0">
                <a:solidFill>
                  <a:srgbClr val="000000"/>
                </a:solidFill>
                <a:latin typeface="黑体" panose="02010609060101010101" pitchFamily="49" charset="-122"/>
                <a:ea typeface="黑体" panose="02010609060101010101" pitchFamily="49" charset="-122"/>
                <a:sym typeface="黑体" panose="02010609060101010101" pitchFamily="49" charset="-122"/>
              </a:rPr>
              <a:t>：</a:t>
            </a:r>
            <a:r>
              <a:rPr lang="zh-CN" altLang="en-US" sz="2000" b="0">
                <a:solidFill>
                  <a:srgbClr val="000000"/>
                </a:solidFill>
                <a:latin typeface="黑体" panose="02010609060101010101" pitchFamily="49" charset="-122"/>
                <a:ea typeface="黑体" panose="02010609060101010101" pitchFamily="49" charset="-122"/>
                <a:sym typeface="黑体" panose="02010609060101010101" pitchFamily="49" charset="-122"/>
              </a:rPr>
              <a:t>包括未经授权的使用、泄露、修改、销毁信息以及颁发指令等。</a:t>
            </a:r>
            <a:endParaRPr lang="en-US" altLang="zh-CN" sz="2000" b="0">
              <a:solidFill>
                <a:srgbClr val="000000"/>
              </a:solidFill>
              <a:latin typeface="黑体" panose="02010609060101010101" pitchFamily="49" charset="-122"/>
              <a:ea typeface="黑体" panose="02010609060101010101" pitchFamily="49" charset="-122"/>
              <a:sym typeface="黑体" panose="02010609060101010101" pitchFamily="49" charset="-122"/>
            </a:endParaRPr>
          </a:p>
          <a:p>
            <a:pPr lvl="1">
              <a:spcBef>
                <a:spcPct val="20000"/>
              </a:spcBef>
              <a:buClr>
                <a:srgbClr val="3D8DC4"/>
              </a:buClr>
              <a:buFont typeface="Wingdings" pitchFamily="2" charset="2"/>
              <a:buChar char="§"/>
            </a:pPr>
            <a:r>
              <a:rPr lang="zh-CN" altLang="en-US" sz="2000" b="0">
                <a:solidFill>
                  <a:srgbClr val="000000"/>
                </a:solidFill>
                <a:latin typeface="黑体" panose="02010609060101010101" pitchFamily="49" charset="-122"/>
                <a:ea typeface="黑体" panose="02010609060101010101" pitchFamily="49" charset="-122"/>
                <a:sym typeface="黑体" panose="02010609060101010101" pitchFamily="49" charset="-122"/>
              </a:rPr>
              <a:t>非法用户对系统资源的使用</a:t>
            </a:r>
            <a:endParaRPr lang="en-US" altLang="zh-CN" sz="2000" b="0">
              <a:solidFill>
                <a:srgbClr val="000000"/>
              </a:solidFill>
              <a:latin typeface="黑体" panose="02010609060101010101" pitchFamily="49" charset="-122"/>
              <a:ea typeface="黑体" panose="02010609060101010101" pitchFamily="49" charset="-122"/>
              <a:sym typeface="黑体" panose="02010609060101010101" pitchFamily="49" charset="-122"/>
            </a:endParaRPr>
          </a:p>
          <a:p>
            <a:pPr lvl="1">
              <a:spcBef>
                <a:spcPct val="20000"/>
              </a:spcBef>
              <a:buClr>
                <a:srgbClr val="3D8DC4"/>
              </a:buClr>
              <a:buFont typeface="Wingdings" pitchFamily="2" charset="2"/>
              <a:buChar char="§"/>
            </a:pPr>
            <a:r>
              <a:rPr lang="zh-CN" altLang="en-US" sz="2000" b="0">
                <a:solidFill>
                  <a:srgbClr val="000000"/>
                </a:solidFill>
                <a:latin typeface="黑体" panose="02010609060101010101" pitchFamily="49" charset="-122"/>
                <a:ea typeface="黑体" panose="02010609060101010101" pitchFamily="49" charset="-122"/>
                <a:sym typeface="黑体" panose="02010609060101010101" pitchFamily="49" charset="-122"/>
              </a:rPr>
              <a:t>合法用户对系统资源的非法使用</a:t>
            </a:r>
            <a:endParaRPr lang="en-US" altLang="zh-CN" sz="2000" b="0">
              <a:solidFill>
                <a:srgbClr val="000000"/>
              </a:solidFill>
              <a:latin typeface="黑体" panose="02010609060101010101" pitchFamily="49" charset="-122"/>
              <a:ea typeface="黑体" panose="02010609060101010101" pitchFamily="49" charset="-122"/>
              <a:sym typeface="黑体" panose="02010609060101010101" pitchFamily="49" charset="-122"/>
            </a:endParaRPr>
          </a:p>
        </p:txBody>
      </p:sp>
      <p:pic>
        <p:nvPicPr>
          <p:cNvPr id="63495" name="图片 6">
            <a:extLst>
              <a:ext uri="{FF2B5EF4-FFF2-40B4-BE49-F238E27FC236}">
                <a16:creationId xmlns:a16="http://schemas.microsoft.com/office/drawing/2014/main" id="{F4761324-4C53-7F4F-A8A2-926E72AB32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67400" y="4673600"/>
            <a:ext cx="3143250" cy="162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1000" fill="hold"/>
                                        <p:tgtEl>
                                          <p:spTgt spid="4"/>
                                        </p:tgtEl>
                                        <p:attrNameLst>
                                          <p:attrName>ppt_x</p:attrName>
                                        </p:attrNameLst>
                                      </p:cBhvr>
                                      <p:tavLst>
                                        <p:tav tm="0">
                                          <p:val>
                                            <p:strVal val="0-#ppt_w/2"/>
                                          </p:val>
                                        </p:tav>
                                        <p:tav tm="100000">
                                          <p:val>
                                            <p:strVal val="#ppt_x"/>
                                          </p:val>
                                        </p:tav>
                                      </p:tavLst>
                                    </p:anim>
                                    <p:anim calcmode="lin" valueType="num">
                                      <p:cBhvr additive="base">
                                        <p:cTn id="13" dur="1000" fill="hold"/>
                                        <p:tgtEl>
                                          <p:spTgt spid="4"/>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1500"/>
                            </p:stCondLst>
                            <p:childTnLst>
                              <p:par>
                                <p:cTn id="15" presetID="2" presetClass="entr" presetSubtype="8" fill="hold" grpId="0" nodeType="after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0-#ppt_w/2"/>
                                          </p:val>
                                        </p:tav>
                                        <p:tav tm="100000">
                                          <p:val>
                                            <p:strVal val="#ppt_x"/>
                                          </p:val>
                                        </p:tav>
                                      </p:tavLst>
                                    </p:anim>
                                    <p:anim calcmode="lin" valueType="num">
                                      <p:cBhvr additive="base">
                                        <p:cTn id="18" dur="500" fill="hold"/>
                                        <p:tgtEl>
                                          <p:spTgt spid="5"/>
                                        </p:tgtEl>
                                        <p:attrNameLst>
                                          <p:attrName>ppt_y</p:attrName>
                                        </p:attrNameLst>
                                      </p:cBhvr>
                                      <p:tavLst>
                                        <p:tav tm="0">
                                          <p:val>
                                            <p:strVal val="#ppt_y"/>
                                          </p:val>
                                        </p:tav>
                                        <p:tav tm="100000">
                                          <p:val>
                                            <p:strVal val="#ppt_y"/>
                                          </p:val>
                                        </p:tav>
                                      </p:tavLst>
                                    </p:anim>
                                  </p:childTnLst>
                                </p:cTn>
                              </p:par>
                            </p:childTnLst>
                          </p:cTn>
                        </p:par>
                        <p:par>
                          <p:cTn id="19" fill="hold" nodeType="afterGroup">
                            <p:stCondLst>
                              <p:cond delay="2000"/>
                            </p:stCondLst>
                            <p:childTnLst>
                              <p:par>
                                <p:cTn id="20" presetID="2" presetClass="entr" presetSubtype="8" fill="hold" grpId="0" nodeType="after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additive="base">
                                        <p:cTn id="22" dur="1000" fill="hold"/>
                                        <p:tgtEl>
                                          <p:spTgt spid="6"/>
                                        </p:tgtEl>
                                        <p:attrNameLst>
                                          <p:attrName>ppt_x</p:attrName>
                                        </p:attrNameLst>
                                      </p:cBhvr>
                                      <p:tavLst>
                                        <p:tav tm="0">
                                          <p:val>
                                            <p:strVal val="0-#ppt_w/2"/>
                                          </p:val>
                                        </p:tav>
                                        <p:tav tm="100000">
                                          <p:val>
                                            <p:strVal val="#ppt_x"/>
                                          </p:val>
                                        </p:tav>
                                      </p:tavLst>
                                    </p:anim>
                                    <p:anim calcmode="lin" valueType="num">
                                      <p:cBhvr additive="base">
                                        <p:cTn id="23" dur="1000" fill="hold"/>
                                        <p:tgtEl>
                                          <p:spTgt spid="6"/>
                                        </p:tgtEl>
                                        <p:attrNameLst>
                                          <p:attrName>ppt_y</p:attrName>
                                        </p:attrNameLst>
                                      </p:cBhvr>
                                      <p:tavLst>
                                        <p:tav tm="0">
                                          <p:val>
                                            <p:strVal val="#ppt_y"/>
                                          </p:val>
                                        </p:tav>
                                        <p:tav tm="100000">
                                          <p:val>
                                            <p:strVal val="#ppt_y"/>
                                          </p:val>
                                        </p:tav>
                                      </p:tavLst>
                                    </p:anim>
                                  </p:childTnLst>
                                </p:cTn>
                              </p:par>
                            </p:childTnLst>
                          </p:cTn>
                        </p:par>
                        <p:par>
                          <p:cTn id="24" fill="hold" nodeType="afterGroup">
                            <p:stCondLst>
                              <p:cond delay="3000"/>
                            </p:stCondLst>
                            <p:childTnLst>
                              <p:par>
                                <p:cTn id="25" presetID="2" presetClass="entr" presetSubtype="8" fill="hold" grpId="0" nodeType="afterEffect">
                                  <p:stCondLst>
                                    <p:cond delay="0"/>
                                  </p:stCondLst>
                                  <p:childTnLst>
                                    <p:set>
                                      <p:cBhvr>
                                        <p:cTn id="26" dur="1" fill="hold">
                                          <p:stCondLst>
                                            <p:cond delay="0"/>
                                          </p:stCondLst>
                                        </p:cTn>
                                        <p:tgtEl>
                                          <p:spTgt spid="61443"/>
                                        </p:tgtEl>
                                        <p:attrNameLst>
                                          <p:attrName>style.visibility</p:attrName>
                                        </p:attrNameLst>
                                      </p:cBhvr>
                                      <p:to>
                                        <p:strVal val="visible"/>
                                      </p:to>
                                    </p:set>
                                    <p:anim calcmode="lin" valueType="num">
                                      <p:cBhvr additive="base">
                                        <p:cTn id="27" dur="1000" fill="hold"/>
                                        <p:tgtEl>
                                          <p:spTgt spid="61443"/>
                                        </p:tgtEl>
                                        <p:attrNameLst>
                                          <p:attrName>ppt_x</p:attrName>
                                        </p:attrNameLst>
                                      </p:cBhvr>
                                      <p:tavLst>
                                        <p:tav tm="0">
                                          <p:val>
                                            <p:strVal val="0-#ppt_w/2"/>
                                          </p:val>
                                        </p:tav>
                                        <p:tav tm="100000">
                                          <p:val>
                                            <p:strVal val="#ppt_x"/>
                                          </p:val>
                                        </p:tav>
                                      </p:tavLst>
                                    </p:anim>
                                    <p:anim calcmode="lin" valueType="num">
                                      <p:cBhvr additive="base">
                                        <p:cTn id="28" dur="1000" fill="hold"/>
                                        <p:tgtEl>
                                          <p:spTgt spid="6144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3" grpId="0"/>
      <p:bldP spid="3" grpId="0"/>
      <p:bldP spid="4" grpId="0"/>
      <p:bldP spid="5" grpId="0"/>
      <p:bldP spid="6"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内容占位符 2">
            <a:extLst>
              <a:ext uri="{FF2B5EF4-FFF2-40B4-BE49-F238E27FC236}">
                <a16:creationId xmlns:a16="http://schemas.microsoft.com/office/drawing/2014/main" id="{CFFCE8E0-4C76-8141-B242-8866B850E5B8}"/>
              </a:ext>
            </a:extLst>
          </p:cNvPr>
          <p:cNvSpPr txBox="1">
            <a:spLocks noChangeArrowheads="1"/>
          </p:cNvSpPr>
          <p:nvPr/>
        </p:nvSpPr>
        <p:spPr bwMode="auto">
          <a:xfrm>
            <a:off x="228600" y="1447800"/>
            <a:ext cx="8763000"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0">
              <a:defRPr sz="4800" b="1">
                <a:solidFill>
                  <a:srgbClr val="FF0000"/>
                </a:solidFill>
                <a:latin typeface="隶书" pitchFamily="49" charset="-122"/>
                <a:ea typeface="隶书" pitchFamily="49" charset="-122"/>
              </a:defRPr>
            </a:lvl1pPr>
            <a:lvl2pPr marL="742950" indent="-285750" defTabSz="0">
              <a:defRPr sz="4800" b="1">
                <a:solidFill>
                  <a:srgbClr val="FF0000"/>
                </a:solidFill>
                <a:latin typeface="隶书" pitchFamily="49" charset="-122"/>
                <a:ea typeface="隶书" pitchFamily="49" charset="-122"/>
              </a:defRPr>
            </a:lvl2pPr>
            <a:lvl3pPr marL="1143000" indent="-228600" defTabSz="0">
              <a:defRPr sz="4800" b="1">
                <a:solidFill>
                  <a:srgbClr val="FF0000"/>
                </a:solidFill>
                <a:latin typeface="隶书" pitchFamily="49" charset="-122"/>
                <a:ea typeface="隶书" pitchFamily="49" charset="-122"/>
              </a:defRPr>
            </a:lvl3pPr>
            <a:lvl4pPr marL="1600200" indent="-228600" defTabSz="0">
              <a:defRPr sz="4800" b="1">
                <a:solidFill>
                  <a:srgbClr val="FF0000"/>
                </a:solidFill>
                <a:latin typeface="隶书" pitchFamily="49" charset="-122"/>
                <a:ea typeface="隶书" pitchFamily="49" charset="-122"/>
              </a:defRPr>
            </a:lvl4pPr>
            <a:lvl5pPr marL="2057400" indent="-228600" defTabSz="0">
              <a:defRPr sz="4800" b="1">
                <a:solidFill>
                  <a:srgbClr val="FF0000"/>
                </a:solidFill>
                <a:latin typeface="隶书" pitchFamily="49" charset="-122"/>
                <a:ea typeface="隶书" pitchFamily="49" charset="-122"/>
              </a:defRPr>
            </a:lvl5pPr>
            <a:lvl6pPr marL="2514600" indent="-228600" defTabSz="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defTabSz="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defTabSz="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defTabSz="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a:spcBef>
                <a:spcPct val="20000"/>
              </a:spcBef>
              <a:buClr>
                <a:srgbClr val="3399FF"/>
              </a:buClr>
              <a:buFont typeface="Wingdings" pitchFamily="2" charset="2"/>
              <a:buChar char="v"/>
            </a:pPr>
            <a:r>
              <a:rPr lang="zh-CN" altLang="en-US" sz="2800" b="0">
                <a:solidFill>
                  <a:srgbClr val="000000"/>
                </a:solidFill>
                <a:latin typeface="黑体" panose="02010609060101010101" pitchFamily="49" charset="-122"/>
                <a:ea typeface="黑体" panose="02010609060101010101" pitchFamily="49" charset="-122"/>
                <a:sym typeface="黑体" panose="02010609060101010101" pitchFamily="49" charset="-122"/>
              </a:rPr>
              <a:t>访问控制模型</a:t>
            </a:r>
            <a:endParaRPr lang="en-US" altLang="zh-CN" sz="2800" b="0">
              <a:solidFill>
                <a:srgbClr val="000000"/>
              </a:solidFill>
              <a:latin typeface="黑体" panose="02010609060101010101" pitchFamily="49" charset="-122"/>
              <a:ea typeface="黑体" panose="02010609060101010101" pitchFamily="49" charset="-122"/>
              <a:sym typeface="黑体" panose="02010609060101010101" pitchFamily="49" charset="-122"/>
            </a:endParaRPr>
          </a:p>
          <a:p>
            <a:pPr lvl="1">
              <a:spcBef>
                <a:spcPct val="20000"/>
              </a:spcBef>
              <a:buClr>
                <a:srgbClr val="FF9900"/>
              </a:buClr>
              <a:buFont typeface="Wingdings" pitchFamily="2" charset="2"/>
              <a:buChar char="§"/>
            </a:pPr>
            <a:r>
              <a:rPr lang="zh-CN" altLang="en-US" sz="2400" b="0">
                <a:solidFill>
                  <a:srgbClr val="000000"/>
                </a:solidFill>
                <a:latin typeface="黑体" panose="02010609060101010101" pitchFamily="49" charset="-122"/>
                <a:ea typeface="黑体" panose="02010609060101010101" pitchFamily="49" charset="-122"/>
                <a:sym typeface="黑体" panose="02010609060101010101" pitchFamily="49" charset="-122"/>
              </a:rPr>
              <a:t>对一系列访问控制规则集合的描述，可以是非形式化的，也可以是形式化的。</a:t>
            </a:r>
          </a:p>
          <a:p>
            <a:pPr>
              <a:spcBef>
                <a:spcPct val="20000"/>
              </a:spcBef>
              <a:buClr>
                <a:srgbClr val="3399FF"/>
              </a:buClr>
              <a:buFont typeface="Wingdings" pitchFamily="2" charset="2"/>
              <a:buChar char="v"/>
            </a:pPr>
            <a:r>
              <a:rPr lang="zh-CN" altLang="en-US" sz="2800" b="0">
                <a:latin typeface="黑体" panose="02010609060101010101" pitchFamily="49" charset="-122"/>
                <a:ea typeface="黑体" panose="02010609060101010101" pitchFamily="49" charset="-122"/>
                <a:sym typeface="黑体" panose="02010609060101010101" pitchFamily="49" charset="-122"/>
              </a:rPr>
              <a:t>组成</a:t>
            </a:r>
            <a:endParaRPr lang="en-US" altLang="zh-CN" sz="2800" b="0">
              <a:latin typeface="黑体" panose="02010609060101010101" pitchFamily="49" charset="-122"/>
              <a:ea typeface="黑体" panose="02010609060101010101" pitchFamily="49" charset="-122"/>
              <a:sym typeface="黑体" panose="02010609060101010101" pitchFamily="49" charset="-122"/>
            </a:endParaRPr>
          </a:p>
          <a:p>
            <a:pPr>
              <a:spcBef>
                <a:spcPct val="20000"/>
              </a:spcBef>
              <a:buClr>
                <a:srgbClr val="3399FF"/>
              </a:buClr>
              <a:buFont typeface="Wingdings" pitchFamily="2" charset="2"/>
              <a:buNone/>
            </a:pPr>
            <a:endParaRPr lang="zh-CN" altLang="en-US" sz="2800" b="0">
              <a:solidFill>
                <a:srgbClr val="000000"/>
              </a:solidFill>
              <a:latin typeface="黑体" panose="02010609060101010101" pitchFamily="49" charset="-122"/>
              <a:ea typeface="黑体" panose="02010609060101010101" pitchFamily="49" charset="-122"/>
              <a:sym typeface="黑体" panose="02010609060101010101" pitchFamily="49" charset="-122"/>
            </a:endParaRPr>
          </a:p>
        </p:txBody>
      </p:sp>
      <p:sp>
        <p:nvSpPr>
          <p:cNvPr id="4" name="矩形 3">
            <a:extLst>
              <a:ext uri="{FF2B5EF4-FFF2-40B4-BE49-F238E27FC236}">
                <a16:creationId xmlns:a16="http://schemas.microsoft.com/office/drawing/2014/main" id="{E4E1D5F5-C0F0-1146-A280-D170522D0A9A}"/>
              </a:ext>
            </a:extLst>
          </p:cNvPr>
          <p:cNvSpPr/>
          <p:nvPr/>
        </p:nvSpPr>
        <p:spPr>
          <a:xfrm>
            <a:off x="381000" y="762000"/>
            <a:ext cx="2338388" cy="479425"/>
          </a:xfrm>
          <a:prstGeom prst="rect">
            <a:avLst/>
          </a:prstGeom>
        </p:spPr>
        <p:txBody>
          <a:bodyPr wrap="none">
            <a:spAutoFit/>
          </a:bodyPr>
          <a:lstStyle/>
          <a:p>
            <a:pPr>
              <a:lnSpc>
                <a:spcPct val="90000"/>
              </a:lnSpc>
              <a:defRPr/>
            </a:pPr>
            <a:r>
              <a:rPr lang="zh-CN" altLang="en-US" sz="2800">
                <a:effectLst>
                  <a:outerShdw blurRad="38100" dist="38100" dir="2700000" algn="tl">
                    <a:srgbClr val="C0C0C0"/>
                  </a:outerShdw>
                </a:effectLst>
                <a:latin typeface="黑体" panose="02010609060101010101" pitchFamily="49" charset="-122"/>
                <a:ea typeface="黑体" panose="02010609060101010101" pitchFamily="49" charset="-122"/>
                <a:sym typeface="黑体" panose="02010609060101010101" pitchFamily="49" charset="-122"/>
              </a:rPr>
              <a:t>访问控制模型</a:t>
            </a:r>
            <a:endParaRPr lang="zh-CN" altLang="en-US" sz="2800">
              <a:effectLst>
                <a:outerShdw blurRad="38100" dist="38100" dir="2700000" algn="tl">
                  <a:srgbClr val="C0C0C0"/>
                </a:outerShdw>
              </a:effectLst>
              <a:latin typeface="黑体" panose="02010609060101010101" pitchFamily="49" charset="-122"/>
              <a:ea typeface="黑体" panose="02010609060101010101" pitchFamily="49" charset="-122"/>
            </a:endParaRPr>
          </a:p>
        </p:txBody>
      </p:sp>
      <p:grpSp>
        <p:nvGrpSpPr>
          <p:cNvPr id="62468" name="组合 17">
            <a:extLst>
              <a:ext uri="{FF2B5EF4-FFF2-40B4-BE49-F238E27FC236}">
                <a16:creationId xmlns:a16="http://schemas.microsoft.com/office/drawing/2014/main" id="{0BB567EB-6C70-4141-933F-77EBADAC8526}"/>
              </a:ext>
            </a:extLst>
          </p:cNvPr>
          <p:cNvGrpSpPr>
            <a:grpSpLocks/>
          </p:cNvGrpSpPr>
          <p:nvPr/>
        </p:nvGrpSpPr>
        <p:grpSpPr bwMode="auto">
          <a:xfrm>
            <a:off x="1023938" y="3429000"/>
            <a:ext cx="7172325" cy="2582863"/>
            <a:chOff x="0" y="0"/>
            <a:chExt cx="7172325" cy="2583729"/>
          </a:xfrm>
        </p:grpSpPr>
        <p:sp>
          <p:nvSpPr>
            <p:cNvPr id="6" name="TextBox 39">
              <a:extLst>
                <a:ext uri="{FF2B5EF4-FFF2-40B4-BE49-F238E27FC236}">
                  <a16:creationId xmlns:a16="http://schemas.microsoft.com/office/drawing/2014/main" id="{FD87AA06-0AD5-8741-93DE-23CD27197EE2}"/>
                </a:ext>
              </a:extLst>
            </p:cNvPr>
            <p:cNvSpPr>
              <a:spLocks noChangeArrowheads="1"/>
            </p:cNvSpPr>
            <p:nvPr/>
          </p:nvSpPr>
          <p:spPr bwMode="auto">
            <a:xfrm>
              <a:off x="0" y="460529"/>
              <a:ext cx="1524000" cy="370012"/>
            </a:xfrm>
            <a:prstGeom prst="rect">
              <a:avLst/>
            </a:prstGeom>
            <a:noFill/>
            <a:ln w="38100">
              <a:solidFill>
                <a:srgbClr val="000000"/>
              </a:solidFill>
              <a:bevel/>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fontAlgn="auto" hangingPunct="1">
                <a:spcBef>
                  <a:spcPts val="0"/>
                </a:spcBef>
                <a:spcAft>
                  <a:spcPts val="0"/>
                </a:spcAft>
                <a:buFont typeface="Arial" panose="020B0604020202020204" pitchFamily="34" charset="0"/>
                <a:buNone/>
                <a:defRPr/>
              </a:pPr>
              <a:r>
                <a:rPr lang="zh-CN" altLang="en-US" sz="1800" kern="0">
                  <a:solidFill>
                    <a:srgbClr val="2C6993"/>
                  </a:solidFill>
                </a:rPr>
                <a:t>主    体</a:t>
              </a:r>
              <a:endParaRPr lang="en-US" altLang="zh-CN" sz="1800" kern="0">
                <a:solidFill>
                  <a:srgbClr val="2C6993"/>
                </a:solidFill>
              </a:endParaRPr>
            </a:p>
          </p:txBody>
        </p:sp>
        <p:sp>
          <p:nvSpPr>
            <p:cNvPr id="7" name="TextBox 40">
              <a:extLst>
                <a:ext uri="{FF2B5EF4-FFF2-40B4-BE49-F238E27FC236}">
                  <a16:creationId xmlns:a16="http://schemas.microsoft.com/office/drawing/2014/main" id="{E5F68008-7B66-E540-9FCA-4A99C563F960}"/>
                </a:ext>
              </a:extLst>
            </p:cNvPr>
            <p:cNvSpPr>
              <a:spLocks noChangeArrowheads="1"/>
            </p:cNvSpPr>
            <p:nvPr/>
          </p:nvSpPr>
          <p:spPr bwMode="auto">
            <a:xfrm>
              <a:off x="5648325" y="498642"/>
              <a:ext cx="1524000" cy="370012"/>
            </a:xfrm>
            <a:prstGeom prst="rect">
              <a:avLst/>
            </a:prstGeom>
            <a:noFill/>
            <a:ln w="38100">
              <a:solidFill>
                <a:srgbClr val="000000"/>
              </a:solidFill>
              <a:bevel/>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fontAlgn="auto" hangingPunct="1">
                <a:spcBef>
                  <a:spcPts val="0"/>
                </a:spcBef>
                <a:spcAft>
                  <a:spcPts val="0"/>
                </a:spcAft>
                <a:buFont typeface="Arial" panose="020B0604020202020204" pitchFamily="34" charset="0"/>
                <a:buNone/>
                <a:defRPr/>
              </a:pPr>
              <a:r>
                <a:rPr lang="zh-CN" altLang="en-US" sz="1800" kern="0">
                  <a:solidFill>
                    <a:srgbClr val="2C6993"/>
                  </a:solidFill>
                </a:rPr>
                <a:t>客    体</a:t>
              </a:r>
              <a:endParaRPr lang="en-US" altLang="zh-CN" sz="1800" kern="0">
                <a:solidFill>
                  <a:srgbClr val="2C6993"/>
                </a:solidFill>
              </a:endParaRPr>
            </a:p>
          </p:txBody>
        </p:sp>
        <p:sp>
          <p:nvSpPr>
            <p:cNvPr id="64518" name="TextBox 41">
              <a:extLst>
                <a:ext uri="{FF2B5EF4-FFF2-40B4-BE49-F238E27FC236}">
                  <a16:creationId xmlns:a16="http://schemas.microsoft.com/office/drawing/2014/main" id="{8A983207-D593-3741-AC66-73B80F2E86CC}"/>
                </a:ext>
              </a:extLst>
            </p:cNvPr>
            <p:cNvSpPr>
              <a:spLocks noChangeArrowheads="1"/>
            </p:cNvSpPr>
            <p:nvPr/>
          </p:nvSpPr>
          <p:spPr bwMode="auto">
            <a:xfrm>
              <a:off x="2819400" y="308078"/>
              <a:ext cx="1524000" cy="646330"/>
            </a:xfrm>
            <a:prstGeom prst="rect">
              <a:avLst/>
            </a:prstGeom>
            <a:noFill/>
            <a:ln w="38100">
              <a:solidFill>
                <a:srgbClr val="000000"/>
              </a:solidFill>
              <a:bevel/>
              <a:headEnd/>
              <a:tailEnd/>
            </a:ln>
            <a:extLst>
              <a:ext uri="{909E8E84-426E-40DD-AFC4-6F175D3DCCD1}">
                <a14:hiddenFill xmlns:a14="http://schemas.microsoft.com/office/drawing/2010/main">
                  <a:solidFill>
                    <a:srgbClr val="FFFFFF"/>
                  </a:solidFill>
                </a14:hiddenFill>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algn="ctr" eaLnBrk="1" hangingPunct="1"/>
              <a:r>
                <a:rPr lang="zh-CN" altLang="en-US" sz="1800">
                  <a:solidFill>
                    <a:srgbClr val="2C6993"/>
                  </a:solidFill>
                  <a:latin typeface="Arial" panose="020B0604020202020204" pitchFamily="34" charset="0"/>
                  <a:ea typeface="宋体" panose="02010600030101010101" pitchFamily="2" charset="-122"/>
                </a:rPr>
                <a:t>访问控制</a:t>
              </a:r>
              <a:endParaRPr lang="en-US" altLang="zh-CN" sz="1800">
                <a:solidFill>
                  <a:srgbClr val="2C6993"/>
                </a:solidFill>
                <a:latin typeface="Arial" panose="020B0604020202020204" pitchFamily="34" charset="0"/>
                <a:ea typeface="宋体" panose="02010600030101010101" pitchFamily="2" charset="-122"/>
              </a:endParaRPr>
            </a:p>
            <a:p>
              <a:pPr algn="ctr" eaLnBrk="1" hangingPunct="1"/>
              <a:r>
                <a:rPr lang="zh-CN" altLang="en-US" sz="1800">
                  <a:solidFill>
                    <a:srgbClr val="2C6993"/>
                  </a:solidFill>
                  <a:latin typeface="Arial" panose="020B0604020202020204" pitchFamily="34" charset="0"/>
                  <a:ea typeface="宋体" panose="02010600030101010101" pitchFamily="2" charset="-122"/>
                </a:rPr>
                <a:t>实施</a:t>
              </a:r>
              <a:endParaRPr lang="zh-CN" altLang="en-US" sz="1800">
                <a:solidFill>
                  <a:srgbClr val="000000"/>
                </a:solidFill>
                <a:latin typeface="Arial" panose="020B0604020202020204" pitchFamily="34" charset="0"/>
                <a:ea typeface="宋体" panose="02010600030101010101" pitchFamily="2" charset="-122"/>
              </a:endParaRPr>
            </a:p>
          </p:txBody>
        </p:sp>
        <p:sp>
          <p:nvSpPr>
            <p:cNvPr id="64519" name="TextBox 78">
              <a:extLst>
                <a:ext uri="{FF2B5EF4-FFF2-40B4-BE49-F238E27FC236}">
                  <a16:creationId xmlns:a16="http://schemas.microsoft.com/office/drawing/2014/main" id="{20DDC968-1AD3-3645-B45E-87C7F1AC6395}"/>
                </a:ext>
              </a:extLst>
            </p:cNvPr>
            <p:cNvSpPr>
              <a:spLocks noChangeArrowheads="1"/>
            </p:cNvSpPr>
            <p:nvPr/>
          </p:nvSpPr>
          <p:spPr bwMode="auto">
            <a:xfrm>
              <a:off x="2819400" y="1937399"/>
              <a:ext cx="1524000" cy="646330"/>
            </a:xfrm>
            <a:prstGeom prst="rect">
              <a:avLst/>
            </a:prstGeom>
            <a:noFill/>
            <a:ln w="38100">
              <a:solidFill>
                <a:srgbClr val="000000"/>
              </a:solidFill>
              <a:bevel/>
              <a:headEnd/>
              <a:tailEnd/>
            </a:ln>
            <a:extLst>
              <a:ext uri="{909E8E84-426E-40DD-AFC4-6F175D3DCCD1}">
                <a14:hiddenFill xmlns:a14="http://schemas.microsoft.com/office/drawing/2010/main">
                  <a:solidFill>
                    <a:srgbClr val="FFFFFF"/>
                  </a:solidFill>
                </a14:hiddenFill>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algn="ctr" eaLnBrk="1" hangingPunct="1"/>
              <a:r>
                <a:rPr lang="zh-CN" altLang="en-US" sz="1800">
                  <a:solidFill>
                    <a:srgbClr val="2C6993"/>
                  </a:solidFill>
                  <a:latin typeface="Arial" panose="020B0604020202020204" pitchFamily="34" charset="0"/>
                  <a:ea typeface="宋体" panose="02010600030101010101" pitchFamily="2" charset="-122"/>
                </a:rPr>
                <a:t>访问控制</a:t>
              </a:r>
              <a:endParaRPr lang="en-US" altLang="zh-CN" sz="1800">
                <a:solidFill>
                  <a:srgbClr val="2C6993"/>
                </a:solidFill>
                <a:latin typeface="Arial" panose="020B0604020202020204" pitchFamily="34" charset="0"/>
                <a:ea typeface="宋体" panose="02010600030101010101" pitchFamily="2" charset="-122"/>
              </a:endParaRPr>
            </a:p>
            <a:p>
              <a:pPr algn="ctr" eaLnBrk="1" hangingPunct="1"/>
              <a:r>
                <a:rPr lang="zh-CN" altLang="en-US" sz="1800">
                  <a:solidFill>
                    <a:srgbClr val="2C6993"/>
                  </a:solidFill>
                  <a:latin typeface="Arial" panose="020B0604020202020204" pitchFamily="34" charset="0"/>
                  <a:ea typeface="宋体" panose="02010600030101010101" pitchFamily="2" charset="-122"/>
                </a:rPr>
                <a:t>决策</a:t>
              </a:r>
              <a:endParaRPr lang="zh-CN" altLang="en-US" sz="1800">
                <a:solidFill>
                  <a:srgbClr val="000000"/>
                </a:solidFill>
                <a:latin typeface="Arial" panose="020B0604020202020204" pitchFamily="34" charset="0"/>
                <a:ea typeface="宋体" panose="02010600030101010101" pitchFamily="2" charset="-122"/>
              </a:endParaRPr>
            </a:p>
          </p:txBody>
        </p:sp>
        <p:cxnSp>
          <p:nvCxnSpPr>
            <p:cNvPr id="64520" name="直接箭头连接符 80">
              <a:extLst>
                <a:ext uri="{FF2B5EF4-FFF2-40B4-BE49-F238E27FC236}">
                  <a16:creationId xmlns:a16="http://schemas.microsoft.com/office/drawing/2014/main" id="{834F8EFE-24D3-9F44-A894-241260E630BA}"/>
                </a:ext>
              </a:extLst>
            </p:cNvPr>
            <p:cNvCxnSpPr>
              <a:cxnSpLocks noChangeShapeType="1"/>
              <a:stCxn id="6" idx="3"/>
              <a:endCxn id="64518" idx="1"/>
            </p:cNvCxnSpPr>
            <p:nvPr/>
          </p:nvCxnSpPr>
          <p:spPr bwMode="auto">
            <a:xfrm flipV="1">
              <a:off x="1524000" y="631300"/>
              <a:ext cx="1295400" cy="13903"/>
            </a:xfrm>
            <a:prstGeom prst="straightConnector1">
              <a:avLst/>
            </a:prstGeom>
            <a:noFill/>
            <a:ln w="38100">
              <a:solidFill>
                <a:srgbClr val="000000"/>
              </a:solidFill>
              <a:round/>
              <a:headEnd/>
              <a:tailEnd type="arrow" w="med" len="med"/>
            </a:ln>
            <a:extLst>
              <a:ext uri="{909E8E84-426E-40DD-AFC4-6F175D3DCCD1}">
                <a14:hiddenFill xmlns:a14="http://schemas.microsoft.com/office/drawing/2010/main">
                  <a:noFill/>
                </a14:hiddenFill>
              </a:ext>
            </a:extLst>
          </p:spPr>
        </p:cxnSp>
        <p:cxnSp>
          <p:nvCxnSpPr>
            <p:cNvPr id="64521" name="直接箭头连接符 88">
              <a:extLst>
                <a:ext uri="{FF2B5EF4-FFF2-40B4-BE49-F238E27FC236}">
                  <a16:creationId xmlns:a16="http://schemas.microsoft.com/office/drawing/2014/main" id="{ED234B5C-2BCC-914E-8EF4-E9A36D11100D}"/>
                </a:ext>
              </a:extLst>
            </p:cNvPr>
            <p:cNvCxnSpPr>
              <a:cxnSpLocks noChangeShapeType="1"/>
              <a:stCxn id="6" idx="3"/>
              <a:endCxn id="64518" idx="1"/>
            </p:cNvCxnSpPr>
            <p:nvPr/>
          </p:nvCxnSpPr>
          <p:spPr bwMode="auto">
            <a:xfrm rot="5400000">
              <a:off x="2988566" y="1465309"/>
              <a:ext cx="915193" cy="794"/>
            </a:xfrm>
            <a:prstGeom prst="straightConnector1">
              <a:avLst/>
            </a:prstGeom>
            <a:noFill/>
            <a:ln w="38100">
              <a:solidFill>
                <a:srgbClr val="000000"/>
              </a:solidFill>
              <a:round/>
              <a:headEnd/>
              <a:tailEnd type="arrow" w="med" len="med"/>
            </a:ln>
            <a:extLst>
              <a:ext uri="{909E8E84-426E-40DD-AFC4-6F175D3DCCD1}">
                <a14:hiddenFill xmlns:a14="http://schemas.microsoft.com/office/drawing/2010/main">
                  <a:noFill/>
                </a14:hiddenFill>
              </a:ext>
            </a:extLst>
          </p:spPr>
        </p:cxnSp>
        <p:cxnSp>
          <p:nvCxnSpPr>
            <p:cNvPr id="64522" name="直接箭头连接符 92">
              <a:extLst>
                <a:ext uri="{FF2B5EF4-FFF2-40B4-BE49-F238E27FC236}">
                  <a16:creationId xmlns:a16="http://schemas.microsoft.com/office/drawing/2014/main" id="{50F11214-3E80-EE44-99A8-476764308BE7}"/>
                </a:ext>
              </a:extLst>
            </p:cNvPr>
            <p:cNvCxnSpPr>
              <a:cxnSpLocks noChangeShapeType="1"/>
              <a:stCxn id="6" idx="3"/>
              <a:endCxn id="64518" idx="1"/>
            </p:cNvCxnSpPr>
            <p:nvPr/>
          </p:nvCxnSpPr>
          <p:spPr bwMode="auto">
            <a:xfrm>
              <a:off x="4343400" y="689780"/>
              <a:ext cx="1295400" cy="1488"/>
            </a:xfrm>
            <a:prstGeom prst="straightConnector1">
              <a:avLst/>
            </a:prstGeom>
            <a:noFill/>
            <a:ln w="38100">
              <a:solidFill>
                <a:srgbClr val="000000"/>
              </a:solidFill>
              <a:round/>
              <a:headEnd/>
              <a:tailEnd type="arrow" w="med" len="med"/>
            </a:ln>
            <a:extLst>
              <a:ext uri="{909E8E84-426E-40DD-AFC4-6F175D3DCCD1}">
                <a14:hiddenFill xmlns:a14="http://schemas.microsoft.com/office/drawing/2010/main">
                  <a:noFill/>
                </a14:hiddenFill>
              </a:ext>
            </a:extLst>
          </p:spPr>
        </p:cxnSp>
        <p:cxnSp>
          <p:nvCxnSpPr>
            <p:cNvPr id="64523" name="直接箭头连接符 95">
              <a:extLst>
                <a:ext uri="{FF2B5EF4-FFF2-40B4-BE49-F238E27FC236}">
                  <a16:creationId xmlns:a16="http://schemas.microsoft.com/office/drawing/2014/main" id="{A5543695-6A76-F940-B8A2-873D33636FD9}"/>
                </a:ext>
              </a:extLst>
            </p:cNvPr>
            <p:cNvCxnSpPr>
              <a:cxnSpLocks noChangeShapeType="1"/>
              <a:stCxn id="6" idx="3"/>
              <a:endCxn id="64518" idx="1"/>
            </p:cNvCxnSpPr>
            <p:nvPr/>
          </p:nvCxnSpPr>
          <p:spPr bwMode="auto">
            <a:xfrm rot="5400000" flipH="1" flipV="1">
              <a:off x="3241390" y="1464517"/>
              <a:ext cx="914400" cy="1588"/>
            </a:xfrm>
            <a:prstGeom prst="straightConnector1">
              <a:avLst/>
            </a:prstGeom>
            <a:noFill/>
            <a:ln w="38100">
              <a:solidFill>
                <a:srgbClr val="000000"/>
              </a:solidFill>
              <a:round/>
              <a:headEnd/>
              <a:tailEnd type="arrow" w="med" len="med"/>
            </a:ln>
            <a:extLst>
              <a:ext uri="{909E8E84-426E-40DD-AFC4-6F175D3DCCD1}">
                <a14:hiddenFill xmlns:a14="http://schemas.microsoft.com/office/drawing/2010/main">
                  <a:noFill/>
                </a14:hiddenFill>
              </a:ext>
            </a:extLst>
          </p:spPr>
        </p:cxnSp>
        <p:sp>
          <p:nvSpPr>
            <p:cNvPr id="64524" name="TextBox 97">
              <a:extLst>
                <a:ext uri="{FF2B5EF4-FFF2-40B4-BE49-F238E27FC236}">
                  <a16:creationId xmlns:a16="http://schemas.microsoft.com/office/drawing/2014/main" id="{177186FC-769F-C346-AB8B-85ACE0FD5D3F}"/>
                </a:ext>
              </a:extLst>
            </p:cNvPr>
            <p:cNvSpPr>
              <a:spLocks noChangeArrowheads="1"/>
            </p:cNvSpPr>
            <p:nvPr/>
          </p:nvSpPr>
          <p:spPr bwMode="auto">
            <a:xfrm>
              <a:off x="1681162" y="0"/>
              <a:ext cx="1012825" cy="58439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r>
                <a:rPr lang="zh-CN" altLang="en-US" sz="1600">
                  <a:solidFill>
                    <a:srgbClr val="2C6993"/>
                  </a:solidFill>
                  <a:latin typeface="Arial" panose="020B0604020202020204" pitchFamily="34" charset="0"/>
                  <a:ea typeface="宋体" panose="02010600030101010101" pitchFamily="2" charset="-122"/>
                </a:rPr>
                <a:t>提交访问</a:t>
              </a:r>
              <a:endParaRPr lang="en-US" altLang="zh-CN" sz="1600">
                <a:solidFill>
                  <a:srgbClr val="2C6993"/>
                </a:solidFill>
                <a:latin typeface="Arial" panose="020B0604020202020204" pitchFamily="34" charset="0"/>
                <a:ea typeface="宋体" panose="02010600030101010101" pitchFamily="2" charset="-122"/>
              </a:endParaRPr>
            </a:p>
            <a:p>
              <a:pPr eaLnBrk="1" hangingPunct="1"/>
              <a:r>
                <a:rPr lang="en-US" altLang="zh-CN" sz="1600">
                  <a:solidFill>
                    <a:srgbClr val="2C6993"/>
                  </a:solidFill>
                  <a:latin typeface="Arial" panose="020B0604020202020204" pitchFamily="34" charset="0"/>
                  <a:ea typeface="宋体" panose="02010600030101010101" pitchFamily="2" charset="-122"/>
                </a:rPr>
                <a:t>    </a:t>
              </a:r>
              <a:r>
                <a:rPr lang="zh-CN" altLang="en-US" sz="1600">
                  <a:solidFill>
                    <a:srgbClr val="2C6993"/>
                  </a:solidFill>
                  <a:latin typeface="Arial" panose="020B0604020202020204" pitchFamily="34" charset="0"/>
                  <a:ea typeface="宋体" panose="02010600030101010101" pitchFamily="2" charset="-122"/>
                </a:rPr>
                <a:t>请求</a:t>
              </a:r>
              <a:endParaRPr lang="zh-CN" altLang="en-US" sz="1800">
                <a:solidFill>
                  <a:srgbClr val="000000"/>
                </a:solidFill>
                <a:latin typeface="Arial" panose="020B0604020202020204" pitchFamily="34" charset="0"/>
                <a:ea typeface="宋体" panose="02010600030101010101" pitchFamily="2" charset="-122"/>
              </a:endParaRPr>
            </a:p>
          </p:txBody>
        </p:sp>
        <p:sp>
          <p:nvSpPr>
            <p:cNvPr id="64525" name="TextBox 98">
              <a:extLst>
                <a:ext uri="{FF2B5EF4-FFF2-40B4-BE49-F238E27FC236}">
                  <a16:creationId xmlns:a16="http://schemas.microsoft.com/office/drawing/2014/main" id="{E0383F4C-5D7B-724A-A98A-CC8D0B03127E}"/>
                </a:ext>
              </a:extLst>
            </p:cNvPr>
            <p:cNvSpPr>
              <a:spLocks noChangeArrowheads="1"/>
            </p:cNvSpPr>
            <p:nvPr/>
          </p:nvSpPr>
          <p:spPr bwMode="auto">
            <a:xfrm>
              <a:off x="2293937" y="1260898"/>
              <a:ext cx="1011238" cy="33825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r>
                <a:rPr lang="zh-CN" altLang="en-US" sz="1600">
                  <a:solidFill>
                    <a:srgbClr val="2C6993"/>
                  </a:solidFill>
                  <a:latin typeface="Arial" panose="020B0604020202020204" pitchFamily="34" charset="0"/>
                  <a:ea typeface="宋体" panose="02010600030101010101" pitchFamily="2" charset="-122"/>
                </a:rPr>
                <a:t>请求决策</a:t>
              </a:r>
              <a:endParaRPr lang="zh-CN" altLang="en-US" sz="1800">
                <a:solidFill>
                  <a:srgbClr val="000000"/>
                </a:solidFill>
                <a:latin typeface="Arial" panose="020B0604020202020204" pitchFamily="34" charset="0"/>
                <a:ea typeface="宋体" panose="02010600030101010101" pitchFamily="2" charset="-122"/>
              </a:endParaRPr>
            </a:p>
          </p:txBody>
        </p:sp>
        <p:sp>
          <p:nvSpPr>
            <p:cNvPr id="16" name="TextBox 99">
              <a:extLst>
                <a:ext uri="{FF2B5EF4-FFF2-40B4-BE49-F238E27FC236}">
                  <a16:creationId xmlns:a16="http://schemas.microsoft.com/office/drawing/2014/main" id="{D7C497B0-9994-724F-B1A9-E513DCC49976}"/>
                </a:ext>
              </a:extLst>
            </p:cNvPr>
            <p:cNvSpPr>
              <a:spLocks noChangeArrowheads="1"/>
            </p:cNvSpPr>
            <p:nvPr/>
          </p:nvSpPr>
          <p:spPr bwMode="auto">
            <a:xfrm>
              <a:off x="3949700" y="1260898"/>
              <a:ext cx="944562" cy="338251"/>
            </a:xfrm>
            <a:prstGeom prst="rect">
              <a:avLst/>
            </a:prstGeom>
            <a:noFill/>
            <a:ln w="9525">
              <a:solidFill>
                <a:schemeClr val="tx1"/>
              </a:solidFill>
              <a:miter lim="800000"/>
            </a:ln>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fontAlgn="auto" hangingPunct="1">
                <a:spcBef>
                  <a:spcPts val="0"/>
                </a:spcBef>
                <a:spcAft>
                  <a:spcPts val="0"/>
                </a:spcAft>
                <a:buFont typeface="Arial" panose="020B0604020202020204" pitchFamily="34" charset="0"/>
                <a:buNone/>
                <a:defRPr/>
              </a:pPr>
              <a:r>
                <a:rPr lang="zh-CN" altLang="en-US" sz="1600" kern="0">
                  <a:solidFill>
                    <a:srgbClr val="2C6993"/>
                  </a:solidFill>
                </a:rPr>
                <a:t>决      策</a:t>
              </a:r>
              <a:endParaRPr lang="zh-CN" altLang="en-US" sz="1800" kern="0">
                <a:solidFill>
                  <a:srgbClr val="000000"/>
                </a:solidFill>
              </a:endParaRPr>
            </a:p>
          </p:txBody>
        </p:sp>
        <p:sp>
          <p:nvSpPr>
            <p:cNvPr id="64527" name="TextBox 100">
              <a:extLst>
                <a:ext uri="{FF2B5EF4-FFF2-40B4-BE49-F238E27FC236}">
                  <a16:creationId xmlns:a16="http://schemas.microsoft.com/office/drawing/2014/main" id="{F371B4E4-5ADE-394D-AF48-419B0B0B92E7}"/>
                </a:ext>
              </a:extLst>
            </p:cNvPr>
            <p:cNvSpPr>
              <a:spLocks noChangeArrowheads="1"/>
            </p:cNvSpPr>
            <p:nvPr/>
          </p:nvSpPr>
          <p:spPr bwMode="auto">
            <a:xfrm>
              <a:off x="4419600" y="33349"/>
              <a:ext cx="1011237" cy="58439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r>
                <a:rPr lang="zh-CN" altLang="en-US" sz="1600">
                  <a:solidFill>
                    <a:srgbClr val="2C6993"/>
                  </a:solidFill>
                  <a:latin typeface="Arial" panose="020B0604020202020204" pitchFamily="34" charset="0"/>
                  <a:ea typeface="宋体" panose="02010600030101010101" pitchFamily="2" charset="-122"/>
                </a:rPr>
                <a:t>提出访问</a:t>
              </a:r>
              <a:endParaRPr lang="en-US" altLang="zh-CN" sz="1600">
                <a:solidFill>
                  <a:srgbClr val="2C6993"/>
                </a:solidFill>
                <a:latin typeface="Arial" panose="020B0604020202020204" pitchFamily="34" charset="0"/>
                <a:ea typeface="宋体" panose="02010600030101010101" pitchFamily="2" charset="-122"/>
              </a:endParaRPr>
            </a:p>
            <a:p>
              <a:pPr eaLnBrk="1" hangingPunct="1"/>
              <a:r>
                <a:rPr lang="en-US" altLang="zh-CN" sz="1600">
                  <a:solidFill>
                    <a:srgbClr val="2C6993"/>
                  </a:solidFill>
                  <a:latin typeface="Arial" panose="020B0604020202020204" pitchFamily="34" charset="0"/>
                  <a:ea typeface="宋体" panose="02010600030101010101" pitchFamily="2" charset="-122"/>
                </a:rPr>
                <a:t>    </a:t>
              </a:r>
              <a:r>
                <a:rPr lang="zh-CN" altLang="en-US" sz="1600">
                  <a:solidFill>
                    <a:srgbClr val="2C6993"/>
                  </a:solidFill>
                  <a:latin typeface="Arial" panose="020B0604020202020204" pitchFamily="34" charset="0"/>
                  <a:ea typeface="宋体" panose="02010600030101010101" pitchFamily="2" charset="-122"/>
                </a:rPr>
                <a:t>请求</a:t>
              </a:r>
              <a:endParaRPr lang="zh-CN" altLang="en-US" sz="1800">
                <a:solidFill>
                  <a:srgbClr val="000000"/>
                </a:solidFill>
                <a:latin typeface="Arial" panose="020B0604020202020204" pitchFamily="34"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62466"/>
                                        </p:tgtEl>
                                        <p:attrNameLst>
                                          <p:attrName>style.visibility</p:attrName>
                                        </p:attrNameLst>
                                      </p:cBhvr>
                                      <p:to>
                                        <p:strVal val="visible"/>
                                      </p:to>
                                    </p:set>
                                    <p:anim calcmode="lin" valueType="num">
                                      <p:cBhvr>
                                        <p:cTn id="7" dur="500" fill="hold"/>
                                        <p:tgtEl>
                                          <p:spTgt spid="62466"/>
                                        </p:tgtEl>
                                        <p:attrNameLst>
                                          <p:attrName>ppt_w</p:attrName>
                                        </p:attrNameLst>
                                      </p:cBhvr>
                                      <p:tavLst>
                                        <p:tav tm="0">
                                          <p:val>
                                            <p:fltVal val="0"/>
                                          </p:val>
                                        </p:tav>
                                        <p:tav tm="100000">
                                          <p:val>
                                            <p:strVal val="#ppt_w"/>
                                          </p:val>
                                        </p:tav>
                                      </p:tavLst>
                                    </p:anim>
                                    <p:anim calcmode="lin" valueType="num">
                                      <p:cBhvr>
                                        <p:cTn id="8" dur="500" fill="hold"/>
                                        <p:tgtEl>
                                          <p:spTgt spid="62466"/>
                                        </p:tgtEl>
                                        <p:attrNameLst>
                                          <p:attrName>ppt_h</p:attrName>
                                        </p:attrNameLst>
                                      </p:cBhvr>
                                      <p:tavLst>
                                        <p:tav tm="0">
                                          <p:val>
                                            <p:fltVal val="0"/>
                                          </p:val>
                                        </p:tav>
                                        <p:tav tm="100000">
                                          <p:val>
                                            <p:strVal val="#ppt_h"/>
                                          </p:val>
                                        </p:tav>
                                      </p:tavLst>
                                    </p:anim>
                                    <p:animEffect transition="in" filter="fade">
                                      <p:cBhvr>
                                        <p:cTn id="9" dur="500"/>
                                        <p:tgtEl>
                                          <p:spTgt spid="62466"/>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2" presetClass="entr" presetSubtype="4" fill="hold" nodeType="clickEffect">
                                  <p:stCondLst>
                                    <p:cond delay="0"/>
                                  </p:stCondLst>
                                  <p:childTnLst>
                                    <p:set>
                                      <p:cBhvr>
                                        <p:cTn id="13" dur="1" fill="hold">
                                          <p:stCondLst>
                                            <p:cond delay="0"/>
                                          </p:stCondLst>
                                        </p:cTn>
                                        <p:tgtEl>
                                          <p:spTgt spid="62468"/>
                                        </p:tgtEl>
                                        <p:attrNameLst>
                                          <p:attrName>style.visibility</p:attrName>
                                        </p:attrNameLst>
                                      </p:cBhvr>
                                      <p:to>
                                        <p:strVal val="visible"/>
                                      </p:to>
                                    </p:set>
                                    <p:anim calcmode="lin" valueType="num">
                                      <p:cBhvr additive="base">
                                        <p:cTn id="14" dur="500" fill="hold"/>
                                        <p:tgtEl>
                                          <p:spTgt spid="62468"/>
                                        </p:tgtEl>
                                        <p:attrNameLst>
                                          <p:attrName>ppt_x</p:attrName>
                                        </p:attrNameLst>
                                      </p:cBhvr>
                                      <p:tavLst>
                                        <p:tav tm="0">
                                          <p:val>
                                            <p:strVal val="#ppt_x"/>
                                          </p:val>
                                        </p:tav>
                                        <p:tav tm="100000">
                                          <p:val>
                                            <p:strVal val="#ppt_x"/>
                                          </p:val>
                                        </p:tav>
                                      </p:tavLst>
                                    </p:anim>
                                    <p:anim calcmode="lin" valueType="num">
                                      <p:cBhvr additive="base">
                                        <p:cTn id="15" dur="500" fill="hold"/>
                                        <p:tgtEl>
                                          <p:spTgt spid="6246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6"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08C7BAA2-8999-194E-A517-B103119AB42E}"/>
              </a:ext>
            </a:extLst>
          </p:cNvPr>
          <p:cNvSpPr/>
          <p:nvPr/>
        </p:nvSpPr>
        <p:spPr>
          <a:xfrm>
            <a:off x="457200" y="685800"/>
            <a:ext cx="3430588" cy="479425"/>
          </a:xfrm>
          <a:prstGeom prst="rect">
            <a:avLst/>
          </a:prstGeom>
        </p:spPr>
        <p:txBody>
          <a:bodyPr wrap="none">
            <a:spAutoFit/>
          </a:bodyPr>
          <a:lstStyle/>
          <a:p>
            <a:pPr>
              <a:lnSpc>
                <a:spcPct val="90000"/>
              </a:lnSpc>
              <a:defRPr/>
            </a:pPr>
            <a:r>
              <a:rPr lang="zh-CN" altLang="en-US" sz="2800">
                <a:effectLst>
                  <a:outerShdw blurRad="38100" dist="38100" dir="2700000" algn="tl">
                    <a:srgbClr val="C0C0C0"/>
                  </a:outerShdw>
                </a:effectLst>
                <a:latin typeface="黑体" panose="02010609060101010101" pitchFamily="49" charset="-122"/>
                <a:ea typeface="黑体" panose="02010609060101010101" pitchFamily="49" charset="-122"/>
                <a:sym typeface="黑体" panose="02010609060101010101" pitchFamily="49" charset="-122"/>
              </a:rPr>
              <a:t>访问控制模型的分类</a:t>
            </a:r>
            <a:endParaRPr lang="zh-CN" altLang="en-US" sz="2800">
              <a:effectLst>
                <a:outerShdw blurRad="38100" dist="38100" dir="2700000" algn="tl">
                  <a:srgbClr val="C0C0C0"/>
                </a:outerShdw>
              </a:effectLst>
              <a:latin typeface="黑体" panose="02010609060101010101" pitchFamily="49" charset="-122"/>
              <a:ea typeface="黑体" panose="02010609060101010101" pitchFamily="49" charset="-122"/>
            </a:endParaRPr>
          </a:p>
        </p:txBody>
      </p:sp>
      <p:sp>
        <p:nvSpPr>
          <p:cNvPr id="65538" name="Text Box 4">
            <a:extLst>
              <a:ext uri="{FF2B5EF4-FFF2-40B4-BE49-F238E27FC236}">
                <a16:creationId xmlns:a16="http://schemas.microsoft.com/office/drawing/2014/main" id="{2D4B22DD-1B0D-E14D-BB6B-3F111CDC4C29}"/>
              </a:ext>
            </a:extLst>
          </p:cNvPr>
          <p:cNvSpPr>
            <a:spLocks noChangeArrowheads="1"/>
          </p:cNvSpPr>
          <p:nvPr/>
        </p:nvSpPr>
        <p:spPr bwMode="auto">
          <a:xfrm>
            <a:off x="293688" y="3513138"/>
            <a:ext cx="1169987" cy="650875"/>
          </a:xfrm>
          <a:prstGeom prst="rect">
            <a:avLst/>
          </a:prstGeom>
          <a:solidFill>
            <a:srgbClr val="99CC00"/>
          </a:solidFill>
          <a:ln w="9525">
            <a:solidFill>
              <a:srgbClr val="000000"/>
            </a:solidFill>
            <a:miter lim="800000"/>
            <a:headEnd/>
            <a:tailEnd/>
          </a:ln>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algn="ctr" eaLnBrk="1" hangingPunct="1"/>
            <a:r>
              <a:rPr lang="zh-CN" altLang="en-US" sz="1800" b="0">
                <a:solidFill>
                  <a:srgbClr val="2C6993"/>
                </a:solidFill>
                <a:latin typeface="黑体" panose="02010609060101010101" pitchFamily="49" charset="-122"/>
                <a:ea typeface="黑体" panose="02010609060101010101" pitchFamily="49" charset="-122"/>
                <a:sym typeface="黑体" panose="02010609060101010101" pitchFamily="49" charset="-122"/>
              </a:rPr>
              <a:t>访问控制模型</a:t>
            </a:r>
            <a:endParaRPr lang="zh-CN" altLang="en-US" sz="1800" b="0">
              <a:solidFill>
                <a:srgbClr val="000000"/>
              </a:solidFill>
              <a:latin typeface="Arial" panose="020B0604020202020204" pitchFamily="34" charset="0"/>
              <a:ea typeface="宋体" panose="02010600030101010101" pitchFamily="2" charset="-122"/>
            </a:endParaRPr>
          </a:p>
        </p:txBody>
      </p:sp>
      <p:sp>
        <p:nvSpPr>
          <p:cNvPr id="65539" name="Text Box 6">
            <a:extLst>
              <a:ext uri="{FF2B5EF4-FFF2-40B4-BE49-F238E27FC236}">
                <a16:creationId xmlns:a16="http://schemas.microsoft.com/office/drawing/2014/main" id="{20276CF7-4BB2-3944-AEB5-A78B2F7390D7}"/>
              </a:ext>
            </a:extLst>
          </p:cNvPr>
          <p:cNvSpPr>
            <a:spLocks noChangeArrowheads="1"/>
          </p:cNvSpPr>
          <p:nvPr/>
        </p:nvSpPr>
        <p:spPr bwMode="auto">
          <a:xfrm>
            <a:off x="1763713" y="3721100"/>
            <a:ext cx="2022475" cy="650875"/>
          </a:xfrm>
          <a:prstGeom prst="rect">
            <a:avLst/>
          </a:prstGeom>
          <a:solidFill>
            <a:srgbClr val="CCFFFF"/>
          </a:solidFill>
          <a:ln w="9525">
            <a:solidFill>
              <a:srgbClr val="000000"/>
            </a:solidFill>
            <a:miter lim="800000"/>
            <a:headEnd/>
            <a:tailEnd/>
          </a:ln>
        </p:spPr>
        <p:txBody>
          <a:bodyPr wrap="none">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algn="ctr" eaLnBrk="1" hangingPunct="1"/>
            <a:r>
              <a:rPr lang="zh-CN" altLang="en-US" sz="1800" b="0">
                <a:solidFill>
                  <a:srgbClr val="2D6A94"/>
                </a:solidFill>
                <a:latin typeface="黑体" panose="02010609060101010101" pitchFamily="49" charset="-122"/>
                <a:ea typeface="黑体" panose="02010609060101010101" pitchFamily="49" charset="-122"/>
                <a:sym typeface="黑体" panose="02010609060101010101" pitchFamily="49" charset="-122"/>
              </a:rPr>
              <a:t>强制访问控制模型</a:t>
            </a:r>
          </a:p>
          <a:p>
            <a:pPr algn="ctr" eaLnBrk="1" hangingPunct="1"/>
            <a:r>
              <a:rPr lang="zh-CN" altLang="en-US" sz="1800" b="0">
                <a:solidFill>
                  <a:srgbClr val="2D6A94"/>
                </a:solidFill>
                <a:latin typeface="黑体" panose="02010609060101010101" pitchFamily="49" charset="-122"/>
                <a:ea typeface="黑体" panose="02010609060101010101" pitchFamily="49" charset="-122"/>
                <a:sym typeface="黑体" panose="02010609060101010101" pitchFamily="49" charset="-122"/>
              </a:rPr>
              <a:t>（</a:t>
            </a:r>
            <a:r>
              <a:rPr lang="en-US" altLang="zh-CN" sz="1800" b="0">
                <a:solidFill>
                  <a:srgbClr val="2D6A94"/>
                </a:solidFill>
                <a:latin typeface="黑体" panose="02010609060101010101" pitchFamily="49" charset="-122"/>
                <a:ea typeface="黑体" panose="02010609060101010101" pitchFamily="49" charset="-122"/>
                <a:sym typeface="黑体" panose="02010609060101010101" pitchFamily="49" charset="-122"/>
              </a:rPr>
              <a:t>MAC</a:t>
            </a:r>
            <a:r>
              <a:rPr lang="zh-CN" altLang="en-US" sz="1800" b="0">
                <a:solidFill>
                  <a:srgbClr val="2D6A94"/>
                </a:solidFill>
                <a:latin typeface="黑体" panose="02010609060101010101" pitchFamily="49" charset="-122"/>
                <a:ea typeface="黑体" panose="02010609060101010101" pitchFamily="49" charset="-122"/>
                <a:sym typeface="黑体" panose="02010609060101010101" pitchFamily="49" charset="-122"/>
              </a:rPr>
              <a:t>）</a:t>
            </a:r>
            <a:endParaRPr lang="zh-CN" altLang="en-US" sz="1800" b="0">
              <a:solidFill>
                <a:srgbClr val="000000"/>
              </a:solidFill>
              <a:latin typeface="Arial" panose="020B0604020202020204" pitchFamily="34" charset="0"/>
              <a:ea typeface="宋体" panose="02010600030101010101" pitchFamily="2" charset="-122"/>
            </a:endParaRPr>
          </a:p>
        </p:txBody>
      </p:sp>
      <p:sp>
        <p:nvSpPr>
          <p:cNvPr id="65540" name="Text Box 7">
            <a:extLst>
              <a:ext uri="{FF2B5EF4-FFF2-40B4-BE49-F238E27FC236}">
                <a16:creationId xmlns:a16="http://schemas.microsoft.com/office/drawing/2014/main" id="{2AA5C029-670C-D64A-95D6-C5F282AEDA3C}"/>
              </a:ext>
            </a:extLst>
          </p:cNvPr>
          <p:cNvSpPr>
            <a:spLocks noChangeArrowheads="1"/>
          </p:cNvSpPr>
          <p:nvPr/>
        </p:nvSpPr>
        <p:spPr bwMode="auto">
          <a:xfrm>
            <a:off x="1757363" y="1776413"/>
            <a:ext cx="2022475" cy="650875"/>
          </a:xfrm>
          <a:prstGeom prst="rect">
            <a:avLst/>
          </a:prstGeom>
          <a:solidFill>
            <a:srgbClr val="FFCC99"/>
          </a:solidFill>
          <a:ln w="9525">
            <a:solidFill>
              <a:srgbClr val="000000"/>
            </a:solidFill>
            <a:miter lim="800000"/>
            <a:headEnd/>
            <a:tailEnd/>
          </a:ln>
        </p:spPr>
        <p:txBody>
          <a:bodyPr wrap="none">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algn="ctr" eaLnBrk="1" hangingPunct="1"/>
            <a:r>
              <a:rPr lang="zh-CN" altLang="en-US" sz="1800" b="0">
                <a:solidFill>
                  <a:srgbClr val="2D6A94"/>
                </a:solidFill>
                <a:latin typeface="黑体" panose="02010609060101010101" pitchFamily="49" charset="-122"/>
                <a:ea typeface="黑体" panose="02010609060101010101" pitchFamily="49" charset="-122"/>
                <a:sym typeface="黑体" panose="02010609060101010101" pitchFamily="49" charset="-122"/>
              </a:rPr>
              <a:t>自主访问控制模型</a:t>
            </a:r>
          </a:p>
          <a:p>
            <a:pPr algn="ctr" eaLnBrk="1" hangingPunct="1"/>
            <a:r>
              <a:rPr lang="zh-CN" altLang="en-US" sz="1800" b="0">
                <a:solidFill>
                  <a:srgbClr val="2D6A94"/>
                </a:solidFill>
                <a:latin typeface="黑体" panose="02010609060101010101" pitchFamily="49" charset="-122"/>
                <a:ea typeface="黑体" panose="02010609060101010101" pitchFamily="49" charset="-122"/>
                <a:sym typeface="黑体" panose="02010609060101010101" pitchFamily="49" charset="-122"/>
              </a:rPr>
              <a:t>（</a:t>
            </a:r>
            <a:r>
              <a:rPr lang="en-US" altLang="zh-CN" sz="1800" b="0">
                <a:solidFill>
                  <a:srgbClr val="2D6A94"/>
                </a:solidFill>
                <a:latin typeface="黑体" panose="02010609060101010101" pitchFamily="49" charset="-122"/>
                <a:ea typeface="黑体" panose="02010609060101010101" pitchFamily="49" charset="-122"/>
                <a:sym typeface="黑体" panose="02010609060101010101" pitchFamily="49" charset="-122"/>
              </a:rPr>
              <a:t>DAC</a:t>
            </a:r>
            <a:r>
              <a:rPr lang="zh-CN" altLang="en-US" sz="1800" b="0">
                <a:solidFill>
                  <a:srgbClr val="2D6A94"/>
                </a:solidFill>
                <a:latin typeface="黑体" panose="02010609060101010101" pitchFamily="49" charset="-122"/>
                <a:ea typeface="黑体" panose="02010609060101010101" pitchFamily="49" charset="-122"/>
                <a:sym typeface="黑体" panose="02010609060101010101" pitchFamily="49" charset="-122"/>
              </a:rPr>
              <a:t>）</a:t>
            </a:r>
            <a:endParaRPr lang="zh-CN" altLang="en-US" sz="1800" b="0">
              <a:solidFill>
                <a:srgbClr val="000000"/>
              </a:solidFill>
              <a:latin typeface="Arial" panose="020B0604020202020204" pitchFamily="34" charset="0"/>
              <a:ea typeface="宋体" panose="02010600030101010101" pitchFamily="2" charset="-122"/>
            </a:endParaRPr>
          </a:p>
        </p:txBody>
      </p:sp>
      <p:sp>
        <p:nvSpPr>
          <p:cNvPr id="65541" name="Text Box 8">
            <a:extLst>
              <a:ext uri="{FF2B5EF4-FFF2-40B4-BE49-F238E27FC236}">
                <a16:creationId xmlns:a16="http://schemas.microsoft.com/office/drawing/2014/main" id="{30278F53-E282-0748-9477-D991F51CC45F}"/>
              </a:ext>
            </a:extLst>
          </p:cNvPr>
          <p:cNvSpPr>
            <a:spLocks noChangeArrowheads="1"/>
          </p:cNvSpPr>
          <p:nvPr/>
        </p:nvSpPr>
        <p:spPr bwMode="auto">
          <a:xfrm>
            <a:off x="4189413" y="1789113"/>
            <a:ext cx="1155700" cy="650875"/>
          </a:xfrm>
          <a:prstGeom prst="rect">
            <a:avLst/>
          </a:prstGeom>
          <a:solidFill>
            <a:srgbClr val="FFCC99"/>
          </a:solidFill>
          <a:ln w="9525">
            <a:solidFill>
              <a:srgbClr val="000000"/>
            </a:solidFill>
            <a:miter lim="800000"/>
            <a:headEnd/>
            <a:tailEnd/>
          </a:ln>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algn="ctr" eaLnBrk="1" hangingPunct="1"/>
            <a:r>
              <a:rPr lang="zh-CN" altLang="en-US" sz="1800" b="0">
                <a:solidFill>
                  <a:srgbClr val="2C6993"/>
                </a:solidFill>
                <a:latin typeface="黑体" panose="02010609060101010101" pitchFamily="49" charset="-122"/>
                <a:ea typeface="黑体" panose="02010609060101010101" pitchFamily="49" charset="-122"/>
                <a:sym typeface="黑体" panose="02010609060101010101" pitchFamily="49" charset="-122"/>
              </a:rPr>
              <a:t>访问矩阵模型</a:t>
            </a:r>
            <a:endParaRPr lang="zh-CN" altLang="en-US" sz="1800" b="0">
              <a:solidFill>
                <a:srgbClr val="000000"/>
              </a:solidFill>
              <a:latin typeface="Arial" panose="020B0604020202020204" pitchFamily="34" charset="0"/>
              <a:ea typeface="宋体" panose="02010600030101010101" pitchFamily="2" charset="-122"/>
            </a:endParaRPr>
          </a:p>
        </p:txBody>
      </p:sp>
      <p:sp>
        <p:nvSpPr>
          <p:cNvPr id="65542" name="Text Box 9">
            <a:extLst>
              <a:ext uri="{FF2B5EF4-FFF2-40B4-BE49-F238E27FC236}">
                <a16:creationId xmlns:a16="http://schemas.microsoft.com/office/drawing/2014/main" id="{267ABBE3-7AD7-8E4C-9716-35B2DD6D06A9}"/>
              </a:ext>
            </a:extLst>
          </p:cNvPr>
          <p:cNvSpPr>
            <a:spLocks noChangeArrowheads="1"/>
          </p:cNvSpPr>
          <p:nvPr/>
        </p:nvSpPr>
        <p:spPr bwMode="auto">
          <a:xfrm>
            <a:off x="5999163" y="1371600"/>
            <a:ext cx="2143125" cy="650875"/>
          </a:xfrm>
          <a:prstGeom prst="rect">
            <a:avLst/>
          </a:prstGeom>
          <a:solidFill>
            <a:srgbClr val="FFCC99"/>
          </a:solidFill>
          <a:ln w="9525">
            <a:solidFill>
              <a:srgbClr val="000000"/>
            </a:solidFill>
            <a:miter lim="800000"/>
            <a:headEnd/>
            <a:tailEnd/>
          </a:ln>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algn="ctr" eaLnBrk="1" hangingPunct="1"/>
            <a:r>
              <a:rPr lang="zh-CN" altLang="en-US" sz="1800" b="0">
                <a:solidFill>
                  <a:srgbClr val="2D6A94"/>
                </a:solidFill>
                <a:latin typeface="黑体" panose="02010609060101010101" pitchFamily="49" charset="-122"/>
                <a:ea typeface="黑体" panose="02010609060101010101" pitchFamily="49" charset="-122"/>
                <a:sym typeface="黑体" panose="02010609060101010101" pitchFamily="49" charset="-122"/>
              </a:rPr>
              <a:t>访问控制列表</a:t>
            </a:r>
          </a:p>
          <a:p>
            <a:pPr algn="ctr" eaLnBrk="1" hangingPunct="1"/>
            <a:r>
              <a:rPr lang="zh-CN" altLang="en-US" sz="1800" b="0">
                <a:solidFill>
                  <a:srgbClr val="2D6A94"/>
                </a:solidFill>
                <a:latin typeface="黑体" panose="02010609060101010101" pitchFamily="49" charset="-122"/>
                <a:ea typeface="黑体" panose="02010609060101010101" pitchFamily="49" charset="-122"/>
                <a:sym typeface="黑体" panose="02010609060101010101" pitchFamily="49" charset="-122"/>
              </a:rPr>
              <a:t>（</a:t>
            </a:r>
            <a:r>
              <a:rPr lang="en-US" altLang="zh-CN" sz="1800" b="0">
                <a:solidFill>
                  <a:srgbClr val="2D6A94"/>
                </a:solidFill>
                <a:latin typeface="黑体" panose="02010609060101010101" pitchFamily="49" charset="-122"/>
                <a:ea typeface="黑体" panose="02010609060101010101" pitchFamily="49" charset="-122"/>
                <a:sym typeface="黑体" panose="02010609060101010101" pitchFamily="49" charset="-122"/>
              </a:rPr>
              <a:t>ACL</a:t>
            </a:r>
            <a:r>
              <a:rPr lang="zh-CN" altLang="en-US" sz="1800" b="0">
                <a:solidFill>
                  <a:srgbClr val="2D6A94"/>
                </a:solidFill>
                <a:latin typeface="黑体" panose="02010609060101010101" pitchFamily="49" charset="-122"/>
                <a:ea typeface="黑体" panose="02010609060101010101" pitchFamily="49" charset="-122"/>
                <a:sym typeface="黑体" panose="02010609060101010101" pitchFamily="49" charset="-122"/>
              </a:rPr>
              <a:t>）</a:t>
            </a:r>
            <a:endParaRPr lang="en-US" altLang="zh-CN" sz="1800" b="0">
              <a:solidFill>
                <a:srgbClr val="2D6A94"/>
              </a:solidFill>
              <a:latin typeface="黑体" panose="02010609060101010101" pitchFamily="49" charset="-122"/>
              <a:ea typeface="黑体" panose="02010609060101010101" pitchFamily="49" charset="-122"/>
              <a:sym typeface="黑体" panose="02010609060101010101" pitchFamily="49" charset="-122"/>
            </a:endParaRPr>
          </a:p>
        </p:txBody>
      </p:sp>
      <p:sp>
        <p:nvSpPr>
          <p:cNvPr id="65543" name="Text Box 10">
            <a:extLst>
              <a:ext uri="{FF2B5EF4-FFF2-40B4-BE49-F238E27FC236}">
                <a16:creationId xmlns:a16="http://schemas.microsoft.com/office/drawing/2014/main" id="{AC9DF047-3688-6745-BEF3-5F5B72CD9EA1}"/>
              </a:ext>
            </a:extLst>
          </p:cNvPr>
          <p:cNvSpPr>
            <a:spLocks noChangeArrowheads="1"/>
          </p:cNvSpPr>
          <p:nvPr/>
        </p:nvSpPr>
        <p:spPr bwMode="auto">
          <a:xfrm>
            <a:off x="6000750" y="2214563"/>
            <a:ext cx="2184400" cy="650875"/>
          </a:xfrm>
          <a:prstGeom prst="rect">
            <a:avLst/>
          </a:prstGeom>
          <a:solidFill>
            <a:srgbClr val="FFCC99"/>
          </a:solidFill>
          <a:ln w="9525">
            <a:solidFill>
              <a:srgbClr val="000000"/>
            </a:solidFill>
            <a:miter lim="800000"/>
            <a:headEnd/>
            <a:tailEnd/>
          </a:ln>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algn="ctr" eaLnBrk="1" hangingPunct="1"/>
            <a:r>
              <a:rPr lang="zh-CN" altLang="en-US" sz="1800" b="0">
                <a:solidFill>
                  <a:srgbClr val="2D6A94"/>
                </a:solidFill>
                <a:latin typeface="黑体" panose="02010609060101010101" pitchFamily="49" charset="-122"/>
                <a:ea typeface="黑体" panose="02010609060101010101" pitchFamily="49" charset="-122"/>
                <a:sym typeface="黑体" panose="02010609060101010101" pitchFamily="49" charset="-122"/>
              </a:rPr>
              <a:t>权能列表</a:t>
            </a:r>
            <a:endParaRPr lang="en-US" altLang="zh-CN" sz="1800" b="0">
              <a:solidFill>
                <a:srgbClr val="2D6A94"/>
              </a:solidFill>
              <a:latin typeface="黑体" panose="02010609060101010101" pitchFamily="49" charset="-122"/>
              <a:ea typeface="黑体" panose="02010609060101010101" pitchFamily="49" charset="-122"/>
              <a:sym typeface="黑体" panose="02010609060101010101" pitchFamily="49" charset="-122"/>
            </a:endParaRPr>
          </a:p>
          <a:p>
            <a:pPr algn="ctr" eaLnBrk="1" hangingPunct="1"/>
            <a:r>
              <a:rPr lang="zh-CN" altLang="en-US" sz="1800" b="0">
                <a:solidFill>
                  <a:srgbClr val="2D6A94"/>
                </a:solidFill>
                <a:latin typeface="黑体" panose="02010609060101010101" pitchFamily="49" charset="-122"/>
                <a:ea typeface="黑体" panose="02010609060101010101" pitchFamily="49" charset="-122"/>
                <a:sym typeface="黑体" panose="02010609060101010101" pitchFamily="49" charset="-122"/>
              </a:rPr>
              <a:t>（</a:t>
            </a:r>
            <a:r>
              <a:rPr lang="en-US" altLang="zh-CN" sz="1800" b="0">
                <a:solidFill>
                  <a:srgbClr val="2D6A94"/>
                </a:solidFill>
                <a:latin typeface="黑体" panose="02010609060101010101" pitchFamily="49" charset="-122"/>
                <a:ea typeface="黑体" panose="02010609060101010101" pitchFamily="49" charset="-122"/>
                <a:sym typeface="黑体" panose="02010609060101010101" pitchFamily="49" charset="-122"/>
              </a:rPr>
              <a:t>Capacity List</a:t>
            </a:r>
            <a:r>
              <a:rPr lang="zh-CN" altLang="en-US" sz="1800" b="0">
                <a:solidFill>
                  <a:srgbClr val="2D6A94"/>
                </a:solidFill>
                <a:latin typeface="黑体" panose="02010609060101010101" pitchFamily="49" charset="-122"/>
                <a:ea typeface="黑体" panose="02010609060101010101" pitchFamily="49" charset="-122"/>
                <a:sym typeface="黑体" panose="02010609060101010101" pitchFamily="49" charset="-122"/>
              </a:rPr>
              <a:t>）</a:t>
            </a:r>
            <a:endParaRPr lang="en-US" altLang="zh-CN" sz="1800" b="0">
              <a:solidFill>
                <a:srgbClr val="2D6A94"/>
              </a:solidFill>
              <a:latin typeface="黑体" panose="02010609060101010101" pitchFamily="49" charset="-122"/>
              <a:ea typeface="黑体" panose="02010609060101010101" pitchFamily="49" charset="-122"/>
              <a:sym typeface="黑体" panose="02010609060101010101" pitchFamily="49" charset="-122"/>
            </a:endParaRPr>
          </a:p>
        </p:txBody>
      </p:sp>
      <p:sp>
        <p:nvSpPr>
          <p:cNvPr id="9" name="Line 11">
            <a:extLst>
              <a:ext uri="{FF2B5EF4-FFF2-40B4-BE49-F238E27FC236}">
                <a16:creationId xmlns:a16="http://schemas.microsoft.com/office/drawing/2014/main" id="{AC75F302-8B62-8C42-B9B3-781BE1CE46A1}"/>
              </a:ext>
            </a:extLst>
          </p:cNvPr>
          <p:cNvSpPr>
            <a:spLocks noChangeShapeType="1"/>
          </p:cNvSpPr>
          <p:nvPr/>
        </p:nvSpPr>
        <p:spPr bwMode="auto">
          <a:xfrm>
            <a:off x="5353050" y="2128838"/>
            <a:ext cx="468313" cy="0"/>
          </a:xfrm>
          <a:prstGeom prst="line">
            <a:avLst/>
          </a:prstGeom>
          <a:noFill/>
          <a:ln w="28575">
            <a:solidFill>
              <a:srgbClr val="000000"/>
            </a:solidFill>
            <a:bevel/>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fontAlgn="auto" hangingPunct="1">
              <a:spcBef>
                <a:spcPts val="0"/>
              </a:spcBef>
              <a:spcAft>
                <a:spcPts val="0"/>
              </a:spcAft>
              <a:buFont typeface="Arial" panose="020B0604020202020204" pitchFamily="34" charset="0"/>
              <a:buNone/>
              <a:defRPr/>
            </a:pPr>
            <a:endParaRPr lang="zh-CN" altLang="en-US" sz="1800" b="0" kern="0">
              <a:solidFill>
                <a:srgbClr val="000000"/>
              </a:solidFill>
              <a:sym typeface="黑体" panose="02010609060101010101" pitchFamily="49" charset="-122"/>
            </a:endParaRPr>
          </a:p>
        </p:txBody>
      </p:sp>
      <p:sp>
        <p:nvSpPr>
          <p:cNvPr id="10" name="Line 13">
            <a:extLst>
              <a:ext uri="{FF2B5EF4-FFF2-40B4-BE49-F238E27FC236}">
                <a16:creationId xmlns:a16="http://schemas.microsoft.com/office/drawing/2014/main" id="{8A2A587D-CC64-5B48-8C4B-E41060F63DB5}"/>
              </a:ext>
            </a:extLst>
          </p:cNvPr>
          <p:cNvSpPr>
            <a:spLocks noChangeShapeType="1"/>
          </p:cNvSpPr>
          <p:nvPr/>
        </p:nvSpPr>
        <p:spPr bwMode="auto">
          <a:xfrm flipV="1">
            <a:off x="5830888" y="1682750"/>
            <a:ext cx="1587" cy="863600"/>
          </a:xfrm>
          <a:prstGeom prst="line">
            <a:avLst/>
          </a:prstGeom>
          <a:noFill/>
          <a:ln w="28575">
            <a:solidFill>
              <a:srgbClr val="000000"/>
            </a:solidFill>
            <a:bevel/>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fontAlgn="auto" hangingPunct="1">
              <a:spcBef>
                <a:spcPts val="0"/>
              </a:spcBef>
              <a:spcAft>
                <a:spcPts val="0"/>
              </a:spcAft>
              <a:buFont typeface="Arial" panose="020B0604020202020204" pitchFamily="34" charset="0"/>
              <a:buNone/>
              <a:defRPr/>
            </a:pPr>
            <a:endParaRPr lang="zh-CN" altLang="en-US" sz="1800" b="0" kern="0">
              <a:solidFill>
                <a:srgbClr val="000000"/>
              </a:solidFill>
              <a:sym typeface="黑体" panose="02010609060101010101" pitchFamily="49" charset="-122"/>
            </a:endParaRPr>
          </a:p>
        </p:txBody>
      </p:sp>
      <p:sp>
        <p:nvSpPr>
          <p:cNvPr id="11" name="Line 14">
            <a:extLst>
              <a:ext uri="{FF2B5EF4-FFF2-40B4-BE49-F238E27FC236}">
                <a16:creationId xmlns:a16="http://schemas.microsoft.com/office/drawing/2014/main" id="{773A483F-141B-7F40-8E13-BFB4917E1B58}"/>
              </a:ext>
            </a:extLst>
          </p:cNvPr>
          <p:cNvSpPr>
            <a:spLocks noChangeShapeType="1"/>
          </p:cNvSpPr>
          <p:nvPr/>
        </p:nvSpPr>
        <p:spPr bwMode="auto">
          <a:xfrm flipH="1">
            <a:off x="5830888" y="2547938"/>
            <a:ext cx="157162" cy="0"/>
          </a:xfrm>
          <a:prstGeom prst="line">
            <a:avLst/>
          </a:prstGeom>
          <a:noFill/>
          <a:ln w="28575">
            <a:solidFill>
              <a:srgbClr val="000000"/>
            </a:solidFill>
            <a:bevel/>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fontAlgn="auto" hangingPunct="1">
              <a:spcBef>
                <a:spcPts val="0"/>
              </a:spcBef>
              <a:spcAft>
                <a:spcPts val="0"/>
              </a:spcAft>
              <a:buFont typeface="Arial" panose="020B0604020202020204" pitchFamily="34" charset="0"/>
              <a:buNone/>
              <a:defRPr/>
            </a:pPr>
            <a:endParaRPr lang="zh-CN" altLang="en-US" sz="1800" b="0" kern="0">
              <a:solidFill>
                <a:srgbClr val="000000"/>
              </a:solidFill>
              <a:sym typeface="黑体" panose="02010609060101010101" pitchFamily="49" charset="-122"/>
            </a:endParaRPr>
          </a:p>
        </p:txBody>
      </p:sp>
      <p:sp>
        <p:nvSpPr>
          <p:cNvPr id="12" name="Line 15">
            <a:extLst>
              <a:ext uri="{FF2B5EF4-FFF2-40B4-BE49-F238E27FC236}">
                <a16:creationId xmlns:a16="http://schemas.microsoft.com/office/drawing/2014/main" id="{82CF644D-ACB1-DB41-8F47-489133329AB9}"/>
              </a:ext>
            </a:extLst>
          </p:cNvPr>
          <p:cNvSpPr>
            <a:spLocks noChangeShapeType="1"/>
          </p:cNvSpPr>
          <p:nvPr/>
        </p:nvSpPr>
        <p:spPr bwMode="auto">
          <a:xfrm flipH="1">
            <a:off x="5830888" y="1682750"/>
            <a:ext cx="157162" cy="1588"/>
          </a:xfrm>
          <a:prstGeom prst="line">
            <a:avLst/>
          </a:prstGeom>
          <a:noFill/>
          <a:ln w="28575">
            <a:solidFill>
              <a:srgbClr val="000000"/>
            </a:solidFill>
            <a:bevel/>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fontAlgn="auto" hangingPunct="1">
              <a:spcBef>
                <a:spcPts val="0"/>
              </a:spcBef>
              <a:spcAft>
                <a:spcPts val="0"/>
              </a:spcAft>
              <a:buFont typeface="Arial" panose="020B0604020202020204" pitchFamily="34" charset="0"/>
              <a:buNone/>
              <a:defRPr/>
            </a:pPr>
            <a:endParaRPr lang="zh-CN" altLang="en-US" sz="1800" b="0" kern="0">
              <a:solidFill>
                <a:srgbClr val="000000"/>
              </a:solidFill>
              <a:sym typeface="黑体" panose="02010609060101010101" pitchFamily="49" charset="-122"/>
            </a:endParaRPr>
          </a:p>
        </p:txBody>
      </p:sp>
      <p:sp>
        <p:nvSpPr>
          <p:cNvPr id="13" name="Line 16">
            <a:extLst>
              <a:ext uri="{FF2B5EF4-FFF2-40B4-BE49-F238E27FC236}">
                <a16:creationId xmlns:a16="http://schemas.microsoft.com/office/drawing/2014/main" id="{722DACCD-E890-7041-9DF5-3E63E8AD60D4}"/>
              </a:ext>
            </a:extLst>
          </p:cNvPr>
          <p:cNvSpPr>
            <a:spLocks noChangeShapeType="1"/>
          </p:cNvSpPr>
          <p:nvPr/>
        </p:nvSpPr>
        <p:spPr bwMode="auto">
          <a:xfrm flipH="1">
            <a:off x="3790950" y="2100263"/>
            <a:ext cx="390525" cy="0"/>
          </a:xfrm>
          <a:prstGeom prst="line">
            <a:avLst/>
          </a:prstGeom>
          <a:noFill/>
          <a:ln w="28575">
            <a:solidFill>
              <a:srgbClr val="000000"/>
            </a:solidFill>
            <a:bevel/>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fontAlgn="auto" hangingPunct="1">
              <a:spcBef>
                <a:spcPts val="0"/>
              </a:spcBef>
              <a:spcAft>
                <a:spcPts val="0"/>
              </a:spcAft>
              <a:buFont typeface="Arial" panose="020B0604020202020204" pitchFamily="34" charset="0"/>
              <a:buNone/>
              <a:defRPr/>
            </a:pPr>
            <a:endParaRPr lang="zh-CN" altLang="en-US" sz="1800" b="0" kern="0">
              <a:solidFill>
                <a:srgbClr val="000000"/>
              </a:solidFill>
              <a:sym typeface="黑体" panose="02010609060101010101" pitchFamily="49" charset="-122"/>
            </a:endParaRPr>
          </a:p>
        </p:txBody>
      </p:sp>
      <p:sp>
        <p:nvSpPr>
          <p:cNvPr id="14" name="Line 19">
            <a:extLst>
              <a:ext uri="{FF2B5EF4-FFF2-40B4-BE49-F238E27FC236}">
                <a16:creationId xmlns:a16="http://schemas.microsoft.com/office/drawing/2014/main" id="{7B03D8BA-1231-754E-A00A-70E0B06526A2}"/>
              </a:ext>
            </a:extLst>
          </p:cNvPr>
          <p:cNvSpPr>
            <a:spLocks noChangeShapeType="1"/>
          </p:cNvSpPr>
          <p:nvPr/>
        </p:nvSpPr>
        <p:spPr bwMode="auto">
          <a:xfrm>
            <a:off x="4040188" y="3298825"/>
            <a:ext cx="469900" cy="1588"/>
          </a:xfrm>
          <a:prstGeom prst="line">
            <a:avLst/>
          </a:prstGeom>
          <a:noFill/>
          <a:ln w="28575">
            <a:solidFill>
              <a:srgbClr val="000000"/>
            </a:solidFill>
            <a:bevel/>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fontAlgn="auto" hangingPunct="1">
              <a:spcBef>
                <a:spcPts val="0"/>
              </a:spcBef>
              <a:spcAft>
                <a:spcPts val="0"/>
              </a:spcAft>
              <a:buFont typeface="Arial" panose="020B0604020202020204" pitchFamily="34" charset="0"/>
              <a:buNone/>
              <a:defRPr/>
            </a:pPr>
            <a:endParaRPr lang="zh-CN" altLang="en-US" sz="1800" b="0" kern="0">
              <a:solidFill>
                <a:srgbClr val="000000"/>
              </a:solidFill>
              <a:sym typeface="黑体" panose="02010609060101010101" pitchFamily="49" charset="-122"/>
            </a:endParaRPr>
          </a:p>
        </p:txBody>
      </p:sp>
      <p:sp>
        <p:nvSpPr>
          <p:cNvPr id="15" name="Line 22">
            <a:extLst>
              <a:ext uri="{FF2B5EF4-FFF2-40B4-BE49-F238E27FC236}">
                <a16:creationId xmlns:a16="http://schemas.microsoft.com/office/drawing/2014/main" id="{9B9628C9-6BAC-2E4D-BD01-AA90297F309E}"/>
              </a:ext>
            </a:extLst>
          </p:cNvPr>
          <p:cNvSpPr>
            <a:spLocks noChangeShapeType="1"/>
          </p:cNvSpPr>
          <p:nvPr/>
        </p:nvSpPr>
        <p:spPr bwMode="auto">
          <a:xfrm>
            <a:off x="4040188" y="4900613"/>
            <a:ext cx="469900" cy="0"/>
          </a:xfrm>
          <a:prstGeom prst="line">
            <a:avLst/>
          </a:prstGeom>
          <a:noFill/>
          <a:ln w="28575">
            <a:solidFill>
              <a:srgbClr val="000000"/>
            </a:solidFill>
            <a:bevel/>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fontAlgn="auto" hangingPunct="1">
              <a:spcBef>
                <a:spcPts val="0"/>
              </a:spcBef>
              <a:spcAft>
                <a:spcPts val="0"/>
              </a:spcAft>
              <a:buFont typeface="Arial" panose="020B0604020202020204" pitchFamily="34" charset="0"/>
              <a:buNone/>
              <a:defRPr/>
            </a:pPr>
            <a:endParaRPr lang="zh-CN" altLang="en-US" sz="1800" b="0" kern="0">
              <a:solidFill>
                <a:srgbClr val="000000"/>
              </a:solidFill>
              <a:sym typeface="黑体" panose="02010609060101010101" pitchFamily="49" charset="-122"/>
            </a:endParaRPr>
          </a:p>
        </p:txBody>
      </p:sp>
      <p:sp>
        <p:nvSpPr>
          <p:cNvPr id="16" name="Line 23">
            <a:extLst>
              <a:ext uri="{FF2B5EF4-FFF2-40B4-BE49-F238E27FC236}">
                <a16:creationId xmlns:a16="http://schemas.microsoft.com/office/drawing/2014/main" id="{69C5E5BD-F285-5F44-AF65-8BB2FA51D88B}"/>
              </a:ext>
            </a:extLst>
          </p:cNvPr>
          <p:cNvSpPr>
            <a:spLocks noChangeShapeType="1"/>
          </p:cNvSpPr>
          <p:nvPr/>
        </p:nvSpPr>
        <p:spPr bwMode="auto">
          <a:xfrm>
            <a:off x="3805238" y="4037013"/>
            <a:ext cx="234950" cy="0"/>
          </a:xfrm>
          <a:prstGeom prst="line">
            <a:avLst/>
          </a:prstGeom>
          <a:noFill/>
          <a:ln w="28575">
            <a:solidFill>
              <a:srgbClr val="000000"/>
            </a:solidFill>
            <a:bevel/>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fontAlgn="auto" hangingPunct="1">
              <a:spcBef>
                <a:spcPts val="0"/>
              </a:spcBef>
              <a:spcAft>
                <a:spcPts val="0"/>
              </a:spcAft>
              <a:buFont typeface="Arial" panose="020B0604020202020204" pitchFamily="34" charset="0"/>
              <a:buNone/>
              <a:defRPr/>
            </a:pPr>
            <a:endParaRPr lang="zh-CN" altLang="en-US" sz="1800" b="0" kern="0">
              <a:solidFill>
                <a:srgbClr val="000000"/>
              </a:solidFill>
              <a:sym typeface="黑体" panose="02010609060101010101" pitchFamily="49" charset="-122"/>
            </a:endParaRPr>
          </a:p>
        </p:txBody>
      </p:sp>
      <p:sp>
        <p:nvSpPr>
          <p:cNvPr id="17" name="Line 24">
            <a:extLst>
              <a:ext uri="{FF2B5EF4-FFF2-40B4-BE49-F238E27FC236}">
                <a16:creationId xmlns:a16="http://schemas.microsoft.com/office/drawing/2014/main" id="{850B1603-7E11-DC41-BF1A-AACE802FBDF8}"/>
              </a:ext>
            </a:extLst>
          </p:cNvPr>
          <p:cNvSpPr>
            <a:spLocks noChangeShapeType="1"/>
          </p:cNvSpPr>
          <p:nvPr/>
        </p:nvSpPr>
        <p:spPr bwMode="auto">
          <a:xfrm>
            <a:off x="4038600" y="3298825"/>
            <a:ext cx="1588" cy="1584325"/>
          </a:xfrm>
          <a:prstGeom prst="line">
            <a:avLst/>
          </a:prstGeom>
          <a:noFill/>
          <a:ln w="28575">
            <a:solidFill>
              <a:srgbClr val="000000"/>
            </a:solidFill>
            <a:bevel/>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fontAlgn="auto" hangingPunct="1">
              <a:spcBef>
                <a:spcPts val="0"/>
              </a:spcBef>
              <a:spcAft>
                <a:spcPts val="0"/>
              </a:spcAft>
              <a:buFont typeface="Arial" panose="020B0604020202020204" pitchFamily="34" charset="0"/>
              <a:buNone/>
              <a:defRPr/>
            </a:pPr>
            <a:endParaRPr lang="zh-CN" altLang="en-US" sz="1800" b="0" kern="0">
              <a:solidFill>
                <a:srgbClr val="000000"/>
              </a:solidFill>
              <a:sym typeface="黑体" panose="02010609060101010101" pitchFamily="49" charset="-122"/>
            </a:endParaRPr>
          </a:p>
        </p:txBody>
      </p:sp>
      <p:sp>
        <p:nvSpPr>
          <p:cNvPr id="18" name="Text Box 25">
            <a:extLst>
              <a:ext uri="{FF2B5EF4-FFF2-40B4-BE49-F238E27FC236}">
                <a16:creationId xmlns:a16="http://schemas.microsoft.com/office/drawing/2014/main" id="{4CF5E2F6-AED4-1E4D-AB76-BE821D41C6D3}"/>
              </a:ext>
            </a:extLst>
          </p:cNvPr>
          <p:cNvSpPr>
            <a:spLocks noChangeArrowheads="1"/>
          </p:cNvSpPr>
          <p:nvPr/>
        </p:nvSpPr>
        <p:spPr bwMode="auto">
          <a:xfrm>
            <a:off x="6048375" y="3138488"/>
            <a:ext cx="2379663" cy="376237"/>
          </a:xfrm>
          <a:prstGeom prst="rect">
            <a:avLst/>
          </a:prstGeom>
          <a:solidFill>
            <a:srgbClr val="CCFFFF"/>
          </a:solidFill>
          <a:ln w="9525">
            <a:solidFill>
              <a:srgbClr val="000000"/>
            </a:solidFill>
            <a:miter lim="800000"/>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fontAlgn="auto" hangingPunct="1">
              <a:spcBef>
                <a:spcPts val="0"/>
              </a:spcBef>
              <a:spcAft>
                <a:spcPts val="0"/>
              </a:spcAft>
              <a:buFont typeface="Arial" panose="020B0604020202020204" pitchFamily="34" charset="0"/>
              <a:buNone/>
              <a:defRPr/>
            </a:pPr>
            <a:r>
              <a:rPr lang="en-US" altLang="zh-CN" sz="1800" b="0" kern="0">
                <a:solidFill>
                  <a:srgbClr val="2D6A94"/>
                </a:solidFill>
                <a:latin typeface="黑体" panose="02010609060101010101" pitchFamily="49" charset="-122"/>
                <a:ea typeface="黑体" panose="02010609060101010101" pitchFamily="49" charset="-122"/>
                <a:sym typeface="黑体" panose="02010609060101010101" pitchFamily="49" charset="-122"/>
              </a:rPr>
              <a:t>Bell-Lapudula </a:t>
            </a:r>
            <a:r>
              <a:rPr lang="zh-CN" altLang="en-US" sz="1800" b="0" kern="0">
                <a:solidFill>
                  <a:srgbClr val="2D6A94"/>
                </a:solidFill>
                <a:latin typeface="黑体" panose="02010609060101010101" pitchFamily="49" charset="-122"/>
                <a:ea typeface="黑体" panose="02010609060101010101" pitchFamily="49" charset="-122"/>
                <a:sym typeface="黑体" panose="02010609060101010101" pitchFamily="49" charset="-122"/>
              </a:rPr>
              <a:t>模型</a:t>
            </a:r>
            <a:endParaRPr lang="zh-CN" altLang="en-US" sz="1800" b="0" kern="0">
              <a:solidFill>
                <a:srgbClr val="000000"/>
              </a:solidFill>
            </a:endParaRPr>
          </a:p>
        </p:txBody>
      </p:sp>
      <p:sp>
        <p:nvSpPr>
          <p:cNvPr id="19" name="Text Box 26">
            <a:extLst>
              <a:ext uri="{FF2B5EF4-FFF2-40B4-BE49-F238E27FC236}">
                <a16:creationId xmlns:a16="http://schemas.microsoft.com/office/drawing/2014/main" id="{995829E2-4F6E-CC42-B6D1-A802AD58BDC1}"/>
              </a:ext>
            </a:extLst>
          </p:cNvPr>
          <p:cNvSpPr>
            <a:spLocks noChangeArrowheads="1"/>
          </p:cNvSpPr>
          <p:nvPr/>
        </p:nvSpPr>
        <p:spPr bwMode="auto">
          <a:xfrm>
            <a:off x="6048375" y="3644900"/>
            <a:ext cx="2379663" cy="376238"/>
          </a:xfrm>
          <a:prstGeom prst="rect">
            <a:avLst/>
          </a:prstGeom>
          <a:solidFill>
            <a:srgbClr val="99CCFF"/>
          </a:solidFill>
          <a:ln w="9525">
            <a:solidFill>
              <a:srgbClr val="000000"/>
            </a:solidFill>
            <a:miter lim="800000"/>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fontAlgn="auto" hangingPunct="1">
              <a:spcBef>
                <a:spcPts val="0"/>
              </a:spcBef>
              <a:spcAft>
                <a:spcPts val="0"/>
              </a:spcAft>
              <a:buFont typeface="Arial" panose="020B0604020202020204" pitchFamily="34" charset="0"/>
              <a:buNone/>
              <a:defRPr/>
            </a:pPr>
            <a:r>
              <a:rPr lang="en-US" altLang="zh-CN" sz="1800" b="0" kern="0">
                <a:solidFill>
                  <a:srgbClr val="2D6A94"/>
                </a:solidFill>
                <a:latin typeface="黑体" panose="02010609060101010101" pitchFamily="49" charset="-122"/>
                <a:ea typeface="黑体" panose="02010609060101010101" pitchFamily="49" charset="-122"/>
                <a:sym typeface="黑体" panose="02010609060101010101" pitchFamily="49" charset="-122"/>
              </a:rPr>
              <a:t>Biba </a:t>
            </a:r>
            <a:r>
              <a:rPr lang="zh-CN" altLang="en-US" sz="1800" b="0" kern="0">
                <a:solidFill>
                  <a:srgbClr val="2D6A94"/>
                </a:solidFill>
                <a:latin typeface="黑体" panose="02010609060101010101" pitchFamily="49" charset="-122"/>
                <a:ea typeface="黑体" panose="02010609060101010101" pitchFamily="49" charset="-122"/>
                <a:sym typeface="黑体" panose="02010609060101010101" pitchFamily="49" charset="-122"/>
              </a:rPr>
              <a:t>模型</a:t>
            </a:r>
            <a:endParaRPr lang="zh-CN" altLang="en-US" sz="1800" b="0" kern="0">
              <a:solidFill>
                <a:srgbClr val="000000"/>
              </a:solidFill>
            </a:endParaRPr>
          </a:p>
        </p:txBody>
      </p:sp>
      <p:sp>
        <p:nvSpPr>
          <p:cNvPr id="20" name="Text Box 27">
            <a:extLst>
              <a:ext uri="{FF2B5EF4-FFF2-40B4-BE49-F238E27FC236}">
                <a16:creationId xmlns:a16="http://schemas.microsoft.com/office/drawing/2014/main" id="{5C4323D8-DE66-8848-A656-A12ED39FC223}"/>
              </a:ext>
            </a:extLst>
          </p:cNvPr>
          <p:cNvSpPr>
            <a:spLocks noChangeArrowheads="1"/>
          </p:cNvSpPr>
          <p:nvPr/>
        </p:nvSpPr>
        <p:spPr bwMode="auto">
          <a:xfrm>
            <a:off x="6038850" y="4164013"/>
            <a:ext cx="2379663" cy="376237"/>
          </a:xfrm>
          <a:prstGeom prst="rect">
            <a:avLst/>
          </a:prstGeom>
          <a:solidFill>
            <a:srgbClr val="99CCFF"/>
          </a:solidFill>
          <a:ln w="9525">
            <a:solidFill>
              <a:srgbClr val="000000"/>
            </a:solidFill>
            <a:miter lim="800000"/>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fontAlgn="auto" hangingPunct="1">
              <a:spcBef>
                <a:spcPts val="0"/>
              </a:spcBef>
              <a:spcAft>
                <a:spcPts val="0"/>
              </a:spcAft>
              <a:buFont typeface="Arial" panose="020B0604020202020204" pitchFamily="34" charset="0"/>
              <a:buNone/>
              <a:defRPr/>
            </a:pPr>
            <a:r>
              <a:rPr lang="en-US" altLang="zh-CN" sz="1800" b="0" kern="0">
                <a:solidFill>
                  <a:srgbClr val="2D6A94"/>
                </a:solidFill>
                <a:latin typeface="黑体" panose="02010609060101010101" pitchFamily="49" charset="-122"/>
                <a:ea typeface="黑体" panose="02010609060101010101" pitchFamily="49" charset="-122"/>
                <a:sym typeface="黑体" panose="02010609060101010101" pitchFamily="49" charset="-122"/>
              </a:rPr>
              <a:t>Clark-Wilson </a:t>
            </a:r>
            <a:r>
              <a:rPr lang="zh-CN" altLang="en-US" sz="1800" b="0" kern="0">
                <a:solidFill>
                  <a:srgbClr val="2D6A94"/>
                </a:solidFill>
                <a:latin typeface="黑体" panose="02010609060101010101" pitchFamily="49" charset="-122"/>
                <a:ea typeface="黑体" panose="02010609060101010101" pitchFamily="49" charset="-122"/>
                <a:sym typeface="黑体" panose="02010609060101010101" pitchFamily="49" charset="-122"/>
              </a:rPr>
              <a:t>模型</a:t>
            </a:r>
            <a:endParaRPr lang="zh-CN" altLang="en-US" sz="1800" b="0" kern="0">
              <a:solidFill>
                <a:srgbClr val="000000"/>
              </a:solidFill>
            </a:endParaRPr>
          </a:p>
        </p:txBody>
      </p:sp>
      <p:sp>
        <p:nvSpPr>
          <p:cNvPr id="21" name="Text Box 29">
            <a:extLst>
              <a:ext uri="{FF2B5EF4-FFF2-40B4-BE49-F238E27FC236}">
                <a16:creationId xmlns:a16="http://schemas.microsoft.com/office/drawing/2014/main" id="{C4031393-CB99-654D-95E9-E17B6B2AF087}"/>
              </a:ext>
            </a:extLst>
          </p:cNvPr>
          <p:cNvSpPr>
            <a:spLocks noChangeArrowheads="1"/>
          </p:cNvSpPr>
          <p:nvPr/>
        </p:nvSpPr>
        <p:spPr bwMode="auto">
          <a:xfrm>
            <a:off x="6038850" y="4779963"/>
            <a:ext cx="2378075" cy="376237"/>
          </a:xfrm>
          <a:prstGeom prst="rect">
            <a:avLst/>
          </a:prstGeom>
          <a:solidFill>
            <a:srgbClr val="CCFFFF"/>
          </a:solidFill>
          <a:ln w="9525">
            <a:solidFill>
              <a:srgbClr val="000000"/>
            </a:solidFill>
            <a:miter lim="800000"/>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fontAlgn="auto" hangingPunct="1">
              <a:spcBef>
                <a:spcPts val="0"/>
              </a:spcBef>
              <a:spcAft>
                <a:spcPts val="0"/>
              </a:spcAft>
              <a:buFont typeface="Arial" panose="020B0604020202020204" pitchFamily="34" charset="0"/>
              <a:buNone/>
              <a:defRPr/>
            </a:pPr>
            <a:r>
              <a:rPr lang="en-US" altLang="zh-CN" sz="1800" b="0" kern="0">
                <a:solidFill>
                  <a:srgbClr val="2D6A94"/>
                </a:solidFill>
                <a:latin typeface="黑体" panose="02010609060101010101" pitchFamily="49" charset="-122"/>
                <a:ea typeface="黑体" panose="02010609060101010101" pitchFamily="49" charset="-122"/>
                <a:sym typeface="黑体" panose="02010609060101010101" pitchFamily="49" charset="-122"/>
              </a:rPr>
              <a:t>Chinese Wall </a:t>
            </a:r>
            <a:r>
              <a:rPr lang="zh-CN" altLang="en-US" sz="1800" b="0" kern="0">
                <a:solidFill>
                  <a:srgbClr val="2D6A94"/>
                </a:solidFill>
                <a:latin typeface="黑体" panose="02010609060101010101" pitchFamily="49" charset="-122"/>
                <a:ea typeface="黑体" panose="02010609060101010101" pitchFamily="49" charset="-122"/>
                <a:sym typeface="黑体" panose="02010609060101010101" pitchFamily="49" charset="-122"/>
              </a:rPr>
              <a:t>模型</a:t>
            </a:r>
            <a:endParaRPr lang="zh-CN" altLang="en-US" sz="1800" b="0" kern="0">
              <a:solidFill>
                <a:srgbClr val="000000"/>
              </a:solidFill>
            </a:endParaRPr>
          </a:p>
        </p:txBody>
      </p:sp>
      <p:sp>
        <p:nvSpPr>
          <p:cNvPr id="22" name="AutoShape 32">
            <a:extLst>
              <a:ext uri="{FF2B5EF4-FFF2-40B4-BE49-F238E27FC236}">
                <a16:creationId xmlns:a16="http://schemas.microsoft.com/office/drawing/2014/main" id="{18EB3F08-05E8-5E47-9CB5-66B2AB58E4E6}"/>
              </a:ext>
            </a:extLst>
          </p:cNvPr>
          <p:cNvSpPr/>
          <p:nvPr/>
        </p:nvSpPr>
        <p:spPr bwMode="auto">
          <a:xfrm>
            <a:off x="1517650" y="2114550"/>
            <a:ext cx="228600" cy="3560763"/>
          </a:xfrm>
          <a:prstGeom prst="leftBrace">
            <a:avLst>
              <a:gd name="adj1" fmla="val 129298"/>
              <a:gd name="adj2" fmla="val 50000"/>
            </a:avLst>
          </a:prstGeom>
          <a:noFill/>
          <a:ln w="28575">
            <a:solidFill>
              <a:srgbClr val="000000"/>
            </a:solidFill>
            <a:beve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fontAlgn="auto" hangingPunct="1">
              <a:spcBef>
                <a:spcPts val="0"/>
              </a:spcBef>
              <a:spcAft>
                <a:spcPts val="0"/>
              </a:spcAft>
              <a:buFont typeface="Arial" panose="020B0604020202020204" pitchFamily="34" charset="0"/>
              <a:buNone/>
              <a:defRPr/>
            </a:pPr>
            <a:endParaRPr lang="zh-CN" altLang="en-US" sz="1800" b="0" kern="0">
              <a:solidFill>
                <a:srgbClr val="000000"/>
              </a:solidFill>
              <a:sym typeface="黑体" panose="02010609060101010101" pitchFamily="49" charset="-122"/>
            </a:endParaRPr>
          </a:p>
        </p:txBody>
      </p:sp>
      <p:sp>
        <p:nvSpPr>
          <p:cNvPr id="23" name="Text Box 36">
            <a:extLst>
              <a:ext uri="{FF2B5EF4-FFF2-40B4-BE49-F238E27FC236}">
                <a16:creationId xmlns:a16="http://schemas.microsoft.com/office/drawing/2014/main" id="{CC09CA48-A386-8548-8287-0C3D463138AC}"/>
              </a:ext>
            </a:extLst>
          </p:cNvPr>
          <p:cNvSpPr>
            <a:spLocks noChangeArrowheads="1"/>
          </p:cNvSpPr>
          <p:nvPr/>
        </p:nvSpPr>
        <p:spPr bwMode="auto">
          <a:xfrm>
            <a:off x="4524375" y="2935288"/>
            <a:ext cx="879475" cy="650875"/>
          </a:xfrm>
          <a:prstGeom prst="rect">
            <a:avLst/>
          </a:prstGeom>
          <a:solidFill>
            <a:srgbClr val="CCFFFF"/>
          </a:solidFill>
          <a:ln w="9525">
            <a:solidFill>
              <a:srgbClr val="000000"/>
            </a:solidFill>
            <a:miter lim="800000"/>
          </a:ln>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fontAlgn="auto" hangingPunct="1">
              <a:spcBef>
                <a:spcPts val="0"/>
              </a:spcBef>
              <a:spcAft>
                <a:spcPts val="0"/>
              </a:spcAft>
              <a:buFont typeface="Arial" panose="020B0604020202020204" pitchFamily="34" charset="0"/>
              <a:buNone/>
              <a:defRPr/>
            </a:pPr>
            <a:r>
              <a:rPr lang="zh-CN" altLang="en-US" sz="1800" b="0" kern="0">
                <a:solidFill>
                  <a:srgbClr val="2C6993"/>
                </a:solidFill>
                <a:latin typeface="黑体" panose="02010609060101010101" pitchFamily="49" charset="-122"/>
                <a:ea typeface="黑体" panose="02010609060101010101" pitchFamily="49" charset="-122"/>
                <a:sym typeface="黑体" panose="02010609060101010101" pitchFamily="49" charset="-122"/>
              </a:rPr>
              <a:t>保密性</a:t>
            </a:r>
            <a:endParaRPr lang="en-US" altLang="zh-CN" sz="1800" b="0" kern="0">
              <a:solidFill>
                <a:srgbClr val="2C6993"/>
              </a:solidFill>
              <a:latin typeface="黑体" panose="02010609060101010101" pitchFamily="49" charset="-122"/>
              <a:ea typeface="黑体" panose="02010609060101010101" pitchFamily="49" charset="-122"/>
              <a:sym typeface="黑体" panose="02010609060101010101" pitchFamily="49" charset="-122"/>
            </a:endParaRPr>
          </a:p>
          <a:p>
            <a:pPr eaLnBrk="1" fontAlgn="auto" hangingPunct="1">
              <a:spcBef>
                <a:spcPts val="0"/>
              </a:spcBef>
              <a:spcAft>
                <a:spcPts val="0"/>
              </a:spcAft>
              <a:buFont typeface="Arial" panose="020B0604020202020204" pitchFamily="34" charset="0"/>
              <a:buNone/>
              <a:defRPr/>
            </a:pPr>
            <a:r>
              <a:rPr lang="zh-CN" altLang="en-US" sz="1800" b="0" kern="0">
                <a:solidFill>
                  <a:srgbClr val="2C6993"/>
                </a:solidFill>
                <a:latin typeface="黑体" panose="02010609060101010101" pitchFamily="49" charset="-122"/>
                <a:ea typeface="黑体" panose="02010609060101010101" pitchFamily="49" charset="-122"/>
                <a:sym typeface="黑体" panose="02010609060101010101" pitchFamily="49" charset="-122"/>
              </a:rPr>
              <a:t> 模型</a:t>
            </a:r>
            <a:endParaRPr lang="zh-CN" altLang="en-US" sz="1800" b="0" kern="0">
              <a:solidFill>
                <a:srgbClr val="000000"/>
              </a:solidFill>
            </a:endParaRPr>
          </a:p>
        </p:txBody>
      </p:sp>
      <p:sp>
        <p:nvSpPr>
          <p:cNvPr id="24" name="Text Box 37">
            <a:extLst>
              <a:ext uri="{FF2B5EF4-FFF2-40B4-BE49-F238E27FC236}">
                <a16:creationId xmlns:a16="http://schemas.microsoft.com/office/drawing/2014/main" id="{BD5D350C-487C-DF4E-AA3F-1B5AB86C331B}"/>
              </a:ext>
            </a:extLst>
          </p:cNvPr>
          <p:cNvSpPr>
            <a:spLocks noChangeArrowheads="1"/>
          </p:cNvSpPr>
          <p:nvPr/>
        </p:nvSpPr>
        <p:spPr bwMode="auto">
          <a:xfrm>
            <a:off x="4524375" y="3816350"/>
            <a:ext cx="879475" cy="650875"/>
          </a:xfrm>
          <a:prstGeom prst="rect">
            <a:avLst/>
          </a:prstGeom>
          <a:solidFill>
            <a:srgbClr val="99CCFF"/>
          </a:solidFill>
          <a:ln w="9525">
            <a:solidFill>
              <a:srgbClr val="000000"/>
            </a:solidFill>
            <a:miter lim="800000"/>
          </a:ln>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fontAlgn="auto" hangingPunct="1">
              <a:spcBef>
                <a:spcPts val="0"/>
              </a:spcBef>
              <a:spcAft>
                <a:spcPts val="0"/>
              </a:spcAft>
              <a:buFont typeface="Arial" panose="020B0604020202020204" pitchFamily="34" charset="0"/>
              <a:buNone/>
              <a:defRPr/>
            </a:pPr>
            <a:r>
              <a:rPr lang="zh-CN" altLang="en-US" sz="1800" b="0" kern="0" dirty="0">
                <a:solidFill>
                  <a:srgbClr val="2C6993"/>
                </a:solidFill>
                <a:latin typeface="黑体" panose="02010609060101010101" pitchFamily="49" charset="-122"/>
                <a:ea typeface="黑体" panose="02010609060101010101" pitchFamily="49" charset="-122"/>
                <a:sym typeface="黑体" panose="02010609060101010101" pitchFamily="49" charset="-122"/>
              </a:rPr>
              <a:t>完整性</a:t>
            </a:r>
            <a:endParaRPr lang="en-US" altLang="zh-CN" sz="1800" b="0" kern="0" dirty="0">
              <a:solidFill>
                <a:srgbClr val="2C6993"/>
              </a:solidFill>
              <a:latin typeface="黑体" panose="02010609060101010101" pitchFamily="49" charset="-122"/>
              <a:ea typeface="黑体" panose="02010609060101010101" pitchFamily="49" charset="-122"/>
              <a:sym typeface="黑体" panose="02010609060101010101" pitchFamily="49" charset="-122"/>
            </a:endParaRPr>
          </a:p>
          <a:p>
            <a:pPr eaLnBrk="1" fontAlgn="auto" hangingPunct="1">
              <a:spcBef>
                <a:spcPts val="0"/>
              </a:spcBef>
              <a:spcAft>
                <a:spcPts val="0"/>
              </a:spcAft>
              <a:buFont typeface="Arial" panose="020B0604020202020204" pitchFamily="34" charset="0"/>
              <a:buNone/>
              <a:defRPr/>
            </a:pPr>
            <a:r>
              <a:rPr lang="en-US" altLang="zh-CN" sz="1800" b="0" kern="0" dirty="0">
                <a:solidFill>
                  <a:srgbClr val="2C6993"/>
                </a:solidFill>
                <a:latin typeface="黑体" panose="02010609060101010101" pitchFamily="49" charset="-122"/>
                <a:ea typeface="黑体" panose="02010609060101010101" pitchFamily="49" charset="-122"/>
                <a:sym typeface="黑体" panose="02010609060101010101" pitchFamily="49" charset="-122"/>
              </a:rPr>
              <a:t> </a:t>
            </a:r>
            <a:r>
              <a:rPr lang="zh-CN" altLang="en-US" sz="1800" b="0" kern="0" dirty="0">
                <a:solidFill>
                  <a:srgbClr val="2C6993"/>
                </a:solidFill>
                <a:latin typeface="黑体" panose="02010609060101010101" pitchFamily="49" charset="-122"/>
                <a:ea typeface="黑体" panose="02010609060101010101" pitchFamily="49" charset="-122"/>
                <a:sym typeface="黑体" panose="02010609060101010101" pitchFamily="49" charset="-122"/>
              </a:rPr>
              <a:t>模型</a:t>
            </a:r>
            <a:endParaRPr lang="zh-CN" altLang="en-US" sz="1800" b="0" kern="0" dirty="0">
              <a:solidFill>
                <a:srgbClr val="000000"/>
              </a:solidFill>
            </a:endParaRPr>
          </a:p>
        </p:txBody>
      </p:sp>
      <p:sp>
        <p:nvSpPr>
          <p:cNvPr id="65560" name="Text Box 38">
            <a:extLst>
              <a:ext uri="{FF2B5EF4-FFF2-40B4-BE49-F238E27FC236}">
                <a16:creationId xmlns:a16="http://schemas.microsoft.com/office/drawing/2014/main" id="{EF3F9546-12DF-0E41-B56E-1B948E18EC8B}"/>
              </a:ext>
            </a:extLst>
          </p:cNvPr>
          <p:cNvSpPr>
            <a:spLocks noChangeArrowheads="1"/>
          </p:cNvSpPr>
          <p:nvPr/>
        </p:nvSpPr>
        <p:spPr bwMode="auto">
          <a:xfrm>
            <a:off x="1766888" y="5313363"/>
            <a:ext cx="2479675" cy="650875"/>
          </a:xfrm>
          <a:prstGeom prst="rect">
            <a:avLst/>
          </a:prstGeom>
          <a:solidFill>
            <a:srgbClr val="FFCC00"/>
          </a:solidFill>
          <a:ln w="9525">
            <a:solidFill>
              <a:srgbClr val="000000"/>
            </a:solidFill>
            <a:miter lim="800000"/>
            <a:headEnd/>
            <a:tailEnd/>
          </a:ln>
        </p:spPr>
        <p:txBody>
          <a:bodyPr wrap="none">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algn="ctr" eaLnBrk="1" hangingPunct="1"/>
            <a:r>
              <a:rPr lang="zh-CN" altLang="en-US" sz="1800" b="0">
                <a:solidFill>
                  <a:srgbClr val="2D6A94"/>
                </a:solidFill>
                <a:latin typeface="黑体" panose="02010609060101010101" pitchFamily="49" charset="-122"/>
                <a:ea typeface="黑体" panose="02010609060101010101" pitchFamily="49" charset="-122"/>
                <a:sym typeface="黑体" panose="02010609060101010101" pitchFamily="49" charset="-122"/>
              </a:rPr>
              <a:t>基于角色访问控制模型</a:t>
            </a:r>
            <a:endParaRPr lang="en-US" altLang="zh-CN" sz="1800" b="0">
              <a:solidFill>
                <a:srgbClr val="2D6A94"/>
              </a:solidFill>
              <a:latin typeface="黑体" panose="02010609060101010101" pitchFamily="49" charset="-122"/>
              <a:ea typeface="黑体" panose="02010609060101010101" pitchFamily="49" charset="-122"/>
              <a:sym typeface="黑体" panose="02010609060101010101" pitchFamily="49" charset="-122"/>
            </a:endParaRPr>
          </a:p>
          <a:p>
            <a:pPr algn="ctr" eaLnBrk="1" hangingPunct="1"/>
            <a:r>
              <a:rPr lang="zh-CN" altLang="en-US" sz="1800" b="0">
                <a:solidFill>
                  <a:srgbClr val="2D6A94"/>
                </a:solidFill>
                <a:latin typeface="黑体" panose="02010609060101010101" pitchFamily="49" charset="-122"/>
                <a:ea typeface="黑体" panose="02010609060101010101" pitchFamily="49" charset="-122"/>
                <a:sym typeface="黑体" panose="02010609060101010101" pitchFamily="49" charset="-122"/>
              </a:rPr>
              <a:t>（</a:t>
            </a:r>
            <a:r>
              <a:rPr lang="en-US" altLang="zh-CN" sz="1800" b="0">
                <a:solidFill>
                  <a:srgbClr val="2D6A94"/>
                </a:solidFill>
                <a:latin typeface="黑体" panose="02010609060101010101" pitchFamily="49" charset="-122"/>
                <a:ea typeface="黑体" panose="02010609060101010101" pitchFamily="49" charset="-122"/>
                <a:sym typeface="黑体" panose="02010609060101010101" pitchFamily="49" charset="-122"/>
              </a:rPr>
              <a:t>RBAC</a:t>
            </a:r>
            <a:r>
              <a:rPr lang="zh-CN" altLang="en-US" sz="1800" b="0">
                <a:solidFill>
                  <a:srgbClr val="2D6A94"/>
                </a:solidFill>
                <a:latin typeface="黑体" panose="02010609060101010101" pitchFamily="49" charset="-122"/>
                <a:ea typeface="黑体" panose="02010609060101010101" pitchFamily="49" charset="-122"/>
                <a:sym typeface="黑体" panose="02010609060101010101" pitchFamily="49" charset="-122"/>
              </a:rPr>
              <a:t>）</a:t>
            </a:r>
            <a:endParaRPr lang="zh-CN" altLang="en-US" sz="1800" b="0">
              <a:solidFill>
                <a:srgbClr val="000000"/>
              </a:solidFill>
              <a:latin typeface="Arial" panose="020B0604020202020204" pitchFamily="34" charset="0"/>
              <a:ea typeface="宋体" panose="02010600030101010101" pitchFamily="2" charset="-122"/>
            </a:endParaRPr>
          </a:p>
        </p:txBody>
      </p:sp>
      <p:sp>
        <p:nvSpPr>
          <p:cNvPr id="26" name="Line 11">
            <a:extLst>
              <a:ext uri="{FF2B5EF4-FFF2-40B4-BE49-F238E27FC236}">
                <a16:creationId xmlns:a16="http://schemas.microsoft.com/office/drawing/2014/main" id="{61B804EA-18C4-F547-91F7-3A7DFFD46266}"/>
              </a:ext>
            </a:extLst>
          </p:cNvPr>
          <p:cNvSpPr>
            <a:spLocks noChangeShapeType="1"/>
          </p:cNvSpPr>
          <p:nvPr/>
        </p:nvSpPr>
        <p:spPr bwMode="auto">
          <a:xfrm>
            <a:off x="5419725" y="3298825"/>
            <a:ext cx="612775" cy="1588"/>
          </a:xfrm>
          <a:prstGeom prst="line">
            <a:avLst/>
          </a:prstGeom>
          <a:noFill/>
          <a:ln w="28575">
            <a:solidFill>
              <a:srgbClr val="000000"/>
            </a:solidFill>
            <a:bevel/>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fontAlgn="auto" hangingPunct="1">
              <a:spcBef>
                <a:spcPts val="0"/>
              </a:spcBef>
              <a:spcAft>
                <a:spcPts val="0"/>
              </a:spcAft>
              <a:buFont typeface="Arial" panose="020B0604020202020204" pitchFamily="34" charset="0"/>
              <a:buNone/>
              <a:defRPr/>
            </a:pPr>
            <a:endParaRPr lang="zh-CN" altLang="en-US" sz="1800" b="0" kern="0">
              <a:solidFill>
                <a:srgbClr val="000000"/>
              </a:solidFill>
              <a:sym typeface="黑体" panose="02010609060101010101" pitchFamily="49" charset="-122"/>
            </a:endParaRPr>
          </a:p>
        </p:txBody>
      </p:sp>
      <p:sp>
        <p:nvSpPr>
          <p:cNvPr id="27" name="Line 11">
            <a:extLst>
              <a:ext uri="{FF2B5EF4-FFF2-40B4-BE49-F238E27FC236}">
                <a16:creationId xmlns:a16="http://schemas.microsoft.com/office/drawing/2014/main" id="{4C3D8B05-DB94-AB4B-948D-2D05C1A32578}"/>
              </a:ext>
            </a:extLst>
          </p:cNvPr>
          <p:cNvSpPr>
            <a:spLocks noChangeShapeType="1"/>
          </p:cNvSpPr>
          <p:nvPr/>
        </p:nvSpPr>
        <p:spPr bwMode="auto">
          <a:xfrm>
            <a:off x="5400675" y="4102100"/>
            <a:ext cx="468313" cy="1588"/>
          </a:xfrm>
          <a:prstGeom prst="line">
            <a:avLst/>
          </a:prstGeom>
          <a:noFill/>
          <a:ln w="28575">
            <a:solidFill>
              <a:srgbClr val="000000"/>
            </a:solidFill>
            <a:bevel/>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fontAlgn="auto" hangingPunct="1">
              <a:spcBef>
                <a:spcPts val="0"/>
              </a:spcBef>
              <a:spcAft>
                <a:spcPts val="0"/>
              </a:spcAft>
              <a:buFont typeface="Arial" panose="020B0604020202020204" pitchFamily="34" charset="0"/>
              <a:buNone/>
              <a:defRPr/>
            </a:pPr>
            <a:endParaRPr lang="zh-CN" altLang="en-US" sz="1800" b="0" kern="0">
              <a:solidFill>
                <a:srgbClr val="000000"/>
              </a:solidFill>
              <a:sym typeface="黑体" panose="02010609060101010101" pitchFamily="49" charset="-122"/>
            </a:endParaRPr>
          </a:p>
        </p:txBody>
      </p:sp>
      <p:sp>
        <p:nvSpPr>
          <p:cNvPr id="28" name="Line 13">
            <a:extLst>
              <a:ext uri="{FF2B5EF4-FFF2-40B4-BE49-F238E27FC236}">
                <a16:creationId xmlns:a16="http://schemas.microsoft.com/office/drawing/2014/main" id="{CD160C2A-0FBB-E94C-A7E7-EA59AB7CE7A6}"/>
              </a:ext>
            </a:extLst>
          </p:cNvPr>
          <p:cNvSpPr>
            <a:spLocks noChangeShapeType="1"/>
          </p:cNvSpPr>
          <p:nvPr/>
        </p:nvSpPr>
        <p:spPr bwMode="auto">
          <a:xfrm flipV="1">
            <a:off x="5878513" y="3789363"/>
            <a:ext cx="1587" cy="647700"/>
          </a:xfrm>
          <a:prstGeom prst="line">
            <a:avLst/>
          </a:prstGeom>
          <a:noFill/>
          <a:ln w="28575">
            <a:solidFill>
              <a:srgbClr val="000000"/>
            </a:solidFill>
            <a:bevel/>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fontAlgn="auto" hangingPunct="1">
              <a:spcBef>
                <a:spcPts val="0"/>
              </a:spcBef>
              <a:spcAft>
                <a:spcPts val="0"/>
              </a:spcAft>
              <a:buFont typeface="Arial" panose="020B0604020202020204" pitchFamily="34" charset="0"/>
              <a:buNone/>
              <a:defRPr/>
            </a:pPr>
            <a:endParaRPr lang="zh-CN" altLang="en-US" sz="1800" b="0" kern="0">
              <a:solidFill>
                <a:srgbClr val="000000"/>
              </a:solidFill>
              <a:sym typeface="黑体" panose="02010609060101010101" pitchFamily="49" charset="-122"/>
            </a:endParaRPr>
          </a:p>
        </p:txBody>
      </p:sp>
      <p:sp>
        <p:nvSpPr>
          <p:cNvPr id="29" name="Line 14">
            <a:extLst>
              <a:ext uri="{FF2B5EF4-FFF2-40B4-BE49-F238E27FC236}">
                <a16:creationId xmlns:a16="http://schemas.microsoft.com/office/drawing/2014/main" id="{05DC9CFF-E4C8-8446-92AC-BD0672A39457}"/>
              </a:ext>
            </a:extLst>
          </p:cNvPr>
          <p:cNvSpPr>
            <a:spLocks noChangeShapeType="1"/>
          </p:cNvSpPr>
          <p:nvPr/>
        </p:nvSpPr>
        <p:spPr bwMode="auto">
          <a:xfrm flipH="1">
            <a:off x="5876925" y="4451350"/>
            <a:ext cx="157163" cy="1588"/>
          </a:xfrm>
          <a:prstGeom prst="line">
            <a:avLst/>
          </a:prstGeom>
          <a:noFill/>
          <a:ln w="28575">
            <a:solidFill>
              <a:srgbClr val="000000"/>
            </a:solidFill>
            <a:bevel/>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fontAlgn="auto" hangingPunct="1">
              <a:spcBef>
                <a:spcPts val="0"/>
              </a:spcBef>
              <a:spcAft>
                <a:spcPts val="0"/>
              </a:spcAft>
              <a:buFont typeface="Arial" panose="020B0604020202020204" pitchFamily="34" charset="0"/>
              <a:buNone/>
              <a:defRPr/>
            </a:pPr>
            <a:endParaRPr lang="zh-CN" altLang="en-US" sz="1800" b="0" kern="0">
              <a:solidFill>
                <a:srgbClr val="000000"/>
              </a:solidFill>
              <a:sym typeface="黑体" panose="02010609060101010101" pitchFamily="49" charset="-122"/>
            </a:endParaRPr>
          </a:p>
        </p:txBody>
      </p:sp>
      <p:sp>
        <p:nvSpPr>
          <p:cNvPr id="30" name="Line 15">
            <a:extLst>
              <a:ext uri="{FF2B5EF4-FFF2-40B4-BE49-F238E27FC236}">
                <a16:creationId xmlns:a16="http://schemas.microsoft.com/office/drawing/2014/main" id="{9DFFCF01-7FCB-A34A-885B-251614C9E41A}"/>
              </a:ext>
            </a:extLst>
          </p:cNvPr>
          <p:cNvSpPr>
            <a:spLocks noChangeShapeType="1"/>
          </p:cNvSpPr>
          <p:nvPr/>
        </p:nvSpPr>
        <p:spPr bwMode="auto">
          <a:xfrm flipH="1">
            <a:off x="5878513" y="3789363"/>
            <a:ext cx="157162" cy="0"/>
          </a:xfrm>
          <a:prstGeom prst="line">
            <a:avLst/>
          </a:prstGeom>
          <a:noFill/>
          <a:ln w="28575">
            <a:solidFill>
              <a:srgbClr val="000000"/>
            </a:solidFill>
            <a:bevel/>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fontAlgn="auto" hangingPunct="1">
              <a:spcBef>
                <a:spcPts val="0"/>
              </a:spcBef>
              <a:spcAft>
                <a:spcPts val="0"/>
              </a:spcAft>
              <a:buFont typeface="Arial" panose="020B0604020202020204" pitchFamily="34" charset="0"/>
              <a:buNone/>
              <a:defRPr/>
            </a:pPr>
            <a:endParaRPr lang="zh-CN" altLang="en-US" sz="1800" b="0" kern="0">
              <a:solidFill>
                <a:srgbClr val="000000"/>
              </a:solidFill>
              <a:sym typeface="黑体" panose="02010609060101010101" pitchFamily="49" charset="-122"/>
            </a:endParaRPr>
          </a:p>
        </p:txBody>
      </p:sp>
      <p:sp>
        <p:nvSpPr>
          <p:cNvPr id="31" name="Text Box 36">
            <a:extLst>
              <a:ext uri="{FF2B5EF4-FFF2-40B4-BE49-F238E27FC236}">
                <a16:creationId xmlns:a16="http://schemas.microsoft.com/office/drawing/2014/main" id="{8074BB2F-9247-0648-B138-8750150DD7AC}"/>
              </a:ext>
            </a:extLst>
          </p:cNvPr>
          <p:cNvSpPr>
            <a:spLocks noChangeArrowheads="1"/>
          </p:cNvSpPr>
          <p:nvPr/>
        </p:nvSpPr>
        <p:spPr bwMode="auto">
          <a:xfrm>
            <a:off x="4524375" y="4637088"/>
            <a:ext cx="879475" cy="650875"/>
          </a:xfrm>
          <a:prstGeom prst="rect">
            <a:avLst/>
          </a:prstGeom>
          <a:solidFill>
            <a:srgbClr val="CCFFFF"/>
          </a:solidFill>
          <a:ln w="9525">
            <a:solidFill>
              <a:srgbClr val="000000"/>
            </a:solidFill>
            <a:miter lim="800000"/>
          </a:ln>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fontAlgn="auto" hangingPunct="1">
              <a:spcBef>
                <a:spcPts val="0"/>
              </a:spcBef>
              <a:spcAft>
                <a:spcPts val="0"/>
              </a:spcAft>
              <a:buFont typeface="Arial" panose="020B0604020202020204" pitchFamily="34" charset="0"/>
              <a:buNone/>
              <a:defRPr/>
            </a:pPr>
            <a:r>
              <a:rPr lang="zh-CN" altLang="en-US" sz="1800" b="0" kern="0">
                <a:solidFill>
                  <a:srgbClr val="2C6993"/>
                </a:solidFill>
                <a:latin typeface="黑体" panose="02010609060101010101" pitchFamily="49" charset="-122"/>
                <a:ea typeface="黑体" panose="02010609060101010101" pitchFamily="49" charset="-122"/>
                <a:sym typeface="黑体" panose="02010609060101010101" pitchFamily="49" charset="-122"/>
              </a:rPr>
              <a:t>混合策</a:t>
            </a:r>
            <a:endParaRPr lang="en-US" altLang="zh-CN" sz="1800" b="0" kern="0">
              <a:solidFill>
                <a:srgbClr val="2C6993"/>
              </a:solidFill>
              <a:latin typeface="黑体" panose="02010609060101010101" pitchFamily="49" charset="-122"/>
              <a:ea typeface="黑体" panose="02010609060101010101" pitchFamily="49" charset="-122"/>
              <a:sym typeface="黑体" panose="02010609060101010101" pitchFamily="49" charset="-122"/>
            </a:endParaRPr>
          </a:p>
          <a:p>
            <a:pPr eaLnBrk="1" fontAlgn="auto" hangingPunct="1">
              <a:spcBef>
                <a:spcPts val="0"/>
              </a:spcBef>
              <a:spcAft>
                <a:spcPts val="0"/>
              </a:spcAft>
              <a:buFont typeface="Arial" panose="020B0604020202020204" pitchFamily="34" charset="0"/>
              <a:buNone/>
              <a:defRPr/>
            </a:pPr>
            <a:r>
              <a:rPr lang="zh-CN" altLang="en-US" sz="1800" b="0" kern="0">
                <a:solidFill>
                  <a:srgbClr val="2C6993"/>
                </a:solidFill>
                <a:latin typeface="黑体" panose="02010609060101010101" pitchFamily="49" charset="-122"/>
                <a:ea typeface="黑体" panose="02010609060101010101" pitchFamily="49" charset="-122"/>
                <a:sym typeface="黑体" panose="02010609060101010101" pitchFamily="49" charset="-122"/>
              </a:rPr>
              <a:t>略模型</a:t>
            </a:r>
            <a:endParaRPr lang="zh-CN" altLang="en-US" sz="1800" b="0" kern="0">
              <a:solidFill>
                <a:srgbClr val="000000"/>
              </a:solidFill>
            </a:endParaRPr>
          </a:p>
        </p:txBody>
      </p:sp>
      <p:sp>
        <p:nvSpPr>
          <p:cNvPr id="32" name="Line 11">
            <a:extLst>
              <a:ext uri="{FF2B5EF4-FFF2-40B4-BE49-F238E27FC236}">
                <a16:creationId xmlns:a16="http://schemas.microsoft.com/office/drawing/2014/main" id="{EB9BA082-BA22-1545-ACAE-07D9E04DD7A6}"/>
              </a:ext>
            </a:extLst>
          </p:cNvPr>
          <p:cNvSpPr>
            <a:spLocks noChangeShapeType="1"/>
          </p:cNvSpPr>
          <p:nvPr/>
        </p:nvSpPr>
        <p:spPr bwMode="auto">
          <a:xfrm>
            <a:off x="5419725" y="4930775"/>
            <a:ext cx="612775" cy="1588"/>
          </a:xfrm>
          <a:prstGeom prst="line">
            <a:avLst/>
          </a:prstGeom>
          <a:noFill/>
          <a:ln w="28575">
            <a:solidFill>
              <a:srgbClr val="000000"/>
            </a:solidFill>
            <a:bevel/>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fontAlgn="auto" hangingPunct="1">
              <a:spcBef>
                <a:spcPts val="0"/>
              </a:spcBef>
              <a:spcAft>
                <a:spcPts val="0"/>
              </a:spcAft>
              <a:buFont typeface="Arial" panose="020B0604020202020204" pitchFamily="34" charset="0"/>
              <a:buNone/>
              <a:defRPr/>
            </a:pPr>
            <a:endParaRPr lang="zh-CN" altLang="en-US" sz="1800" b="0" kern="0">
              <a:solidFill>
                <a:srgbClr val="000000"/>
              </a:solidFill>
              <a:sym typeface="黑体" panose="02010609060101010101" pitchFamily="49" charset="-122"/>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561" name="图片 1">
            <a:extLst>
              <a:ext uri="{FF2B5EF4-FFF2-40B4-BE49-F238E27FC236}">
                <a16:creationId xmlns:a16="http://schemas.microsoft.com/office/drawing/2014/main" id="{35B322D8-4D9B-CB44-96E0-F6A4978014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676400"/>
            <a:ext cx="8229600" cy="2459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a:extLst>
              <a:ext uri="{FF2B5EF4-FFF2-40B4-BE49-F238E27FC236}">
                <a16:creationId xmlns:a16="http://schemas.microsoft.com/office/drawing/2014/main" id="{FD2EF9B3-2D06-B74A-AEBA-3E62E58ECB81}"/>
              </a:ext>
            </a:extLst>
          </p:cNvPr>
          <p:cNvSpPr/>
          <p:nvPr/>
        </p:nvSpPr>
        <p:spPr>
          <a:xfrm>
            <a:off x="533400" y="914400"/>
            <a:ext cx="4873625" cy="479425"/>
          </a:xfrm>
          <a:prstGeom prst="rect">
            <a:avLst/>
          </a:prstGeom>
        </p:spPr>
        <p:txBody>
          <a:bodyPr wrap="none">
            <a:spAutoFit/>
          </a:bodyPr>
          <a:lstStyle/>
          <a:p>
            <a:pPr>
              <a:lnSpc>
                <a:spcPct val="90000"/>
              </a:lnSpc>
              <a:defRPr/>
            </a:pPr>
            <a:r>
              <a:rPr lang="zh-CN" altLang="en-US" sz="2800">
                <a:effectLst>
                  <a:outerShdw blurRad="38100" dist="38100" dir="2700000" algn="tl">
                    <a:srgbClr val="C0C0C0"/>
                  </a:outerShdw>
                </a:effectLst>
                <a:latin typeface="黑体" panose="02010609060101010101" pitchFamily="49" charset="-122"/>
                <a:ea typeface="黑体" panose="02010609060101010101" pitchFamily="49" charset="-122"/>
                <a:sym typeface="黑体" panose="02010609060101010101" pitchFamily="49" charset="-122"/>
              </a:rPr>
              <a:t>有此说法：访问控制机制分类</a:t>
            </a:r>
            <a:endParaRPr lang="zh-CN" altLang="en-US" sz="2800">
              <a:effectLst>
                <a:outerShdw blurRad="38100" dist="38100" dir="2700000" algn="tl">
                  <a:srgbClr val="C0C0C0"/>
                </a:outerShdw>
              </a:effectLst>
              <a:latin typeface="黑体" panose="02010609060101010101" pitchFamily="49" charset="-122"/>
              <a:ea typeface="黑体" panose="02010609060101010101" pitchFamily="49" charset="-122"/>
            </a:endParaRPr>
          </a:p>
        </p:txBody>
      </p:sp>
      <p:pic>
        <p:nvPicPr>
          <p:cNvPr id="66563" name="图片 3">
            <a:extLst>
              <a:ext uri="{FF2B5EF4-FFF2-40B4-BE49-F238E27FC236}">
                <a16:creationId xmlns:a16="http://schemas.microsoft.com/office/drawing/2014/main" id="{F05CB176-BB60-A544-BBC8-85BBD32BBE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99125" y="4038600"/>
            <a:ext cx="2919413"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5AA06787-ACE0-FF46-A51E-F38AED597D5A}"/>
              </a:ext>
            </a:extLst>
          </p:cNvPr>
          <p:cNvSpPr/>
          <p:nvPr/>
        </p:nvSpPr>
        <p:spPr>
          <a:xfrm>
            <a:off x="381000" y="739775"/>
            <a:ext cx="6248400" cy="479425"/>
          </a:xfrm>
          <a:prstGeom prst="rect">
            <a:avLst/>
          </a:prstGeom>
        </p:spPr>
        <p:txBody>
          <a:bodyPr>
            <a:spAutoFit/>
          </a:bodyPr>
          <a:lstStyle/>
          <a:p>
            <a:pPr eaLnBrk="1" hangingPunct="1">
              <a:lnSpc>
                <a:spcPct val="90000"/>
              </a:lnSpc>
              <a:defRPr/>
            </a:pPr>
            <a:r>
              <a:rPr kumimoji="1" lang="en-US" altLang="zh-CN" sz="2800" dirty="0">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4.6.4 </a:t>
            </a:r>
            <a:r>
              <a:rPr kumimoji="1" lang="zh-CN" altLang="en-US" sz="2800" dirty="0">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数据完整性机制</a:t>
            </a:r>
          </a:p>
        </p:txBody>
      </p:sp>
      <p:sp>
        <p:nvSpPr>
          <p:cNvPr id="4" name="Rectangle 3">
            <a:extLst>
              <a:ext uri="{FF2B5EF4-FFF2-40B4-BE49-F238E27FC236}">
                <a16:creationId xmlns:a16="http://schemas.microsoft.com/office/drawing/2014/main" id="{521A59CD-8FE9-7A4B-B134-AE61732E69C9}"/>
              </a:ext>
            </a:extLst>
          </p:cNvPr>
          <p:cNvSpPr txBox="1">
            <a:spLocks noChangeArrowheads="1"/>
          </p:cNvSpPr>
          <p:nvPr/>
        </p:nvSpPr>
        <p:spPr bwMode="auto">
          <a:xfrm>
            <a:off x="1371600" y="3429000"/>
            <a:ext cx="5143500" cy="1828800"/>
          </a:xfrm>
          <a:prstGeom prst="rect">
            <a:avLst/>
          </a:prstGeom>
          <a:noFill/>
        </p:spPr>
        <p:txBody>
          <a:bodyPr/>
          <a:lstStyle>
            <a:lvl1pPr marL="571500" indent="-571500">
              <a:defRPr sz="4800" b="1">
                <a:solidFill>
                  <a:srgbClr val="FF0000"/>
                </a:solidFill>
                <a:latin typeface="隶书" pitchFamily="49" charset="-122"/>
                <a:ea typeface="隶书" pitchFamily="49" charset="-122"/>
              </a:defRPr>
            </a:lvl1pPr>
            <a:lvl2pPr>
              <a:defRPr sz="4800" b="1">
                <a:solidFill>
                  <a:srgbClr val="FF0000"/>
                </a:solidFill>
                <a:latin typeface="隶书" pitchFamily="49" charset="-122"/>
                <a:ea typeface="隶书" pitchFamily="49" charset="-122"/>
              </a:defRPr>
            </a:lvl2pPr>
            <a:lvl3pPr>
              <a:defRPr sz="4800" b="1">
                <a:solidFill>
                  <a:srgbClr val="FF0000"/>
                </a:solidFill>
                <a:latin typeface="隶书" pitchFamily="49" charset="-122"/>
                <a:ea typeface="隶书" pitchFamily="49" charset="-122"/>
              </a:defRPr>
            </a:lvl3pPr>
            <a:lvl4pPr>
              <a:defRPr sz="4800" b="1">
                <a:solidFill>
                  <a:srgbClr val="FF0000"/>
                </a:solidFill>
                <a:latin typeface="隶书" pitchFamily="49" charset="-122"/>
                <a:ea typeface="隶书" pitchFamily="49" charset="-122"/>
              </a:defRPr>
            </a:lvl4pPr>
            <a:lvl5pPr>
              <a:defRPr sz="4800" b="1">
                <a:solidFill>
                  <a:srgbClr val="FF0000"/>
                </a:solidFill>
                <a:latin typeface="隶书" pitchFamily="49" charset="-122"/>
                <a:ea typeface="隶书" pitchFamily="49" charset="-122"/>
              </a:defRPr>
            </a:lvl5pPr>
            <a:lvl6pPr fontAlgn="base">
              <a:spcBef>
                <a:spcPct val="0"/>
              </a:spcBef>
              <a:spcAft>
                <a:spcPct val="0"/>
              </a:spcAft>
              <a:defRPr sz="4800" b="1">
                <a:solidFill>
                  <a:srgbClr val="FF0000"/>
                </a:solidFill>
                <a:latin typeface="隶书" pitchFamily="49" charset="-122"/>
                <a:ea typeface="隶书" pitchFamily="49" charset="-122"/>
              </a:defRPr>
            </a:lvl6pPr>
            <a:lvl7pPr fontAlgn="base">
              <a:spcBef>
                <a:spcPct val="0"/>
              </a:spcBef>
              <a:spcAft>
                <a:spcPct val="0"/>
              </a:spcAft>
              <a:defRPr sz="4800" b="1">
                <a:solidFill>
                  <a:srgbClr val="FF0000"/>
                </a:solidFill>
                <a:latin typeface="隶书" pitchFamily="49" charset="-122"/>
                <a:ea typeface="隶书" pitchFamily="49" charset="-122"/>
              </a:defRPr>
            </a:lvl7pPr>
            <a:lvl8pPr fontAlgn="base">
              <a:spcBef>
                <a:spcPct val="0"/>
              </a:spcBef>
              <a:spcAft>
                <a:spcPct val="0"/>
              </a:spcAft>
              <a:defRPr sz="4800" b="1">
                <a:solidFill>
                  <a:srgbClr val="FF0000"/>
                </a:solidFill>
                <a:latin typeface="隶书" pitchFamily="49" charset="-122"/>
                <a:ea typeface="隶书" pitchFamily="49" charset="-122"/>
              </a:defRPr>
            </a:lvl8pPr>
            <a:lvl9pPr fontAlgn="base">
              <a:spcBef>
                <a:spcPct val="0"/>
              </a:spcBef>
              <a:spcAft>
                <a:spcPct val="0"/>
              </a:spcAft>
              <a:defRPr sz="4800" b="1">
                <a:solidFill>
                  <a:srgbClr val="FF0000"/>
                </a:solidFill>
                <a:latin typeface="隶书" pitchFamily="49" charset="-122"/>
                <a:ea typeface="隶书" pitchFamily="49" charset="-122"/>
              </a:defRPr>
            </a:lvl9pPr>
          </a:lstStyle>
          <a:p>
            <a:pPr eaLnBrk="1" hangingPunct="1">
              <a:lnSpc>
                <a:spcPct val="90000"/>
              </a:lnSpc>
              <a:spcBef>
                <a:spcPct val="30000"/>
              </a:spcBef>
              <a:buClr>
                <a:srgbClr val="FF0000"/>
              </a:buClr>
              <a:buSzPct val="75000"/>
              <a:buFont typeface="Wingdings" pitchFamily="2" charset="2"/>
              <a:buChar char="n"/>
              <a:defRPr/>
            </a:pPr>
            <a:r>
              <a:rPr lang="zh-CN" altLang="en-US" sz="2400">
                <a:solidFill>
                  <a:schemeClr val="bg2"/>
                </a:solidFill>
                <a:effectLst>
                  <a:outerShdw blurRad="38100" dist="38100" dir="2700000" algn="tl">
                    <a:srgbClr val="C0C0C0"/>
                  </a:outerShdw>
                </a:effectLst>
                <a:latin typeface="Arial" panose="020B0604020202020204" pitchFamily="34" charset="0"/>
                <a:ea typeface="宋体" panose="02010600030101010101" pitchFamily="2" charset="-122"/>
              </a:rPr>
              <a:t>通过密码学提供完整性</a:t>
            </a:r>
          </a:p>
          <a:p>
            <a:pPr eaLnBrk="1" hangingPunct="1">
              <a:lnSpc>
                <a:spcPct val="90000"/>
              </a:lnSpc>
              <a:spcBef>
                <a:spcPct val="30000"/>
              </a:spcBef>
              <a:buClr>
                <a:srgbClr val="FF0000"/>
              </a:buClr>
              <a:buSzPct val="75000"/>
              <a:buFont typeface="Wingdings" pitchFamily="2" charset="2"/>
              <a:buChar char="n"/>
              <a:defRPr/>
            </a:pPr>
            <a:r>
              <a:rPr lang="zh-CN" altLang="en-US" sz="2400">
                <a:solidFill>
                  <a:schemeClr val="bg2"/>
                </a:solidFill>
                <a:effectLst>
                  <a:outerShdw blurRad="38100" dist="38100" dir="2700000" algn="tl">
                    <a:srgbClr val="C0C0C0"/>
                  </a:outerShdw>
                </a:effectLst>
                <a:latin typeface="Arial" panose="020B0604020202020204" pitchFamily="34" charset="0"/>
                <a:ea typeface="宋体" panose="02010600030101010101" pitchFamily="2" charset="-122"/>
              </a:rPr>
              <a:t>通过上下文提供完整性</a:t>
            </a:r>
          </a:p>
          <a:p>
            <a:pPr eaLnBrk="1" hangingPunct="1">
              <a:lnSpc>
                <a:spcPct val="90000"/>
              </a:lnSpc>
              <a:spcBef>
                <a:spcPct val="30000"/>
              </a:spcBef>
              <a:buClr>
                <a:srgbClr val="FF0000"/>
              </a:buClr>
              <a:buSzPct val="75000"/>
              <a:buFont typeface="Wingdings" pitchFamily="2" charset="2"/>
              <a:buChar char="n"/>
              <a:defRPr/>
            </a:pPr>
            <a:r>
              <a:rPr lang="zh-CN" altLang="en-US" sz="2400">
                <a:solidFill>
                  <a:schemeClr val="bg2"/>
                </a:solidFill>
                <a:effectLst>
                  <a:outerShdw blurRad="38100" dist="38100" dir="2700000" algn="tl">
                    <a:srgbClr val="C0C0C0"/>
                  </a:outerShdw>
                </a:effectLst>
                <a:latin typeface="Arial" panose="020B0604020202020204" pitchFamily="34" charset="0"/>
                <a:ea typeface="宋体" panose="02010600030101010101" pitchFamily="2" charset="-122"/>
              </a:rPr>
              <a:t>通过探测和确认提供完整性</a:t>
            </a:r>
          </a:p>
          <a:p>
            <a:pPr eaLnBrk="1" hangingPunct="1">
              <a:lnSpc>
                <a:spcPct val="90000"/>
              </a:lnSpc>
              <a:spcBef>
                <a:spcPct val="30000"/>
              </a:spcBef>
              <a:buClr>
                <a:srgbClr val="FF0000"/>
              </a:buClr>
              <a:buSzPct val="75000"/>
              <a:buFont typeface="Wingdings" pitchFamily="2" charset="2"/>
              <a:buChar char="n"/>
              <a:defRPr/>
            </a:pPr>
            <a:r>
              <a:rPr lang="zh-CN" altLang="en-US" sz="2400">
                <a:solidFill>
                  <a:schemeClr val="bg2"/>
                </a:solidFill>
                <a:effectLst>
                  <a:outerShdw blurRad="38100" dist="38100" dir="2700000" algn="tl">
                    <a:srgbClr val="C0C0C0"/>
                  </a:outerShdw>
                </a:effectLst>
                <a:latin typeface="Arial" panose="020B0604020202020204" pitchFamily="34" charset="0"/>
                <a:ea typeface="宋体" panose="02010600030101010101" pitchFamily="2" charset="-122"/>
              </a:rPr>
              <a:t>通过阻止提供完整性</a:t>
            </a:r>
          </a:p>
        </p:txBody>
      </p:sp>
      <p:sp>
        <p:nvSpPr>
          <p:cNvPr id="5" name="矩形 4">
            <a:extLst>
              <a:ext uri="{FF2B5EF4-FFF2-40B4-BE49-F238E27FC236}">
                <a16:creationId xmlns:a16="http://schemas.microsoft.com/office/drawing/2014/main" id="{1F5C0FA6-5086-4048-AECA-5025D940847A}"/>
              </a:ext>
            </a:extLst>
          </p:cNvPr>
          <p:cNvSpPr>
            <a:spLocks noChangeArrowheads="1"/>
          </p:cNvSpPr>
          <p:nvPr/>
        </p:nvSpPr>
        <p:spPr bwMode="auto">
          <a:xfrm>
            <a:off x="533400" y="1600200"/>
            <a:ext cx="8077200" cy="1087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sz="4800" b="1">
                <a:solidFill>
                  <a:srgbClr val="FF0000"/>
                </a:solidFill>
                <a:latin typeface="隶书" pitchFamily="49" charset="-122"/>
                <a:ea typeface="隶书" pitchFamily="49" charset="-122"/>
              </a:defRPr>
            </a:lvl1pPr>
            <a:lvl2pPr marL="669925">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lvl="1">
              <a:lnSpc>
                <a:spcPct val="95000"/>
              </a:lnSpc>
              <a:spcBef>
                <a:spcPct val="30000"/>
              </a:spcBef>
              <a:buClr>
                <a:srgbClr val="0000FF"/>
              </a:buClr>
            </a:pPr>
            <a:r>
              <a:rPr lang="zh-CN" altLang="en-US" sz="2800">
                <a:latin typeface="黑体" panose="02010609060101010101" pitchFamily="49" charset="-122"/>
                <a:ea typeface="黑体" panose="02010609060101010101" pitchFamily="49" charset="-122"/>
              </a:rPr>
              <a:t>定义：</a:t>
            </a:r>
            <a:r>
              <a:rPr lang="zh-CN" altLang="en-US" sz="2000">
                <a:solidFill>
                  <a:schemeClr val="bg2"/>
                </a:solidFill>
                <a:latin typeface="黑体" panose="02010609060101010101" pitchFamily="49" charset="-122"/>
                <a:ea typeface="黑体" panose="02010609060101010101" pitchFamily="49" charset="-122"/>
              </a:rPr>
              <a:t>数据完整性是</a:t>
            </a:r>
            <a:r>
              <a:rPr lang="zh-CN" altLang="en-US" sz="2000">
                <a:latin typeface="黑体" panose="02010609060101010101" pitchFamily="49" charset="-122"/>
                <a:ea typeface="黑体" panose="02010609060101010101" pitchFamily="49" charset="-122"/>
              </a:rPr>
              <a:t>防止</a:t>
            </a:r>
            <a:r>
              <a:rPr lang="zh-CN" altLang="en-US" sz="2000">
                <a:solidFill>
                  <a:schemeClr val="bg2"/>
                </a:solidFill>
                <a:latin typeface="黑体" panose="02010609060101010101" pitchFamily="49" charset="-122"/>
                <a:ea typeface="黑体" panose="02010609060101010101" pitchFamily="49" charset="-122"/>
              </a:rPr>
              <a:t>非法实体对交换数据的修改、插入、替换和删除，或者如果被修改、插入、替换和删除时</a:t>
            </a:r>
            <a:r>
              <a:rPr lang="zh-CN" altLang="en-US" sz="2000">
                <a:latin typeface="黑体" panose="02010609060101010101" pitchFamily="49" charset="-122"/>
                <a:ea typeface="黑体" panose="02010609060101010101" pitchFamily="49" charset="-122"/>
              </a:rPr>
              <a:t>可以被检测</a:t>
            </a:r>
            <a:r>
              <a:rPr lang="zh-CN" altLang="en-US" sz="2000">
                <a:solidFill>
                  <a:schemeClr val="bg2"/>
                </a:solidFill>
                <a:latin typeface="黑体" panose="02010609060101010101" pitchFamily="49" charset="-122"/>
                <a:ea typeface="黑体" panose="02010609060101010101" pitchFamily="49" charset="-122"/>
              </a:rPr>
              <a:t>出来。数据完整性可以通过消息认证模式来保证。</a:t>
            </a:r>
          </a:p>
        </p:txBody>
      </p:sp>
      <p:sp>
        <p:nvSpPr>
          <p:cNvPr id="6" name="矩形 5">
            <a:extLst>
              <a:ext uri="{FF2B5EF4-FFF2-40B4-BE49-F238E27FC236}">
                <a16:creationId xmlns:a16="http://schemas.microsoft.com/office/drawing/2014/main" id="{EFAD1979-5F48-0141-ACBE-B1B173BA7FE6}"/>
              </a:ext>
            </a:extLst>
          </p:cNvPr>
          <p:cNvSpPr/>
          <p:nvPr/>
        </p:nvSpPr>
        <p:spPr>
          <a:xfrm>
            <a:off x="1233488" y="2752725"/>
            <a:ext cx="2709862" cy="523875"/>
          </a:xfrm>
          <a:prstGeom prst="rect">
            <a:avLst/>
          </a:prstGeom>
        </p:spPr>
        <p:txBody>
          <a:bodyPr wrap="none">
            <a:spAutoFit/>
          </a:bodyPr>
          <a:lstStyle/>
          <a:p>
            <a:pPr>
              <a:defRPr/>
            </a:pPr>
            <a:r>
              <a:rPr lang="zh-CN" altLang="en-US" sz="2800">
                <a:effectLst>
                  <a:outerShdw blurRad="38100" dist="38100" dir="2700000" algn="tl">
                    <a:srgbClr val="C0C0C0"/>
                  </a:outerShdw>
                </a:effectLst>
                <a:latin typeface="黑体" panose="02010609060101010101" pitchFamily="49" charset="-122"/>
                <a:ea typeface="黑体" panose="02010609060101010101" pitchFamily="49" charset="-122"/>
              </a:rPr>
              <a:t>完整性机制分类</a:t>
            </a:r>
          </a:p>
        </p:txBody>
      </p:sp>
      <p:pic>
        <p:nvPicPr>
          <p:cNvPr id="67589" name="图片 6">
            <a:extLst>
              <a:ext uri="{FF2B5EF4-FFF2-40B4-BE49-F238E27FC236}">
                <a16:creationId xmlns:a16="http://schemas.microsoft.com/office/drawing/2014/main" id="{638A5ADC-14DC-F544-A94B-FBD87869FA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67400" y="3533775"/>
            <a:ext cx="2981325" cy="2465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53" presetClass="entr" presetSubtype="16"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p:cTn id="13" dur="500" fill="hold"/>
                                        <p:tgtEl>
                                          <p:spTgt spid="6"/>
                                        </p:tgtEl>
                                        <p:attrNameLst>
                                          <p:attrName>ppt_w</p:attrName>
                                        </p:attrNameLst>
                                      </p:cBhvr>
                                      <p:tavLst>
                                        <p:tav tm="0">
                                          <p:val>
                                            <p:fltVal val="0"/>
                                          </p:val>
                                        </p:tav>
                                        <p:tav tm="100000">
                                          <p:val>
                                            <p:strVal val="#ppt_w"/>
                                          </p:val>
                                        </p:tav>
                                      </p:tavLst>
                                    </p:anim>
                                    <p:anim calcmode="lin" valueType="num">
                                      <p:cBhvr>
                                        <p:cTn id="14" dur="500" fill="hold"/>
                                        <p:tgtEl>
                                          <p:spTgt spid="6"/>
                                        </p:tgtEl>
                                        <p:attrNameLst>
                                          <p:attrName>ppt_h</p:attrName>
                                        </p:attrNameLst>
                                      </p:cBhvr>
                                      <p:tavLst>
                                        <p:tav tm="0">
                                          <p:val>
                                            <p:fltVal val="0"/>
                                          </p:val>
                                        </p:tav>
                                        <p:tav tm="100000">
                                          <p:val>
                                            <p:strVal val="#ppt_h"/>
                                          </p:val>
                                        </p:tav>
                                      </p:tavLst>
                                    </p:anim>
                                    <p:animEffect transition="in" filter="fade">
                                      <p:cBhvr>
                                        <p:cTn id="15" dur="500"/>
                                        <p:tgtEl>
                                          <p:spTgt spid="6"/>
                                        </p:tgtEl>
                                      </p:cBhvr>
                                    </p:animEffect>
                                  </p:childTnLst>
                                </p:cTn>
                              </p:par>
                            </p:childTnLst>
                          </p:cTn>
                        </p:par>
                        <p:par>
                          <p:cTn id="16" fill="hold" nodeType="afterGroup">
                            <p:stCondLst>
                              <p:cond delay="500"/>
                            </p:stCondLst>
                            <p:childTnLst>
                              <p:par>
                                <p:cTn id="17" presetID="2" presetClass="entr" presetSubtype="4" fill="hold" grpId="0" nodeType="after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538" name="图片 1">
            <a:extLst>
              <a:ext uri="{FF2B5EF4-FFF2-40B4-BE49-F238E27FC236}">
                <a16:creationId xmlns:a16="http://schemas.microsoft.com/office/drawing/2014/main" id="{4EB33A60-1A8C-584D-B2DF-3446D73709D0}"/>
              </a:ext>
            </a:extLst>
          </p:cNvPr>
          <p:cNvPicPr>
            <a:picLocks noChangeAspect="1"/>
          </p:cNvPicPr>
          <p:nvPr/>
        </p:nvPicPr>
        <p:blipFill>
          <a:blip r:embed="rId2"/>
          <a:srcRect/>
          <a:stretch>
            <a:fillRect/>
          </a:stretch>
        </p:blipFill>
        <p:spPr bwMode="auto">
          <a:xfrm>
            <a:off x="533400" y="1600200"/>
            <a:ext cx="8143875" cy="3886200"/>
          </a:xfrm>
          <a:prstGeom prst="rect">
            <a:avLst/>
          </a:prstGeom>
        </p:spPr>
        <p:style>
          <a:lnRef idx="0">
            <a:schemeClr val="accent6"/>
          </a:lnRef>
          <a:fillRef idx="3">
            <a:schemeClr val="accent6"/>
          </a:fillRef>
          <a:effectRef idx="3">
            <a:schemeClr val="accent6"/>
          </a:effectRef>
          <a:fontRef idx="minor">
            <a:schemeClr val="lt1"/>
          </a:fontRef>
        </p:style>
      </p:pic>
      <p:sp>
        <p:nvSpPr>
          <p:cNvPr id="3" name="矩形 2">
            <a:extLst>
              <a:ext uri="{FF2B5EF4-FFF2-40B4-BE49-F238E27FC236}">
                <a16:creationId xmlns:a16="http://schemas.microsoft.com/office/drawing/2014/main" id="{2C2A5A9B-D5EC-6C42-8BF2-CD5BFC81CC66}"/>
              </a:ext>
            </a:extLst>
          </p:cNvPr>
          <p:cNvSpPr/>
          <p:nvPr/>
        </p:nvSpPr>
        <p:spPr>
          <a:xfrm>
            <a:off x="434975" y="762000"/>
            <a:ext cx="2709863" cy="523875"/>
          </a:xfrm>
          <a:prstGeom prst="rect">
            <a:avLst/>
          </a:prstGeom>
        </p:spPr>
        <p:txBody>
          <a:bodyPr wrap="none">
            <a:spAutoFit/>
          </a:bodyPr>
          <a:lstStyle/>
          <a:p>
            <a:pPr>
              <a:defRPr/>
            </a:pPr>
            <a:r>
              <a:rPr lang="zh-CN" altLang="en-US" sz="2800">
                <a:effectLst>
                  <a:outerShdw blurRad="38100" dist="38100" dir="2700000" algn="tl">
                    <a:srgbClr val="C0C0C0"/>
                  </a:outerShdw>
                </a:effectLst>
                <a:latin typeface="黑体" panose="02010609060101010101" pitchFamily="49" charset="-122"/>
                <a:ea typeface="黑体" panose="02010609060101010101" pitchFamily="49" charset="-122"/>
              </a:rPr>
              <a:t>完整性机制分类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par>
                          <p:cTn id="10" fill="hold" nodeType="afterGroup">
                            <p:stCondLst>
                              <p:cond delay="500"/>
                            </p:stCondLst>
                            <p:childTnLst>
                              <p:par>
                                <p:cTn id="11" presetID="53" presetClass="entr" presetSubtype="16" fill="hold" nodeType="afterEffect">
                                  <p:stCondLst>
                                    <p:cond delay="0"/>
                                  </p:stCondLst>
                                  <p:childTnLst>
                                    <p:set>
                                      <p:cBhvr>
                                        <p:cTn id="12" dur="1" fill="hold">
                                          <p:stCondLst>
                                            <p:cond delay="0"/>
                                          </p:stCondLst>
                                        </p:cTn>
                                        <p:tgtEl>
                                          <p:spTgt spid="65538"/>
                                        </p:tgtEl>
                                        <p:attrNameLst>
                                          <p:attrName>style.visibility</p:attrName>
                                        </p:attrNameLst>
                                      </p:cBhvr>
                                      <p:to>
                                        <p:strVal val="visible"/>
                                      </p:to>
                                    </p:set>
                                    <p:anim calcmode="lin" valueType="num">
                                      <p:cBhvr>
                                        <p:cTn id="13" dur="500" fill="hold"/>
                                        <p:tgtEl>
                                          <p:spTgt spid="65538"/>
                                        </p:tgtEl>
                                        <p:attrNameLst>
                                          <p:attrName>ppt_w</p:attrName>
                                        </p:attrNameLst>
                                      </p:cBhvr>
                                      <p:tavLst>
                                        <p:tav tm="0">
                                          <p:val>
                                            <p:fltVal val="0"/>
                                          </p:val>
                                        </p:tav>
                                        <p:tav tm="100000">
                                          <p:val>
                                            <p:strVal val="#ppt_w"/>
                                          </p:val>
                                        </p:tav>
                                      </p:tavLst>
                                    </p:anim>
                                    <p:anim calcmode="lin" valueType="num">
                                      <p:cBhvr>
                                        <p:cTn id="14" dur="500" fill="hold"/>
                                        <p:tgtEl>
                                          <p:spTgt spid="65538"/>
                                        </p:tgtEl>
                                        <p:attrNameLst>
                                          <p:attrName>ppt_h</p:attrName>
                                        </p:attrNameLst>
                                      </p:cBhvr>
                                      <p:tavLst>
                                        <p:tav tm="0">
                                          <p:val>
                                            <p:fltVal val="0"/>
                                          </p:val>
                                        </p:tav>
                                        <p:tav tm="100000">
                                          <p:val>
                                            <p:strVal val="#ppt_h"/>
                                          </p:val>
                                        </p:tav>
                                      </p:tavLst>
                                    </p:anim>
                                    <p:animEffect transition="in" filter="fade">
                                      <p:cBhvr>
                                        <p:cTn id="15" dur="500"/>
                                        <p:tgtEl>
                                          <p:spTgt spid="655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AEC21C3D-F4DD-AA44-B1E5-57B29883761C}"/>
              </a:ext>
            </a:extLst>
          </p:cNvPr>
          <p:cNvSpPr>
            <a:spLocks noGrp="1" noChangeArrowheads="1"/>
          </p:cNvSpPr>
          <p:nvPr>
            <p:ph type="title"/>
          </p:nvPr>
        </p:nvSpPr>
        <p:spPr bwMode="auto">
          <a:xfrm>
            <a:off x="381000" y="762000"/>
            <a:ext cx="8229600" cy="549275"/>
          </a:xfrm>
        </p:spPr>
        <p:txBody>
          <a:bodyPr vert="horz" wrap="square" lIns="84406" tIns="42203" rIns="84406" bIns="42203" numCol="1" anchor="t" anchorCtr="0" compatLnSpc="1">
            <a:prstTxWarp prst="textNoShape">
              <a:avLst/>
            </a:prstTxWarp>
          </a:bodyPr>
          <a:lstStyle/>
          <a:p>
            <a:pPr>
              <a:defRPr/>
            </a:pPr>
            <a:r>
              <a:rPr lang="en-US" altLang="zh-CN" sz="2800">
                <a:solidFill>
                  <a:srgbClr val="FF0000"/>
                </a:solidFill>
                <a:latin typeface="黑体" panose="02010609060101010101" pitchFamily="49" charset="-122"/>
                <a:ea typeface="黑体" panose="02010609060101010101" pitchFamily="49" charset="-122"/>
              </a:rPr>
              <a:t>1.</a:t>
            </a:r>
            <a:r>
              <a:rPr lang="zh-CN" altLang="en-US" sz="2800">
                <a:solidFill>
                  <a:srgbClr val="FF0000"/>
                </a:solidFill>
                <a:latin typeface="黑体" panose="02010609060101010101" pitchFamily="49" charset="-122"/>
                <a:ea typeface="黑体" panose="02010609060101010101" pitchFamily="49" charset="-122"/>
              </a:rPr>
              <a:t>通过密码学提供完整性</a:t>
            </a:r>
          </a:p>
        </p:txBody>
      </p:sp>
      <p:sp>
        <p:nvSpPr>
          <p:cNvPr id="69634" name="矩形 1">
            <a:extLst>
              <a:ext uri="{FF2B5EF4-FFF2-40B4-BE49-F238E27FC236}">
                <a16:creationId xmlns:a16="http://schemas.microsoft.com/office/drawing/2014/main" id="{DD8480AC-CF70-134C-A495-AFBC0587BA72}"/>
              </a:ext>
            </a:extLst>
          </p:cNvPr>
          <p:cNvSpPr>
            <a:spLocks noChangeArrowheads="1"/>
          </p:cNvSpPr>
          <p:nvPr/>
        </p:nvSpPr>
        <p:spPr bwMode="auto">
          <a:xfrm>
            <a:off x="838200" y="1311275"/>
            <a:ext cx="45720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buClr>
                <a:srgbClr val="FF0000"/>
              </a:buClr>
              <a:buFont typeface="Wingdings" pitchFamily="2" charset="2"/>
              <a:buNone/>
            </a:pPr>
            <a:r>
              <a:rPr lang="zh-CN" altLang="en-US" sz="2800">
                <a:solidFill>
                  <a:schemeClr val="bg2"/>
                </a:solidFill>
                <a:latin typeface="黑体" panose="02010609060101010101" pitchFamily="49" charset="-122"/>
                <a:ea typeface="黑体" panose="02010609060101010101" pitchFamily="49" charset="-122"/>
              </a:rPr>
              <a:t>两类密码学完整性机制</a:t>
            </a:r>
          </a:p>
        </p:txBody>
      </p:sp>
      <p:sp>
        <p:nvSpPr>
          <p:cNvPr id="3" name="矩形 2">
            <a:extLst>
              <a:ext uri="{FF2B5EF4-FFF2-40B4-BE49-F238E27FC236}">
                <a16:creationId xmlns:a16="http://schemas.microsoft.com/office/drawing/2014/main" id="{D9857F11-5477-314C-A67C-32EDDC9B179C}"/>
              </a:ext>
            </a:extLst>
          </p:cNvPr>
          <p:cNvSpPr/>
          <p:nvPr/>
        </p:nvSpPr>
        <p:spPr>
          <a:xfrm>
            <a:off x="533400" y="2038350"/>
            <a:ext cx="7924800" cy="1743075"/>
          </a:xfrm>
          <a:prstGeom prst="rect">
            <a:avLst/>
          </a:prstGeom>
        </p:spPr>
        <p:txBody>
          <a:bodyPr>
            <a:spAutoFit/>
          </a:bodyPr>
          <a:lstStyle>
            <a:lvl1pPr>
              <a:defRPr sz="4800" b="1">
                <a:solidFill>
                  <a:srgbClr val="FF0000"/>
                </a:solidFill>
                <a:latin typeface="隶书" pitchFamily="49" charset="-122"/>
                <a:ea typeface="隶书" pitchFamily="49" charset="-122"/>
              </a:defRPr>
            </a:lvl1pPr>
            <a:lvl2pPr marL="1028700" indent="-455613">
              <a:defRPr sz="4800" b="1">
                <a:solidFill>
                  <a:srgbClr val="FF0000"/>
                </a:solidFill>
                <a:latin typeface="隶书" pitchFamily="49" charset="-122"/>
                <a:ea typeface="隶书" pitchFamily="49" charset="-122"/>
              </a:defRPr>
            </a:lvl2pPr>
            <a:lvl3pPr marL="1428750" indent="-398463">
              <a:defRPr sz="4800" b="1">
                <a:solidFill>
                  <a:srgbClr val="FF0000"/>
                </a:solidFill>
                <a:latin typeface="隶书" pitchFamily="49" charset="-122"/>
                <a:ea typeface="隶书" pitchFamily="49" charset="-122"/>
              </a:defRPr>
            </a:lvl3pPr>
            <a:lvl4pPr>
              <a:defRPr sz="4800" b="1">
                <a:solidFill>
                  <a:srgbClr val="FF0000"/>
                </a:solidFill>
                <a:latin typeface="隶书" pitchFamily="49" charset="-122"/>
                <a:ea typeface="隶书" pitchFamily="49" charset="-122"/>
              </a:defRPr>
            </a:lvl4pPr>
            <a:lvl5pPr>
              <a:defRPr sz="4800" b="1">
                <a:solidFill>
                  <a:srgbClr val="FF0000"/>
                </a:solidFill>
                <a:latin typeface="隶书" pitchFamily="49" charset="-122"/>
                <a:ea typeface="隶书" pitchFamily="49" charset="-122"/>
              </a:defRPr>
            </a:lvl5pPr>
            <a:lvl6pPr fontAlgn="base">
              <a:spcBef>
                <a:spcPct val="0"/>
              </a:spcBef>
              <a:spcAft>
                <a:spcPct val="0"/>
              </a:spcAft>
              <a:defRPr sz="4800" b="1">
                <a:solidFill>
                  <a:srgbClr val="FF0000"/>
                </a:solidFill>
                <a:latin typeface="隶书" pitchFamily="49" charset="-122"/>
                <a:ea typeface="隶书" pitchFamily="49" charset="-122"/>
              </a:defRPr>
            </a:lvl6pPr>
            <a:lvl7pPr fontAlgn="base">
              <a:spcBef>
                <a:spcPct val="0"/>
              </a:spcBef>
              <a:spcAft>
                <a:spcPct val="0"/>
              </a:spcAft>
              <a:defRPr sz="4800" b="1">
                <a:solidFill>
                  <a:srgbClr val="FF0000"/>
                </a:solidFill>
                <a:latin typeface="隶书" pitchFamily="49" charset="-122"/>
                <a:ea typeface="隶书" pitchFamily="49" charset="-122"/>
              </a:defRPr>
            </a:lvl7pPr>
            <a:lvl8pPr fontAlgn="base">
              <a:spcBef>
                <a:spcPct val="0"/>
              </a:spcBef>
              <a:spcAft>
                <a:spcPct val="0"/>
              </a:spcAft>
              <a:defRPr sz="4800" b="1">
                <a:solidFill>
                  <a:srgbClr val="FF0000"/>
                </a:solidFill>
                <a:latin typeface="隶书" pitchFamily="49" charset="-122"/>
                <a:ea typeface="隶书" pitchFamily="49" charset="-122"/>
              </a:defRPr>
            </a:lvl8pPr>
            <a:lvl9pPr fontAlgn="base">
              <a:spcBef>
                <a:spcPct val="0"/>
              </a:spcBef>
              <a:spcAft>
                <a:spcPct val="0"/>
              </a:spcAft>
              <a:defRPr sz="4800" b="1">
                <a:solidFill>
                  <a:srgbClr val="FF0000"/>
                </a:solidFill>
                <a:latin typeface="隶书" pitchFamily="49" charset="-122"/>
                <a:ea typeface="隶书" pitchFamily="49" charset="-122"/>
              </a:defRPr>
            </a:lvl9pPr>
          </a:lstStyle>
          <a:p>
            <a:pPr lvl="1" eaLnBrk="1" hangingPunct="1">
              <a:lnSpc>
                <a:spcPct val="90000"/>
              </a:lnSpc>
              <a:spcBef>
                <a:spcPct val="30000"/>
              </a:spcBef>
              <a:buClr>
                <a:srgbClr val="FF0000"/>
              </a:buClr>
              <a:buSzPct val="75000"/>
              <a:buFont typeface="Wingdings" pitchFamily="2" charset="2"/>
              <a:buChar char="n"/>
              <a:defRPr/>
            </a:pPr>
            <a:r>
              <a:rPr lang="zh-CN" altLang="en-US" sz="2800">
                <a:effectLst>
                  <a:outerShdw blurRad="38100" dist="38100" dir="2700000" algn="tl">
                    <a:srgbClr val="C0C0C0"/>
                  </a:outerShdw>
                </a:effectLst>
                <a:latin typeface="Arial" panose="020B0604020202020204" pitchFamily="34" charset="0"/>
                <a:ea typeface="宋体" panose="02010600030101010101" pitchFamily="2" charset="-122"/>
              </a:rPr>
              <a:t>基于对称密码技术的完整性机制</a:t>
            </a:r>
          </a:p>
          <a:p>
            <a:pPr lvl="2" eaLnBrk="1" hangingPunct="1">
              <a:lnSpc>
                <a:spcPct val="90000"/>
              </a:lnSpc>
              <a:spcBef>
                <a:spcPct val="30000"/>
              </a:spcBef>
              <a:buClr>
                <a:srgbClr val="0000CC"/>
              </a:buClr>
              <a:buSzPct val="75000"/>
              <a:buFont typeface="Wingdings" pitchFamily="2" charset="2"/>
              <a:buChar char="u"/>
              <a:defRPr/>
            </a:pPr>
            <a:r>
              <a:rPr lang="zh-CN" altLang="en-US" sz="2400">
                <a:solidFill>
                  <a:schemeClr val="bg2"/>
                </a:solidFill>
                <a:effectLst>
                  <a:outerShdw blurRad="38100" dist="38100" dir="2700000" algn="tl">
                    <a:srgbClr val="C0C0C0"/>
                  </a:outerShdw>
                </a:effectLst>
                <a:latin typeface="Arial" panose="020B0604020202020204" pitchFamily="34" charset="0"/>
                <a:ea typeface="宋体" panose="02010600030101010101" pitchFamily="2" charset="-122"/>
              </a:rPr>
              <a:t>对隐藏数据的相同秘密密钥的理解，有效获得数据的完整性保护</a:t>
            </a:r>
          </a:p>
          <a:p>
            <a:pPr lvl="2" eaLnBrk="1" hangingPunct="1">
              <a:lnSpc>
                <a:spcPct val="90000"/>
              </a:lnSpc>
              <a:spcBef>
                <a:spcPct val="30000"/>
              </a:spcBef>
              <a:buClr>
                <a:srgbClr val="0000CC"/>
              </a:buClr>
              <a:buSzPct val="75000"/>
              <a:buFont typeface="Wingdings" pitchFamily="2" charset="2"/>
              <a:buChar char="u"/>
              <a:defRPr/>
            </a:pPr>
            <a:r>
              <a:rPr lang="zh-CN" altLang="en-US" sz="2400">
                <a:solidFill>
                  <a:schemeClr val="bg2"/>
                </a:solidFill>
                <a:effectLst>
                  <a:outerShdw blurRad="38100" dist="38100" dir="2700000" algn="tl">
                    <a:srgbClr val="C0C0C0"/>
                  </a:outerShdw>
                </a:effectLst>
                <a:latin typeface="Arial" panose="020B0604020202020204" pitchFamily="34" charset="0"/>
                <a:ea typeface="宋体" panose="02010600030101010101" pitchFamily="2" charset="-122"/>
              </a:rPr>
              <a:t>这种机制相当于密封</a:t>
            </a:r>
          </a:p>
        </p:txBody>
      </p:sp>
      <p:sp>
        <p:nvSpPr>
          <p:cNvPr id="4" name="矩形 3">
            <a:extLst>
              <a:ext uri="{FF2B5EF4-FFF2-40B4-BE49-F238E27FC236}">
                <a16:creationId xmlns:a16="http://schemas.microsoft.com/office/drawing/2014/main" id="{E2B1E7BD-B0D6-FF49-A193-C3B7AFBD65D3}"/>
              </a:ext>
            </a:extLst>
          </p:cNvPr>
          <p:cNvSpPr/>
          <p:nvPr/>
        </p:nvSpPr>
        <p:spPr>
          <a:xfrm>
            <a:off x="609600" y="3886200"/>
            <a:ext cx="7696200" cy="1698625"/>
          </a:xfrm>
          <a:prstGeom prst="rect">
            <a:avLst/>
          </a:prstGeom>
        </p:spPr>
        <p:txBody>
          <a:bodyPr>
            <a:spAutoFit/>
          </a:bodyPr>
          <a:lstStyle>
            <a:lvl1pPr>
              <a:defRPr sz="4800" b="1">
                <a:solidFill>
                  <a:srgbClr val="FF0000"/>
                </a:solidFill>
                <a:latin typeface="隶书" pitchFamily="49" charset="-122"/>
                <a:ea typeface="隶书" pitchFamily="49" charset="-122"/>
              </a:defRPr>
            </a:lvl1pPr>
            <a:lvl2pPr marL="1028700" indent="-455613">
              <a:defRPr sz="4800" b="1">
                <a:solidFill>
                  <a:srgbClr val="FF0000"/>
                </a:solidFill>
                <a:latin typeface="隶书" pitchFamily="49" charset="-122"/>
                <a:ea typeface="隶书" pitchFamily="49" charset="-122"/>
              </a:defRPr>
            </a:lvl2pPr>
            <a:lvl3pPr marL="1428750" indent="-398463">
              <a:defRPr sz="4800" b="1">
                <a:solidFill>
                  <a:srgbClr val="FF0000"/>
                </a:solidFill>
                <a:latin typeface="隶书" pitchFamily="49" charset="-122"/>
                <a:ea typeface="隶书" pitchFamily="49" charset="-122"/>
              </a:defRPr>
            </a:lvl3pPr>
            <a:lvl4pPr>
              <a:defRPr sz="4800" b="1">
                <a:solidFill>
                  <a:srgbClr val="FF0000"/>
                </a:solidFill>
                <a:latin typeface="隶书" pitchFamily="49" charset="-122"/>
                <a:ea typeface="隶书" pitchFamily="49" charset="-122"/>
              </a:defRPr>
            </a:lvl4pPr>
            <a:lvl5pPr>
              <a:defRPr sz="4800" b="1">
                <a:solidFill>
                  <a:srgbClr val="FF0000"/>
                </a:solidFill>
                <a:latin typeface="隶书" pitchFamily="49" charset="-122"/>
                <a:ea typeface="隶书" pitchFamily="49" charset="-122"/>
              </a:defRPr>
            </a:lvl5pPr>
            <a:lvl6pPr fontAlgn="base">
              <a:spcBef>
                <a:spcPct val="0"/>
              </a:spcBef>
              <a:spcAft>
                <a:spcPct val="0"/>
              </a:spcAft>
              <a:defRPr sz="4800" b="1">
                <a:solidFill>
                  <a:srgbClr val="FF0000"/>
                </a:solidFill>
                <a:latin typeface="隶书" pitchFamily="49" charset="-122"/>
                <a:ea typeface="隶书" pitchFamily="49" charset="-122"/>
              </a:defRPr>
            </a:lvl6pPr>
            <a:lvl7pPr fontAlgn="base">
              <a:spcBef>
                <a:spcPct val="0"/>
              </a:spcBef>
              <a:spcAft>
                <a:spcPct val="0"/>
              </a:spcAft>
              <a:defRPr sz="4800" b="1">
                <a:solidFill>
                  <a:srgbClr val="FF0000"/>
                </a:solidFill>
                <a:latin typeface="隶书" pitchFamily="49" charset="-122"/>
                <a:ea typeface="隶书" pitchFamily="49" charset="-122"/>
              </a:defRPr>
            </a:lvl7pPr>
            <a:lvl8pPr fontAlgn="base">
              <a:spcBef>
                <a:spcPct val="0"/>
              </a:spcBef>
              <a:spcAft>
                <a:spcPct val="0"/>
              </a:spcAft>
              <a:defRPr sz="4800" b="1">
                <a:solidFill>
                  <a:srgbClr val="FF0000"/>
                </a:solidFill>
                <a:latin typeface="隶书" pitchFamily="49" charset="-122"/>
                <a:ea typeface="隶书" pitchFamily="49" charset="-122"/>
              </a:defRPr>
            </a:lvl8pPr>
            <a:lvl9pPr fontAlgn="base">
              <a:spcBef>
                <a:spcPct val="0"/>
              </a:spcBef>
              <a:spcAft>
                <a:spcPct val="0"/>
              </a:spcAft>
              <a:defRPr sz="4800" b="1">
                <a:solidFill>
                  <a:srgbClr val="FF0000"/>
                </a:solidFill>
                <a:latin typeface="隶书" pitchFamily="49" charset="-122"/>
                <a:ea typeface="隶书" pitchFamily="49" charset="-122"/>
              </a:defRPr>
            </a:lvl9pPr>
          </a:lstStyle>
          <a:p>
            <a:pPr lvl="1" eaLnBrk="1" hangingPunct="1">
              <a:lnSpc>
                <a:spcPct val="90000"/>
              </a:lnSpc>
              <a:spcBef>
                <a:spcPct val="30000"/>
              </a:spcBef>
              <a:buClr>
                <a:srgbClr val="FF0000"/>
              </a:buClr>
              <a:buSzPct val="75000"/>
              <a:buFont typeface="Wingdings" pitchFamily="2" charset="2"/>
              <a:buChar char="n"/>
              <a:defRPr/>
            </a:pPr>
            <a:r>
              <a:rPr lang="zh-CN" altLang="en-US" sz="2800">
                <a:effectLst>
                  <a:outerShdw blurRad="38100" dist="38100" dir="2700000" algn="tl">
                    <a:srgbClr val="C0C0C0"/>
                  </a:outerShdw>
                </a:effectLst>
                <a:latin typeface="Arial" panose="020B0604020202020204" pitchFamily="34" charset="0"/>
                <a:ea typeface="宋体" panose="02010600030101010101" pitchFamily="2" charset="-122"/>
              </a:rPr>
              <a:t>基于非对称密码技术的完整性机制</a:t>
            </a:r>
          </a:p>
          <a:p>
            <a:pPr lvl="2" eaLnBrk="1" hangingPunct="1">
              <a:lnSpc>
                <a:spcPct val="90000"/>
              </a:lnSpc>
              <a:spcBef>
                <a:spcPct val="30000"/>
              </a:spcBef>
              <a:buClr>
                <a:srgbClr val="0000CC"/>
              </a:buClr>
              <a:buSzPct val="75000"/>
              <a:buFont typeface="Wingdings" pitchFamily="2" charset="2"/>
              <a:buChar char="u"/>
              <a:defRPr/>
            </a:pPr>
            <a:r>
              <a:rPr lang="zh-CN" altLang="en-US" sz="2400">
                <a:solidFill>
                  <a:schemeClr val="bg2"/>
                </a:solidFill>
                <a:effectLst>
                  <a:outerShdw blurRad="38100" dist="38100" dir="2700000" algn="tl">
                    <a:srgbClr val="C0C0C0"/>
                  </a:outerShdw>
                </a:effectLst>
                <a:latin typeface="Arial" panose="020B0604020202020204" pitchFamily="34" charset="0"/>
                <a:ea typeface="宋体" panose="02010600030101010101" pitchFamily="2" charset="-122"/>
              </a:rPr>
              <a:t>对隐藏数据的公钥对应的私钥的理解，获得数据完整性保护</a:t>
            </a:r>
          </a:p>
          <a:p>
            <a:pPr lvl="2" eaLnBrk="1" hangingPunct="1">
              <a:lnSpc>
                <a:spcPct val="90000"/>
              </a:lnSpc>
              <a:spcBef>
                <a:spcPct val="30000"/>
              </a:spcBef>
              <a:buClr>
                <a:srgbClr val="0000CC"/>
              </a:buClr>
              <a:buSzPct val="75000"/>
              <a:buFont typeface="Wingdings" pitchFamily="2" charset="2"/>
              <a:buChar char="u"/>
              <a:defRPr/>
            </a:pPr>
            <a:r>
              <a:rPr lang="zh-CN" altLang="en-US" sz="2400">
                <a:solidFill>
                  <a:schemeClr val="bg2"/>
                </a:solidFill>
                <a:effectLst>
                  <a:outerShdw blurRad="38100" dist="38100" dir="2700000" algn="tl">
                    <a:srgbClr val="C0C0C0"/>
                  </a:outerShdw>
                </a:effectLst>
                <a:latin typeface="Arial" panose="020B0604020202020204" pitchFamily="34" charset="0"/>
                <a:ea typeface="宋体" panose="02010600030101010101" pitchFamily="2" charset="-122"/>
              </a:rPr>
              <a:t>这种机制相当于数字签名</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F0BEB16-ABCF-7F4E-BD02-E8A045AD8A07}"/>
              </a:ext>
            </a:extLst>
          </p:cNvPr>
          <p:cNvSpPr/>
          <p:nvPr/>
        </p:nvSpPr>
        <p:spPr>
          <a:xfrm>
            <a:off x="655638" y="3429000"/>
            <a:ext cx="8001000" cy="1984375"/>
          </a:xfrm>
          <a:prstGeom prst="rect">
            <a:avLst/>
          </a:prstGeom>
        </p:spPr>
        <p:txBody>
          <a:bodyPr>
            <a:spAutoFit/>
          </a:bodyPr>
          <a:lstStyle>
            <a:lvl1pPr marL="571500" indent="-571500">
              <a:defRPr sz="4800" b="1">
                <a:solidFill>
                  <a:srgbClr val="FF0000"/>
                </a:solidFill>
                <a:latin typeface="隶书" pitchFamily="49" charset="-122"/>
                <a:ea typeface="隶书" pitchFamily="49" charset="-122"/>
              </a:defRPr>
            </a:lvl1pPr>
            <a:lvl2pPr marL="1028700" indent="-455613">
              <a:defRPr sz="4800" b="1">
                <a:solidFill>
                  <a:srgbClr val="FF0000"/>
                </a:solidFill>
                <a:latin typeface="隶书" pitchFamily="49" charset="-122"/>
                <a:ea typeface="隶书" pitchFamily="49" charset="-122"/>
              </a:defRPr>
            </a:lvl2pPr>
            <a:lvl3pPr>
              <a:defRPr sz="4800" b="1">
                <a:solidFill>
                  <a:srgbClr val="FF0000"/>
                </a:solidFill>
                <a:latin typeface="隶书" pitchFamily="49" charset="-122"/>
                <a:ea typeface="隶书" pitchFamily="49" charset="-122"/>
              </a:defRPr>
            </a:lvl3pPr>
            <a:lvl4pPr>
              <a:defRPr sz="4800" b="1">
                <a:solidFill>
                  <a:srgbClr val="FF0000"/>
                </a:solidFill>
                <a:latin typeface="隶书" pitchFamily="49" charset="-122"/>
                <a:ea typeface="隶书" pitchFamily="49" charset="-122"/>
              </a:defRPr>
            </a:lvl4pPr>
            <a:lvl5pPr>
              <a:defRPr sz="4800" b="1">
                <a:solidFill>
                  <a:srgbClr val="FF0000"/>
                </a:solidFill>
                <a:latin typeface="隶书" pitchFamily="49" charset="-122"/>
                <a:ea typeface="隶书" pitchFamily="49" charset="-122"/>
              </a:defRPr>
            </a:lvl5pPr>
            <a:lvl6pPr fontAlgn="base">
              <a:spcBef>
                <a:spcPct val="0"/>
              </a:spcBef>
              <a:spcAft>
                <a:spcPct val="0"/>
              </a:spcAft>
              <a:defRPr sz="4800" b="1">
                <a:solidFill>
                  <a:srgbClr val="FF0000"/>
                </a:solidFill>
                <a:latin typeface="隶书" pitchFamily="49" charset="-122"/>
                <a:ea typeface="隶书" pitchFamily="49" charset="-122"/>
              </a:defRPr>
            </a:lvl6pPr>
            <a:lvl7pPr fontAlgn="base">
              <a:spcBef>
                <a:spcPct val="0"/>
              </a:spcBef>
              <a:spcAft>
                <a:spcPct val="0"/>
              </a:spcAft>
              <a:defRPr sz="4800" b="1">
                <a:solidFill>
                  <a:srgbClr val="FF0000"/>
                </a:solidFill>
                <a:latin typeface="隶书" pitchFamily="49" charset="-122"/>
                <a:ea typeface="隶书" pitchFamily="49" charset="-122"/>
              </a:defRPr>
            </a:lvl7pPr>
            <a:lvl8pPr fontAlgn="base">
              <a:spcBef>
                <a:spcPct val="0"/>
              </a:spcBef>
              <a:spcAft>
                <a:spcPct val="0"/>
              </a:spcAft>
              <a:defRPr sz="4800" b="1">
                <a:solidFill>
                  <a:srgbClr val="FF0000"/>
                </a:solidFill>
                <a:latin typeface="隶书" pitchFamily="49" charset="-122"/>
                <a:ea typeface="隶书" pitchFamily="49" charset="-122"/>
              </a:defRPr>
            </a:lvl8pPr>
            <a:lvl9pPr fontAlgn="base">
              <a:spcBef>
                <a:spcPct val="0"/>
              </a:spcBef>
              <a:spcAft>
                <a:spcPct val="0"/>
              </a:spcAft>
              <a:defRPr sz="4800" b="1">
                <a:solidFill>
                  <a:srgbClr val="FF0000"/>
                </a:solidFill>
                <a:latin typeface="隶书" pitchFamily="49" charset="-122"/>
                <a:ea typeface="隶书" pitchFamily="49" charset="-122"/>
              </a:defRPr>
            </a:lvl9pPr>
          </a:lstStyle>
          <a:p>
            <a:pPr eaLnBrk="1" hangingPunct="1">
              <a:lnSpc>
                <a:spcPct val="90000"/>
              </a:lnSpc>
              <a:spcBef>
                <a:spcPct val="30000"/>
              </a:spcBef>
              <a:buClr>
                <a:srgbClr val="FF0000"/>
              </a:buClr>
              <a:buSzPct val="75000"/>
              <a:buFont typeface="Wingdings" pitchFamily="2" charset="2"/>
              <a:buChar char="n"/>
              <a:defRPr/>
            </a:pPr>
            <a:r>
              <a:rPr lang="zh-CN" altLang="en-US" sz="2500" dirty="0">
                <a:effectLst>
                  <a:outerShdw blurRad="38100" dist="38100" dir="2700000" algn="tl">
                    <a:srgbClr val="C0C0C0"/>
                  </a:outerShdw>
                </a:effectLst>
                <a:latin typeface="Arial" panose="020B0604020202020204" pitchFamily="34" charset="0"/>
                <a:ea typeface="宋体" panose="02010600030101010101" pitchFamily="2" charset="-122"/>
              </a:rPr>
              <a:t>对修改的检测方法</a:t>
            </a:r>
          </a:p>
          <a:p>
            <a:pPr lvl="1" eaLnBrk="1" hangingPunct="1">
              <a:lnSpc>
                <a:spcPct val="90000"/>
              </a:lnSpc>
              <a:spcBef>
                <a:spcPct val="30000"/>
              </a:spcBef>
              <a:buClr>
                <a:srgbClr val="0000CC"/>
              </a:buClr>
              <a:buSzPct val="75000"/>
              <a:buFont typeface="Wingdings" pitchFamily="2" charset="2"/>
              <a:buChar char="u"/>
              <a:defRPr/>
            </a:pPr>
            <a:r>
              <a:rPr lang="zh-CN" altLang="en-US" sz="2200" dirty="0">
                <a:solidFill>
                  <a:schemeClr val="bg2"/>
                </a:solidFill>
                <a:effectLst>
                  <a:outerShdw blurRad="38100" dist="38100" dir="2700000" algn="tl">
                    <a:srgbClr val="C0C0C0"/>
                  </a:outerShdw>
                </a:effectLst>
                <a:latin typeface="Arial" panose="020B0604020202020204" pitchFamily="34" charset="0"/>
                <a:ea typeface="宋体" panose="02010600030101010101" pitchFamily="2" charset="-122"/>
              </a:rPr>
              <a:t>屏蔽通过对未受完整性保护的数据</a:t>
            </a:r>
          </a:p>
          <a:p>
            <a:pPr lvl="1" eaLnBrk="1" hangingPunct="1">
              <a:lnSpc>
                <a:spcPct val="90000"/>
              </a:lnSpc>
              <a:spcBef>
                <a:spcPct val="30000"/>
              </a:spcBef>
              <a:buClr>
                <a:srgbClr val="0000CC"/>
              </a:buClr>
              <a:buSzPct val="75000"/>
              <a:buFont typeface="Wingdings" pitchFamily="2" charset="2"/>
              <a:buChar char="u"/>
              <a:defRPr/>
            </a:pPr>
            <a:r>
              <a:rPr lang="zh-CN" altLang="en-US" sz="2200" dirty="0">
                <a:solidFill>
                  <a:schemeClr val="bg2"/>
                </a:solidFill>
                <a:effectLst>
                  <a:outerShdw blurRad="38100" dist="38100" dir="2700000" algn="tl">
                    <a:srgbClr val="C0C0C0"/>
                  </a:outerShdw>
                </a:effectLst>
                <a:latin typeface="Arial" panose="020B0604020202020204" pitchFamily="34" charset="0"/>
                <a:ea typeface="宋体" panose="02010600030101010101" pitchFamily="2" charset="-122"/>
              </a:rPr>
              <a:t>证实通过使用数据、密码检验值、秘密密钥，判断数据与密封是否一致来获得。</a:t>
            </a:r>
          </a:p>
          <a:p>
            <a:pPr lvl="1" eaLnBrk="1" hangingPunct="1">
              <a:lnSpc>
                <a:spcPct val="90000"/>
              </a:lnSpc>
              <a:spcBef>
                <a:spcPct val="30000"/>
              </a:spcBef>
              <a:buClr>
                <a:srgbClr val="0000CC"/>
              </a:buClr>
              <a:buSzPct val="75000"/>
              <a:buFont typeface="Wingdings" pitchFamily="2" charset="2"/>
              <a:buChar char="u"/>
              <a:defRPr/>
            </a:pPr>
            <a:r>
              <a:rPr lang="zh-CN" altLang="en-US" sz="2200" dirty="0">
                <a:solidFill>
                  <a:schemeClr val="bg2"/>
                </a:solidFill>
                <a:effectLst>
                  <a:outerShdw blurRad="38100" dist="38100" dir="2700000" algn="tl">
                    <a:srgbClr val="C0C0C0"/>
                  </a:outerShdw>
                </a:effectLst>
                <a:latin typeface="Arial" panose="020B0604020202020204" pitchFamily="34" charset="0"/>
                <a:ea typeface="宋体" panose="02010600030101010101" pitchFamily="2" charset="-122"/>
              </a:rPr>
              <a:t>一旦数据被证实，通过去除密码校验值实现去屏蔽。</a:t>
            </a:r>
          </a:p>
        </p:txBody>
      </p:sp>
      <p:sp>
        <p:nvSpPr>
          <p:cNvPr id="3" name="矩形 2">
            <a:extLst>
              <a:ext uri="{FF2B5EF4-FFF2-40B4-BE49-F238E27FC236}">
                <a16:creationId xmlns:a16="http://schemas.microsoft.com/office/drawing/2014/main" id="{02E5A51D-48A3-334E-A90F-14748A24ABED}"/>
              </a:ext>
            </a:extLst>
          </p:cNvPr>
          <p:cNvSpPr/>
          <p:nvPr/>
        </p:nvSpPr>
        <p:spPr>
          <a:xfrm>
            <a:off x="647700" y="1143000"/>
            <a:ext cx="7620000" cy="2024063"/>
          </a:xfrm>
          <a:prstGeom prst="rect">
            <a:avLst/>
          </a:prstGeom>
        </p:spPr>
        <p:txBody>
          <a:bodyPr>
            <a:spAutoFit/>
          </a:bodyPr>
          <a:lstStyle>
            <a:lvl1pPr marL="571500" indent="-571500">
              <a:defRPr sz="4800" b="1">
                <a:solidFill>
                  <a:srgbClr val="FF0000"/>
                </a:solidFill>
                <a:latin typeface="隶书" pitchFamily="49" charset="-122"/>
                <a:ea typeface="隶书" pitchFamily="49" charset="-122"/>
              </a:defRPr>
            </a:lvl1pPr>
            <a:lvl2pPr marL="1028700" indent="-455613">
              <a:defRPr sz="4800" b="1">
                <a:solidFill>
                  <a:srgbClr val="FF0000"/>
                </a:solidFill>
                <a:latin typeface="隶书" pitchFamily="49" charset="-122"/>
                <a:ea typeface="隶书" pitchFamily="49" charset="-122"/>
              </a:defRPr>
            </a:lvl2pPr>
            <a:lvl3pPr>
              <a:defRPr sz="4800" b="1">
                <a:solidFill>
                  <a:srgbClr val="FF0000"/>
                </a:solidFill>
                <a:latin typeface="隶书" pitchFamily="49" charset="-122"/>
                <a:ea typeface="隶书" pitchFamily="49" charset="-122"/>
              </a:defRPr>
            </a:lvl3pPr>
            <a:lvl4pPr>
              <a:defRPr sz="4800" b="1">
                <a:solidFill>
                  <a:srgbClr val="FF0000"/>
                </a:solidFill>
                <a:latin typeface="隶书" pitchFamily="49" charset="-122"/>
                <a:ea typeface="隶书" pitchFamily="49" charset="-122"/>
              </a:defRPr>
            </a:lvl4pPr>
            <a:lvl5pPr>
              <a:defRPr sz="4800" b="1">
                <a:solidFill>
                  <a:srgbClr val="FF0000"/>
                </a:solidFill>
                <a:latin typeface="隶书" pitchFamily="49" charset="-122"/>
                <a:ea typeface="隶书" pitchFamily="49" charset="-122"/>
              </a:defRPr>
            </a:lvl5pPr>
            <a:lvl6pPr fontAlgn="base">
              <a:spcBef>
                <a:spcPct val="0"/>
              </a:spcBef>
              <a:spcAft>
                <a:spcPct val="0"/>
              </a:spcAft>
              <a:defRPr sz="4800" b="1">
                <a:solidFill>
                  <a:srgbClr val="FF0000"/>
                </a:solidFill>
                <a:latin typeface="隶书" pitchFamily="49" charset="-122"/>
                <a:ea typeface="隶书" pitchFamily="49" charset="-122"/>
              </a:defRPr>
            </a:lvl6pPr>
            <a:lvl7pPr fontAlgn="base">
              <a:spcBef>
                <a:spcPct val="0"/>
              </a:spcBef>
              <a:spcAft>
                <a:spcPct val="0"/>
              </a:spcAft>
              <a:defRPr sz="4800" b="1">
                <a:solidFill>
                  <a:srgbClr val="FF0000"/>
                </a:solidFill>
                <a:latin typeface="隶书" pitchFamily="49" charset="-122"/>
                <a:ea typeface="隶书" pitchFamily="49" charset="-122"/>
              </a:defRPr>
            </a:lvl7pPr>
            <a:lvl8pPr fontAlgn="base">
              <a:spcBef>
                <a:spcPct val="0"/>
              </a:spcBef>
              <a:spcAft>
                <a:spcPct val="0"/>
              </a:spcAft>
              <a:defRPr sz="4800" b="1">
                <a:solidFill>
                  <a:srgbClr val="FF0000"/>
                </a:solidFill>
                <a:latin typeface="隶书" pitchFamily="49" charset="-122"/>
                <a:ea typeface="隶书" pitchFamily="49" charset="-122"/>
              </a:defRPr>
            </a:lvl8pPr>
            <a:lvl9pPr fontAlgn="base">
              <a:spcBef>
                <a:spcPct val="0"/>
              </a:spcBef>
              <a:spcAft>
                <a:spcPct val="0"/>
              </a:spcAft>
              <a:defRPr sz="4800" b="1">
                <a:solidFill>
                  <a:srgbClr val="FF0000"/>
                </a:solidFill>
                <a:latin typeface="隶书" pitchFamily="49" charset="-122"/>
                <a:ea typeface="隶书" pitchFamily="49" charset="-122"/>
              </a:defRPr>
            </a:lvl9pPr>
          </a:lstStyle>
          <a:p>
            <a:pPr eaLnBrk="1" hangingPunct="1">
              <a:lnSpc>
                <a:spcPct val="90000"/>
              </a:lnSpc>
              <a:spcBef>
                <a:spcPct val="30000"/>
              </a:spcBef>
              <a:buClr>
                <a:srgbClr val="FF0000"/>
              </a:buClr>
              <a:buSzPct val="75000"/>
              <a:buFont typeface="Wingdings" pitchFamily="2" charset="2"/>
              <a:buChar char="n"/>
              <a:defRPr/>
            </a:pPr>
            <a:r>
              <a:rPr lang="zh-CN" altLang="en-US" sz="2500">
                <a:effectLst>
                  <a:outerShdw blurRad="38100" dist="38100" dir="2700000" algn="tl">
                    <a:srgbClr val="C0C0C0"/>
                  </a:outerShdw>
                </a:effectLst>
                <a:latin typeface="Arial" panose="020B0604020202020204" pitchFamily="34" charset="0"/>
                <a:ea typeface="宋体" panose="02010600030101010101" pitchFamily="2" charset="-122"/>
              </a:rPr>
              <a:t>通过密封提供完整性</a:t>
            </a:r>
          </a:p>
          <a:p>
            <a:pPr lvl="1" eaLnBrk="1" hangingPunct="1">
              <a:lnSpc>
                <a:spcPct val="90000"/>
              </a:lnSpc>
              <a:spcBef>
                <a:spcPct val="30000"/>
              </a:spcBef>
              <a:buClr>
                <a:srgbClr val="0000CC"/>
              </a:buClr>
              <a:buSzPct val="75000"/>
              <a:buFont typeface="Wingdings" pitchFamily="2" charset="2"/>
              <a:buChar char="u"/>
              <a:defRPr/>
            </a:pPr>
            <a:r>
              <a:rPr lang="zh-CN" altLang="en-US" sz="2200">
                <a:solidFill>
                  <a:schemeClr val="bg2"/>
                </a:solidFill>
                <a:effectLst>
                  <a:outerShdw blurRad="38100" dist="38100" dir="2700000" algn="tl">
                    <a:srgbClr val="C0C0C0"/>
                  </a:outerShdw>
                </a:effectLst>
                <a:latin typeface="Arial" panose="020B0604020202020204" pitchFamily="34" charset="0"/>
                <a:ea typeface="宋体" panose="02010600030101010101" pitchFamily="2" charset="-122"/>
              </a:rPr>
              <a:t>为待保护数据添加一个密码检查值提供完整性。</a:t>
            </a:r>
          </a:p>
          <a:p>
            <a:pPr lvl="1" eaLnBrk="1" hangingPunct="1">
              <a:lnSpc>
                <a:spcPct val="90000"/>
              </a:lnSpc>
              <a:spcBef>
                <a:spcPct val="30000"/>
              </a:spcBef>
              <a:buClr>
                <a:srgbClr val="0000CC"/>
              </a:buClr>
              <a:buSzPct val="75000"/>
              <a:buFont typeface="Wingdings" pitchFamily="2" charset="2"/>
              <a:buChar char="u"/>
              <a:defRPr/>
            </a:pPr>
            <a:r>
              <a:rPr lang="zh-CN" altLang="en-US" sz="2200">
                <a:solidFill>
                  <a:schemeClr val="bg2"/>
                </a:solidFill>
                <a:effectLst>
                  <a:outerShdw blurRad="38100" dist="38100" dir="2700000" algn="tl">
                    <a:srgbClr val="C0C0C0"/>
                  </a:outerShdw>
                </a:effectLst>
                <a:latin typeface="Arial" panose="020B0604020202020204" pitchFamily="34" charset="0"/>
                <a:ea typeface="宋体" panose="02010600030101010101" pitchFamily="2" charset="-122"/>
              </a:rPr>
              <a:t>使用相同的秘密密钥保护和证实数据的完整性。</a:t>
            </a:r>
          </a:p>
          <a:p>
            <a:pPr lvl="1" eaLnBrk="1" hangingPunct="1">
              <a:lnSpc>
                <a:spcPct val="90000"/>
              </a:lnSpc>
              <a:spcBef>
                <a:spcPct val="30000"/>
              </a:spcBef>
              <a:buClr>
                <a:srgbClr val="0000CC"/>
              </a:buClr>
              <a:buSzPct val="75000"/>
              <a:buFont typeface="Wingdings" pitchFamily="2" charset="2"/>
              <a:buChar char="u"/>
              <a:defRPr/>
            </a:pPr>
            <a:r>
              <a:rPr lang="zh-CN" altLang="en-US" sz="2200">
                <a:solidFill>
                  <a:schemeClr val="bg2"/>
                </a:solidFill>
                <a:effectLst>
                  <a:outerShdw blurRad="38100" dist="38100" dir="2700000" algn="tl">
                    <a:srgbClr val="C0C0C0"/>
                  </a:outerShdw>
                </a:effectLst>
                <a:latin typeface="Arial" panose="020B0604020202020204" pitchFamily="34" charset="0"/>
                <a:ea typeface="宋体" panose="02010600030101010101" pitchFamily="2" charset="-122"/>
              </a:rPr>
              <a:t>要么所有的潜在证实者事先知道秘密密钥，要么有访问秘密密钥的方法</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1+#ppt_w/2"/>
                                          </p:val>
                                        </p:tav>
                                        <p:tav tm="100000">
                                          <p:val>
                                            <p:strVal val="#ppt_x"/>
                                          </p:val>
                                        </p:tav>
                                      </p:tavLst>
                                    </p:anim>
                                    <p:anim calcmode="lin" valueType="num">
                                      <p:cBhvr additive="base">
                                        <p:cTn id="13"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3">
            <a:extLst>
              <a:ext uri="{FF2B5EF4-FFF2-40B4-BE49-F238E27FC236}">
                <a16:creationId xmlns:a16="http://schemas.microsoft.com/office/drawing/2014/main" id="{7F66A9D5-AAFF-F340-9810-9CCA190057F1}"/>
              </a:ext>
            </a:extLst>
          </p:cNvPr>
          <p:cNvSpPr>
            <a:spLocks noGrp="1" noChangeArrowheads="1"/>
          </p:cNvSpPr>
          <p:nvPr>
            <p:ph idx="1"/>
          </p:nvPr>
        </p:nvSpPr>
        <p:spPr bwMode="auto">
          <a:xfrm>
            <a:off x="461963" y="1295400"/>
            <a:ext cx="8229600" cy="1676400"/>
          </a:xfrm>
        </p:spPr>
        <p:txBody>
          <a:bodyPr vert="horz" wrap="square" lIns="84406" tIns="42203" rIns="84406" bIns="42203" numCol="1" anchor="t" anchorCtr="0" compatLnSpc="1">
            <a:prstTxWarp prst="textNoShape">
              <a:avLst/>
            </a:prstTxWarp>
          </a:bodyPr>
          <a:lstStyle/>
          <a:p>
            <a:pPr eaLnBrk="1" hangingPunct="1">
              <a:buClr>
                <a:srgbClr val="FF0000"/>
              </a:buClr>
              <a:buFont typeface="Wingdings" pitchFamily="2" charset="2"/>
              <a:buChar char="n"/>
              <a:defRPr/>
            </a:pPr>
            <a:r>
              <a:rPr lang="zh-CN" altLang="en-US" sz="2500">
                <a:solidFill>
                  <a:srgbClr val="FF0000"/>
                </a:solidFill>
                <a:ea typeface="宋体" panose="02010600030101010101" pitchFamily="2" charset="-122"/>
              </a:rPr>
              <a:t>通过数字签名提供完整性</a:t>
            </a:r>
          </a:p>
          <a:p>
            <a:pPr lvl="1" eaLnBrk="1" hangingPunct="1">
              <a:buClr>
                <a:srgbClr val="0000CC"/>
              </a:buClr>
              <a:buFont typeface="Wingdings" pitchFamily="2" charset="2"/>
              <a:buChar char="u"/>
              <a:defRPr/>
            </a:pPr>
            <a:r>
              <a:rPr lang="zh-CN" altLang="en-US" sz="2200">
                <a:solidFill>
                  <a:schemeClr val="bg2"/>
                </a:solidFill>
                <a:ea typeface="宋体" panose="02010600030101010101" pitchFamily="2" charset="-122"/>
              </a:rPr>
              <a:t>数字签名是通过一个私有密钥和一个非对称密码算法进行计算的。被屏蔽数据（数据加上附加的数字签名）可用相应的公钥进行证实。</a:t>
            </a:r>
          </a:p>
        </p:txBody>
      </p:sp>
      <p:sp>
        <p:nvSpPr>
          <p:cNvPr id="2" name="矩形 1">
            <a:extLst>
              <a:ext uri="{FF2B5EF4-FFF2-40B4-BE49-F238E27FC236}">
                <a16:creationId xmlns:a16="http://schemas.microsoft.com/office/drawing/2014/main" id="{FCBDD8F5-2FDF-664E-9091-B94365C6DA42}"/>
              </a:ext>
            </a:extLst>
          </p:cNvPr>
          <p:cNvSpPr/>
          <p:nvPr/>
        </p:nvSpPr>
        <p:spPr>
          <a:xfrm>
            <a:off x="461963" y="3124200"/>
            <a:ext cx="8072437" cy="2290763"/>
          </a:xfrm>
          <a:prstGeom prst="rect">
            <a:avLst/>
          </a:prstGeom>
        </p:spPr>
        <p:txBody>
          <a:bodyPr>
            <a:spAutoFit/>
          </a:bodyPr>
          <a:lstStyle>
            <a:lvl1pPr marL="571500" indent="-571500">
              <a:defRPr sz="4800" b="1">
                <a:solidFill>
                  <a:srgbClr val="FF0000"/>
                </a:solidFill>
                <a:latin typeface="隶书" pitchFamily="49" charset="-122"/>
                <a:ea typeface="隶书" pitchFamily="49" charset="-122"/>
              </a:defRPr>
            </a:lvl1pPr>
            <a:lvl2pPr marL="1028700" indent="-455613">
              <a:defRPr sz="4800" b="1">
                <a:solidFill>
                  <a:srgbClr val="FF0000"/>
                </a:solidFill>
                <a:latin typeface="隶书" pitchFamily="49" charset="-122"/>
                <a:ea typeface="隶书" pitchFamily="49" charset="-122"/>
              </a:defRPr>
            </a:lvl2pPr>
            <a:lvl3pPr>
              <a:defRPr sz="4800" b="1">
                <a:solidFill>
                  <a:srgbClr val="FF0000"/>
                </a:solidFill>
                <a:latin typeface="隶书" pitchFamily="49" charset="-122"/>
                <a:ea typeface="隶书" pitchFamily="49" charset="-122"/>
              </a:defRPr>
            </a:lvl3pPr>
            <a:lvl4pPr>
              <a:defRPr sz="4800" b="1">
                <a:solidFill>
                  <a:srgbClr val="FF0000"/>
                </a:solidFill>
                <a:latin typeface="隶书" pitchFamily="49" charset="-122"/>
                <a:ea typeface="隶书" pitchFamily="49" charset="-122"/>
              </a:defRPr>
            </a:lvl4pPr>
            <a:lvl5pPr>
              <a:defRPr sz="4800" b="1">
                <a:solidFill>
                  <a:srgbClr val="FF0000"/>
                </a:solidFill>
                <a:latin typeface="隶书" pitchFamily="49" charset="-122"/>
                <a:ea typeface="隶书" pitchFamily="49" charset="-122"/>
              </a:defRPr>
            </a:lvl5pPr>
            <a:lvl6pPr fontAlgn="base">
              <a:spcBef>
                <a:spcPct val="0"/>
              </a:spcBef>
              <a:spcAft>
                <a:spcPct val="0"/>
              </a:spcAft>
              <a:defRPr sz="4800" b="1">
                <a:solidFill>
                  <a:srgbClr val="FF0000"/>
                </a:solidFill>
                <a:latin typeface="隶书" pitchFamily="49" charset="-122"/>
                <a:ea typeface="隶书" pitchFamily="49" charset="-122"/>
              </a:defRPr>
            </a:lvl6pPr>
            <a:lvl7pPr fontAlgn="base">
              <a:spcBef>
                <a:spcPct val="0"/>
              </a:spcBef>
              <a:spcAft>
                <a:spcPct val="0"/>
              </a:spcAft>
              <a:defRPr sz="4800" b="1">
                <a:solidFill>
                  <a:srgbClr val="FF0000"/>
                </a:solidFill>
                <a:latin typeface="隶书" pitchFamily="49" charset="-122"/>
                <a:ea typeface="隶书" pitchFamily="49" charset="-122"/>
              </a:defRPr>
            </a:lvl7pPr>
            <a:lvl8pPr fontAlgn="base">
              <a:spcBef>
                <a:spcPct val="0"/>
              </a:spcBef>
              <a:spcAft>
                <a:spcPct val="0"/>
              </a:spcAft>
              <a:defRPr sz="4800" b="1">
                <a:solidFill>
                  <a:srgbClr val="FF0000"/>
                </a:solidFill>
                <a:latin typeface="隶书" pitchFamily="49" charset="-122"/>
                <a:ea typeface="隶书" pitchFamily="49" charset="-122"/>
              </a:defRPr>
            </a:lvl8pPr>
            <a:lvl9pPr fontAlgn="base">
              <a:spcBef>
                <a:spcPct val="0"/>
              </a:spcBef>
              <a:spcAft>
                <a:spcPct val="0"/>
              </a:spcAft>
              <a:defRPr sz="4800" b="1">
                <a:solidFill>
                  <a:srgbClr val="FF0000"/>
                </a:solidFill>
                <a:latin typeface="隶书" pitchFamily="49" charset="-122"/>
                <a:ea typeface="隶书" pitchFamily="49" charset="-122"/>
              </a:defRPr>
            </a:lvl9pPr>
          </a:lstStyle>
          <a:p>
            <a:pPr eaLnBrk="1" hangingPunct="1">
              <a:lnSpc>
                <a:spcPct val="90000"/>
              </a:lnSpc>
              <a:spcBef>
                <a:spcPct val="30000"/>
              </a:spcBef>
              <a:buClr>
                <a:srgbClr val="FF0000"/>
              </a:buClr>
              <a:buSzPct val="75000"/>
              <a:buFont typeface="Wingdings" pitchFamily="2" charset="2"/>
              <a:buChar char="n"/>
              <a:defRPr/>
            </a:pPr>
            <a:r>
              <a:rPr lang="zh-CN" altLang="en-US" sz="2500">
                <a:effectLst>
                  <a:outerShdw blurRad="38100" dist="38100" dir="2700000" algn="tl">
                    <a:srgbClr val="C0C0C0"/>
                  </a:outerShdw>
                </a:effectLst>
                <a:latin typeface="Arial" panose="020B0604020202020204" pitchFamily="34" charset="0"/>
                <a:ea typeface="宋体" panose="02010600030101010101" pitchFamily="2" charset="-122"/>
              </a:rPr>
              <a:t>对修改的检测方法</a:t>
            </a:r>
          </a:p>
          <a:p>
            <a:pPr lvl="1" eaLnBrk="1" hangingPunct="1">
              <a:lnSpc>
                <a:spcPct val="90000"/>
              </a:lnSpc>
              <a:spcBef>
                <a:spcPct val="30000"/>
              </a:spcBef>
              <a:buClr>
                <a:srgbClr val="0000CC"/>
              </a:buClr>
              <a:buSzPct val="75000"/>
              <a:buFont typeface="Wingdings" pitchFamily="2" charset="2"/>
              <a:buChar char="u"/>
              <a:defRPr/>
            </a:pPr>
            <a:r>
              <a:rPr lang="zh-CN" altLang="en-US" sz="2200">
                <a:solidFill>
                  <a:schemeClr val="bg2"/>
                </a:solidFill>
                <a:effectLst>
                  <a:outerShdw blurRad="38100" dist="38100" dir="2700000" algn="tl">
                    <a:srgbClr val="C0C0C0"/>
                  </a:outerShdw>
                </a:effectLst>
                <a:latin typeface="Arial" panose="020B0604020202020204" pitchFamily="34" charset="0"/>
                <a:ea typeface="宋体" panose="02010600030101010101" pitchFamily="2" charset="-122"/>
              </a:rPr>
              <a:t>为受完整性保护的数据附加一个密码检查值，达到数据屏蔽。</a:t>
            </a:r>
          </a:p>
          <a:p>
            <a:pPr lvl="1" eaLnBrk="1" hangingPunct="1">
              <a:lnSpc>
                <a:spcPct val="90000"/>
              </a:lnSpc>
              <a:spcBef>
                <a:spcPct val="30000"/>
              </a:spcBef>
              <a:buClr>
                <a:srgbClr val="0000CC"/>
              </a:buClr>
              <a:buSzPct val="75000"/>
              <a:buFont typeface="Wingdings" pitchFamily="2" charset="2"/>
              <a:buChar char="u"/>
              <a:defRPr/>
            </a:pPr>
            <a:r>
              <a:rPr lang="zh-CN" altLang="en-US" sz="2200">
                <a:solidFill>
                  <a:schemeClr val="bg2"/>
                </a:solidFill>
                <a:effectLst>
                  <a:outerShdw blurRad="38100" dist="38100" dir="2700000" algn="tl">
                    <a:srgbClr val="C0C0C0"/>
                  </a:outerShdw>
                </a:effectLst>
                <a:latin typeface="Arial" panose="020B0604020202020204" pitchFamily="34" charset="0"/>
                <a:ea typeface="宋体" panose="02010600030101010101" pitchFamily="2" charset="-122"/>
              </a:rPr>
              <a:t>通过使用收到数据的数字指纹、数字签名以及证实数字签名的算法和公钥完整证实。</a:t>
            </a:r>
          </a:p>
          <a:p>
            <a:pPr lvl="1" eaLnBrk="1" hangingPunct="1">
              <a:lnSpc>
                <a:spcPct val="90000"/>
              </a:lnSpc>
              <a:spcBef>
                <a:spcPct val="30000"/>
              </a:spcBef>
              <a:buClr>
                <a:srgbClr val="0000CC"/>
              </a:buClr>
              <a:buSzPct val="75000"/>
              <a:buFont typeface="Wingdings" pitchFamily="2" charset="2"/>
              <a:buChar char="u"/>
              <a:defRPr/>
            </a:pPr>
            <a:r>
              <a:rPr lang="zh-CN" altLang="en-US" sz="2200">
                <a:solidFill>
                  <a:schemeClr val="bg2"/>
                </a:solidFill>
                <a:effectLst>
                  <a:outerShdw blurRad="38100" dist="38100" dir="2700000" algn="tl">
                    <a:srgbClr val="C0C0C0"/>
                  </a:outerShdw>
                </a:effectLst>
                <a:latin typeface="Arial" panose="020B0604020202020204" pitchFamily="34" charset="0"/>
                <a:ea typeface="宋体" panose="02010600030101010101" pitchFamily="2" charset="-122"/>
              </a:rPr>
              <a:t>一旦数据被证实，通过去除密码检查值实现去屏蔽。</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9" grpId="0" build="p"/>
      <p:bldP spid="2"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3">
            <a:extLst>
              <a:ext uri="{FF2B5EF4-FFF2-40B4-BE49-F238E27FC236}">
                <a16:creationId xmlns:a16="http://schemas.microsoft.com/office/drawing/2014/main" id="{1E48EC55-D938-CB4E-B88F-2642C83A5D52}"/>
              </a:ext>
            </a:extLst>
          </p:cNvPr>
          <p:cNvSpPr>
            <a:spLocks noGrp="1" noChangeArrowheads="1"/>
          </p:cNvSpPr>
          <p:nvPr>
            <p:ph idx="1"/>
          </p:nvPr>
        </p:nvSpPr>
        <p:spPr bwMode="auto">
          <a:xfrm>
            <a:off x="465138" y="2743200"/>
            <a:ext cx="8229600" cy="2209800"/>
          </a:xfrm>
        </p:spPr>
        <p:txBody>
          <a:bodyPr vert="horz" wrap="square" lIns="84406" tIns="42203" rIns="84406" bIns="42203" numCol="1" anchor="t" anchorCtr="0" compatLnSpc="1">
            <a:prstTxWarp prst="textNoShape">
              <a:avLst/>
            </a:prstTxWarp>
          </a:bodyPr>
          <a:lstStyle/>
          <a:p>
            <a:pPr eaLnBrk="1" hangingPunct="1">
              <a:buClr>
                <a:srgbClr val="FF0000"/>
              </a:buClr>
              <a:buFont typeface="Wingdings" pitchFamily="2" charset="2"/>
              <a:buChar char="n"/>
              <a:defRPr/>
            </a:pPr>
            <a:r>
              <a:rPr lang="zh-CN" altLang="en-US" sz="2500">
                <a:solidFill>
                  <a:srgbClr val="FF0000"/>
                </a:solidFill>
                <a:ea typeface="宋体" panose="02010600030101010101" pitchFamily="2" charset="-122"/>
              </a:rPr>
              <a:t>对修改的检测方法</a:t>
            </a:r>
          </a:p>
          <a:p>
            <a:pPr lvl="1" eaLnBrk="1" hangingPunct="1">
              <a:buClr>
                <a:srgbClr val="0000CC"/>
              </a:buClr>
              <a:buFont typeface="Wingdings" pitchFamily="2" charset="2"/>
              <a:buChar char="u"/>
              <a:defRPr/>
            </a:pPr>
            <a:r>
              <a:rPr lang="zh-CN" altLang="en-US" sz="2200">
                <a:solidFill>
                  <a:schemeClr val="bg2"/>
                </a:solidFill>
                <a:ea typeface="宋体" panose="02010600030101010101" pitchFamily="2" charset="-122"/>
              </a:rPr>
              <a:t>对冗余数据加密实现屏蔽</a:t>
            </a:r>
          </a:p>
          <a:p>
            <a:pPr lvl="1" eaLnBrk="1" hangingPunct="1">
              <a:buClr>
                <a:srgbClr val="0000CC"/>
              </a:buClr>
              <a:buFont typeface="Wingdings" pitchFamily="2" charset="2"/>
              <a:buChar char="u"/>
              <a:defRPr/>
            </a:pPr>
            <a:r>
              <a:rPr lang="zh-CN" altLang="en-US" sz="2200">
                <a:solidFill>
                  <a:schemeClr val="bg2"/>
                </a:solidFill>
                <a:ea typeface="宋体" panose="02010600030101010101" pitchFamily="2" charset="-122"/>
              </a:rPr>
              <a:t>通过解密被屏蔽数据，以及判断它们是否满足原数据应满足的任何不变性，从而获得证实。</a:t>
            </a:r>
          </a:p>
          <a:p>
            <a:pPr lvl="1" eaLnBrk="1" hangingPunct="1">
              <a:buClr>
                <a:srgbClr val="0000CC"/>
              </a:buClr>
              <a:buFont typeface="Wingdings" pitchFamily="2" charset="2"/>
              <a:buChar char="u"/>
              <a:defRPr/>
            </a:pPr>
            <a:r>
              <a:rPr lang="zh-CN" altLang="en-US" sz="2200">
                <a:solidFill>
                  <a:schemeClr val="bg2"/>
                </a:solidFill>
                <a:ea typeface="宋体" panose="02010600030101010101" pitchFamily="2" charset="-122"/>
              </a:rPr>
              <a:t>通过解密被加密数据实现去屏蔽。</a:t>
            </a:r>
          </a:p>
        </p:txBody>
      </p:sp>
      <p:sp>
        <p:nvSpPr>
          <p:cNvPr id="2" name="矩形 1">
            <a:extLst>
              <a:ext uri="{FF2B5EF4-FFF2-40B4-BE49-F238E27FC236}">
                <a16:creationId xmlns:a16="http://schemas.microsoft.com/office/drawing/2014/main" id="{AE355FDD-1DD0-8B42-B066-89CBAEE4F99D}"/>
              </a:ext>
            </a:extLst>
          </p:cNvPr>
          <p:cNvSpPr/>
          <p:nvPr/>
        </p:nvSpPr>
        <p:spPr>
          <a:xfrm>
            <a:off x="465138" y="1143000"/>
            <a:ext cx="8366125" cy="1171575"/>
          </a:xfrm>
          <a:prstGeom prst="rect">
            <a:avLst/>
          </a:prstGeom>
        </p:spPr>
        <p:txBody>
          <a:bodyPr>
            <a:spAutoFit/>
          </a:bodyPr>
          <a:lstStyle>
            <a:lvl1pPr marL="571500" indent="-571500">
              <a:defRPr sz="4800" b="1">
                <a:solidFill>
                  <a:srgbClr val="FF0000"/>
                </a:solidFill>
                <a:latin typeface="隶书" pitchFamily="49" charset="-122"/>
                <a:ea typeface="隶书" pitchFamily="49" charset="-122"/>
              </a:defRPr>
            </a:lvl1pPr>
            <a:lvl2pPr marL="1028700" indent="-455613">
              <a:defRPr sz="4800" b="1">
                <a:solidFill>
                  <a:srgbClr val="FF0000"/>
                </a:solidFill>
                <a:latin typeface="隶书" pitchFamily="49" charset="-122"/>
                <a:ea typeface="隶书" pitchFamily="49" charset="-122"/>
              </a:defRPr>
            </a:lvl2pPr>
            <a:lvl3pPr>
              <a:defRPr sz="4800" b="1">
                <a:solidFill>
                  <a:srgbClr val="FF0000"/>
                </a:solidFill>
                <a:latin typeface="隶书" pitchFamily="49" charset="-122"/>
                <a:ea typeface="隶书" pitchFamily="49" charset="-122"/>
              </a:defRPr>
            </a:lvl3pPr>
            <a:lvl4pPr>
              <a:defRPr sz="4800" b="1">
                <a:solidFill>
                  <a:srgbClr val="FF0000"/>
                </a:solidFill>
                <a:latin typeface="隶书" pitchFamily="49" charset="-122"/>
                <a:ea typeface="隶书" pitchFamily="49" charset="-122"/>
              </a:defRPr>
            </a:lvl4pPr>
            <a:lvl5pPr>
              <a:defRPr sz="4800" b="1">
                <a:solidFill>
                  <a:srgbClr val="FF0000"/>
                </a:solidFill>
                <a:latin typeface="隶书" pitchFamily="49" charset="-122"/>
                <a:ea typeface="隶书" pitchFamily="49" charset="-122"/>
              </a:defRPr>
            </a:lvl5pPr>
            <a:lvl6pPr fontAlgn="base">
              <a:spcBef>
                <a:spcPct val="0"/>
              </a:spcBef>
              <a:spcAft>
                <a:spcPct val="0"/>
              </a:spcAft>
              <a:defRPr sz="4800" b="1">
                <a:solidFill>
                  <a:srgbClr val="FF0000"/>
                </a:solidFill>
                <a:latin typeface="隶书" pitchFamily="49" charset="-122"/>
                <a:ea typeface="隶书" pitchFamily="49" charset="-122"/>
              </a:defRPr>
            </a:lvl6pPr>
            <a:lvl7pPr fontAlgn="base">
              <a:spcBef>
                <a:spcPct val="0"/>
              </a:spcBef>
              <a:spcAft>
                <a:spcPct val="0"/>
              </a:spcAft>
              <a:defRPr sz="4800" b="1">
                <a:solidFill>
                  <a:srgbClr val="FF0000"/>
                </a:solidFill>
                <a:latin typeface="隶书" pitchFamily="49" charset="-122"/>
                <a:ea typeface="隶书" pitchFamily="49" charset="-122"/>
              </a:defRPr>
            </a:lvl7pPr>
            <a:lvl8pPr fontAlgn="base">
              <a:spcBef>
                <a:spcPct val="0"/>
              </a:spcBef>
              <a:spcAft>
                <a:spcPct val="0"/>
              </a:spcAft>
              <a:defRPr sz="4800" b="1">
                <a:solidFill>
                  <a:srgbClr val="FF0000"/>
                </a:solidFill>
                <a:latin typeface="隶书" pitchFamily="49" charset="-122"/>
                <a:ea typeface="隶书" pitchFamily="49" charset="-122"/>
              </a:defRPr>
            </a:lvl8pPr>
            <a:lvl9pPr fontAlgn="base">
              <a:spcBef>
                <a:spcPct val="0"/>
              </a:spcBef>
              <a:spcAft>
                <a:spcPct val="0"/>
              </a:spcAft>
              <a:defRPr sz="4800" b="1">
                <a:solidFill>
                  <a:srgbClr val="FF0000"/>
                </a:solidFill>
                <a:latin typeface="隶书" pitchFamily="49" charset="-122"/>
                <a:ea typeface="隶书" pitchFamily="49" charset="-122"/>
              </a:defRPr>
            </a:lvl9pPr>
          </a:lstStyle>
          <a:p>
            <a:pPr eaLnBrk="1" hangingPunct="1">
              <a:lnSpc>
                <a:spcPct val="90000"/>
              </a:lnSpc>
              <a:spcBef>
                <a:spcPct val="30000"/>
              </a:spcBef>
              <a:buClr>
                <a:srgbClr val="FF0000"/>
              </a:buClr>
              <a:buSzPct val="75000"/>
              <a:buFont typeface="Wingdings" pitchFamily="2" charset="2"/>
              <a:buChar char="n"/>
              <a:defRPr/>
            </a:pPr>
            <a:r>
              <a:rPr lang="zh-CN" altLang="en-US" sz="2500">
                <a:effectLst>
                  <a:outerShdw blurRad="38100" dist="38100" dir="2700000" algn="tl">
                    <a:srgbClr val="C0C0C0"/>
                  </a:outerShdw>
                </a:effectLst>
                <a:latin typeface="Arial" panose="020B0604020202020204" pitchFamily="34" charset="0"/>
                <a:ea typeface="宋体" panose="02010600030101010101" pitchFamily="2" charset="-122"/>
              </a:rPr>
              <a:t>通过冗余数据加密提供完整性</a:t>
            </a:r>
          </a:p>
          <a:p>
            <a:pPr lvl="1" eaLnBrk="1" hangingPunct="1">
              <a:lnSpc>
                <a:spcPct val="90000"/>
              </a:lnSpc>
              <a:spcBef>
                <a:spcPct val="30000"/>
              </a:spcBef>
              <a:buClr>
                <a:srgbClr val="0000CC"/>
              </a:buClr>
              <a:buSzPct val="75000"/>
              <a:buFont typeface="Wingdings" pitchFamily="2" charset="2"/>
              <a:buChar char="u"/>
              <a:defRPr/>
            </a:pPr>
            <a:r>
              <a:rPr lang="zh-CN" altLang="en-US" sz="2200">
                <a:solidFill>
                  <a:schemeClr val="bg2"/>
                </a:solidFill>
                <a:effectLst>
                  <a:outerShdw blurRad="38100" dist="38100" dir="2700000" algn="tl">
                    <a:srgbClr val="C0C0C0"/>
                  </a:outerShdw>
                </a:effectLst>
                <a:latin typeface="Arial" panose="020B0604020202020204" pitchFamily="34" charset="0"/>
                <a:ea typeface="宋体" panose="02010600030101010101" pitchFamily="2" charset="-122"/>
              </a:rPr>
              <a:t>通过加密可以支持冗余数据的完整性，包括出错检测代码和数字指纹的数据是冗余的，完整性通过加密得到保护。</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3" grpId="0" build="p"/>
      <p:bldP spid="2"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D3418C3E-53D7-9843-A2D4-6C1D7FF67E97}"/>
              </a:ext>
            </a:extLst>
          </p:cNvPr>
          <p:cNvSpPr>
            <a:spLocks noGrp="1" noChangeArrowheads="1"/>
          </p:cNvSpPr>
          <p:nvPr>
            <p:ph type="title"/>
          </p:nvPr>
        </p:nvSpPr>
        <p:spPr bwMode="auto">
          <a:xfrm>
            <a:off x="457200" y="838200"/>
            <a:ext cx="8229600" cy="625475"/>
          </a:xfrm>
        </p:spPr>
        <p:txBody>
          <a:bodyPr vert="horz" wrap="square" lIns="84406" tIns="42203" rIns="84406" bIns="42203" numCol="1" anchor="t" anchorCtr="0" compatLnSpc="1">
            <a:prstTxWarp prst="textNoShape">
              <a:avLst/>
            </a:prstTxWarp>
          </a:bodyPr>
          <a:lstStyle/>
          <a:p>
            <a:pPr>
              <a:defRPr/>
            </a:pPr>
            <a:r>
              <a:rPr lang="en-US" altLang="zh-CN" sz="2800">
                <a:solidFill>
                  <a:srgbClr val="FF0000"/>
                </a:solidFill>
                <a:latin typeface="黑体" panose="02010609060101010101" pitchFamily="49" charset="-122"/>
                <a:ea typeface="黑体" panose="02010609060101010101" pitchFamily="49" charset="-122"/>
              </a:rPr>
              <a:t>2.</a:t>
            </a:r>
            <a:r>
              <a:rPr lang="zh-CN" altLang="en-US" sz="2800">
                <a:solidFill>
                  <a:srgbClr val="FF0000"/>
                </a:solidFill>
                <a:latin typeface="黑体" panose="02010609060101010101" pitchFamily="49" charset="-122"/>
                <a:ea typeface="黑体" panose="02010609060101010101" pitchFamily="49" charset="-122"/>
              </a:rPr>
              <a:t>通过上下文提供完整性</a:t>
            </a:r>
          </a:p>
        </p:txBody>
      </p:sp>
      <p:sp>
        <p:nvSpPr>
          <p:cNvPr id="52227" name="Rectangle 3">
            <a:extLst>
              <a:ext uri="{FF2B5EF4-FFF2-40B4-BE49-F238E27FC236}">
                <a16:creationId xmlns:a16="http://schemas.microsoft.com/office/drawing/2014/main" id="{E74BB7A3-080E-944F-99D8-C00900C13E3E}"/>
              </a:ext>
            </a:extLst>
          </p:cNvPr>
          <p:cNvSpPr>
            <a:spLocks noGrp="1" noChangeArrowheads="1"/>
          </p:cNvSpPr>
          <p:nvPr>
            <p:ph idx="1"/>
          </p:nvPr>
        </p:nvSpPr>
        <p:spPr bwMode="auto">
          <a:xfrm>
            <a:off x="457200" y="1741488"/>
            <a:ext cx="8229600" cy="2601912"/>
          </a:xfrm>
        </p:spPr>
        <p:txBody>
          <a:bodyPr vert="horz" wrap="square" lIns="84406" tIns="42203" rIns="84406" bIns="42203" numCol="1" anchor="t" anchorCtr="0" compatLnSpc="1">
            <a:prstTxWarp prst="textNoShape">
              <a:avLst/>
            </a:prstTxWarp>
          </a:bodyPr>
          <a:lstStyle/>
          <a:p>
            <a:pPr eaLnBrk="1" hangingPunct="1">
              <a:buClr>
                <a:srgbClr val="FF0000"/>
              </a:buClr>
              <a:buFont typeface="Wingdings" pitchFamily="2" charset="2"/>
              <a:buChar char="n"/>
              <a:defRPr/>
            </a:pPr>
            <a:r>
              <a:rPr lang="zh-CN" altLang="en-US" sz="2500">
                <a:solidFill>
                  <a:schemeClr val="bg2"/>
                </a:solidFill>
                <a:ea typeface="宋体" panose="02010600030101010101" pitchFamily="2" charset="-122"/>
              </a:rPr>
              <a:t>通过在一个或多个预先达成共识的上下文条件下，存储或传送数据的机制得到支持。</a:t>
            </a:r>
          </a:p>
          <a:p>
            <a:pPr eaLnBrk="1" hangingPunct="1">
              <a:buClr>
                <a:srgbClr val="FF0000"/>
              </a:buClr>
              <a:buFont typeface="Wingdings" pitchFamily="2" charset="2"/>
              <a:buChar char="n"/>
              <a:defRPr/>
            </a:pPr>
            <a:r>
              <a:rPr lang="zh-CN" altLang="en-US" sz="2500">
                <a:solidFill>
                  <a:schemeClr val="bg2"/>
                </a:solidFill>
                <a:ea typeface="宋体" panose="02010600030101010101" pitchFamily="2" charset="-122"/>
              </a:rPr>
              <a:t>分类</a:t>
            </a:r>
          </a:p>
          <a:p>
            <a:pPr lvl="1" eaLnBrk="1" hangingPunct="1">
              <a:buClr>
                <a:srgbClr val="0000CC"/>
              </a:buClr>
              <a:buFont typeface="Wingdings" pitchFamily="2" charset="2"/>
              <a:buChar char="u"/>
              <a:defRPr/>
            </a:pPr>
            <a:r>
              <a:rPr lang="zh-CN" altLang="en-US" sz="2200">
                <a:solidFill>
                  <a:schemeClr val="bg2"/>
                </a:solidFill>
                <a:ea typeface="宋体" panose="02010600030101010101" pitchFamily="2" charset="-122"/>
              </a:rPr>
              <a:t>数据重复</a:t>
            </a:r>
          </a:p>
          <a:p>
            <a:pPr lvl="1" eaLnBrk="1" hangingPunct="1">
              <a:buClr>
                <a:srgbClr val="0000CC"/>
              </a:buClr>
              <a:buFont typeface="Wingdings" pitchFamily="2" charset="2"/>
              <a:buChar char="u"/>
              <a:defRPr/>
            </a:pPr>
            <a:r>
              <a:rPr lang="zh-CN" altLang="en-US" sz="2200">
                <a:solidFill>
                  <a:schemeClr val="bg2"/>
                </a:solidFill>
                <a:ea typeface="宋体" panose="02010600030101010101" pitchFamily="2" charset="-122"/>
              </a:rPr>
              <a:t>预共识上下文</a:t>
            </a:r>
          </a:p>
          <a:p>
            <a:pPr eaLnBrk="1" hangingPunct="1">
              <a:defRPr/>
            </a:pPr>
            <a:endParaRPr lang="zh-CN" altLang="en-US">
              <a:solidFill>
                <a:schemeClr val="bg1"/>
              </a:solidFill>
              <a:ea typeface="宋体" panose="02010600030101010101" pitchFamily="2" charset="-122"/>
            </a:endParaRPr>
          </a:p>
        </p:txBody>
      </p:sp>
      <p:pic>
        <p:nvPicPr>
          <p:cNvPr id="70660" name="图片 3">
            <a:extLst>
              <a:ext uri="{FF2B5EF4-FFF2-40B4-BE49-F238E27FC236}">
                <a16:creationId xmlns:a16="http://schemas.microsoft.com/office/drawing/2014/main" id="{BADD70D5-57C3-3B43-B45A-0EB82F3B7F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0" y="3200400"/>
            <a:ext cx="4638675" cy="299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nodeType="afterEffect">
                                  <p:stCondLst>
                                    <p:cond delay="0"/>
                                  </p:stCondLst>
                                  <p:childTnLst>
                                    <p:set>
                                      <p:cBhvr>
                                        <p:cTn id="6" dur="1" fill="hold">
                                          <p:stCondLst>
                                            <p:cond delay="0"/>
                                          </p:stCondLst>
                                        </p:cTn>
                                        <p:tgtEl>
                                          <p:spTgt spid="70660"/>
                                        </p:tgtEl>
                                        <p:attrNameLst>
                                          <p:attrName>style.visibility</p:attrName>
                                        </p:attrNameLst>
                                      </p:cBhvr>
                                      <p:to>
                                        <p:strVal val="visible"/>
                                      </p:to>
                                    </p:set>
                                    <p:anim calcmode="lin" valueType="num">
                                      <p:cBhvr>
                                        <p:cTn id="7" dur="500" fill="hold"/>
                                        <p:tgtEl>
                                          <p:spTgt spid="70660"/>
                                        </p:tgtEl>
                                        <p:attrNameLst>
                                          <p:attrName>ppt_w</p:attrName>
                                        </p:attrNameLst>
                                      </p:cBhvr>
                                      <p:tavLst>
                                        <p:tav tm="0">
                                          <p:val>
                                            <p:fltVal val="0"/>
                                          </p:val>
                                        </p:tav>
                                        <p:tav tm="100000">
                                          <p:val>
                                            <p:strVal val="#ppt_w"/>
                                          </p:val>
                                        </p:tav>
                                      </p:tavLst>
                                    </p:anim>
                                    <p:anim calcmode="lin" valueType="num">
                                      <p:cBhvr>
                                        <p:cTn id="8" dur="500" fill="hold"/>
                                        <p:tgtEl>
                                          <p:spTgt spid="70660"/>
                                        </p:tgtEl>
                                        <p:attrNameLst>
                                          <p:attrName>ppt_h</p:attrName>
                                        </p:attrNameLst>
                                      </p:cBhvr>
                                      <p:tavLst>
                                        <p:tav tm="0">
                                          <p:val>
                                            <p:fltVal val="0"/>
                                          </p:val>
                                        </p:tav>
                                        <p:tav tm="100000">
                                          <p:val>
                                            <p:strVal val="#ppt_h"/>
                                          </p:val>
                                        </p:tav>
                                      </p:tavLst>
                                    </p:anim>
                                    <p:animEffect transition="in" filter="fade">
                                      <p:cBhvr>
                                        <p:cTn id="9" dur="500"/>
                                        <p:tgtEl>
                                          <p:spTgt spid="706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7" grpId="0"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3">
            <a:extLst>
              <a:ext uri="{FF2B5EF4-FFF2-40B4-BE49-F238E27FC236}">
                <a16:creationId xmlns:a16="http://schemas.microsoft.com/office/drawing/2014/main" id="{B7889EEA-DCDF-F144-929B-7509B46CF440}"/>
              </a:ext>
            </a:extLst>
          </p:cNvPr>
          <p:cNvSpPr>
            <a:spLocks noGrp="1" noChangeArrowheads="1"/>
          </p:cNvSpPr>
          <p:nvPr>
            <p:ph idx="1"/>
          </p:nvPr>
        </p:nvSpPr>
        <p:spPr bwMode="auto">
          <a:xfrm>
            <a:off x="381000" y="685800"/>
            <a:ext cx="8229600" cy="3200400"/>
          </a:xfrm>
        </p:spPr>
        <p:txBody>
          <a:bodyPr vert="horz" wrap="square" lIns="84406" tIns="42203" rIns="84406" bIns="42203" numCol="1" anchor="t" anchorCtr="0" compatLnSpc="1">
            <a:prstTxWarp prst="textNoShape">
              <a:avLst/>
            </a:prstTxWarp>
          </a:bodyPr>
          <a:lstStyle/>
          <a:p>
            <a:pPr eaLnBrk="1" hangingPunct="1">
              <a:buClr>
                <a:srgbClr val="FF0000"/>
              </a:buClr>
              <a:buFont typeface="Wingdings" pitchFamily="2" charset="2"/>
              <a:buChar char="n"/>
              <a:defRPr/>
            </a:pPr>
            <a:r>
              <a:rPr lang="zh-CN" altLang="en-US" sz="2500">
                <a:solidFill>
                  <a:srgbClr val="FF0000"/>
                </a:solidFill>
                <a:ea typeface="宋体" panose="02010600030101010101" pitchFamily="2" charset="-122"/>
              </a:rPr>
              <a:t>数据重复</a:t>
            </a:r>
          </a:p>
          <a:p>
            <a:pPr lvl="1" eaLnBrk="1" hangingPunct="1">
              <a:buClr>
                <a:srgbClr val="0000CC"/>
              </a:buClr>
              <a:buFont typeface="Wingdings" pitchFamily="2" charset="2"/>
              <a:buChar char="u"/>
              <a:defRPr/>
            </a:pPr>
            <a:r>
              <a:rPr lang="zh-CN" altLang="en-US" sz="2000">
                <a:solidFill>
                  <a:schemeClr val="bg2"/>
                </a:solidFill>
                <a:ea typeface="宋体" panose="02010600030101010101" pitchFamily="2" charset="-122"/>
              </a:rPr>
              <a:t>基于数据在空间或时间上的重复出现。通常假定攻击者不能同时损毁超过某个有限数目的复制件，一旦任何数据检测到攻击，数据都可从原拷贝进行重构。</a:t>
            </a:r>
          </a:p>
          <a:p>
            <a:pPr lvl="1" eaLnBrk="1" hangingPunct="1">
              <a:buClr>
                <a:srgbClr val="0000CC"/>
              </a:buClr>
              <a:buFont typeface="Wingdings" pitchFamily="2" charset="2"/>
              <a:buChar char="u"/>
              <a:defRPr/>
            </a:pPr>
            <a:r>
              <a:rPr lang="zh-CN" altLang="en-US" sz="2000">
                <a:solidFill>
                  <a:schemeClr val="bg2"/>
                </a:solidFill>
                <a:ea typeface="宋体" panose="02010600030101010101" pitchFamily="2" charset="-122"/>
              </a:rPr>
              <a:t>提供完整性的方式</a:t>
            </a:r>
          </a:p>
          <a:p>
            <a:pPr lvl="2" eaLnBrk="1" hangingPunct="1">
              <a:lnSpc>
                <a:spcPct val="80000"/>
              </a:lnSpc>
              <a:buClr>
                <a:srgbClr val="FF0000"/>
              </a:buClr>
              <a:buFont typeface="Wingdings" pitchFamily="2" charset="2"/>
              <a:buChar char="p"/>
              <a:defRPr/>
            </a:pPr>
            <a:r>
              <a:rPr lang="zh-CN" altLang="en-US" sz="1800">
                <a:solidFill>
                  <a:schemeClr val="bg2"/>
                </a:solidFill>
                <a:ea typeface="宋体" panose="02010600030101010101" pitchFamily="2" charset="-122"/>
              </a:rPr>
              <a:t>通过依时间顺序或在不同场所提供同一个数据的多份拷贝，达到屏蔽数据的目的。</a:t>
            </a:r>
          </a:p>
          <a:p>
            <a:pPr lvl="2" eaLnBrk="1" hangingPunct="1">
              <a:lnSpc>
                <a:spcPct val="80000"/>
              </a:lnSpc>
              <a:buClr>
                <a:srgbClr val="FF0000"/>
              </a:buClr>
              <a:buFont typeface="Wingdings" pitchFamily="2" charset="2"/>
              <a:buChar char="p"/>
              <a:defRPr/>
            </a:pPr>
            <a:r>
              <a:rPr lang="zh-CN" altLang="en-US" sz="1800">
                <a:solidFill>
                  <a:schemeClr val="bg2"/>
                </a:solidFill>
                <a:ea typeface="宋体" panose="02010600030101010101" pitchFamily="2" charset="-122"/>
              </a:rPr>
              <a:t>通过收集每个给定时间或地点的拷贝，作出比较以达到证实目的。</a:t>
            </a:r>
          </a:p>
          <a:p>
            <a:pPr lvl="2" eaLnBrk="1" hangingPunct="1">
              <a:lnSpc>
                <a:spcPct val="80000"/>
              </a:lnSpc>
              <a:buClr>
                <a:srgbClr val="FF0000"/>
              </a:buClr>
              <a:buFont typeface="Wingdings" pitchFamily="2" charset="2"/>
              <a:buChar char="p"/>
              <a:defRPr/>
            </a:pPr>
            <a:r>
              <a:rPr lang="zh-CN" altLang="en-US" sz="1800">
                <a:solidFill>
                  <a:schemeClr val="bg2"/>
                </a:solidFill>
                <a:ea typeface="宋体" panose="02010600030101010101" pitchFamily="2" charset="-122"/>
              </a:rPr>
              <a:t>通过选择某个预定的最小度量值作为正确值，当预先设定的标准得到满足时，可成功实现屏蔽。</a:t>
            </a:r>
          </a:p>
        </p:txBody>
      </p:sp>
      <p:sp>
        <p:nvSpPr>
          <p:cNvPr id="2" name="矩形 1">
            <a:extLst>
              <a:ext uri="{FF2B5EF4-FFF2-40B4-BE49-F238E27FC236}">
                <a16:creationId xmlns:a16="http://schemas.microsoft.com/office/drawing/2014/main" id="{DAE11725-A1A2-4043-815E-B2750C34B2BB}"/>
              </a:ext>
            </a:extLst>
          </p:cNvPr>
          <p:cNvSpPr/>
          <p:nvPr/>
        </p:nvSpPr>
        <p:spPr>
          <a:xfrm>
            <a:off x="352425" y="3810000"/>
            <a:ext cx="8404225" cy="2428875"/>
          </a:xfrm>
          <a:prstGeom prst="rect">
            <a:avLst/>
          </a:prstGeom>
        </p:spPr>
        <p:txBody>
          <a:bodyPr>
            <a:spAutoFit/>
          </a:bodyPr>
          <a:lstStyle>
            <a:lvl1pPr marL="571500" indent="-571500">
              <a:defRPr sz="4800" b="1">
                <a:solidFill>
                  <a:srgbClr val="FF0000"/>
                </a:solidFill>
                <a:latin typeface="隶书" pitchFamily="49" charset="-122"/>
                <a:ea typeface="隶书" pitchFamily="49" charset="-122"/>
              </a:defRPr>
            </a:lvl1pPr>
            <a:lvl2pPr marL="1028700" indent="-455613">
              <a:defRPr sz="4800" b="1">
                <a:solidFill>
                  <a:srgbClr val="FF0000"/>
                </a:solidFill>
                <a:latin typeface="隶书" pitchFamily="49" charset="-122"/>
                <a:ea typeface="隶书" pitchFamily="49" charset="-122"/>
              </a:defRPr>
            </a:lvl2pPr>
            <a:lvl3pPr>
              <a:defRPr sz="4800" b="1">
                <a:solidFill>
                  <a:srgbClr val="FF0000"/>
                </a:solidFill>
                <a:latin typeface="隶书" pitchFamily="49" charset="-122"/>
                <a:ea typeface="隶书" pitchFamily="49" charset="-122"/>
              </a:defRPr>
            </a:lvl3pPr>
            <a:lvl4pPr>
              <a:defRPr sz="4800" b="1">
                <a:solidFill>
                  <a:srgbClr val="FF0000"/>
                </a:solidFill>
                <a:latin typeface="隶书" pitchFamily="49" charset="-122"/>
                <a:ea typeface="隶书" pitchFamily="49" charset="-122"/>
              </a:defRPr>
            </a:lvl4pPr>
            <a:lvl5pPr>
              <a:defRPr sz="4800" b="1">
                <a:solidFill>
                  <a:srgbClr val="FF0000"/>
                </a:solidFill>
                <a:latin typeface="隶书" pitchFamily="49" charset="-122"/>
                <a:ea typeface="隶书" pitchFamily="49" charset="-122"/>
              </a:defRPr>
            </a:lvl5pPr>
            <a:lvl6pPr fontAlgn="base">
              <a:spcBef>
                <a:spcPct val="0"/>
              </a:spcBef>
              <a:spcAft>
                <a:spcPct val="0"/>
              </a:spcAft>
              <a:defRPr sz="4800" b="1">
                <a:solidFill>
                  <a:srgbClr val="FF0000"/>
                </a:solidFill>
                <a:latin typeface="隶书" pitchFamily="49" charset="-122"/>
                <a:ea typeface="隶书" pitchFamily="49" charset="-122"/>
              </a:defRPr>
            </a:lvl6pPr>
            <a:lvl7pPr fontAlgn="base">
              <a:spcBef>
                <a:spcPct val="0"/>
              </a:spcBef>
              <a:spcAft>
                <a:spcPct val="0"/>
              </a:spcAft>
              <a:defRPr sz="4800" b="1">
                <a:solidFill>
                  <a:srgbClr val="FF0000"/>
                </a:solidFill>
                <a:latin typeface="隶书" pitchFamily="49" charset="-122"/>
                <a:ea typeface="隶书" pitchFamily="49" charset="-122"/>
              </a:defRPr>
            </a:lvl7pPr>
            <a:lvl8pPr fontAlgn="base">
              <a:spcBef>
                <a:spcPct val="0"/>
              </a:spcBef>
              <a:spcAft>
                <a:spcPct val="0"/>
              </a:spcAft>
              <a:defRPr sz="4800" b="1">
                <a:solidFill>
                  <a:srgbClr val="FF0000"/>
                </a:solidFill>
                <a:latin typeface="隶书" pitchFamily="49" charset="-122"/>
                <a:ea typeface="隶书" pitchFamily="49" charset="-122"/>
              </a:defRPr>
            </a:lvl8pPr>
            <a:lvl9pPr fontAlgn="base">
              <a:spcBef>
                <a:spcPct val="0"/>
              </a:spcBef>
              <a:spcAft>
                <a:spcPct val="0"/>
              </a:spcAft>
              <a:defRPr sz="4800" b="1">
                <a:solidFill>
                  <a:srgbClr val="FF0000"/>
                </a:solidFill>
                <a:latin typeface="隶书" pitchFamily="49" charset="-122"/>
                <a:ea typeface="隶书" pitchFamily="49" charset="-122"/>
              </a:defRPr>
            </a:lvl9pPr>
          </a:lstStyle>
          <a:p>
            <a:pPr eaLnBrk="1" hangingPunct="1">
              <a:lnSpc>
                <a:spcPct val="90000"/>
              </a:lnSpc>
              <a:spcBef>
                <a:spcPct val="30000"/>
              </a:spcBef>
              <a:buClr>
                <a:srgbClr val="FF0000"/>
              </a:buClr>
              <a:buSzPct val="75000"/>
              <a:buFont typeface="Wingdings" pitchFamily="2" charset="2"/>
              <a:buChar char="n"/>
              <a:defRPr/>
            </a:pPr>
            <a:r>
              <a:rPr lang="zh-CN" altLang="en-US" sz="2500">
                <a:effectLst>
                  <a:outerShdw blurRad="38100" dist="38100" dir="2700000" algn="tl">
                    <a:srgbClr val="C0C0C0"/>
                  </a:outerShdw>
                </a:effectLst>
                <a:latin typeface="Arial" panose="020B0604020202020204" pitchFamily="34" charset="0"/>
                <a:ea typeface="宋体" panose="02010600030101010101" pitchFamily="2" charset="-122"/>
              </a:rPr>
              <a:t>预共识上下文</a:t>
            </a:r>
          </a:p>
          <a:p>
            <a:pPr lvl="1" eaLnBrk="1" hangingPunct="1">
              <a:lnSpc>
                <a:spcPct val="90000"/>
              </a:lnSpc>
              <a:spcBef>
                <a:spcPct val="30000"/>
              </a:spcBef>
              <a:buClr>
                <a:srgbClr val="0000CC"/>
              </a:buClr>
              <a:buSzPct val="75000"/>
              <a:buFont typeface="Wingdings" pitchFamily="2" charset="2"/>
              <a:buChar char="u"/>
              <a:defRPr/>
            </a:pPr>
            <a:r>
              <a:rPr lang="zh-CN" altLang="en-US" sz="2000">
                <a:solidFill>
                  <a:schemeClr val="bg2"/>
                </a:solidFill>
                <a:effectLst>
                  <a:outerShdw blurRad="38100" dist="38100" dir="2700000" algn="tl">
                    <a:srgbClr val="C0C0C0"/>
                  </a:outerShdw>
                </a:effectLst>
                <a:latin typeface="Arial" panose="020B0604020202020204" pitchFamily="34" charset="0"/>
                <a:ea typeface="宋体" panose="02010600030101010101" pitchFamily="2" charset="-122"/>
              </a:rPr>
              <a:t>提供完整性保护数据的删除检测服务，常与其它完整性机制结合使用。</a:t>
            </a:r>
          </a:p>
          <a:p>
            <a:pPr lvl="1" eaLnBrk="1" hangingPunct="1">
              <a:lnSpc>
                <a:spcPct val="90000"/>
              </a:lnSpc>
              <a:spcBef>
                <a:spcPct val="30000"/>
              </a:spcBef>
              <a:buClr>
                <a:srgbClr val="0000CC"/>
              </a:buClr>
              <a:buSzPct val="75000"/>
              <a:buFont typeface="Wingdings" pitchFamily="2" charset="2"/>
              <a:buChar char="u"/>
              <a:defRPr/>
            </a:pPr>
            <a:r>
              <a:rPr lang="zh-CN" altLang="en-US" sz="2000">
                <a:solidFill>
                  <a:schemeClr val="bg2"/>
                </a:solidFill>
                <a:effectLst>
                  <a:outerShdw blurRad="38100" dist="38100" dir="2700000" algn="tl">
                    <a:srgbClr val="C0C0C0"/>
                  </a:outerShdw>
                </a:effectLst>
                <a:latin typeface="Arial" panose="020B0604020202020204" pitchFamily="34" charset="0"/>
                <a:ea typeface="宋体" panose="02010600030101010101" pitchFamily="2" charset="-122"/>
              </a:rPr>
              <a:t>在给定偏差范围内的特定时间和</a:t>
            </a:r>
            <a:r>
              <a:rPr lang="en-US" altLang="zh-CN" sz="2000">
                <a:solidFill>
                  <a:schemeClr val="bg2"/>
                </a:solidFill>
                <a:effectLst>
                  <a:outerShdw blurRad="38100" dist="38100" dir="2700000" algn="tl">
                    <a:srgbClr val="C0C0C0"/>
                  </a:outerShdw>
                </a:effectLst>
                <a:latin typeface="Arial" panose="020B0604020202020204" pitchFamily="34" charset="0"/>
                <a:ea typeface="宋体" panose="02010600030101010101" pitchFamily="2" charset="-122"/>
              </a:rPr>
              <a:t>/</a:t>
            </a:r>
            <a:r>
              <a:rPr lang="zh-CN" altLang="en-US" sz="2000">
                <a:solidFill>
                  <a:schemeClr val="bg2"/>
                </a:solidFill>
                <a:effectLst>
                  <a:outerShdw blurRad="38100" dist="38100" dir="2700000" algn="tl">
                    <a:srgbClr val="C0C0C0"/>
                  </a:outerShdw>
                </a:effectLst>
                <a:latin typeface="Arial" panose="020B0604020202020204" pitchFamily="34" charset="0"/>
                <a:ea typeface="宋体" panose="02010600030101010101" pitchFamily="2" charset="-122"/>
              </a:rPr>
              <a:t>或地点上提供数据，达到屏蔽的目的；</a:t>
            </a:r>
          </a:p>
          <a:p>
            <a:pPr lvl="1" eaLnBrk="1" hangingPunct="1">
              <a:lnSpc>
                <a:spcPct val="90000"/>
              </a:lnSpc>
              <a:spcBef>
                <a:spcPct val="30000"/>
              </a:spcBef>
              <a:buClr>
                <a:srgbClr val="0000CC"/>
              </a:buClr>
              <a:buSzPct val="75000"/>
              <a:buFont typeface="Wingdings" pitchFamily="2" charset="2"/>
              <a:buChar char="u"/>
              <a:defRPr/>
            </a:pPr>
            <a:r>
              <a:rPr lang="zh-CN" altLang="en-US" sz="2000">
                <a:solidFill>
                  <a:schemeClr val="bg2"/>
                </a:solidFill>
                <a:effectLst>
                  <a:outerShdw blurRad="38100" dist="38100" dir="2700000" algn="tl">
                    <a:srgbClr val="C0C0C0"/>
                  </a:outerShdw>
                </a:effectLst>
                <a:latin typeface="Arial" panose="020B0604020202020204" pitchFamily="34" charset="0"/>
                <a:ea typeface="宋体" panose="02010600030101010101" pitchFamily="2" charset="-122"/>
              </a:rPr>
              <a:t>在给定的时间和</a:t>
            </a:r>
            <a:r>
              <a:rPr lang="en-US" altLang="zh-CN" sz="2000">
                <a:solidFill>
                  <a:schemeClr val="bg2"/>
                </a:solidFill>
                <a:effectLst>
                  <a:outerShdw blurRad="38100" dist="38100" dir="2700000" algn="tl">
                    <a:srgbClr val="C0C0C0"/>
                  </a:outerShdw>
                </a:effectLst>
                <a:latin typeface="Arial" panose="020B0604020202020204" pitchFamily="34" charset="0"/>
                <a:ea typeface="宋体" panose="02010600030101010101" pitchFamily="2" charset="-122"/>
              </a:rPr>
              <a:t>/</a:t>
            </a:r>
            <a:r>
              <a:rPr lang="zh-CN" altLang="en-US" sz="2000">
                <a:solidFill>
                  <a:schemeClr val="bg2"/>
                </a:solidFill>
                <a:effectLst>
                  <a:outerShdw blurRad="38100" dist="38100" dir="2700000" algn="tl">
                    <a:srgbClr val="C0C0C0"/>
                  </a:outerShdw>
                </a:effectLst>
                <a:latin typeface="Arial" panose="020B0604020202020204" pitchFamily="34" charset="0"/>
                <a:ea typeface="宋体" panose="02010600030101010101" pitchFamily="2" charset="-122"/>
              </a:rPr>
              <a:t>或地点上预期得到数据实现证实目的；如果预期数据不存在，断定数据发生了完整性损坏。</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1" grpId="0" build="p"/>
      <p:bldP spid="2"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5B6917FA-7B85-4540-84E4-C1CBB16761EC}"/>
              </a:ext>
            </a:extLst>
          </p:cNvPr>
          <p:cNvSpPr>
            <a:spLocks noGrp="1" noChangeArrowheads="1"/>
          </p:cNvSpPr>
          <p:nvPr>
            <p:ph type="title"/>
          </p:nvPr>
        </p:nvSpPr>
        <p:spPr bwMode="auto">
          <a:xfrm>
            <a:off x="381000" y="838200"/>
            <a:ext cx="8229600" cy="762000"/>
          </a:xfrm>
        </p:spPr>
        <p:txBody>
          <a:bodyPr vert="horz" wrap="square" lIns="84406" tIns="42203" rIns="84406" bIns="42203" numCol="1" anchor="t" anchorCtr="0" compatLnSpc="1">
            <a:prstTxWarp prst="textNoShape">
              <a:avLst/>
            </a:prstTxWarp>
          </a:bodyPr>
          <a:lstStyle/>
          <a:p>
            <a:pPr>
              <a:defRPr/>
            </a:pPr>
            <a:r>
              <a:rPr lang="en-US" altLang="zh-CN" sz="2800">
                <a:solidFill>
                  <a:srgbClr val="FF0000"/>
                </a:solidFill>
                <a:latin typeface="黑体" panose="02010609060101010101" pitchFamily="49" charset="-122"/>
                <a:ea typeface="黑体" panose="02010609060101010101" pitchFamily="49" charset="-122"/>
              </a:rPr>
              <a:t>3.</a:t>
            </a:r>
            <a:r>
              <a:rPr lang="zh-CN" altLang="en-US" sz="2800">
                <a:solidFill>
                  <a:srgbClr val="FF0000"/>
                </a:solidFill>
                <a:latin typeface="黑体" panose="02010609060101010101" pitchFamily="49" charset="-122"/>
                <a:ea typeface="黑体" panose="02010609060101010101" pitchFamily="49" charset="-122"/>
              </a:rPr>
              <a:t>通过探测和确认提供完整性</a:t>
            </a:r>
          </a:p>
        </p:txBody>
      </p:sp>
      <p:sp>
        <p:nvSpPr>
          <p:cNvPr id="54275" name="Rectangle 3">
            <a:extLst>
              <a:ext uri="{FF2B5EF4-FFF2-40B4-BE49-F238E27FC236}">
                <a16:creationId xmlns:a16="http://schemas.microsoft.com/office/drawing/2014/main" id="{1ACC16BE-D0B1-594D-A2A8-0473268431C9}"/>
              </a:ext>
            </a:extLst>
          </p:cNvPr>
          <p:cNvSpPr>
            <a:spLocks noGrp="1" noChangeArrowheads="1"/>
          </p:cNvSpPr>
          <p:nvPr>
            <p:ph idx="1"/>
          </p:nvPr>
        </p:nvSpPr>
        <p:spPr bwMode="auto">
          <a:xfrm>
            <a:off x="457200" y="1741488"/>
            <a:ext cx="8229600" cy="3516312"/>
          </a:xfrm>
        </p:spPr>
        <p:txBody>
          <a:bodyPr vert="horz" wrap="square" lIns="84406" tIns="42203" rIns="84406" bIns="42203" numCol="1" anchor="t" anchorCtr="0" compatLnSpc="1">
            <a:prstTxWarp prst="textNoShape">
              <a:avLst/>
            </a:prstTxWarp>
          </a:bodyPr>
          <a:lstStyle/>
          <a:p>
            <a:pPr eaLnBrk="1" hangingPunct="1">
              <a:buClr>
                <a:srgbClr val="FF0000"/>
              </a:buClr>
              <a:buFont typeface="Wingdings" pitchFamily="2" charset="2"/>
              <a:buChar char="n"/>
              <a:defRPr/>
            </a:pPr>
            <a:r>
              <a:rPr lang="zh-CN" altLang="en-US" sz="2400" dirty="0">
                <a:solidFill>
                  <a:schemeClr val="bg2"/>
                </a:solidFill>
                <a:ea typeface="宋体" panose="02010600030101010101" pitchFamily="2" charset="-122"/>
              </a:rPr>
              <a:t>使用一种总是执行正馈等幂运算的完整性探测。</a:t>
            </a:r>
          </a:p>
          <a:p>
            <a:pPr eaLnBrk="1" hangingPunct="1">
              <a:buClr>
                <a:srgbClr val="FF0000"/>
              </a:buClr>
              <a:buFont typeface="Wingdings" pitchFamily="2" charset="2"/>
              <a:buChar char="n"/>
              <a:defRPr/>
            </a:pPr>
            <a:r>
              <a:rPr lang="zh-CN" altLang="en-US" sz="2400" dirty="0">
                <a:solidFill>
                  <a:schemeClr val="bg2"/>
                </a:solidFill>
                <a:ea typeface="宋体" panose="02010600030101010101" pitchFamily="2" charset="-122"/>
              </a:rPr>
              <a:t>正馈等幂：多次循环执行的运算都产生惟一的结果，这种运算被认为是等幂的。</a:t>
            </a:r>
          </a:p>
          <a:p>
            <a:pPr eaLnBrk="1" hangingPunct="1">
              <a:buClr>
                <a:srgbClr val="FF0000"/>
              </a:buClr>
              <a:buFont typeface="Wingdings" pitchFamily="2" charset="2"/>
              <a:buChar char="n"/>
              <a:defRPr/>
            </a:pPr>
            <a:r>
              <a:rPr lang="zh-CN" altLang="en-US" sz="2400" dirty="0">
                <a:solidFill>
                  <a:schemeClr val="bg2"/>
                </a:solidFill>
                <a:ea typeface="宋体" panose="02010600030101010101" pitchFamily="2" charset="-122"/>
              </a:rPr>
              <a:t>这种机制不适用于数据存储。</a:t>
            </a:r>
          </a:p>
          <a:p>
            <a:pPr eaLnBrk="1" hangingPunct="1">
              <a:buClr>
                <a:srgbClr val="FF0000"/>
              </a:buClr>
              <a:buFont typeface="Wingdings" pitchFamily="2" charset="2"/>
              <a:buChar char="n"/>
              <a:defRPr/>
            </a:pPr>
            <a:r>
              <a:rPr lang="zh-CN" altLang="en-US" sz="2400" dirty="0">
                <a:solidFill>
                  <a:schemeClr val="bg2"/>
                </a:solidFill>
                <a:ea typeface="宋体" panose="02010600030101010101" pitchFamily="2" charset="-122"/>
              </a:rPr>
              <a:t>通过重复相同的动作，直到完整性策略作出否认指示，或者收到一个肯定的确认，从而实现屏蔽。</a:t>
            </a:r>
          </a:p>
          <a:p>
            <a:pPr eaLnBrk="1" hangingPunct="1">
              <a:buClr>
                <a:srgbClr val="FF0000"/>
              </a:buClr>
              <a:buFont typeface="Wingdings" pitchFamily="2" charset="2"/>
              <a:buChar char="n"/>
              <a:defRPr/>
            </a:pPr>
            <a:r>
              <a:rPr lang="zh-CN" altLang="en-US" sz="2400" dirty="0">
                <a:solidFill>
                  <a:schemeClr val="bg2"/>
                </a:solidFill>
                <a:ea typeface="宋体" panose="02010600030101010101" pitchFamily="2" charset="-122"/>
              </a:rPr>
              <a:t>对每份被屏蔽数据都实行证实，成功的证实会 向实施屏蔽操作的实体发出肯定的确认信号。</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06CEF71E-DDAF-4947-ABD4-5174F6DD2E2D}"/>
              </a:ext>
            </a:extLst>
          </p:cNvPr>
          <p:cNvSpPr>
            <a:spLocks noGrp="1" noChangeArrowheads="1"/>
          </p:cNvSpPr>
          <p:nvPr>
            <p:ph type="title"/>
          </p:nvPr>
        </p:nvSpPr>
        <p:spPr bwMode="auto">
          <a:xfrm>
            <a:off x="457200" y="822325"/>
            <a:ext cx="8229600" cy="549275"/>
          </a:xfrm>
        </p:spPr>
        <p:txBody>
          <a:bodyPr vert="horz" wrap="square" lIns="84406" tIns="42203" rIns="84406" bIns="42203" numCol="1" anchor="t" anchorCtr="0" compatLnSpc="1">
            <a:prstTxWarp prst="textNoShape">
              <a:avLst/>
            </a:prstTxWarp>
          </a:bodyPr>
          <a:lstStyle/>
          <a:p>
            <a:pPr>
              <a:defRPr/>
            </a:pPr>
            <a:r>
              <a:rPr lang="en-US" altLang="zh-CN" sz="2800">
                <a:solidFill>
                  <a:srgbClr val="FF0000"/>
                </a:solidFill>
                <a:latin typeface="黑体" panose="02010609060101010101" pitchFamily="49" charset="-122"/>
                <a:ea typeface="黑体" panose="02010609060101010101" pitchFamily="49" charset="-122"/>
              </a:rPr>
              <a:t>4.</a:t>
            </a:r>
            <a:r>
              <a:rPr lang="zh-CN" altLang="en-US" sz="2800">
                <a:solidFill>
                  <a:srgbClr val="FF0000"/>
                </a:solidFill>
                <a:latin typeface="黑体" panose="02010609060101010101" pitchFamily="49" charset="-122"/>
                <a:ea typeface="黑体" panose="02010609060101010101" pitchFamily="49" charset="-122"/>
              </a:rPr>
              <a:t>通过阻止提供完整性</a:t>
            </a:r>
          </a:p>
        </p:txBody>
      </p:sp>
      <p:sp>
        <p:nvSpPr>
          <p:cNvPr id="55299" name="Rectangle 3">
            <a:extLst>
              <a:ext uri="{FF2B5EF4-FFF2-40B4-BE49-F238E27FC236}">
                <a16:creationId xmlns:a16="http://schemas.microsoft.com/office/drawing/2014/main" id="{816DD577-5B84-E748-B240-928844506623}"/>
              </a:ext>
            </a:extLst>
          </p:cNvPr>
          <p:cNvSpPr>
            <a:spLocks noGrp="1" noChangeArrowheads="1"/>
          </p:cNvSpPr>
          <p:nvPr>
            <p:ph idx="1"/>
          </p:nvPr>
        </p:nvSpPr>
        <p:spPr bwMode="auto">
          <a:xfrm>
            <a:off x="533400" y="1828800"/>
            <a:ext cx="7620000" cy="1611313"/>
          </a:xfrm>
        </p:spPr>
        <p:txBody>
          <a:bodyPr vert="horz" wrap="square" lIns="84406" tIns="42203" rIns="84406" bIns="42203" numCol="1" anchor="t" anchorCtr="0" compatLnSpc="1">
            <a:prstTxWarp prst="textNoShape">
              <a:avLst/>
            </a:prstTxWarp>
          </a:bodyPr>
          <a:lstStyle/>
          <a:p>
            <a:pPr eaLnBrk="1" hangingPunct="1">
              <a:buClr>
                <a:srgbClr val="FF0000"/>
              </a:buClr>
              <a:buFont typeface="Wingdings" pitchFamily="2" charset="2"/>
              <a:buChar char="n"/>
              <a:defRPr/>
            </a:pPr>
            <a:r>
              <a:rPr lang="zh-CN" altLang="en-US" sz="2400">
                <a:solidFill>
                  <a:schemeClr val="bg2"/>
                </a:solidFill>
                <a:ea typeface="宋体" panose="02010600030101010101" pitchFamily="2" charset="-122"/>
              </a:rPr>
              <a:t>通过阻止对数据存储或传输媒体的物理访问。</a:t>
            </a:r>
          </a:p>
          <a:p>
            <a:pPr eaLnBrk="1" hangingPunct="1">
              <a:buClr>
                <a:srgbClr val="FF0000"/>
              </a:buClr>
              <a:buFont typeface="Wingdings" pitchFamily="2" charset="2"/>
              <a:buChar char="n"/>
              <a:defRPr/>
            </a:pPr>
            <a:r>
              <a:rPr lang="zh-CN" altLang="en-US" sz="2400">
                <a:solidFill>
                  <a:schemeClr val="bg2"/>
                </a:solidFill>
                <a:ea typeface="宋体" panose="02010600030101010101" pitchFamily="2" charset="-122"/>
              </a:rPr>
              <a:t>通过访问控制提供。</a:t>
            </a:r>
          </a:p>
        </p:txBody>
      </p:sp>
      <p:pic>
        <p:nvPicPr>
          <p:cNvPr id="73732" name="图片 1">
            <a:extLst>
              <a:ext uri="{FF2B5EF4-FFF2-40B4-BE49-F238E27FC236}">
                <a16:creationId xmlns:a16="http://schemas.microsoft.com/office/drawing/2014/main" id="{53FD25E9-BD8D-3542-99EE-89DC56B9A1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76800" y="2819400"/>
            <a:ext cx="3590925" cy="307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afterEffect">
                                  <p:stCondLst>
                                    <p:cond delay="0"/>
                                  </p:stCondLst>
                                  <p:childTnLst>
                                    <p:set>
                                      <p:cBhvr>
                                        <p:cTn id="6" dur="1" fill="hold">
                                          <p:stCondLst>
                                            <p:cond delay="0"/>
                                          </p:stCondLst>
                                        </p:cTn>
                                        <p:tgtEl>
                                          <p:spTgt spid="73732"/>
                                        </p:tgtEl>
                                        <p:attrNameLst>
                                          <p:attrName>style.visibility</p:attrName>
                                        </p:attrNameLst>
                                      </p:cBhvr>
                                      <p:to>
                                        <p:strVal val="visible"/>
                                      </p:to>
                                    </p:set>
                                    <p:animEffect transition="in" filter="fade">
                                      <p:cBhvr>
                                        <p:cTn id="7" dur="500"/>
                                        <p:tgtEl>
                                          <p:spTgt spid="737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9" grpId="0"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
            <a:extLst>
              <a:ext uri="{FF2B5EF4-FFF2-40B4-BE49-F238E27FC236}">
                <a16:creationId xmlns:a16="http://schemas.microsoft.com/office/drawing/2014/main" id="{9273214E-EF9E-9449-9E3A-5980EFEBD98F}"/>
              </a:ext>
            </a:extLst>
          </p:cNvPr>
          <p:cNvSpPr>
            <a:spLocks noGrp="1"/>
          </p:cNvSpPr>
          <p:nvPr>
            <p:ph type="title"/>
          </p:nvPr>
        </p:nvSpPr>
        <p:spPr>
          <a:xfrm>
            <a:off x="457200" y="685800"/>
            <a:ext cx="8229600" cy="563563"/>
          </a:xfrm>
        </p:spPr>
        <p:txBody>
          <a:bodyPr vert="horz" wrap="square" lIns="91440" tIns="45720" rIns="91440" bIns="45720" numCol="1" anchor="t" anchorCtr="0" compatLnSpc="1">
            <a:prstTxWarp prst="textNoShape">
              <a:avLst/>
            </a:prstTxWarp>
          </a:bodyPr>
          <a:lstStyle/>
          <a:p>
            <a:pPr>
              <a:defRPr/>
            </a:pPr>
            <a:r>
              <a:rPr lang="zh-CN" altLang="en-US" sz="2800">
                <a:solidFill>
                  <a:srgbClr val="FF0000"/>
                </a:solidFill>
                <a:latin typeface="黑体" panose="02010609060101010101" pitchFamily="49" charset="-122"/>
                <a:ea typeface="黑体" panose="02010609060101010101" pitchFamily="49" charset="-122"/>
              </a:rPr>
              <a:t>技术实现基本思路</a:t>
            </a:r>
          </a:p>
        </p:txBody>
      </p:sp>
      <p:sp>
        <p:nvSpPr>
          <p:cNvPr id="14339" name="内容占位符 2">
            <a:extLst>
              <a:ext uri="{FF2B5EF4-FFF2-40B4-BE49-F238E27FC236}">
                <a16:creationId xmlns:a16="http://schemas.microsoft.com/office/drawing/2014/main" id="{49D20982-51F8-674E-BC82-46A0AD8476A5}"/>
              </a:ext>
            </a:extLst>
          </p:cNvPr>
          <p:cNvSpPr>
            <a:spLocks noGrp="1"/>
          </p:cNvSpPr>
          <p:nvPr>
            <p:ph idx="1"/>
          </p:nvPr>
        </p:nvSpPr>
        <p:spPr>
          <a:xfrm>
            <a:off x="533400" y="3505200"/>
            <a:ext cx="8458200" cy="2667000"/>
          </a:xfrm>
        </p:spPr>
        <p:txBody>
          <a:bodyPr vert="horz" wrap="square" lIns="91440" tIns="45720" rIns="91440" bIns="45720" numCol="1" anchor="t" anchorCtr="0" compatLnSpc="1">
            <a:prstTxWarp prst="textNoShape">
              <a:avLst/>
            </a:prstTxWarp>
          </a:bodyPr>
          <a:lstStyle/>
          <a:p>
            <a:pPr marL="0" indent="0">
              <a:buClr>
                <a:srgbClr val="FF0000"/>
              </a:buClr>
              <a:buFont typeface="Wingdings" pitchFamily="2" charset="2"/>
              <a:buNone/>
              <a:defRPr/>
            </a:pPr>
            <a:r>
              <a:rPr lang="zh-CN" altLang="en-US" sz="1600">
                <a:solidFill>
                  <a:srgbClr val="0000CC"/>
                </a:solidFill>
                <a:latin typeface="黑体" panose="02010609060101010101" pitchFamily="49" charset="-122"/>
                <a:ea typeface="黑体" panose="02010609060101010101" pitchFamily="49" charset="-122"/>
              </a:rPr>
              <a:t>增加信息验证码对数据完整性进行验证</a:t>
            </a:r>
            <a:endParaRPr lang="en-US" altLang="zh-CN" sz="1600">
              <a:solidFill>
                <a:srgbClr val="0000CC"/>
              </a:solidFill>
              <a:latin typeface="黑体" panose="02010609060101010101" pitchFamily="49" charset="-122"/>
              <a:ea typeface="黑体" panose="02010609060101010101" pitchFamily="49" charset="-122"/>
            </a:endParaRPr>
          </a:p>
          <a:p>
            <a:pPr marL="0" indent="0">
              <a:buClr>
                <a:srgbClr val="FF0000"/>
              </a:buClr>
              <a:buFont typeface="Wingdings" pitchFamily="2" charset="2"/>
              <a:buNone/>
              <a:defRPr/>
            </a:pPr>
            <a:r>
              <a:rPr lang="zh-CN" altLang="en-US" sz="1600">
                <a:solidFill>
                  <a:schemeClr val="bg2"/>
                </a:solidFill>
                <a:latin typeface="黑体" panose="02010609060101010101" pitchFamily="49" charset="-122"/>
                <a:ea typeface="黑体" panose="02010609060101010101" pitchFamily="49" charset="-122"/>
              </a:rPr>
              <a:t>（</a:t>
            </a:r>
            <a:r>
              <a:rPr lang="en-US" altLang="zh-CN" sz="1600">
                <a:solidFill>
                  <a:schemeClr val="bg2"/>
                </a:solidFill>
                <a:latin typeface="黑体" panose="02010609060101010101" pitchFamily="49" charset="-122"/>
                <a:ea typeface="黑体" panose="02010609060101010101" pitchFamily="49" charset="-122"/>
              </a:rPr>
              <a:t>1</a:t>
            </a:r>
            <a:r>
              <a:rPr lang="zh-CN" altLang="en-US" sz="1600">
                <a:solidFill>
                  <a:schemeClr val="bg2"/>
                </a:solidFill>
                <a:latin typeface="黑体" panose="02010609060101010101" pitchFamily="49" charset="-122"/>
                <a:ea typeface="黑体" panose="02010609060101010101" pitchFamily="49" charset="-122"/>
              </a:rPr>
              <a:t>）发送方根据要发送的原信息</a:t>
            </a:r>
            <a:r>
              <a:rPr lang="en-US" altLang="zh-CN" sz="1600">
                <a:solidFill>
                  <a:schemeClr val="bg2"/>
                </a:solidFill>
                <a:latin typeface="黑体" panose="02010609060101010101" pitchFamily="49" charset="-122"/>
                <a:ea typeface="黑体" panose="02010609060101010101" pitchFamily="49" charset="-122"/>
              </a:rPr>
              <a:t>M0</a:t>
            </a:r>
            <a:r>
              <a:rPr lang="zh-CN" altLang="en-US" sz="1600">
                <a:solidFill>
                  <a:schemeClr val="bg2"/>
                </a:solidFill>
                <a:latin typeface="黑体" panose="02010609060101010101" pitchFamily="49" charset="-122"/>
                <a:ea typeface="黑体" panose="02010609060101010101" pitchFamily="49" charset="-122"/>
              </a:rPr>
              <a:t>，利用验证码函数产生与</a:t>
            </a:r>
            <a:r>
              <a:rPr lang="en-US" altLang="zh-CN" sz="1600">
                <a:solidFill>
                  <a:schemeClr val="bg2"/>
                </a:solidFill>
                <a:latin typeface="黑体" panose="02010609060101010101" pitchFamily="49" charset="-122"/>
                <a:ea typeface="黑体" panose="02010609060101010101" pitchFamily="49" charset="-122"/>
              </a:rPr>
              <a:t>M0</a:t>
            </a:r>
            <a:r>
              <a:rPr lang="zh-CN" altLang="en-US" sz="1600">
                <a:solidFill>
                  <a:schemeClr val="bg2"/>
                </a:solidFill>
                <a:latin typeface="黑体" panose="02010609060101010101" pitchFamily="49" charset="-122"/>
                <a:ea typeface="黑体" panose="02010609060101010101" pitchFamily="49" charset="-122"/>
              </a:rPr>
              <a:t>密切相关的信息验证码</a:t>
            </a:r>
            <a:r>
              <a:rPr lang="en-US" altLang="zh-CN" sz="1600">
                <a:solidFill>
                  <a:schemeClr val="bg2"/>
                </a:solidFill>
                <a:latin typeface="黑体" panose="02010609060101010101" pitchFamily="49" charset="-122"/>
                <a:ea typeface="黑体" panose="02010609060101010101" pitchFamily="49" charset="-122"/>
              </a:rPr>
              <a:t>C0</a:t>
            </a:r>
            <a:r>
              <a:rPr lang="zh-CN" altLang="en-US" sz="1600">
                <a:solidFill>
                  <a:schemeClr val="bg2"/>
                </a:solidFill>
                <a:latin typeface="黑体" panose="02010609060101010101" pitchFamily="49" charset="-122"/>
                <a:ea typeface="黑体" panose="02010609060101010101" pitchFamily="49" charset="-122"/>
              </a:rPr>
              <a:t>；</a:t>
            </a:r>
          </a:p>
          <a:p>
            <a:pPr marL="0" indent="0">
              <a:buClr>
                <a:srgbClr val="FF0000"/>
              </a:buClr>
              <a:buFont typeface="Wingdings" pitchFamily="2" charset="2"/>
              <a:buNone/>
              <a:defRPr/>
            </a:pPr>
            <a:r>
              <a:rPr lang="zh-CN" altLang="en-US" sz="1600">
                <a:solidFill>
                  <a:schemeClr val="bg2"/>
                </a:solidFill>
                <a:latin typeface="黑体" panose="02010609060101010101" pitchFamily="49" charset="-122"/>
                <a:ea typeface="黑体" panose="02010609060101010101" pitchFamily="49" charset="-122"/>
              </a:rPr>
              <a:t>（</a:t>
            </a:r>
            <a:r>
              <a:rPr lang="en-US" altLang="zh-CN" sz="1600">
                <a:solidFill>
                  <a:schemeClr val="bg2"/>
                </a:solidFill>
                <a:latin typeface="黑体" panose="02010609060101010101" pitchFamily="49" charset="-122"/>
                <a:ea typeface="黑体" panose="02010609060101010101" pitchFamily="49" charset="-122"/>
              </a:rPr>
              <a:t>2</a:t>
            </a:r>
            <a:r>
              <a:rPr lang="zh-CN" altLang="en-US" sz="1600">
                <a:solidFill>
                  <a:schemeClr val="bg2"/>
                </a:solidFill>
                <a:latin typeface="黑体" panose="02010609060101010101" pitchFamily="49" charset="-122"/>
                <a:ea typeface="黑体" panose="02010609060101010101" pitchFamily="49" charset="-122"/>
              </a:rPr>
              <a:t>）发送方把原始信息</a:t>
            </a:r>
            <a:r>
              <a:rPr lang="en-US" altLang="zh-CN" sz="1600">
                <a:solidFill>
                  <a:schemeClr val="bg2"/>
                </a:solidFill>
                <a:latin typeface="黑体" panose="02010609060101010101" pitchFamily="49" charset="-122"/>
                <a:ea typeface="黑体" panose="02010609060101010101" pitchFamily="49" charset="-122"/>
              </a:rPr>
              <a:t>M0</a:t>
            </a:r>
            <a:r>
              <a:rPr lang="zh-CN" altLang="en-US" sz="1600">
                <a:solidFill>
                  <a:schemeClr val="bg2"/>
                </a:solidFill>
                <a:latin typeface="黑体" panose="02010609060101010101" pitchFamily="49" charset="-122"/>
                <a:ea typeface="黑体" panose="02010609060101010101" pitchFamily="49" charset="-122"/>
              </a:rPr>
              <a:t>和信息验证码</a:t>
            </a:r>
            <a:r>
              <a:rPr lang="en-US" altLang="zh-CN" sz="1600">
                <a:solidFill>
                  <a:schemeClr val="bg2"/>
                </a:solidFill>
                <a:latin typeface="黑体" panose="02010609060101010101" pitchFamily="49" charset="-122"/>
                <a:ea typeface="黑体" panose="02010609060101010101" pitchFamily="49" charset="-122"/>
              </a:rPr>
              <a:t>C0</a:t>
            </a:r>
            <a:r>
              <a:rPr lang="zh-CN" altLang="en-US" sz="1600">
                <a:solidFill>
                  <a:schemeClr val="bg2"/>
                </a:solidFill>
                <a:latin typeface="黑体" panose="02010609060101010101" pitchFamily="49" charset="-122"/>
                <a:ea typeface="黑体" panose="02010609060101010101" pitchFamily="49" charset="-122"/>
              </a:rPr>
              <a:t>合在一起，并通过网络发送给接收方；</a:t>
            </a:r>
          </a:p>
          <a:p>
            <a:pPr marL="0" indent="0">
              <a:buClr>
                <a:srgbClr val="FF0000"/>
              </a:buClr>
              <a:buFont typeface="Wingdings" pitchFamily="2" charset="2"/>
              <a:buNone/>
              <a:defRPr/>
            </a:pPr>
            <a:r>
              <a:rPr lang="zh-CN" altLang="en-US" sz="1600">
                <a:solidFill>
                  <a:schemeClr val="bg2"/>
                </a:solidFill>
                <a:latin typeface="黑体" panose="02010609060101010101" pitchFamily="49" charset="-122"/>
                <a:ea typeface="黑体" panose="02010609060101010101" pitchFamily="49" charset="-122"/>
              </a:rPr>
              <a:t>（</a:t>
            </a:r>
            <a:r>
              <a:rPr lang="en-US" altLang="zh-CN" sz="1600">
                <a:solidFill>
                  <a:schemeClr val="bg2"/>
                </a:solidFill>
                <a:latin typeface="黑体" panose="02010609060101010101" pitchFamily="49" charset="-122"/>
                <a:ea typeface="黑体" panose="02010609060101010101" pitchFamily="49" charset="-122"/>
              </a:rPr>
              <a:t>3</a:t>
            </a:r>
            <a:r>
              <a:rPr lang="zh-CN" altLang="en-US" sz="1600">
                <a:solidFill>
                  <a:schemeClr val="bg2"/>
                </a:solidFill>
                <a:latin typeface="黑体" panose="02010609060101010101" pitchFamily="49" charset="-122"/>
                <a:ea typeface="黑体" panose="02010609060101010101" pitchFamily="49" charset="-122"/>
              </a:rPr>
              <a:t>）接收方对所收到的原信息和验证码进行分离，假设分别为</a:t>
            </a:r>
            <a:r>
              <a:rPr lang="en-US" altLang="zh-CN" sz="1600">
                <a:solidFill>
                  <a:schemeClr val="bg2"/>
                </a:solidFill>
                <a:latin typeface="黑体" panose="02010609060101010101" pitchFamily="49" charset="-122"/>
                <a:ea typeface="黑体" panose="02010609060101010101" pitchFamily="49" charset="-122"/>
              </a:rPr>
              <a:t>M1</a:t>
            </a:r>
            <a:r>
              <a:rPr lang="zh-CN" altLang="en-US" sz="1600">
                <a:solidFill>
                  <a:schemeClr val="bg2"/>
                </a:solidFill>
                <a:latin typeface="黑体" panose="02010609060101010101" pitchFamily="49" charset="-122"/>
                <a:ea typeface="黑体" panose="02010609060101010101" pitchFamily="49" charset="-122"/>
              </a:rPr>
              <a:t>和</a:t>
            </a:r>
            <a:r>
              <a:rPr lang="en-US" altLang="zh-CN" sz="1600">
                <a:solidFill>
                  <a:schemeClr val="bg2"/>
                </a:solidFill>
                <a:latin typeface="黑体" panose="02010609060101010101" pitchFamily="49" charset="-122"/>
                <a:ea typeface="黑体" panose="02010609060101010101" pitchFamily="49" charset="-122"/>
              </a:rPr>
              <a:t>C1</a:t>
            </a:r>
            <a:r>
              <a:rPr lang="zh-CN" altLang="en-US" sz="1600">
                <a:solidFill>
                  <a:schemeClr val="bg2"/>
                </a:solidFill>
                <a:latin typeface="黑体" panose="02010609060101010101" pitchFamily="49" charset="-122"/>
                <a:ea typeface="黑体" panose="02010609060101010101" pitchFamily="49" charset="-122"/>
              </a:rPr>
              <a:t>，因为这两个信息可能已被被篡改；</a:t>
            </a:r>
            <a:endParaRPr lang="en-US" altLang="zh-CN" sz="1600">
              <a:solidFill>
                <a:schemeClr val="bg2"/>
              </a:solidFill>
              <a:latin typeface="黑体" panose="02010609060101010101" pitchFamily="49" charset="-122"/>
              <a:ea typeface="黑体" panose="02010609060101010101" pitchFamily="49" charset="-122"/>
            </a:endParaRPr>
          </a:p>
          <a:p>
            <a:pPr marL="0" indent="0">
              <a:buClr>
                <a:srgbClr val="FF0000"/>
              </a:buClr>
              <a:buFont typeface="Wingdings" pitchFamily="2" charset="2"/>
              <a:buNone/>
              <a:defRPr/>
            </a:pPr>
            <a:r>
              <a:rPr lang="zh-CN" altLang="en-US" sz="1600">
                <a:solidFill>
                  <a:schemeClr val="bg2"/>
                </a:solidFill>
                <a:latin typeface="黑体" panose="02010609060101010101" pitchFamily="49" charset="-122"/>
                <a:ea typeface="黑体" panose="02010609060101010101" pitchFamily="49" charset="-122"/>
              </a:rPr>
              <a:t>（</a:t>
            </a:r>
            <a:r>
              <a:rPr lang="en-US" altLang="zh-CN" sz="1600">
                <a:solidFill>
                  <a:schemeClr val="bg2"/>
                </a:solidFill>
                <a:latin typeface="黑体" panose="02010609060101010101" pitchFamily="49" charset="-122"/>
                <a:ea typeface="黑体" panose="02010609060101010101" pitchFamily="49" charset="-122"/>
              </a:rPr>
              <a:t>4</a:t>
            </a:r>
            <a:r>
              <a:rPr lang="zh-CN" altLang="en-US" sz="1600">
                <a:solidFill>
                  <a:schemeClr val="bg2"/>
                </a:solidFill>
                <a:latin typeface="黑体" panose="02010609060101010101" pitchFamily="49" charset="-122"/>
                <a:ea typeface="黑体" panose="02010609060101010101" pitchFamily="49" charset="-122"/>
              </a:rPr>
              <a:t>）接收方使用与原始信息相同的信息验证码函数（双方事先约定好的）对收到的信息部分</a:t>
            </a:r>
            <a:r>
              <a:rPr lang="en-US" altLang="zh-CN" sz="1600">
                <a:solidFill>
                  <a:schemeClr val="bg2"/>
                </a:solidFill>
                <a:latin typeface="黑体" panose="02010609060101010101" pitchFamily="49" charset="-122"/>
                <a:ea typeface="黑体" panose="02010609060101010101" pitchFamily="49" charset="-122"/>
              </a:rPr>
              <a:t>M1</a:t>
            </a:r>
            <a:r>
              <a:rPr lang="zh-CN" altLang="en-US" sz="1600">
                <a:solidFill>
                  <a:schemeClr val="bg2"/>
                </a:solidFill>
                <a:latin typeface="黑体" panose="02010609060101010101" pitchFamily="49" charset="-122"/>
                <a:ea typeface="黑体" panose="02010609060101010101" pitchFamily="49" charset="-122"/>
              </a:rPr>
              <a:t>计算其自己的信息验证码</a:t>
            </a:r>
            <a:r>
              <a:rPr lang="en-US" altLang="zh-CN" sz="1600">
                <a:solidFill>
                  <a:schemeClr val="bg2"/>
                </a:solidFill>
                <a:latin typeface="黑体" panose="02010609060101010101" pitchFamily="49" charset="-122"/>
                <a:ea typeface="黑体" panose="02010609060101010101" pitchFamily="49" charset="-122"/>
              </a:rPr>
              <a:t>C2</a:t>
            </a:r>
            <a:r>
              <a:rPr lang="zh-CN" altLang="en-US" sz="1600">
                <a:solidFill>
                  <a:schemeClr val="bg2"/>
                </a:solidFill>
                <a:latin typeface="黑体" panose="02010609060101010101" pitchFamily="49" charset="-122"/>
                <a:ea typeface="黑体" panose="02010609060101010101" pitchFamily="49" charset="-122"/>
              </a:rPr>
              <a:t>；</a:t>
            </a:r>
          </a:p>
          <a:p>
            <a:pPr marL="0" indent="0">
              <a:buClr>
                <a:srgbClr val="FF0000"/>
              </a:buClr>
              <a:buFont typeface="Wingdings" pitchFamily="2" charset="2"/>
              <a:buNone/>
              <a:defRPr/>
            </a:pPr>
            <a:r>
              <a:rPr lang="zh-CN" altLang="en-US" sz="1600">
                <a:solidFill>
                  <a:schemeClr val="bg2"/>
                </a:solidFill>
                <a:latin typeface="黑体" panose="02010609060101010101" pitchFamily="49" charset="-122"/>
                <a:ea typeface="黑体" panose="02010609060101010101" pitchFamily="49" charset="-122"/>
              </a:rPr>
              <a:t>（</a:t>
            </a:r>
            <a:r>
              <a:rPr lang="en-US" altLang="zh-CN" sz="1600">
                <a:solidFill>
                  <a:schemeClr val="bg2"/>
                </a:solidFill>
                <a:latin typeface="黑体" panose="02010609060101010101" pitchFamily="49" charset="-122"/>
                <a:ea typeface="黑体" panose="02010609060101010101" pitchFamily="49" charset="-122"/>
              </a:rPr>
              <a:t>5</a:t>
            </a:r>
            <a:r>
              <a:rPr lang="zh-CN" altLang="en-US" sz="1600">
                <a:solidFill>
                  <a:schemeClr val="bg2"/>
                </a:solidFill>
                <a:latin typeface="黑体" panose="02010609060101010101" pitchFamily="49" charset="-122"/>
                <a:ea typeface="黑体" panose="02010609060101010101" pitchFamily="49" charset="-122"/>
              </a:rPr>
              <a:t>）接收方将自己制作的接收方信息验证码</a:t>
            </a:r>
            <a:r>
              <a:rPr lang="en-US" altLang="zh-CN" sz="1600">
                <a:solidFill>
                  <a:schemeClr val="bg2"/>
                </a:solidFill>
                <a:latin typeface="黑体" panose="02010609060101010101" pitchFamily="49" charset="-122"/>
                <a:ea typeface="黑体" panose="02010609060101010101" pitchFamily="49" charset="-122"/>
              </a:rPr>
              <a:t>C2</a:t>
            </a:r>
            <a:r>
              <a:rPr lang="zh-CN" altLang="en-US" sz="1600">
                <a:solidFill>
                  <a:schemeClr val="bg2"/>
                </a:solidFill>
                <a:latin typeface="黑体" panose="02010609060101010101" pitchFamily="49" charset="-122"/>
                <a:ea typeface="黑体" panose="02010609060101010101" pitchFamily="49" charset="-122"/>
              </a:rPr>
              <a:t>同分离出来的信息验证码</a:t>
            </a:r>
            <a:r>
              <a:rPr lang="en-US" altLang="zh-CN" sz="1600">
                <a:solidFill>
                  <a:schemeClr val="bg2"/>
                </a:solidFill>
                <a:latin typeface="黑体" panose="02010609060101010101" pitchFamily="49" charset="-122"/>
                <a:ea typeface="黑体" panose="02010609060101010101" pitchFamily="49" charset="-122"/>
              </a:rPr>
              <a:t>C1</a:t>
            </a:r>
            <a:r>
              <a:rPr lang="zh-CN" altLang="en-US" sz="1600">
                <a:solidFill>
                  <a:schemeClr val="bg2"/>
                </a:solidFill>
                <a:latin typeface="黑体" panose="02010609060101010101" pitchFamily="49" charset="-122"/>
                <a:ea typeface="黑体" panose="02010609060101010101" pitchFamily="49" charset="-122"/>
              </a:rPr>
              <a:t>进行对比，如果相等，接收方断定收到的信息</a:t>
            </a:r>
            <a:r>
              <a:rPr lang="en-US" altLang="zh-CN" sz="1600">
                <a:solidFill>
                  <a:schemeClr val="bg2"/>
                </a:solidFill>
                <a:latin typeface="黑体" panose="02010609060101010101" pitchFamily="49" charset="-122"/>
                <a:ea typeface="黑体" panose="02010609060101010101" pitchFamily="49" charset="-122"/>
              </a:rPr>
              <a:t>M1</a:t>
            </a:r>
            <a:r>
              <a:rPr lang="zh-CN" altLang="en-US" sz="1600">
                <a:solidFill>
                  <a:schemeClr val="bg2"/>
                </a:solidFill>
                <a:latin typeface="黑体" panose="02010609060101010101" pitchFamily="49" charset="-122"/>
                <a:ea typeface="黑体" panose="02010609060101010101" pitchFamily="49" charset="-122"/>
              </a:rPr>
              <a:t>与用户发送的信息</a:t>
            </a:r>
            <a:r>
              <a:rPr lang="en-US" altLang="zh-CN" sz="1600">
                <a:solidFill>
                  <a:schemeClr val="bg2"/>
                </a:solidFill>
                <a:latin typeface="黑体" panose="02010609060101010101" pitchFamily="49" charset="-122"/>
                <a:ea typeface="黑体" panose="02010609060101010101" pitchFamily="49" charset="-122"/>
              </a:rPr>
              <a:t>M0</a:t>
            </a:r>
            <a:r>
              <a:rPr lang="zh-CN" altLang="en-US" sz="1600">
                <a:solidFill>
                  <a:schemeClr val="bg2"/>
                </a:solidFill>
                <a:latin typeface="黑体" panose="02010609060101010101" pitchFamily="49" charset="-122"/>
                <a:ea typeface="黑体" panose="02010609060101010101" pitchFamily="49" charset="-122"/>
              </a:rPr>
              <a:t>是相同的，如果不相等，则接收方知道原始信息已经被篡改过。</a:t>
            </a:r>
          </a:p>
          <a:p>
            <a:pPr marL="0" indent="0">
              <a:buClr>
                <a:srgbClr val="FF0000"/>
              </a:buClr>
              <a:buFont typeface="Wingdings" pitchFamily="2" charset="2"/>
              <a:buChar char="n"/>
              <a:defRPr/>
            </a:pPr>
            <a:endParaRPr lang="zh-CN" altLang="en-US" sz="2000">
              <a:solidFill>
                <a:schemeClr val="bg2"/>
              </a:solidFill>
              <a:latin typeface="黑体" panose="02010609060101010101" pitchFamily="49" charset="-122"/>
              <a:ea typeface="黑体" panose="02010609060101010101" pitchFamily="49" charset="-122"/>
            </a:endParaRPr>
          </a:p>
          <a:p>
            <a:pPr marL="0" indent="0">
              <a:defRPr/>
            </a:pPr>
            <a:endParaRPr lang="zh-CN" altLang="en-US">
              <a:ea typeface="宋体" panose="02010600030101010101" pitchFamily="2" charset="-122"/>
            </a:endParaRPr>
          </a:p>
        </p:txBody>
      </p:sp>
      <p:graphicFrame>
        <p:nvGraphicFramePr>
          <p:cNvPr id="4" name="Object 6">
            <a:extLst>
              <a:ext uri="{FF2B5EF4-FFF2-40B4-BE49-F238E27FC236}">
                <a16:creationId xmlns:a16="http://schemas.microsoft.com/office/drawing/2014/main" id="{220A7C3D-87C5-D44C-96B3-D67F0E811699}"/>
              </a:ext>
            </a:extLst>
          </p:cNvPr>
          <p:cNvGraphicFramePr>
            <a:graphicFrameLocks noChangeAspect="1"/>
          </p:cNvGraphicFramePr>
          <p:nvPr/>
        </p:nvGraphicFramePr>
        <p:xfrm>
          <a:off x="469900" y="1254125"/>
          <a:ext cx="8443913" cy="2174875"/>
        </p:xfrm>
        <a:graphic>
          <a:graphicData uri="http://schemas.openxmlformats.org/presentationml/2006/ole">
            <mc:AlternateContent xmlns:mc="http://schemas.openxmlformats.org/markup-compatibility/2006">
              <mc:Choice xmlns:v="urn:schemas-microsoft-com:vml" Requires="v">
                <p:oleObj r:id="rId2" imgW="5930900" imgH="1892300" progId="Visio.Drawing.11">
                  <p:embed/>
                </p:oleObj>
              </mc:Choice>
              <mc:Fallback>
                <p:oleObj r:id="rId2" imgW="5930900" imgH="1892300" progId="Visio.Drawing.11">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9900" y="1254125"/>
                        <a:ext cx="8443913" cy="217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build="p"/>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a:extLst>
              <a:ext uri="{FF2B5EF4-FFF2-40B4-BE49-F238E27FC236}">
                <a16:creationId xmlns:a16="http://schemas.microsoft.com/office/drawing/2014/main" id="{F52FA3F8-F8AD-B14C-ACA4-1E05FE31A929}"/>
              </a:ext>
            </a:extLst>
          </p:cNvPr>
          <p:cNvSpPr>
            <a:spLocks noGrp="1"/>
          </p:cNvSpPr>
          <p:nvPr>
            <p:ph type="title"/>
          </p:nvPr>
        </p:nvSpPr>
        <p:spPr>
          <a:xfrm>
            <a:off x="441325" y="685800"/>
            <a:ext cx="8229600" cy="563563"/>
          </a:xfrm>
        </p:spPr>
        <p:txBody>
          <a:bodyPr vert="horz" wrap="square" lIns="91440" tIns="45720" rIns="91440" bIns="45720" numCol="1" anchor="t" anchorCtr="0" compatLnSpc="1">
            <a:prstTxWarp prst="textNoShape">
              <a:avLst/>
            </a:prstTxWarp>
          </a:bodyPr>
          <a:lstStyle/>
          <a:p>
            <a:pPr>
              <a:defRPr/>
            </a:pPr>
            <a:r>
              <a:rPr lang="zh-CN" altLang="en-US" sz="2800">
                <a:solidFill>
                  <a:srgbClr val="FF0000"/>
                </a:solidFill>
                <a:latin typeface="黑体" panose="02010609060101010101" pitchFamily="49" charset="-122"/>
                <a:ea typeface="黑体" panose="02010609060101010101" pitchFamily="49" charset="-122"/>
              </a:rPr>
              <a:t>数据完整性特性机制的评价标准</a:t>
            </a:r>
          </a:p>
        </p:txBody>
      </p:sp>
      <p:sp>
        <p:nvSpPr>
          <p:cNvPr id="3" name="内容占位符 2">
            <a:extLst>
              <a:ext uri="{FF2B5EF4-FFF2-40B4-BE49-F238E27FC236}">
                <a16:creationId xmlns:a16="http://schemas.microsoft.com/office/drawing/2014/main" id="{274687F2-EC5D-1C41-96FF-B33ED9F827F2}"/>
              </a:ext>
            </a:extLst>
          </p:cNvPr>
          <p:cNvSpPr>
            <a:spLocks noGrp="1"/>
          </p:cNvSpPr>
          <p:nvPr>
            <p:ph idx="1"/>
          </p:nvPr>
        </p:nvSpPr>
        <p:spPr>
          <a:xfrm>
            <a:off x="441325" y="1371600"/>
            <a:ext cx="8378825" cy="3352800"/>
          </a:xfrm>
        </p:spPr>
        <p:txBody>
          <a:bodyPr vert="horz" wrap="square" lIns="91440" tIns="45720" rIns="91440" bIns="45720" numCol="1" anchor="t" anchorCtr="0" compatLnSpc="1">
            <a:prstTxWarp prst="textNoShape">
              <a:avLst/>
            </a:prstTxWarp>
          </a:bodyPr>
          <a:lstStyle/>
          <a:p>
            <a:pPr eaLnBrk="1" hangingPunct="1">
              <a:buClr>
                <a:srgbClr val="FF0000"/>
              </a:buClr>
              <a:buFont typeface="Wingdings" pitchFamily="2" charset="2"/>
              <a:buChar char="n"/>
              <a:defRPr/>
            </a:pPr>
            <a:r>
              <a:rPr lang="zh-CN" altLang="en-US" sz="2400" dirty="0">
                <a:solidFill>
                  <a:srgbClr val="0000CC"/>
                </a:solidFill>
                <a:ea typeface="宋体" panose="02010600030101010101" pitchFamily="2" charset="-122"/>
              </a:rPr>
              <a:t>完整性验证的安全性</a:t>
            </a:r>
            <a:endParaRPr lang="en-US" altLang="zh-CN" sz="2400" dirty="0">
              <a:solidFill>
                <a:srgbClr val="0000CC"/>
              </a:solidFill>
              <a:ea typeface="宋体" panose="02010600030101010101" pitchFamily="2" charset="-122"/>
            </a:endParaRPr>
          </a:p>
          <a:p>
            <a:pPr lvl="1">
              <a:buClr>
                <a:srgbClr val="D98725"/>
              </a:buClr>
              <a:buFont typeface="Wingdings" pitchFamily="2" charset="2"/>
              <a:buChar char="u"/>
              <a:defRPr/>
            </a:pPr>
            <a:r>
              <a:rPr lang="zh-CN" altLang="en-US" sz="2000" dirty="0">
                <a:solidFill>
                  <a:schemeClr val="bg2"/>
                </a:solidFill>
                <a:latin typeface="黑体" panose="02010609060101010101" pitchFamily="49" charset="-122"/>
                <a:ea typeface="黑体" panose="02010609060101010101" pitchFamily="49" charset="-122"/>
              </a:rPr>
              <a:t>消息完整性安全要求对接收的数据的任何改动都能被发现，对于给定的消息</a:t>
            </a:r>
            <a:r>
              <a:rPr lang="en-US" altLang="zh-CN" sz="2000" dirty="0">
                <a:solidFill>
                  <a:schemeClr val="bg2"/>
                </a:solidFill>
                <a:latin typeface="黑体" panose="02010609060101010101" pitchFamily="49" charset="-122"/>
                <a:ea typeface="黑体" panose="02010609060101010101" pitchFamily="49" charset="-122"/>
              </a:rPr>
              <a:t>m</a:t>
            </a:r>
            <a:r>
              <a:rPr lang="en-US" altLang="zh-CN" sz="2000" baseline="-25000" dirty="0">
                <a:solidFill>
                  <a:schemeClr val="bg2"/>
                </a:solidFill>
                <a:latin typeface="黑体" panose="02010609060101010101" pitchFamily="49" charset="-122"/>
                <a:ea typeface="黑体" panose="02010609060101010101" pitchFamily="49" charset="-122"/>
              </a:rPr>
              <a:t>1</a:t>
            </a:r>
            <a:r>
              <a:rPr lang="zh-CN" altLang="en-US" sz="2000" dirty="0">
                <a:solidFill>
                  <a:schemeClr val="bg2"/>
                </a:solidFill>
                <a:latin typeface="黑体" panose="02010609060101010101" pitchFamily="49" charset="-122"/>
                <a:ea typeface="黑体" panose="02010609060101010101" pitchFamily="49" charset="-122"/>
              </a:rPr>
              <a:t>和其验证码</a:t>
            </a:r>
            <a:r>
              <a:rPr lang="en-US" altLang="zh-CN" sz="2000" dirty="0">
                <a:solidFill>
                  <a:schemeClr val="bg2"/>
                </a:solidFill>
                <a:latin typeface="黑体" panose="02010609060101010101" pitchFamily="49" charset="-122"/>
                <a:ea typeface="黑体" panose="02010609060101010101" pitchFamily="49" charset="-122"/>
              </a:rPr>
              <a:t>H</a:t>
            </a:r>
            <a:r>
              <a:rPr lang="zh-CN" altLang="en-US" sz="2000" dirty="0">
                <a:solidFill>
                  <a:schemeClr val="bg2"/>
                </a:solidFill>
                <a:latin typeface="黑体" panose="02010609060101010101" pitchFamily="49" charset="-122"/>
                <a:ea typeface="黑体" panose="02010609060101010101" pitchFamily="49" charset="-122"/>
              </a:rPr>
              <a:t>（</a:t>
            </a:r>
            <a:r>
              <a:rPr lang="en-US" altLang="zh-CN" sz="2000" dirty="0">
                <a:solidFill>
                  <a:schemeClr val="bg2"/>
                </a:solidFill>
                <a:latin typeface="黑体" panose="02010609060101010101" pitchFamily="49" charset="-122"/>
                <a:ea typeface="黑体" panose="02010609060101010101" pitchFamily="49" charset="-122"/>
              </a:rPr>
              <a:t>m</a:t>
            </a:r>
            <a:r>
              <a:rPr lang="en-US" altLang="zh-CN" sz="2000" baseline="-25000" dirty="0">
                <a:solidFill>
                  <a:schemeClr val="bg2"/>
                </a:solidFill>
                <a:latin typeface="黑体" panose="02010609060101010101" pitchFamily="49" charset="-122"/>
                <a:ea typeface="黑体" panose="02010609060101010101" pitchFamily="49" charset="-122"/>
              </a:rPr>
              <a:t>1</a:t>
            </a:r>
            <a:r>
              <a:rPr lang="zh-CN" altLang="en-US" sz="2000" dirty="0">
                <a:solidFill>
                  <a:schemeClr val="bg2"/>
                </a:solidFill>
                <a:latin typeface="黑体" panose="02010609060101010101" pitchFamily="49" charset="-122"/>
                <a:ea typeface="黑体" panose="02010609060101010101" pitchFamily="49" charset="-122"/>
              </a:rPr>
              <a:t>），找到满足</a:t>
            </a:r>
            <a:r>
              <a:rPr lang="en-US" altLang="zh-CN" sz="2000" dirty="0">
                <a:solidFill>
                  <a:schemeClr val="bg2"/>
                </a:solidFill>
                <a:latin typeface="黑体" panose="02010609060101010101" pitchFamily="49" charset="-122"/>
                <a:ea typeface="黑体" panose="02010609060101010101" pitchFamily="49" charset="-122"/>
              </a:rPr>
              <a:t>m</a:t>
            </a:r>
            <a:r>
              <a:rPr lang="en-US" altLang="zh-CN" sz="2000" baseline="-25000" dirty="0">
                <a:solidFill>
                  <a:schemeClr val="bg2"/>
                </a:solidFill>
                <a:latin typeface="黑体" panose="02010609060101010101" pitchFamily="49" charset="-122"/>
                <a:ea typeface="黑体" panose="02010609060101010101" pitchFamily="49" charset="-122"/>
              </a:rPr>
              <a:t>2</a:t>
            </a:r>
            <a:r>
              <a:rPr lang="zh-CN" altLang="en-US" sz="2000" dirty="0">
                <a:solidFill>
                  <a:schemeClr val="bg2"/>
                </a:solidFill>
                <a:latin typeface="黑体" panose="02010609060101010101" pitchFamily="49" charset="-122"/>
                <a:ea typeface="黑体" panose="02010609060101010101" pitchFamily="49" charset="-122"/>
              </a:rPr>
              <a:t>≠</a:t>
            </a:r>
            <a:r>
              <a:rPr lang="en-US" altLang="zh-CN" sz="2000" dirty="0">
                <a:solidFill>
                  <a:schemeClr val="bg2"/>
                </a:solidFill>
                <a:latin typeface="黑体" panose="02010609060101010101" pitchFamily="49" charset="-122"/>
                <a:ea typeface="黑体" panose="02010609060101010101" pitchFamily="49" charset="-122"/>
              </a:rPr>
              <a:t>m</a:t>
            </a:r>
            <a:r>
              <a:rPr lang="en-US" altLang="zh-CN" sz="2000" baseline="-25000" dirty="0">
                <a:solidFill>
                  <a:schemeClr val="bg2"/>
                </a:solidFill>
                <a:latin typeface="黑体" panose="02010609060101010101" pitchFamily="49" charset="-122"/>
                <a:ea typeface="黑体" panose="02010609060101010101" pitchFamily="49" charset="-122"/>
              </a:rPr>
              <a:t>1</a:t>
            </a:r>
            <a:r>
              <a:rPr lang="zh-CN" altLang="en-US" sz="2000" dirty="0">
                <a:solidFill>
                  <a:schemeClr val="bg2"/>
                </a:solidFill>
                <a:latin typeface="黑体" panose="02010609060101010101" pitchFamily="49" charset="-122"/>
                <a:ea typeface="黑体" panose="02010609060101010101" pitchFamily="49" charset="-122"/>
              </a:rPr>
              <a:t>，且</a:t>
            </a:r>
            <a:r>
              <a:rPr lang="en-US" altLang="zh-CN" sz="2000" dirty="0">
                <a:solidFill>
                  <a:schemeClr val="bg2"/>
                </a:solidFill>
                <a:latin typeface="黑体" panose="02010609060101010101" pitchFamily="49" charset="-122"/>
                <a:ea typeface="黑体" panose="02010609060101010101" pitchFamily="49" charset="-122"/>
              </a:rPr>
              <a:t>H</a:t>
            </a:r>
            <a:r>
              <a:rPr lang="zh-CN" altLang="en-US" sz="2000" dirty="0">
                <a:solidFill>
                  <a:schemeClr val="bg2"/>
                </a:solidFill>
                <a:latin typeface="黑体" panose="02010609060101010101" pitchFamily="49" charset="-122"/>
                <a:ea typeface="黑体" panose="02010609060101010101" pitchFamily="49" charset="-122"/>
              </a:rPr>
              <a:t>（</a:t>
            </a:r>
            <a:r>
              <a:rPr lang="en-US" altLang="zh-CN" sz="2000" dirty="0">
                <a:solidFill>
                  <a:schemeClr val="bg2"/>
                </a:solidFill>
                <a:latin typeface="黑体" panose="02010609060101010101" pitchFamily="49" charset="-122"/>
                <a:ea typeface="黑体" panose="02010609060101010101" pitchFamily="49" charset="-122"/>
              </a:rPr>
              <a:t>m</a:t>
            </a:r>
            <a:r>
              <a:rPr lang="en-US" altLang="zh-CN" sz="2000" baseline="-25000" dirty="0">
                <a:solidFill>
                  <a:schemeClr val="bg2"/>
                </a:solidFill>
                <a:latin typeface="黑体" panose="02010609060101010101" pitchFamily="49" charset="-122"/>
                <a:ea typeface="黑体" panose="02010609060101010101" pitchFamily="49" charset="-122"/>
              </a:rPr>
              <a:t>2</a:t>
            </a:r>
            <a:r>
              <a:rPr lang="zh-CN" altLang="en-US" sz="2000" dirty="0">
                <a:solidFill>
                  <a:schemeClr val="bg2"/>
                </a:solidFill>
                <a:latin typeface="黑体" panose="02010609060101010101" pitchFamily="49" charset="-122"/>
                <a:ea typeface="黑体" panose="02010609060101010101" pitchFamily="49" charset="-122"/>
              </a:rPr>
              <a:t>）＝</a:t>
            </a:r>
            <a:r>
              <a:rPr lang="en-US" altLang="zh-CN" sz="2000" dirty="0">
                <a:solidFill>
                  <a:schemeClr val="bg2"/>
                </a:solidFill>
                <a:latin typeface="黑体" panose="02010609060101010101" pitchFamily="49" charset="-122"/>
                <a:ea typeface="黑体" panose="02010609060101010101" pitchFamily="49" charset="-122"/>
              </a:rPr>
              <a:t>H</a:t>
            </a:r>
            <a:r>
              <a:rPr lang="zh-CN" altLang="en-US" sz="2000" dirty="0">
                <a:solidFill>
                  <a:schemeClr val="bg2"/>
                </a:solidFill>
                <a:latin typeface="黑体" panose="02010609060101010101" pitchFamily="49" charset="-122"/>
                <a:ea typeface="黑体" panose="02010609060101010101" pitchFamily="49" charset="-122"/>
              </a:rPr>
              <a:t>（</a:t>
            </a:r>
            <a:r>
              <a:rPr lang="en-US" altLang="zh-CN" sz="2000" dirty="0">
                <a:solidFill>
                  <a:schemeClr val="bg2"/>
                </a:solidFill>
                <a:latin typeface="黑体" panose="02010609060101010101" pitchFamily="49" charset="-122"/>
                <a:ea typeface="黑体" panose="02010609060101010101" pitchFamily="49" charset="-122"/>
              </a:rPr>
              <a:t>m</a:t>
            </a:r>
            <a:r>
              <a:rPr lang="en-US" altLang="zh-CN" sz="2000" baseline="-25000" dirty="0">
                <a:solidFill>
                  <a:schemeClr val="bg2"/>
                </a:solidFill>
                <a:latin typeface="黑体" panose="02010609060101010101" pitchFamily="49" charset="-122"/>
                <a:ea typeface="黑体" panose="02010609060101010101" pitchFamily="49" charset="-122"/>
              </a:rPr>
              <a:t>1</a:t>
            </a:r>
            <a:r>
              <a:rPr lang="zh-CN" altLang="en-US" sz="2000" dirty="0">
                <a:solidFill>
                  <a:schemeClr val="bg2"/>
                </a:solidFill>
                <a:latin typeface="黑体" panose="02010609060101010101" pitchFamily="49" charset="-122"/>
                <a:ea typeface="黑体" panose="02010609060101010101" pitchFamily="49" charset="-122"/>
              </a:rPr>
              <a:t>）的</a:t>
            </a:r>
            <a:r>
              <a:rPr lang="en-US" altLang="zh-CN" sz="2000" dirty="0">
                <a:solidFill>
                  <a:schemeClr val="bg2"/>
                </a:solidFill>
                <a:latin typeface="黑体" panose="02010609060101010101" pitchFamily="49" charset="-122"/>
                <a:ea typeface="黑体" panose="02010609060101010101" pitchFamily="49" charset="-122"/>
              </a:rPr>
              <a:t>m</a:t>
            </a:r>
            <a:r>
              <a:rPr lang="en-US" altLang="zh-CN" sz="2000" baseline="-25000" dirty="0">
                <a:solidFill>
                  <a:schemeClr val="bg2"/>
                </a:solidFill>
                <a:latin typeface="黑体" panose="02010609060101010101" pitchFamily="49" charset="-122"/>
                <a:ea typeface="黑体" panose="02010609060101010101" pitchFamily="49" charset="-122"/>
              </a:rPr>
              <a:t>2</a:t>
            </a:r>
            <a:r>
              <a:rPr lang="zh-CN" altLang="en-US" sz="2000" dirty="0">
                <a:solidFill>
                  <a:schemeClr val="bg2"/>
                </a:solidFill>
                <a:latin typeface="黑体" panose="02010609060101010101" pitchFamily="49" charset="-122"/>
                <a:ea typeface="黑体" panose="02010609060101010101" pitchFamily="49" charset="-122"/>
              </a:rPr>
              <a:t>在计算上不可行</a:t>
            </a:r>
            <a:endParaRPr lang="en-US" altLang="zh-CN" sz="2000" dirty="0">
              <a:solidFill>
                <a:schemeClr val="bg2"/>
              </a:solidFill>
              <a:latin typeface="黑体" panose="02010609060101010101" pitchFamily="49" charset="-122"/>
              <a:ea typeface="黑体" panose="02010609060101010101" pitchFamily="49" charset="-122"/>
            </a:endParaRPr>
          </a:p>
          <a:p>
            <a:pPr marL="571500" lvl="2" indent="-571500" eaLnBrk="1" hangingPunct="1">
              <a:buClr>
                <a:srgbClr val="FF0000"/>
              </a:buClr>
              <a:buFont typeface="Wingdings" pitchFamily="2" charset="2"/>
              <a:buChar char="n"/>
              <a:defRPr/>
            </a:pPr>
            <a:r>
              <a:rPr lang="zh-CN" altLang="en-US" dirty="0">
                <a:solidFill>
                  <a:srgbClr val="0000CC"/>
                </a:solidFill>
                <a:ea typeface="宋体" panose="02010600030101010101" pitchFamily="2" charset="-122"/>
              </a:rPr>
              <a:t>完整性验证中加密的安全</a:t>
            </a:r>
            <a:endParaRPr lang="en-US" altLang="zh-CN" dirty="0">
              <a:solidFill>
                <a:srgbClr val="0000CC"/>
              </a:solidFill>
              <a:ea typeface="宋体" panose="02010600030101010101" pitchFamily="2" charset="-122"/>
            </a:endParaRPr>
          </a:p>
          <a:p>
            <a:pPr lvl="1">
              <a:buClr>
                <a:srgbClr val="D98725"/>
              </a:buClr>
              <a:buFont typeface="Wingdings" pitchFamily="2" charset="2"/>
              <a:buChar char="u"/>
              <a:defRPr/>
            </a:pPr>
            <a:r>
              <a:rPr lang="zh-CN" altLang="en-US" sz="2000" dirty="0">
                <a:solidFill>
                  <a:schemeClr val="bg2"/>
                </a:solidFill>
                <a:latin typeface="黑体" panose="02010609060101010101" pitchFamily="49" charset="-122"/>
                <a:ea typeface="黑体" panose="02010609060101010101" pitchFamily="49" charset="-122"/>
              </a:rPr>
              <a:t>数据完整性验证的一些机制需要对其中的内容进行加密，例如摘要</a:t>
            </a:r>
            <a:endParaRPr lang="en-US" altLang="zh-CN" sz="2000" dirty="0">
              <a:solidFill>
                <a:schemeClr val="bg2"/>
              </a:solidFill>
              <a:latin typeface="黑体" panose="02010609060101010101" pitchFamily="49" charset="-122"/>
              <a:ea typeface="黑体" panose="02010609060101010101" pitchFamily="49" charset="-122"/>
            </a:endParaRPr>
          </a:p>
          <a:p>
            <a:pPr>
              <a:defRPr/>
            </a:pPr>
            <a:endParaRPr lang="zh-CN" altLang="en-US" dirty="0">
              <a:ea typeface="宋体" panose="02010600030101010101" pitchFamily="2" charset="-122"/>
            </a:endParaRPr>
          </a:p>
        </p:txBody>
      </p:sp>
      <p:sp>
        <p:nvSpPr>
          <p:cNvPr id="2" name="矩形 1">
            <a:extLst>
              <a:ext uri="{FF2B5EF4-FFF2-40B4-BE49-F238E27FC236}">
                <a16:creationId xmlns:a16="http://schemas.microsoft.com/office/drawing/2014/main" id="{4D40EE07-63CB-F444-BEA9-0E9FA1A646AF}"/>
              </a:ext>
            </a:extLst>
          </p:cNvPr>
          <p:cNvSpPr/>
          <p:nvPr/>
        </p:nvSpPr>
        <p:spPr>
          <a:xfrm>
            <a:off x="441325" y="3810000"/>
            <a:ext cx="8378825" cy="2160588"/>
          </a:xfrm>
          <a:prstGeom prst="rect">
            <a:avLst/>
          </a:prstGeom>
        </p:spPr>
        <p:txBody>
          <a:bodyPr>
            <a:spAutoFit/>
          </a:bodyPr>
          <a:lstStyle>
            <a:lvl1pPr marL="571500" indent="-571500">
              <a:defRPr sz="4800" b="1">
                <a:solidFill>
                  <a:srgbClr val="FF0000"/>
                </a:solidFill>
                <a:latin typeface="隶书" pitchFamily="49" charset="-122"/>
                <a:ea typeface="隶书" pitchFamily="49" charset="-122"/>
              </a:defRPr>
            </a:lvl1pPr>
            <a:lvl2pPr marL="1028700" indent="-455613">
              <a:defRPr sz="4800" b="1">
                <a:solidFill>
                  <a:srgbClr val="FF0000"/>
                </a:solidFill>
                <a:latin typeface="隶书" pitchFamily="49" charset="-122"/>
                <a:ea typeface="隶书" pitchFamily="49" charset="-122"/>
              </a:defRPr>
            </a:lvl2pPr>
            <a:lvl3pPr marL="571500" indent="-571500">
              <a:defRPr sz="4800" b="1">
                <a:solidFill>
                  <a:srgbClr val="FF0000"/>
                </a:solidFill>
                <a:latin typeface="隶书" pitchFamily="49" charset="-122"/>
                <a:ea typeface="隶书" pitchFamily="49" charset="-122"/>
              </a:defRPr>
            </a:lvl3pPr>
            <a:lvl4pPr>
              <a:defRPr sz="4800" b="1">
                <a:solidFill>
                  <a:srgbClr val="FF0000"/>
                </a:solidFill>
                <a:latin typeface="隶书" pitchFamily="49" charset="-122"/>
                <a:ea typeface="隶书" pitchFamily="49" charset="-122"/>
              </a:defRPr>
            </a:lvl4pPr>
            <a:lvl5pPr>
              <a:defRPr sz="4800" b="1">
                <a:solidFill>
                  <a:srgbClr val="FF0000"/>
                </a:solidFill>
                <a:latin typeface="隶书" pitchFamily="49" charset="-122"/>
                <a:ea typeface="隶书" pitchFamily="49" charset="-122"/>
              </a:defRPr>
            </a:lvl5pPr>
            <a:lvl6pPr fontAlgn="base">
              <a:spcBef>
                <a:spcPct val="0"/>
              </a:spcBef>
              <a:spcAft>
                <a:spcPct val="0"/>
              </a:spcAft>
              <a:defRPr sz="4800" b="1">
                <a:solidFill>
                  <a:srgbClr val="FF0000"/>
                </a:solidFill>
                <a:latin typeface="隶书" pitchFamily="49" charset="-122"/>
                <a:ea typeface="隶书" pitchFamily="49" charset="-122"/>
              </a:defRPr>
            </a:lvl6pPr>
            <a:lvl7pPr fontAlgn="base">
              <a:spcBef>
                <a:spcPct val="0"/>
              </a:spcBef>
              <a:spcAft>
                <a:spcPct val="0"/>
              </a:spcAft>
              <a:defRPr sz="4800" b="1">
                <a:solidFill>
                  <a:srgbClr val="FF0000"/>
                </a:solidFill>
                <a:latin typeface="隶书" pitchFamily="49" charset="-122"/>
                <a:ea typeface="隶书" pitchFamily="49" charset="-122"/>
              </a:defRPr>
            </a:lvl7pPr>
            <a:lvl8pPr fontAlgn="base">
              <a:spcBef>
                <a:spcPct val="0"/>
              </a:spcBef>
              <a:spcAft>
                <a:spcPct val="0"/>
              </a:spcAft>
              <a:defRPr sz="4800" b="1">
                <a:solidFill>
                  <a:srgbClr val="FF0000"/>
                </a:solidFill>
                <a:latin typeface="隶书" pitchFamily="49" charset="-122"/>
                <a:ea typeface="隶书" pitchFamily="49" charset="-122"/>
              </a:defRPr>
            </a:lvl8pPr>
            <a:lvl9pPr fontAlgn="base">
              <a:spcBef>
                <a:spcPct val="0"/>
              </a:spcBef>
              <a:spcAft>
                <a:spcPct val="0"/>
              </a:spcAft>
              <a:defRPr sz="4800" b="1">
                <a:solidFill>
                  <a:srgbClr val="FF0000"/>
                </a:solidFill>
                <a:latin typeface="隶书" pitchFamily="49" charset="-122"/>
                <a:ea typeface="隶书" pitchFamily="49" charset="-122"/>
              </a:defRPr>
            </a:lvl9pPr>
          </a:lstStyle>
          <a:p>
            <a:pPr eaLnBrk="1" hangingPunct="1">
              <a:lnSpc>
                <a:spcPct val="90000"/>
              </a:lnSpc>
              <a:spcBef>
                <a:spcPct val="30000"/>
              </a:spcBef>
              <a:buClr>
                <a:srgbClr val="FF0000"/>
              </a:buClr>
              <a:buSzPct val="75000"/>
              <a:buFont typeface="Wingdings" pitchFamily="2" charset="2"/>
              <a:buChar char="n"/>
              <a:defRPr/>
            </a:pPr>
            <a:r>
              <a:rPr lang="zh-CN" altLang="en-US" sz="2400">
                <a:solidFill>
                  <a:srgbClr val="0000CC"/>
                </a:solidFill>
                <a:effectLst>
                  <a:outerShdw blurRad="38100" dist="38100" dir="2700000" algn="tl">
                    <a:srgbClr val="C0C0C0"/>
                  </a:outerShdw>
                </a:effectLst>
                <a:latin typeface="Arial" panose="020B0604020202020204" pitchFamily="34" charset="0"/>
                <a:ea typeface="宋体" panose="02010600030101010101" pitchFamily="2" charset="-122"/>
              </a:rPr>
              <a:t>数据完整性验证的信息有效率</a:t>
            </a:r>
            <a:endParaRPr lang="en-US" altLang="zh-CN" sz="2400">
              <a:solidFill>
                <a:srgbClr val="0000CC"/>
              </a:solidFill>
              <a:effectLst>
                <a:outerShdw blurRad="38100" dist="38100" dir="2700000" algn="tl">
                  <a:srgbClr val="C0C0C0"/>
                </a:outerShdw>
              </a:effectLst>
              <a:latin typeface="Arial" panose="020B0604020202020204" pitchFamily="34" charset="0"/>
              <a:ea typeface="宋体" panose="02010600030101010101" pitchFamily="2" charset="-122"/>
            </a:endParaRPr>
          </a:p>
          <a:p>
            <a:pPr lvl="1">
              <a:lnSpc>
                <a:spcPct val="90000"/>
              </a:lnSpc>
              <a:spcBef>
                <a:spcPct val="30000"/>
              </a:spcBef>
              <a:buClr>
                <a:srgbClr val="D98725"/>
              </a:buClr>
              <a:buSzPct val="75000"/>
              <a:buFont typeface="Wingdings" pitchFamily="2" charset="2"/>
              <a:buChar char="u"/>
              <a:defRPr/>
            </a:pPr>
            <a:r>
              <a:rPr lang="zh-CN" altLang="en-US" sz="20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数据完整性验证的有效率是指原信息部分长度与合并后总信息（包括原消息和验证码）的长度之比。</a:t>
            </a:r>
            <a:endParaRPr lang="en-US" altLang="zh-CN" sz="20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endParaRPr>
          </a:p>
          <a:p>
            <a:pPr lvl="2" eaLnBrk="1" hangingPunct="1">
              <a:lnSpc>
                <a:spcPct val="90000"/>
              </a:lnSpc>
              <a:spcBef>
                <a:spcPct val="30000"/>
              </a:spcBef>
              <a:buClr>
                <a:srgbClr val="FF0000"/>
              </a:buClr>
              <a:buSzPct val="75000"/>
              <a:buFont typeface="Wingdings" pitchFamily="2" charset="2"/>
              <a:buChar char="n"/>
              <a:defRPr/>
            </a:pPr>
            <a:r>
              <a:rPr lang="zh-CN" altLang="en-US" sz="2400">
                <a:solidFill>
                  <a:srgbClr val="0000CC"/>
                </a:solidFill>
                <a:effectLst>
                  <a:outerShdw blurRad="38100" dist="38100" dir="2700000" algn="tl">
                    <a:srgbClr val="C0C0C0"/>
                  </a:outerShdw>
                </a:effectLst>
                <a:latin typeface="Arial" panose="020B0604020202020204" pitchFamily="34" charset="0"/>
                <a:ea typeface="宋体" panose="02010600030101010101" pitchFamily="2" charset="-122"/>
              </a:rPr>
              <a:t>完整性验证算法的性能</a:t>
            </a:r>
            <a:endParaRPr lang="en-US" altLang="zh-CN" sz="2400">
              <a:solidFill>
                <a:srgbClr val="0000CC"/>
              </a:solidFill>
              <a:effectLst>
                <a:outerShdw blurRad="38100" dist="38100" dir="2700000" algn="tl">
                  <a:srgbClr val="C0C0C0"/>
                </a:outerShdw>
              </a:effectLst>
              <a:latin typeface="Arial" panose="020B0604020202020204" pitchFamily="34" charset="0"/>
              <a:ea typeface="宋体" panose="02010600030101010101" pitchFamily="2" charset="-122"/>
            </a:endParaRPr>
          </a:p>
          <a:p>
            <a:pPr lvl="1">
              <a:lnSpc>
                <a:spcPct val="90000"/>
              </a:lnSpc>
              <a:spcBef>
                <a:spcPct val="30000"/>
              </a:spcBef>
              <a:buClr>
                <a:srgbClr val="D98725"/>
              </a:buClr>
              <a:buSzPct val="75000"/>
              <a:buFont typeface="Wingdings" pitchFamily="2" charset="2"/>
              <a:buChar char="u"/>
              <a:defRPr/>
            </a:pPr>
            <a:r>
              <a:rPr lang="zh-CN" altLang="en-US" sz="20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数据完整性验证包括发送方计算验证码，进行加密，接收方重新计算验证码，进行解密，比较等。</a:t>
            </a:r>
          </a:p>
        </p:txBody>
      </p:sp>
    </p:spTree>
  </p:cSld>
  <p:clrMapOvr>
    <a:masterClrMapping/>
  </p:clrMapOvr>
  <p:transition spd="slow"/>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a:extLst>
              <a:ext uri="{FF2B5EF4-FFF2-40B4-BE49-F238E27FC236}">
                <a16:creationId xmlns:a16="http://schemas.microsoft.com/office/drawing/2014/main" id="{E62E7A22-C47E-0446-BC0E-2BEF2E4D0E50}"/>
              </a:ext>
            </a:extLst>
          </p:cNvPr>
          <p:cNvSpPr>
            <a:spLocks noGrp="1"/>
          </p:cNvSpPr>
          <p:nvPr>
            <p:ph type="title"/>
          </p:nvPr>
        </p:nvSpPr>
        <p:spPr>
          <a:xfrm>
            <a:off x="423863" y="685800"/>
            <a:ext cx="8610600" cy="487363"/>
          </a:xfrm>
        </p:spPr>
        <p:txBody>
          <a:bodyPr vert="horz" wrap="square" lIns="91440" tIns="45720" rIns="91440" bIns="45720" numCol="1" anchor="t" anchorCtr="0" compatLnSpc="1">
            <a:prstTxWarp prst="textNoShape">
              <a:avLst/>
            </a:prstTxWarp>
          </a:bodyPr>
          <a:lstStyle/>
          <a:p>
            <a:pPr>
              <a:defRPr/>
            </a:pPr>
            <a:r>
              <a:rPr lang="zh-CN" altLang="en-US" sz="2800">
                <a:solidFill>
                  <a:srgbClr val="FF0000"/>
                </a:solidFill>
                <a:latin typeface="黑体" panose="02010609060101010101" pitchFamily="49" charset="-122"/>
                <a:ea typeface="黑体" panose="02010609060101010101" pitchFamily="49" charset="-122"/>
              </a:rPr>
              <a:t>（</a:t>
            </a:r>
            <a:r>
              <a:rPr lang="en-US" altLang="zh-CN" sz="2800">
                <a:solidFill>
                  <a:srgbClr val="FF0000"/>
                </a:solidFill>
                <a:latin typeface="黑体" panose="02010609060101010101" pitchFamily="49" charset="-122"/>
                <a:ea typeface="黑体" panose="02010609060101010101" pitchFamily="49" charset="-122"/>
              </a:rPr>
              <a:t>1</a:t>
            </a:r>
            <a:r>
              <a:rPr lang="zh-CN" altLang="en-US" sz="2800">
                <a:solidFill>
                  <a:srgbClr val="FF0000"/>
                </a:solidFill>
                <a:latin typeface="黑体" panose="02010609060101010101" pitchFamily="49" charset="-122"/>
                <a:ea typeface="黑体" panose="02010609060101010101" pitchFamily="49" charset="-122"/>
              </a:rPr>
              <a:t>）基于数据校验思想的数据完整性验证机制</a:t>
            </a:r>
          </a:p>
        </p:txBody>
      </p:sp>
      <p:sp>
        <p:nvSpPr>
          <p:cNvPr id="18435" name="内容占位符 2">
            <a:extLst>
              <a:ext uri="{FF2B5EF4-FFF2-40B4-BE49-F238E27FC236}">
                <a16:creationId xmlns:a16="http://schemas.microsoft.com/office/drawing/2014/main" id="{B7F2A778-7E89-9E40-AE0E-EE6C62F935B9}"/>
              </a:ext>
            </a:extLst>
          </p:cNvPr>
          <p:cNvSpPr>
            <a:spLocks noGrp="1"/>
          </p:cNvSpPr>
          <p:nvPr>
            <p:ph idx="1"/>
          </p:nvPr>
        </p:nvSpPr>
        <p:spPr>
          <a:xfrm>
            <a:off x="636588" y="3581400"/>
            <a:ext cx="8185150" cy="2286000"/>
          </a:xfrm>
        </p:spPr>
        <p:txBody>
          <a:bodyPr vert="horz" wrap="square" lIns="91440" tIns="45720" rIns="91440" bIns="45720" numCol="1" anchor="t" anchorCtr="0" compatLnSpc="1">
            <a:prstTxWarp prst="textNoShape">
              <a:avLst/>
            </a:prstTxWarp>
          </a:bodyPr>
          <a:lstStyle/>
          <a:p>
            <a:pPr marL="0" indent="0">
              <a:lnSpc>
                <a:spcPts val="2200"/>
              </a:lnSpc>
              <a:buClr>
                <a:srgbClr val="FF0000"/>
              </a:buClr>
              <a:buFont typeface="Wingdings" pitchFamily="2" charset="2"/>
              <a:buNone/>
              <a:defRPr/>
            </a:pPr>
            <a:r>
              <a:rPr lang="zh-CN" altLang="en-US" sz="1800">
                <a:solidFill>
                  <a:schemeClr val="bg2"/>
                </a:solidFill>
                <a:latin typeface="Times New Roman" panose="02020603050405020304" pitchFamily="18" charset="0"/>
                <a:ea typeface="黑体" panose="02010609060101010101" pitchFamily="49" charset="-122"/>
              </a:rPr>
              <a:t>步骤</a:t>
            </a:r>
            <a:r>
              <a:rPr lang="en-US" altLang="zh-CN" sz="1800">
                <a:solidFill>
                  <a:schemeClr val="bg2"/>
                </a:solidFill>
                <a:latin typeface="Times New Roman" panose="02020603050405020304" pitchFamily="18" charset="0"/>
                <a:ea typeface="黑体" panose="02010609060101010101" pitchFamily="49" charset="-122"/>
              </a:rPr>
              <a:t>1</a:t>
            </a:r>
            <a:r>
              <a:rPr lang="zh-CN" altLang="en-US" sz="1800">
                <a:solidFill>
                  <a:schemeClr val="bg2"/>
                </a:solidFill>
                <a:latin typeface="Times New Roman" panose="02020603050405020304" pitchFamily="18" charset="0"/>
                <a:ea typeface="黑体" panose="02010609060101010101" pitchFamily="49" charset="-122"/>
              </a:rPr>
              <a:t>：</a:t>
            </a:r>
            <a:r>
              <a:rPr lang="en-US" altLang="zh-CN" sz="1800">
                <a:solidFill>
                  <a:schemeClr val="bg2"/>
                </a:solidFill>
                <a:latin typeface="Times New Roman" panose="02020603050405020304" pitchFamily="18" charset="0"/>
                <a:ea typeface="黑体" panose="02010609060101010101" pitchFamily="49" charset="-122"/>
              </a:rPr>
              <a:t>A</a:t>
            </a:r>
            <a:r>
              <a:rPr lang="zh-CN" altLang="en-US" sz="1800">
                <a:solidFill>
                  <a:schemeClr val="bg2"/>
                </a:solidFill>
                <a:latin typeface="Times New Roman" panose="02020603050405020304" pitchFamily="18" charset="0"/>
                <a:ea typeface="黑体" panose="02010609060101010101" pitchFamily="49" charset="-122"/>
              </a:rPr>
              <a:t>计算数据</a:t>
            </a:r>
            <a:r>
              <a:rPr lang="en-US" altLang="zh-CN" sz="1800">
                <a:solidFill>
                  <a:schemeClr val="bg2"/>
                </a:solidFill>
                <a:latin typeface="Times New Roman" panose="02020603050405020304" pitchFamily="18" charset="0"/>
                <a:ea typeface="黑体" panose="02010609060101010101" pitchFamily="49" charset="-122"/>
              </a:rPr>
              <a:t>M0</a:t>
            </a:r>
            <a:r>
              <a:rPr lang="zh-CN" altLang="en-US" sz="1800">
                <a:solidFill>
                  <a:schemeClr val="bg2"/>
                </a:solidFill>
                <a:latin typeface="Times New Roman" panose="02020603050405020304" pitchFamily="18" charset="0"/>
                <a:ea typeface="黑体" panose="02010609060101010101" pitchFamily="49" charset="-122"/>
              </a:rPr>
              <a:t>的冗余码</a:t>
            </a:r>
            <a:r>
              <a:rPr lang="en-US" altLang="zh-CN" sz="1800">
                <a:solidFill>
                  <a:schemeClr val="bg2"/>
                </a:solidFill>
                <a:latin typeface="Times New Roman" panose="02020603050405020304" pitchFamily="18" charset="0"/>
                <a:ea typeface="黑体" panose="02010609060101010101" pitchFamily="49" charset="-122"/>
              </a:rPr>
              <a:t>N0</a:t>
            </a:r>
            <a:r>
              <a:rPr lang="zh-CN" altLang="en-US" sz="1800">
                <a:solidFill>
                  <a:schemeClr val="bg2"/>
                </a:solidFill>
                <a:latin typeface="Times New Roman" panose="02020603050405020304" pitchFamily="18" charset="0"/>
                <a:ea typeface="黑体" panose="02010609060101010101" pitchFamily="49" charset="-122"/>
              </a:rPr>
              <a:t>；</a:t>
            </a:r>
          </a:p>
          <a:p>
            <a:pPr marL="0" indent="0">
              <a:lnSpc>
                <a:spcPts val="2200"/>
              </a:lnSpc>
              <a:buClr>
                <a:srgbClr val="FF0000"/>
              </a:buClr>
              <a:buFont typeface="Wingdings" pitchFamily="2" charset="2"/>
              <a:buNone/>
              <a:defRPr/>
            </a:pPr>
            <a:r>
              <a:rPr lang="zh-CN" altLang="en-US" sz="1800">
                <a:solidFill>
                  <a:schemeClr val="bg2"/>
                </a:solidFill>
                <a:latin typeface="Times New Roman" panose="02020603050405020304" pitchFamily="18" charset="0"/>
                <a:ea typeface="黑体" panose="02010609060101010101" pitchFamily="49" charset="-122"/>
              </a:rPr>
              <a:t>步骤</a:t>
            </a:r>
            <a:r>
              <a:rPr lang="en-US" altLang="zh-CN" sz="1800">
                <a:solidFill>
                  <a:schemeClr val="bg2"/>
                </a:solidFill>
                <a:latin typeface="Times New Roman" panose="02020603050405020304" pitchFamily="18" charset="0"/>
                <a:ea typeface="黑体" panose="02010609060101010101" pitchFamily="49" charset="-122"/>
              </a:rPr>
              <a:t>2</a:t>
            </a:r>
            <a:r>
              <a:rPr lang="zh-CN" altLang="en-US" sz="1800">
                <a:solidFill>
                  <a:schemeClr val="bg2"/>
                </a:solidFill>
                <a:latin typeface="Times New Roman" panose="02020603050405020304" pitchFamily="18" charset="0"/>
                <a:ea typeface="黑体" panose="02010609060101010101" pitchFamily="49" charset="-122"/>
              </a:rPr>
              <a:t>：</a:t>
            </a:r>
            <a:r>
              <a:rPr lang="en-US" altLang="zh-CN" sz="1800">
                <a:solidFill>
                  <a:schemeClr val="bg2"/>
                </a:solidFill>
                <a:latin typeface="Times New Roman" panose="02020603050405020304" pitchFamily="18" charset="0"/>
                <a:ea typeface="黑体" panose="02010609060101010101" pitchFamily="49" charset="-122"/>
              </a:rPr>
              <a:t>A</a:t>
            </a:r>
            <a:r>
              <a:rPr lang="zh-CN" altLang="en-US" sz="1800">
                <a:solidFill>
                  <a:schemeClr val="bg2"/>
                </a:solidFill>
                <a:latin typeface="Times New Roman" panose="02020603050405020304" pitchFamily="18" charset="0"/>
                <a:ea typeface="黑体" panose="02010609060101010101" pitchFamily="49" charset="-122"/>
              </a:rPr>
              <a:t>将前</a:t>
            </a:r>
            <a:r>
              <a:rPr lang="en-US" altLang="zh-CN" sz="1800">
                <a:solidFill>
                  <a:schemeClr val="bg2"/>
                </a:solidFill>
                <a:latin typeface="Times New Roman" panose="02020603050405020304" pitchFamily="18" charset="0"/>
                <a:ea typeface="黑体" panose="02010609060101010101" pitchFamily="49" charset="-122"/>
              </a:rPr>
              <a:t>M0</a:t>
            </a:r>
            <a:r>
              <a:rPr lang="zh-CN" altLang="en-US" sz="1800">
                <a:solidFill>
                  <a:schemeClr val="bg2"/>
                </a:solidFill>
                <a:latin typeface="Times New Roman" panose="02020603050405020304" pitchFamily="18" charset="0"/>
                <a:ea typeface="黑体" panose="02010609060101010101" pitchFamily="49" charset="-122"/>
              </a:rPr>
              <a:t>和</a:t>
            </a:r>
            <a:r>
              <a:rPr lang="en-US" altLang="zh-CN" sz="1800">
                <a:solidFill>
                  <a:schemeClr val="bg2"/>
                </a:solidFill>
                <a:latin typeface="Times New Roman" panose="02020603050405020304" pitchFamily="18" charset="0"/>
                <a:ea typeface="黑体" panose="02010609060101010101" pitchFamily="49" charset="-122"/>
              </a:rPr>
              <a:t>N0</a:t>
            </a:r>
            <a:r>
              <a:rPr lang="zh-CN" altLang="en-US" sz="1800">
                <a:solidFill>
                  <a:schemeClr val="bg2"/>
                </a:solidFill>
                <a:latin typeface="Times New Roman" panose="02020603050405020304" pitchFamily="18" charset="0"/>
                <a:ea typeface="黑体" panose="02010609060101010101" pitchFamily="49" charset="-122"/>
              </a:rPr>
              <a:t>合在一起，通过网络发送给</a:t>
            </a:r>
            <a:r>
              <a:rPr lang="en-US" altLang="zh-CN" sz="1800">
                <a:solidFill>
                  <a:schemeClr val="bg2"/>
                </a:solidFill>
                <a:latin typeface="Times New Roman" panose="02020603050405020304" pitchFamily="18" charset="0"/>
                <a:ea typeface="黑体" panose="02010609060101010101" pitchFamily="49" charset="-122"/>
              </a:rPr>
              <a:t>B</a:t>
            </a:r>
            <a:r>
              <a:rPr lang="zh-CN" altLang="en-US" sz="1800">
                <a:solidFill>
                  <a:schemeClr val="bg2"/>
                </a:solidFill>
                <a:latin typeface="Times New Roman" panose="02020603050405020304" pitchFamily="18" charset="0"/>
                <a:ea typeface="黑体" panose="02010609060101010101" pitchFamily="49" charset="-122"/>
              </a:rPr>
              <a:t>；</a:t>
            </a:r>
          </a:p>
          <a:p>
            <a:pPr marL="0" indent="0">
              <a:lnSpc>
                <a:spcPts val="2200"/>
              </a:lnSpc>
              <a:buClr>
                <a:srgbClr val="FF0000"/>
              </a:buClr>
              <a:buFont typeface="Wingdings" pitchFamily="2" charset="2"/>
              <a:buNone/>
              <a:defRPr/>
            </a:pPr>
            <a:r>
              <a:rPr lang="zh-CN" altLang="en-US" sz="1800">
                <a:solidFill>
                  <a:schemeClr val="bg2"/>
                </a:solidFill>
                <a:latin typeface="Times New Roman" panose="02020603050405020304" pitchFamily="18" charset="0"/>
                <a:ea typeface="黑体" panose="02010609060101010101" pitchFamily="49" charset="-122"/>
              </a:rPr>
              <a:t>步骤</a:t>
            </a:r>
            <a:r>
              <a:rPr lang="en-US" altLang="zh-CN" sz="1800">
                <a:solidFill>
                  <a:schemeClr val="bg2"/>
                </a:solidFill>
                <a:latin typeface="Times New Roman" panose="02020603050405020304" pitchFamily="18" charset="0"/>
                <a:ea typeface="黑体" panose="02010609060101010101" pitchFamily="49" charset="-122"/>
              </a:rPr>
              <a:t>3</a:t>
            </a:r>
            <a:r>
              <a:rPr lang="zh-CN" altLang="en-US" sz="1800">
                <a:solidFill>
                  <a:schemeClr val="bg2"/>
                </a:solidFill>
                <a:latin typeface="Times New Roman" panose="02020603050405020304" pitchFamily="18" charset="0"/>
                <a:ea typeface="黑体" panose="02010609060101010101" pitchFamily="49" charset="-122"/>
              </a:rPr>
              <a:t>：</a:t>
            </a:r>
            <a:r>
              <a:rPr lang="en-US" altLang="zh-CN" sz="1800">
                <a:solidFill>
                  <a:schemeClr val="bg2"/>
                </a:solidFill>
                <a:latin typeface="Times New Roman" panose="02020603050405020304" pitchFamily="18" charset="0"/>
                <a:ea typeface="黑体" panose="02010609060101010101" pitchFamily="49" charset="-122"/>
              </a:rPr>
              <a:t>B</a:t>
            </a:r>
            <a:r>
              <a:rPr lang="zh-CN" altLang="en-US" sz="1800">
                <a:solidFill>
                  <a:schemeClr val="bg2"/>
                </a:solidFill>
                <a:latin typeface="Times New Roman" panose="02020603050405020304" pitchFamily="18" charset="0"/>
                <a:ea typeface="黑体" panose="02010609060101010101" pitchFamily="49" charset="-122"/>
              </a:rPr>
              <a:t>收到合并的信息后，将二者分开，设为</a:t>
            </a:r>
            <a:r>
              <a:rPr lang="en-US" altLang="zh-CN" sz="1800">
                <a:solidFill>
                  <a:schemeClr val="bg2"/>
                </a:solidFill>
                <a:latin typeface="Times New Roman" panose="02020603050405020304" pitchFamily="18" charset="0"/>
                <a:ea typeface="黑体" panose="02010609060101010101" pitchFamily="49" charset="-122"/>
              </a:rPr>
              <a:t>M1</a:t>
            </a:r>
            <a:r>
              <a:rPr lang="zh-CN" altLang="en-US" sz="1800">
                <a:solidFill>
                  <a:schemeClr val="bg2"/>
                </a:solidFill>
                <a:latin typeface="Times New Roman" panose="02020603050405020304" pitchFamily="18" charset="0"/>
                <a:ea typeface="黑体" panose="02010609060101010101" pitchFamily="49" charset="-122"/>
              </a:rPr>
              <a:t>和</a:t>
            </a:r>
            <a:r>
              <a:rPr lang="en-US" altLang="zh-CN" sz="1800">
                <a:solidFill>
                  <a:schemeClr val="bg2"/>
                </a:solidFill>
                <a:latin typeface="Times New Roman" panose="02020603050405020304" pitchFamily="18" charset="0"/>
                <a:ea typeface="黑体" panose="02010609060101010101" pitchFamily="49" charset="-122"/>
              </a:rPr>
              <a:t>N1</a:t>
            </a:r>
            <a:r>
              <a:rPr lang="zh-CN" altLang="en-US" sz="1800">
                <a:solidFill>
                  <a:schemeClr val="bg2"/>
                </a:solidFill>
                <a:latin typeface="Times New Roman" panose="02020603050405020304" pitchFamily="18" charset="0"/>
                <a:ea typeface="黑体" panose="02010609060101010101" pitchFamily="49" charset="-122"/>
              </a:rPr>
              <a:t>；</a:t>
            </a:r>
          </a:p>
          <a:p>
            <a:pPr marL="0" indent="0">
              <a:lnSpc>
                <a:spcPts val="2200"/>
              </a:lnSpc>
              <a:buClr>
                <a:srgbClr val="FF0000"/>
              </a:buClr>
              <a:buFont typeface="Wingdings" pitchFamily="2" charset="2"/>
              <a:buNone/>
              <a:defRPr/>
            </a:pPr>
            <a:r>
              <a:rPr lang="zh-CN" altLang="en-US" sz="1800">
                <a:solidFill>
                  <a:schemeClr val="bg2"/>
                </a:solidFill>
                <a:latin typeface="Times New Roman" panose="02020603050405020304" pitchFamily="18" charset="0"/>
                <a:ea typeface="黑体" panose="02010609060101010101" pitchFamily="49" charset="-122"/>
              </a:rPr>
              <a:t>步骤</a:t>
            </a:r>
            <a:r>
              <a:rPr lang="en-US" altLang="zh-CN" sz="1800">
                <a:solidFill>
                  <a:schemeClr val="bg2"/>
                </a:solidFill>
                <a:latin typeface="Times New Roman" panose="02020603050405020304" pitchFamily="18" charset="0"/>
                <a:ea typeface="黑体" panose="02010609060101010101" pitchFamily="49" charset="-122"/>
              </a:rPr>
              <a:t>4</a:t>
            </a:r>
            <a:r>
              <a:rPr lang="zh-CN" altLang="en-US" sz="1800">
                <a:solidFill>
                  <a:schemeClr val="bg2"/>
                </a:solidFill>
                <a:latin typeface="Times New Roman" panose="02020603050405020304" pitchFamily="18" charset="0"/>
                <a:ea typeface="黑体" panose="02010609060101010101" pitchFamily="49" charset="-122"/>
              </a:rPr>
              <a:t>：</a:t>
            </a:r>
            <a:r>
              <a:rPr lang="en-US" altLang="zh-CN" sz="1800">
                <a:solidFill>
                  <a:schemeClr val="bg2"/>
                </a:solidFill>
                <a:latin typeface="Times New Roman" panose="02020603050405020304" pitchFamily="18" charset="0"/>
                <a:ea typeface="黑体" panose="02010609060101010101" pitchFamily="49" charset="-122"/>
              </a:rPr>
              <a:t>B</a:t>
            </a:r>
            <a:r>
              <a:rPr lang="zh-CN" altLang="en-US" sz="1800">
                <a:solidFill>
                  <a:schemeClr val="bg2"/>
                </a:solidFill>
                <a:latin typeface="Times New Roman" panose="02020603050405020304" pitchFamily="18" charset="0"/>
                <a:ea typeface="黑体" panose="02010609060101010101" pitchFamily="49" charset="-122"/>
              </a:rPr>
              <a:t>用与原始信息相同的循环冗余方法重新计算信息</a:t>
            </a:r>
            <a:r>
              <a:rPr lang="en-US" altLang="zh-CN" sz="1800">
                <a:solidFill>
                  <a:schemeClr val="bg2"/>
                </a:solidFill>
                <a:latin typeface="Times New Roman" panose="02020603050405020304" pitchFamily="18" charset="0"/>
                <a:ea typeface="黑体" panose="02010609060101010101" pitchFamily="49" charset="-122"/>
              </a:rPr>
              <a:t>M1</a:t>
            </a:r>
            <a:r>
              <a:rPr lang="zh-CN" altLang="en-US" sz="1800">
                <a:solidFill>
                  <a:schemeClr val="bg2"/>
                </a:solidFill>
                <a:latin typeface="Times New Roman" panose="02020603050405020304" pitchFamily="18" charset="0"/>
                <a:ea typeface="黑体" panose="02010609060101010101" pitchFamily="49" charset="-122"/>
              </a:rPr>
              <a:t>的冗余码</a:t>
            </a:r>
            <a:r>
              <a:rPr lang="en-US" altLang="zh-CN" sz="1800">
                <a:solidFill>
                  <a:schemeClr val="bg2"/>
                </a:solidFill>
                <a:latin typeface="Times New Roman" panose="02020603050405020304" pitchFamily="18" charset="0"/>
                <a:ea typeface="黑体" panose="02010609060101010101" pitchFamily="49" charset="-122"/>
              </a:rPr>
              <a:t>N2</a:t>
            </a:r>
            <a:r>
              <a:rPr lang="zh-CN" altLang="en-US" sz="1800">
                <a:solidFill>
                  <a:schemeClr val="bg2"/>
                </a:solidFill>
                <a:latin typeface="Times New Roman" panose="02020603050405020304" pitchFamily="18" charset="0"/>
                <a:ea typeface="黑体" panose="02010609060101010101" pitchFamily="49" charset="-122"/>
              </a:rPr>
              <a:t>；</a:t>
            </a:r>
          </a:p>
          <a:p>
            <a:pPr marL="0" indent="0">
              <a:lnSpc>
                <a:spcPts val="2200"/>
              </a:lnSpc>
              <a:buClr>
                <a:srgbClr val="FF0000"/>
              </a:buClr>
              <a:buFont typeface="Wingdings" pitchFamily="2" charset="2"/>
              <a:buNone/>
              <a:defRPr/>
            </a:pPr>
            <a:r>
              <a:rPr lang="zh-CN" altLang="en-US" sz="1800">
                <a:solidFill>
                  <a:schemeClr val="bg2"/>
                </a:solidFill>
                <a:latin typeface="Times New Roman" panose="02020603050405020304" pitchFamily="18" charset="0"/>
                <a:ea typeface="黑体" panose="02010609060101010101" pitchFamily="49" charset="-122"/>
              </a:rPr>
              <a:t>步骤</a:t>
            </a:r>
            <a:r>
              <a:rPr lang="en-US" altLang="zh-CN" sz="1800">
                <a:solidFill>
                  <a:schemeClr val="bg2"/>
                </a:solidFill>
                <a:latin typeface="Times New Roman" panose="02020603050405020304" pitchFamily="18" charset="0"/>
                <a:ea typeface="黑体" panose="02010609060101010101" pitchFamily="49" charset="-122"/>
              </a:rPr>
              <a:t>5</a:t>
            </a:r>
            <a:r>
              <a:rPr lang="zh-CN" altLang="en-US" sz="1800">
                <a:solidFill>
                  <a:schemeClr val="bg2"/>
                </a:solidFill>
                <a:latin typeface="Times New Roman" panose="02020603050405020304" pitchFamily="18" charset="0"/>
                <a:ea typeface="黑体" panose="02010609060101010101" pitchFamily="49" charset="-122"/>
              </a:rPr>
              <a:t>：</a:t>
            </a:r>
            <a:r>
              <a:rPr lang="en-US" altLang="zh-CN" sz="1800">
                <a:solidFill>
                  <a:schemeClr val="bg2"/>
                </a:solidFill>
                <a:latin typeface="Times New Roman" panose="02020603050405020304" pitchFamily="18" charset="0"/>
                <a:ea typeface="黑体" panose="02010609060101010101" pitchFamily="49" charset="-122"/>
              </a:rPr>
              <a:t>B</a:t>
            </a:r>
            <a:r>
              <a:rPr lang="zh-CN" altLang="en-US" sz="1800">
                <a:solidFill>
                  <a:schemeClr val="bg2"/>
                </a:solidFill>
                <a:latin typeface="Times New Roman" panose="02020603050405020304" pitchFamily="18" charset="0"/>
                <a:ea typeface="黑体" panose="02010609060101010101" pitchFamily="49" charset="-122"/>
              </a:rPr>
              <a:t>将计算的冗余码</a:t>
            </a:r>
            <a:r>
              <a:rPr lang="en-US" altLang="zh-CN" sz="1800">
                <a:solidFill>
                  <a:schemeClr val="bg2"/>
                </a:solidFill>
                <a:latin typeface="Times New Roman" panose="02020603050405020304" pitchFamily="18" charset="0"/>
                <a:ea typeface="黑体" panose="02010609060101010101" pitchFamily="49" charset="-122"/>
              </a:rPr>
              <a:t>N2</a:t>
            </a:r>
            <a:r>
              <a:rPr lang="zh-CN" altLang="en-US" sz="1800">
                <a:solidFill>
                  <a:schemeClr val="bg2"/>
                </a:solidFill>
                <a:latin typeface="Times New Roman" panose="02020603050405020304" pitchFamily="18" charset="0"/>
                <a:ea typeface="黑体" panose="02010609060101010101" pitchFamily="49" charset="-122"/>
              </a:rPr>
              <a:t>同分离的冗余码</a:t>
            </a:r>
            <a:r>
              <a:rPr lang="en-US" altLang="zh-CN" sz="1800">
                <a:solidFill>
                  <a:schemeClr val="bg2"/>
                </a:solidFill>
                <a:latin typeface="Times New Roman" panose="02020603050405020304" pitchFamily="18" charset="0"/>
                <a:ea typeface="黑体" panose="02010609060101010101" pitchFamily="49" charset="-122"/>
              </a:rPr>
              <a:t>N1</a:t>
            </a:r>
            <a:r>
              <a:rPr lang="zh-CN" altLang="en-US" sz="1800">
                <a:solidFill>
                  <a:schemeClr val="bg2"/>
                </a:solidFill>
                <a:latin typeface="Times New Roman" panose="02020603050405020304" pitchFamily="18" charset="0"/>
                <a:ea typeface="黑体" panose="02010609060101010101" pitchFamily="49" charset="-122"/>
              </a:rPr>
              <a:t>进行对比，如果相等，</a:t>
            </a:r>
            <a:r>
              <a:rPr lang="en-US" altLang="zh-CN" sz="1800">
                <a:solidFill>
                  <a:schemeClr val="bg2"/>
                </a:solidFill>
                <a:latin typeface="Times New Roman" panose="02020603050405020304" pitchFamily="18" charset="0"/>
                <a:ea typeface="黑体" panose="02010609060101010101" pitchFamily="49" charset="-122"/>
              </a:rPr>
              <a:t>B</a:t>
            </a:r>
            <a:r>
              <a:rPr lang="zh-CN" altLang="en-US" sz="1800">
                <a:solidFill>
                  <a:schemeClr val="bg2"/>
                </a:solidFill>
                <a:latin typeface="Times New Roman" panose="02020603050405020304" pitchFamily="18" charset="0"/>
                <a:ea typeface="黑体" panose="02010609060101010101" pitchFamily="49" charset="-122"/>
              </a:rPr>
              <a:t>断定信息是完整的，如果不相等，则</a:t>
            </a:r>
            <a:r>
              <a:rPr lang="en-US" altLang="zh-CN" sz="1800">
                <a:solidFill>
                  <a:schemeClr val="bg2"/>
                </a:solidFill>
                <a:latin typeface="Times New Roman" panose="02020603050405020304" pitchFamily="18" charset="0"/>
                <a:ea typeface="黑体" panose="02010609060101010101" pitchFamily="49" charset="-122"/>
              </a:rPr>
              <a:t>B</a:t>
            </a:r>
            <a:r>
              <a:rPr lang="zh-CN" altLang="en-US" sz="1800">
                <a:solidFill>
                  <a:schemeClr val="bg2"/>
                </a:solidFill>
                <a:latin typeface="Times New Roman" panose="02020603050405020304" pitchFamily="18" charset="0"/>
                <a:ea typeface="黑体" panose="02010609060101010101" pitchFamily="49" charset="-122"/>
              </a:rPr>
              <a:t>断定信息是不完整的。</a:t>
            </a:r>
          </a:p>
        </p:txBody>
      </p:sp>
      <p:graphicFrame>
        <p:nvGraphicFramePr>
          <p:cNvPr id="75780" name="Object 1">
            <a:extLst>
              <a:ext uri="{FF2B5EF4-FFF2-40B4-BE49-F238E27FC236}">
                <a16:creationId xmlns:a16="http://schemas.microsoft.com/office/drawing/2014/main" id="{B9CD7712-47A1-174F-88BE-FC611786D0CF}"/>
              </a:ext>
            </a:extLst>
          </p:cNvPr>
          <p:cNvGraphicFramePr>
            <a:graphicFrameLocks noChangeAspect="1"/>
          </p:cNvGraphicFramePr>
          <p:nvPr/>
        </p:nvGraphicFramePr>
        <p:xfrm>
          <a:off x="533400" y="1447800"/>
          <a:ext cx="7629525" cy="1981200"/>
        </p:xfrm>
        <a:graphic>
          <a:graphicData uri="http://schemas.openxmlformats.org/presentationml/2006/ole">
            <mc:AlternateContent xmlns:mc="http://schemas.openxmlformats.org/markup-compatibility/2006">
              <mc:Choice xmlns:v="urn:schemas-microsoft-com:vml" Requires="v">
                <p:oleObj r:id="rId2" imgW="5753100" imgH="1511300" progId="Visio.Drawing.11">
                  <p:embed/>
                </p:oleObj>
              </mc:Choice>
              <mc:Fallback>
                <p:oleObj r:id="rId2" imgW="5753100" imgH="1511300"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1447800"/>
                        <a:ext cx="7629525"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afterEffect">
                                  <p:stCondLst>
                                    <p:cond delay="0"/>
                                  </p:stCondLst>
                                  <p:childTnLst>
                                    <p:set>
                                      <p:cBhvr>
                                        <p:cTn id="6" dur="1" fill="hold">
                                          <p:stCondLst>
                                            <p:cond delay="0"/>
                                          </p:stCondLst>
                                        </p:cTn>
                                        <p:tgtEl>
                                          <p:spTgt spid="75780"/>
                                        </p:tgtEl>
                                        <p:attrNameLst>
                                          <p:attrName>style.visibility</p:attrName>
                                        </p:attrNameLst>
                                      </p:cBhvr>
                                      <p:to>
                                        <p:strVal val="visible"/>
                                      </p:to>
                                    </p:set>
                                    <p:anim calcmode="lin" valueType="num">
                                      <p:cBhvr additive="base">
                                        <p:cTn id="7" dur="500" fill="hold"/>
                                        <p:tgtEl>
                                          <p:spTgt spid="75780"/>
                                        </p:tgtEl>
                                        <p:attrNameLst>
                                          <p:attrName>ppt_x</p:attrName>
                                        </p:attrNameLst>
                                      </p:cBhvr>
                                      <p:tavLst>
                                        <p:tav tm="0">
                                          <p:val>
                                            <p:strVal val="0-#ppt_w/2"/>
                                          </p:val>
                                        </p:tav>
                                        <p:tav tm="100000">
                                          <p:val>
                                            <p:strVal val="#ppt_x"/>
                                          </p:val>
                                        </p:tav>
                                      </p:tavLst>
                                    </p:anim>
                                    <p:anim calcmode="lin" valueType="num">
                                      <p:cBhvr additive="base">
                                        <p:cTn id="8" dur="500" fill="hold"/>
                                        <p:tgtEl>
                                          <p:spTgt spid="7578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build="p"/>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标题 1">
            <a:extLst>
              <a:ext uri="{FF2B5EF4-FFF2-40B4-BE49-F238E27FC236}">
                <a16:creationId xmlns:a16="http://schemas.microsoft.com/office/drawing/2014/main" id="{30FA06A4-5920-5341-A802-27B4B33D86B6}"/>
              </a:ext>
            </a:extLst>
          </p:cNvPr>
          <p:cNvSpPr>
            <a:spLocks noGrp="1"/>
          </p:cNvSpPr>
          <p:nvPr>
            <p:ph type="title"/>
          </p:nvPr>
        </p:nvSpPr>
        <p:spPr>
          <a:xfrm>
            <a:off x="484188" y="762000"/>
            <a:ext cx="8229600" cy="685800"/>
          </a:xfrm>
        </p:spPr>
        <p:txBody>
          <a:bodyPr vert="horz" wrap="square" lIns="91440" tIns="45720" rIns="91440" bIns="45720" numCol="1" anchor="t" anchorCtr="0" compatLnSpc="1">
            <a:prstTxWarp prst="textNoShape">
              <a:avLst/>
            </a:prstTxWarp>
          </a:bodyPr>
          <a:lstStyle/>
          <a:p>
            <a:pPr>
              <a:defRPr/>
            </a:pPr>
            <a:r>
              <a:rPr lang="zh-CN" altLang="en-US" sz="2800">
                <a:solidFill>
                  <a:srgbClr val="FF0000"/>
                </a:solidFill>
                <a:latin typeface="黑体" panose="02010609060101010101" pitchFamily="49" charset="-122"/>
                <a:ea typeface="黑体" panose="02010609060101010101" pitchFamily="49" charset="-122"/>
              </a:rPr>
              <a:t>评价</a:t>
            </a:r>
          </a:p>
        </p:txBody>
      </p:sp>
      <p:sp>
        <p:nvSpPr>
          <p:cNvPr id="2052" name="内容占位符 2">
            <a:extLst>
              <a:ext uri="{FF2B5EF4-FFF2-40B4-BE49-F238E27FC236}">
                <a16:creationId xmlns:a16="http://schemas.microsoft.com/office/drawing/2014/main" id="{BB57C180-7507-C240-BF7D-A13D345E62B3}"/>
              </a:ext>
            </a:extLst>
          </p:cNvPr>
          <p:cNvSpPr>
            <a:spLocks noGrp="1"/>
          </p:cNvSpPr>
          <p:nvPr>
            <p:ph idx="1"/>
          </p:nvPr>
        </p:nvSpPr>
        <p:spPr>
          <a:xfrm>
            <a:off x="457200" y="1600200"/>
            <a:ext cx="8001000" cy="2514600"/>
          </a:xfrm>
        </p:spPr>
        <p:txBody>
          <a:bodyPr vert="horz" wrap="square" lIns="91440" tIns="45720" rIns="91440" bIns="45720" numCol="1" anchor="t" anchorCtr="0" compatLnSpc="1">
            <a:prstTxWarp prst="textNoShape">
              <a:avLst/>
            </a:prstTxWarp>
          </a:bodyPr>
          <a:lstStyle/>
          <a:p>
            <a:pPr eaLnBrk="1" hangingPunct="1">
              <a:buClr>
                <a:srgbClr val="FF0000"/>
              </a:buClr>
              <a:buFont typeface="Wingdings" pitchFamily="2" charset="2"/>
              <a:buChar char="n"/>
              <a:defRPr/>
            </a:pPr>
            <a:r>
              <a:rPr lang="zh-CN" altLang="en-US" sz="2400" dirty="0">
                <a:solidFill>
                  <a:schemeClr val="bg2"/>
                </a:solidFill>
                <a:ea typeface="宋体" panose="02010600030101010101" pitchFamily="2" charset="-122"/>
              </a:rPr>
              <a:t>能检测出数据发生错误的机制并不一定能对数据完整性检测有效</a:t>
            </a:r>
            <a:endParaRPr lang="en-US" altLang="zh-CN" sz="2400" dirty="0">
              <a:solidFill>
                <a:schemeClr val="bg2"/>
              </a:solidFill>
              <a:ea typeface="宋体" panose="02010600030101010101" pitchFamily="2" charset="-122"/>
            </a:endParaRPr>
          </a:p>
          <a:p>
            <a:pPr lvl="1">
              <a:buClr>
                <a:srgbClr val="D98725"/>
              </a:buClr>
              <a:buFont typeface="Wingdings" pitchFamily="2" charset="2"/>
              <a:buChar char="u"/>
              <a:defRPr/>
            </a:pPr>
            <a:r>
              <a:rPr lang="zh-CN" altLang="en-US" sz="2000" dirty="0">
                <a:solidFill>
                  <a:schemeClr val="bg2"/>
                </a:solidFill>
                <a:latin typeface="黑体" panose="02010609060101010101" pitchFamily="49" charset="-122"/>
                <a:ea typeface="黑体" panose="02010609060101010101" pitchFamily="49" charset="-122"/>
              </a:rPr>
              <a:t>例如，如果攻击者修改原数据的</a:t>
            </a:r>
            <a:r>
              <a:rPr lang="zh-CN" altLang="en-US" sz="2400" dirty="0">
                <a:solidFill>
                  <a:srgbClr val="FF0000"/>
                </a:solidFill>
                <a:latin typeface="黑体" panose="02010609060101010101" pitchFamily="49" charset="-122"/>
                <a:ea typeface="黑体" panose="02010609060101010101" pitchFamily="49" charset="-122"/>
              </a:rPr>
              <a:t>同时</a:t>
            </a:r>
            <a:r>
              <a:rPr lang="zh-CN" altLang="en-US" sz="2000" dirty="0">
                <a:solidFill>
                  <a:schemeClr val="bg2"/>
                </a:solidFill>
                <a:latin typeface="黑体" panose="02010609060101010101" pitchFamily="49" charset="-122"/>
                <a:ea typeface="黑体" panose="02010609060101010101" pitchFamily="49" charset="-122"/>
              </a:rPr>
              <a:t>也根据国际标准的</a:t>
            </a:r>
            <a:r>
              <a:rPr lang="en-US" altLang="zh-CN" sz="2000" dirty="0">
                <a:solidFill>
                  <a:schemeClr val="bg2"/>
                </a:solidFill>
                <a:latin typeface="黑体" panose="02010609060101010101" pitchFamily="49" charset="-122"/>
                <a:ea typeface="黑体" panose="02010609060101010101" pitchFamily="49" charset="-122"/>
              </a:rPr>
              <a:t>CRC</a:t>
            </a:r>
            <a:r>
              <a:rPr lang="zh-CN" altLang="en-US" sz="2000" dirty="0">
                <a:solidFill>
                  <a:schemeClr val="bg2"/>
                </a:solidFill>
                <a:latin typeface="黑体" panose="02010609060101010101" pitchFamily="49" charset="-122"/>
                <a:ea typeface="黑体" panose="02010609060101010101" pitchFamily="49" charset="-122"/>
              </a:rPr>
              <a:t>多项式重新计算</a:t>
            </a:r>
            <a:r>
              <a:rPr lang="en-US" altLang="zh-CN" sz="2000" dirty="0">
                <a:solidFill>
                  <a:schemeClr val="bg2"/>
                </a:solidFill>
                <a:latin typeface="黑体" panose="02010609060101010101" pitchFamily="49" charset="-122"/>
                <a:ea typeface="黑体" panose="02010609060101010101" pitchFamily="49" charset="-122"/>
              </a:rPr>
              <a:t>CRC</a:t>
            </a:r>
            <a:r>
              <a:rPr lang="zh-CN" altLang="en-US" sz="2000" dirty="0">
                <a:solidFill>
                  <a:schemeClr val="bg2"/>
                </a:solidFill>
                <a:latin typeface="黑体" panose="02010609060101010101" pitchFamily="49" charset="-122"/>
                <a:ea typeface="黑体" panose="02010609060101010101" pitchFamily="49" charset="-122"/>
              </a:rPr>
              <a:t>，并且替换原来的</a:t>
            </a:r>
            <a:r>
              <a:rPr lang="en-US" altLang="zh-CN" sz="2000" dirty="0">
                <a:solidFill>
                  <a:schemeClr val="bg2"/>
                </a:solidFill>
                <a:latin typeface="黑体" panose="02010609060101010101" pitchFamily="49" charset="-122"/>
                <a:ea typeface="黑体" panose="02010609060101010101" pitchFamily="49" charset="-122"/>
              </a:rPr>
              <a:t>CRC</a:t>
            </a:r>
            <a:r>
              <a:rPr lang="zh-CN" altLang="en-US" sz="2000" dirty="0">
                <a:solidFill>
                  <a:schemeClr val="bg2"/>
                </a:solidFill>
                <a:latin typeface="黑体" panose="02010609060101010101" pitchFamily="49" charset="-122"/>
                <a:ea typeface="黑体" panose="02010609060101010101" pitchFamily="49" charset="-122"/>
              </a:rPr>
              <a:t>，这时候虽然发送的数据和接收的数据已经不一致了，但由于原消息和</a:t>
            </a:r>
            <a:r>
              <a:rPr lang="en-US" altLang="zh-CN" sz="2000" dirty="0">
                <a:solidFill>
                  <a:schemeClr val="bg2"/>
                </a:solidFill>
                <a:latin typeface="黑体" panose="02010609060101010101" pitchFamily="49" charset="-122"/>
                <a:ea typeface="黑体" panose="02010609060101010101" pitchFamily="49" charset="-122"/>
              </a:rPr>
              <a:t>CRC</a:t>
            </a:r>
            <a:r>
              <a:rPr lang="zh-CN" altLang="en-US" sz="2000" dirty="0">
                <a:solidFill>
                  <a:schemeClr val="bg2"/>
                </a:solidFill>
                <a:latin typeface="黑体" panose="02010609060101010101" pitchFamily="49" charset="-122"/>
                <a:ea typeface="黑体" panose="02010609060101010101" pitchFamily="49" charset="-122"/>
              </a:rPr>
              <a:t>是匹配的，因此用</a:t>
            </a:r>
            <a:r>
              <a:rPr lang="en-US" altLang="zh-CN" sz="2000" dirty="0">
                <a:solidFill>
                  <a:schemeClr val="bg2"/>
                </a:solidFill>
                <a:latin typeface="黑体" panose="02010609060101010101" pitchFamily="49" charset="-122"/>
                <a:ea typeface="黑体" panose="02010609060101010101" pitchFamily="49" charset="-122"/>
              </a:rPr>
              <a:t>CRC</a:t>
            </a:r>
            <a:r>
              <a:rPr lang="zh-CN" altLang="en-US" sz="2000" dirty="0">
                <a:solidFill>
                  <a:schemeClr val="bg2"/>
                </a:solidFill>
                <a:latin typeface="黑体" panose="02010609060101010101" pitchFamily="49" charset="-122"/>
                <a:ea typeface="黑体" panose="02010609060101010101" pitchFamily="49" charset="-122"/>
              </a:rPr>
              <a:t>不能检测出来</a:t>
            </a:r>
            <a:endParaRPr lang="en-US" altLang="zh-CN" sz="2000" dirty="0">
              <a:solidFill>
                <a:schemeClr val="bg2"/>
              </a:solidFill>
              <a:latin typeface="黑体" panose="02010609060101010101" pitchFamily="49" charset="-122"/>
              <a:ea typeface="黑体" panose="02010609060101010101" pitchFamily="49" charset="-122"/>
            </a:endParaRPr>
          </a:p>
          <a:p>
            <a:pPr eaLnBrk="1" hangingPunct="1">
              <a:buClr>
                <a:srgbClr val="FF0000"/>
              </a:buClr>
              <a:buFont typeface="Wingdings" pitchFamily="2" charset="2"/>
              <a:buChar char="n"/>
              <a:defRPr/>
            </a:pPr>
            <a:r>
              <a:rPr lang="zh-CN" altLang="en-US" sz="2400" dirty="0">
                <a:solidFill>
                  <a:schemeClr val="bg2"/>
                </a:solidFill>
                <a:ea typeface="宋体" panose="02010600030101010101" pitchFamily="2" charset="-122"/>
              </a:rPr>
              <a:t>解决方法：对要发送的数据进行加密</a:t>
            </a:r>
          </a:p>
        </p:txBody>
      </p:sp>
      <p:sp>
        <p:nvSpPr>
          <p:cNvPr id="80899" name="Rectangle 2">
            <a:extLst>
              <a:ext uri="{FF2B5EF4-FFF2-40B4-BE49-F238E27FC236}">
                <a16:creationId xmlns:a16="http://schemas.microsoft.com/office/drawing/2014/main" id="{E3F25BF8-CE55-7D4A-A12B-38A4AF9AC608}"/>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endParaRPr lang="zh-CN" altLang="en-US" sz="2800" baseline="-25000">
              <a:solidFill>
                <a:schemeClr val="tx1"/>
              </a:solidFill>
              <a:latin typeface="Arial" panose="020B0604020202020204" pitchFamily="34" charset="0"/>
              <a:ea typeface="宋体" panose="02010600030101010101" pitchFamily="2" charset="-122"/>
            </a:endParaRPr>
          </a:p>
        </p:txBody>
      </p:sp>
      <p:pic>
        <p:nvPicPr>
          <p:cNvPr id="80900" name="图片 2">
            <a:extLst>
              <a:ext uri="{FF2B5EF4-FFF2-40B4-BE49-F238E27FC236}">
                <a16:creationId xmlns:a16="http://schemas.microsoft.com/office/drawing/2014/main" id="{9FFA373D-F417-3B46-A4A1-8764227E2D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1525" y="4419600"/>
            <a:ext cx="7600950"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a:extLst>
              <a:ext uri="{FF2B5EF4-FFF2-40B4-BE49-F238E27FC236}">
                <a16:creationId xmlns:a16="http://schemas.microsoft.com/office/drawing/2014/main" id="{F5C3755F-ED2A-774F-B408-72D130757FAB}"/>
              </a:ext>
            </a:extLst>
          </p:cNvPr>
          <p:cNvSpPr>
            <a:spLocks noGrp="1"/>
          </p:cNvSpPr>
          <p:nvPr>
            <p:ph type="title"/>
          </p:nvPr>
        </p:nvSpPr>
        <p:spPr>
          <a:xfrm>
            <a:off x="96838" y="762000"/>
            <a:ext cx="9067800" cy="487363"/>
          </a:xfrm>
        </p:spPr>
        <p:txBody>
          <a:bodyPr vert="horz" wrap="square" lIns="91440" tIns="45720" rIns="91440" bIns="45720" numCol="1" anchor="t" anchorCtr="0" compatLnSpc="1">
            <a:prstTxWarp prst="textNoShape">
              <a:avLst/>
            </a:prstTxWarp>
          </a:bodyPr>
          <a:lstStyle/>
          <a:p>
            <a:pPr>
              <a:defRPr/>
            </a:pPr>
            <a:r>
              <a:rPr lang="zh-CN" altLang="en-US" sz="2800">
                <a:solidFill>
                  <a:srgbClr val="FF0000"/>
                </a:solidFill>
                <a:latin typeface="黑体" panose="02010609060101010101" pitchFamily="49" charset="-122"/>
                <a:ea typeface="黑体" panose="02010609060101010101" pitchFamily="49" charset="-122"/>
              </a:rPr>
              <a:t>（</a:t>
            </a:r>
            <a:r>
              <a:rPr lang="en-US" altLang="zh-CN" sz="2800">
                <a:solidFill>
                  <a:srgbClr val="FF0000"/>
                </a:solidFill>
                <a:latin typeface="黑体" panose="02010609060101010101" pitchFamily="49" charset="-122"/>
                <a:ea typeface="黑体" panose="02010609060101010101" pitchFamily="49" charset="-122"/>
              </a:rPr>
              <a:t>2</a:t>
            </a:r>
            <a:r>
              <a:rPr lang="zh-CN" altLang="en-US" sz="2800">
                <a:solidFill>
                  <a:srgbClr val="FF0000"/>
                </a:solidFill>
                <a:latin typeface="黑体" panose="02010609060101010101" pitchFamily="49" charset="-122"/>
                <a:ea typeface="黑体" panose="02010609060101010101" pitchFamily="49" charset="-122"/>
              </a:rPr>
              <a:t>）基于错误检测码与对称密钥加密的完整性验证机制</a:t>
            </a:r>
          </a:p>
        </p:txBody>
      </p:sp>
      <p:graphicFrame>
        <p:nvGraphicFramePr>
          <p:cNvPr id="78851" name="Object 1">
            <a:extLst>
              <a:ext uri="{FF2B5EF4-FFF2-40B4-BE49-F238E27FC236}">
                <a16:creationId xmlns:a16="http://schemas.microsoft.com/office/drawing/2014/main" id="{C0F5357A-4D23-6B4B-B260-D60BE9D638E2}"/>
              </a:ext>
            </a:extLst>
          </p:cNvPr>
          <p:cNvGraphicFramePr>
            <a:graphicFrameLocks noChangeAspect="1"/>
          </p:cNvGraphicFramePr>
          <p:nvPr/>
        </p:nvGraphicFramePr>
        <p:xfrm>
          <a:off x="201613" y="1524000"/>
          <a:ext cx="8858250" cy="1600200"/>
        </p:xfrm>
        <a:graphic>
          <a:graphicData uri="http://schemas.openxmlformats.org/presentationml/2006/ole">
            <mc:AlternateContent xmlns:mc="http://schemas.openxmlformats.org/markup-compatibility/2006">
              <mc:Choice xmlns:v="urn:schemas-microsoft-com:vml" Requires="v">
                <p:oleObj r:id="rId2" imgW="7721600" imgH="1397000" progId="Visio.Drawing.11">
                  <p:embed/>
                </p:oleObj>
              </mc:Choice>
              <mc:Fallback>
                <p:oleObj r:id="rId2" imgW="7721600" imgH="1397000"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1613" y="1524000"/>
                        <a:ext cx="885825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8852" name="矩形 5">
            <a:extLst>
              <a:ext uri="{FF2B5EF4-FFF2-40B4-BE49-F238E27FC236}">
                <a16:creationId xmlns:a16="http://schemas.microsoft.com/office/drawing/2014/main" id="{BBD69F07-20F9-F445-B277-873F7B00CC5F}"/>
              </a:ext>
            </a:extLst>
          </p:cNvPr>
          <p:cNvSpPr>
            <a:spLocks noChangeArrowheads="1"/>
          </p:cNvSpPr>
          <p:nvPr/>
        </p:nvSpPr>
        <p:spPr bwMode="auto">
          <a:xfrm>
            <a:off x="287338" y="3371850"/>
            <a:ext cx="8686800" cy="2528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a:lnSpc>
                <a:spcPts val="2400"/>
              </a:lnSpc>
            </a:pPr>
            <a:r>
              <a:rPr lang="zh-CN" altLang="en-US" sz="1800">
                <a:solidFill>
                  <a:schemeClr val="bg2"/>
                </a:solidFill>
                <a:latin typeface="Times New Roman" panose="02020603050405020304" pitchFamily="18" charset="0"/>
                <a:ea typeface="黑体" panose="02010609060101010101" pitchFamily="49" charset="-122"/>
              </a:rPr>
              <a:t>步骤</a:t>
            </a:r>
            <a:r>
              <a:rPr lang="en-US" altLang="zh-CN" sz="1800">
                <a:solidFill>
                  <a:schemeClr val="bg2"/>
                </a:solidFill>
                <a:latin typeface="Times New Roman" panose="02020603050405020304" pitchFamily="18" charset="0"/>
                <a:ea typeface="黑体" panose="02010609060101010101" pitchFamily="49" charset="-122"/>
              </a:rPr>
              <a:t>1</a:t>
            </a:r>
            <a:r>
              <a:rPr lang="zh-CN" altLang="en-US" sz="1800">
                <a:solidFill>
                  <a:schemeClr val="bg2"/>
                </a:solidFill>
                <a:latin typeface="Times New Roman" panose="02020603050405020304" pitchFamily="18" charset="0"/>
                <a:ea typeface="黑体" panose="02010609060101010101" pitchFamily="49" charset="-122"/>
              </a:rPr>
              <a:t>：</a:t>
            </a:r>
            <a:r>
              <a:rPr lang="en-US" altLang="zh-CN" sz="1800">
                <a:solidFill>
                  <a:schemeClr val="bg2"/>
                </a:solidFill>
                <a:latin typeface="Times New Roman" panose="02020603050405020304" pitchFamily="18" charset="0"/>
                <a:ea typeface="黑体" panose="02010609060101010101" pitchFamily="49" charset="-122"/>
              </a:rPr>
              <a:t>A</a:t>
            </a:r>
            <a:r>
              <a:rPr lang="zh-CN" altLang="en-US" sz="1800">
                <a:solidFill>
                  <a:schemeClr val="bg2"/>
                </a:solidFill>
                <a:latin typeface="Times New Roman" panose="02020603050405020304" pitchFamily="18" charset="0"/>
                <a:ea typeface="黑体" panose="02010609060101010101" pitchFamily="49" charset="-122"/>
              </a:rPr>
              <a:t>用错误检测码算法</a:t>
            </a:r>
            <a:r>
              <a:rPr lang="en-US" altLang="zh-CN" sz="1800">
                <a:solidFill>
                  <a:schemeClr val="bg2"/>
                </a:solidFill>
                <a:latin typeface="Times New Roman" panose="02020603050405020304" pitchFamily="18" charset="0"/>
                <a:ea typeface="黑体" panose="02010609060101010101" pitchFamily="49" charset="-122"/>
              </a:rPr>
              <a:t>F</a:t>
            </a:r>
            <a:r>
              <a:rPr lang="zh-CN" altLang="en-US" sz="1800">
                <a:solidFill>
                  <a:schemeClr val="bg2"/>
                </a:solidFill>
                <a:latin typeface="Times New Roman" panose="02020603050405020304" pitchFamily="18" charset="0"/>
                <a:ea typeface="黑体" panose="02010609060101010101" pitchFamily="49" charset="-122"/>
              </a:rPr>
              <a:t>计算信息</a:t>
            </a:r>
            <a:r>
              <a:rPr lang="en-US" altLang="zh-CN" sz="1800">
                <a:solidFill>
                  <a:schemeClr val="bg2"/>
                </a:solidFill>
                <a:latin typeface="Times New Roman" panose="02020603050405020304" pitchFamily="18" charset="0"/>
                <a:ea typeface="黑体" panose="02010609060101010101" pitchFamily="49" charset="-122"/>
              </a:rPr>
              <a:t>M0</a:t>
            </a:r>
            <a:r>
              <a:rPr lang="zh-CN" altLang="en-US" sz="1800">
                <a:solidFill>
                  <a:schemeClr val="bg2"/>
                </a:solidFill>
                <a:latin typeface="Times New Roman" panose="02020603050405020304" pitchFamily="18" charset="0"/>
                <a:ea typeface="黑体" panose="02010609060101010101" pitchFamily="49" charset="-122"/>
              </a:rPr>
              <a:t>的错误检测码（</a:t>
            </a:r>
            <a:r>
              <a:rPr lang="en-US" altLang="zh-CN" sz="1800">
                <a:solidFill>
                  <a:schemeClr val="bg2"/>
                </a:solidFill>
                <a:latin typeface="Times New Roman" panose="02020603050405020304" pitchFamily="18" charset="0"/>
                <a:ea typeface="黑体" panose="02010609060101010101" pitchFamily="49" charset="-122"/>
              </a:rPr>
              <a:t>FCS0</a:t>
            </a:r>
            <a:r>
              <a:rPr lang="zh-CN" altLang="en-US" sz="1800">
                <a:solidFill>
                  <a:schemeClr val="bg2"/>
                </a:solidFill>
                <a:latin typeface="Times New Roman" panose="02020603050405020304" pitchFamily="18" charset="0"/>
                <a:ea typeface="黑体" panose="02010609060101010101" pitchFamily="49" charset="-122"/>
              </a:rPr>
              <a:t>）；</a:t>
            </a:r>
          </a:p>
          <a:p>
            <a:pPr>
              <a:lnSpc>
                <a:spcPts val="2400"/>
              </a:lnSpc>
            </a:pPr>
            <a:r>
              <a:rPr lang="zh-CN" altLang="en-US" sz="1800">
                <a:solidFill>
                  <a:schemeClr val="bg2"/>
                </a:solidFill>
                <a:latin typeface="Times New Roman" panose="02020603050405020304" pitchFamily="18" charset="0"/>
                <a:ea typeface="黑体" panose="02010609060101010101" pitchFamily="49" charset="-122"/>
              </a:rPr>
              <a:t>步骤</a:t>
            </a:r>
            <a:r>
              <a:rPr lang="en-US" altLang="zh-CN" sz="1800">
                <a:solidFill>
                  <a:schemeClr val="bg2"/>
                </a:solidFill>
                <a:latin typeface="Times New Roman" panose="02020603050405020304" pitchFamily="18" charset="0"/>
                <a:ea typeface="黑体" panose="02010609060101010101" pitchFamily="49" charset="-122"/>
              </a:rPr>
              <a:t>2</a:t>
            </a:r>
            <a:r>
              <a:rPr lang="zh-CN" altLang="en-US" sz="1800">
                <a:solidFill>
                  <a:schemeClr val="bg2"/>
                </a:solidFill>
                <a:latin typeface="Times New Roman" panose="02020603050405020304" pitchFamily="18" charset="0"/>
                <a:ea typeface="黑体" panose="02010609060101010101" pitchFamily="49" charset="-122"/>
              </a:rPr>
              <a:t>：</a:t>
            </a:r>
            <a:r>
              <a:rPr lang="en-US" altLang="zh-CN" sz="1800">
                <a:solidFill>
                  <a:schemeClr val="bg2"/>
                </a:solidFill>
                <a:latin typeface="Times New Roman" panose="02020603050405020304" pitchFamily="18" charset="0"/>
                <a:ea typeface="黑体" panose="02010609060101010101" pitchFamily="49" charset="-122"/>
              </a:rPr>
              <a:t>A</a:t>
            </a:r>
            <a:r>
              <a:rPr lang="zh-CN" altLang="en-US" sz="1800">
                <a:solidFill>
                  <a:schemeClr val="bg2"/>
                </a:solidFill>
                <a:latin typeface="Times New Roman" panose="02020603050405020304" pitchFamily="18" charset="0"/>
                <a:ea typeface="黑体" panose="02010609060101010101" pitchFamily="49" charset="-122"/>
              </a:rPr>
              <a:t>将</a:t>
            </a:r>
            <a:r>
              <a:rPr lang="en-US" altLang="zh-CN" sz="1800">
                <a:solidFill>
                  <a:schemeClr val="bg2"/>
                </a:solidFill>
                <a:latin typeface="Times New Roman" panose="02020603050405020304" pitchFamily="18" charset="0"/>
                <a:ea typeface="黑体" panose="02010609060101010101" pitchFamily="49" charset="-122"/>
              </a:rPr>
              <a:t>M0</a:t>
            </a:r>
            <a:r>
              <a:rPr lang="zh-CN" altLang="en-US" sz="1800">
                <a:solidFill>
                  <a:schemeClr val="bg2"/>
                </a:solidFill>
                <a:latin typeface="Times New Roman" panose="02020603050405020304" pitchFamily="18" charset="0"/>
                <a:ea typeface="黑体" panose="02010609060101010101" pitchFamily="49" charset="-122"/>
              </a:rPr>
              <a:t>和</a:t>
            </a:r>
            <a:r>
              <a:rPr lang="en-US" altLang="zh-CN" sz="1800">
                <a:solidFill>
                  <a:schemeClr val="bg2"/>
                </a:solidFill>
                <a:latin typeface="Times New Roman" panose="02020603050405020304" pitchFamily="18" charset="0"/>
                <a:ea typeface="黑体" panose="02010609060101010101" pitchFamily="49" charset="-122"/>
              </a:rPr>
              <a:t>FCS0</a:t>
            </a:r>
            <a:r>
              <a:rPr lang="zh-CN" altLang="en-US" sz="1800">
                <a:solidFill>
                  <a:schemeClr val="bg2"/>
                </a:solidFill>
                <a:latin typeface="Times New Roman" panose="02020603050405020304" pitchFamily="18" charset="0"/>
                <a:ea typeface="黑体" panose="02010609060101010101" pitchFamily="49" charset="-122"/>
              </a:rPr>
              <a:t>合在一起，</a:t>
            </a:r>
            <a:r>
              <a:rPr lang="en-US" altLang="zh-CN" sz="1800">
                <a:solidFill>
                  <a:schemeClr val="bg2"/>
                </a:solidFill>
                <a:latin typeface="Times New Roman" panose="02020603050405020304" pitchFamily="18" charset="0"/>
                <a:ea typeface="黑体" panose="02010609060101010101" pitchFamily="49" charset="-122"/>
              </a:rPr>
              <a:t>A</a:t>
            </a:r>
            <a:r>
              <a:rPr lang="zh-CN" altLang="en-US" sz="1800">
                <a:solidFill>
                  <a:schemeClr val="bg2"/>
                </a:solidFill>
                <a:latin typeface="Times New Roman" panose="02020603050405020304" pitchFamily="18" charset="0"/>
                <a:ea typeface="黑体" panose="02010609060101010101" pitchFamily="49" charset="-122"/>
              </a:rPr>
              <a:t>使用</a:t>
            </a:r>
            <a:r>
              <a:rPr lang="en-US" altLang="zh-CN" sz="1800">
                <a:solidFill>
                  <a:schemeClr val="bg2"/>
                </a:solidFill>
                <a:latin typeface="Times New Roman" panose="02020603050405020304" pitchFamily="18" charset="0"/>
                <a:ea typeface="黑体" panose="02010609060101010101" pitchFamily="49" charset="-122"/>
              </a:rPr>
              <a:t>K</a:t>
            </a:r>
            <a:r>
              <a:rPr lang="zh-CN" altLang="en-US" sz="1800">
                <a:solidFill>
                  <a:schemeClr val="bg2"/>
                </a:solidFill>
                <a:latin typeface="Times New Roman" panose="02020603050405020304" pitchFamily="18" charset="0"/>
                <a:ea typeface="黑体" panose="02010609060101010101" pitchFamily="49" charset="-122"/>
              </a:rPr>
              <a:t>加密合并的信息，并通过网络发送给</a:t>
            </a:r>
            <a:r>
              <a:rPr lang="en-US" altLang="zh-CN" sz="1800">
                <a:solidFill>
                  <a:schemeClr val="bg2"/>
                </a:solidFill>
                <a:latin typeface="Times New Roman" panose="02020603050405020304" pitchFamily="18" charset="0"/>
                <a:ea typeface="黑体" panose="02010609060101010101" pitchFamily="49" charset="-122"/>
              </a:rPr>
              <a:t>B</a:t>
            </a:r>
            <a:r>
              <a:rPr lang="zh-CN" altLang="en-US" sz="1800">
                <a:solidFill>
                  <a:schemeClr val="bg2"/>
                </a:solidFill>
                <a:latin typeface="Times New Roman" panose="02020603050405020304" pitchFamily="18" charset="0"/>
                <a:ea typeface="黑体" panose="02010609060101010101" pitchFamily="49" charset="-122"/>
              </a:rPr>
              <a:t>；</a:t>
            </a:r>
          </a:p>
          <a:p>
            <a:pPr>
              <a:lnSpc>
                <a:spcPts val="2400"/>
              </a:lnSpc>
            </a:pPr>
            <a:r>
              <a:rPr lang="zh-CN" altLang="en-US" sz="1800">
                <a:solidFill>
                  <a:schemeClr val="bg2"/>
                </a:solidFill>
                <a:latin typeface="Times New Roman" panose="02020603050405020304" pitchFamily="18" charset="0"/>
                <a:ea typeface="黑体" panose="02010609060101010101" pitchFamily="49" charset="-122"/>
              </a:rPr>
              <a:t>步骤</a:t>
            </a:r>
            <a:r>
              <a:rPr lang="en-US" altLang="zh-CN" sz="1800">
                <a:solidFill>
                  <a:schemeClr val="bg2"/>
                </a:solidFill>
                <a:latin typeface="Times New Roman" panose="02020603050405020304" pitchFamily="18" charset="0"/>
                <a:ea typeface="黑体" panose="02010609060101010101" pitchFamily="49" charset="-122"/>
              </a:rPr>
              <a:t>3</a:t>
            </a:r>
            <a:r>
              <a:rPr lang="zh-CN" altLang="en-US" sz="1800">
                <a:solidFill>
                  <a:schemeClr val="bg2"/>
                </a:solidFill>
                <a:latin typeface="Times New Roman" panose="02020603050405020304" pitchFamily="18" charset="0"/>
                <a:ea typeface="黑体" panose="02010609060101010101" pitchFamily="49" charset="-122"/>
              </a:rPr>
              <a:t>：</a:t>
            </a:r>
            <a:r>
              <a:rPr lang="en-US" altLang="zh-CN" sz="1800">
                <a:solidFill>
                  <a:schemeClr val="bg2"/>
                </a:solidFill>
                <a:latin typeface="Times New Roman" panose="02020603050405020304" pitchFamily="18" charset="0"/>
                <a:ea typeface="黑体" panose="02010609060101010101" pitchFamily="49" charset="-122"/>
              </a:rPr>
              <a:t>B</a:t>
            </a:r>
            <a:r>
              <a:rPr lang="zh-CN" altLang="en-US" sz="1800">
                <a:solidFill>
                  <a:schemeClr val="bg2"/>
                </a:solidFill>
                <a:latin typeface="Times New Roman" panose="02020603050405020304" pitchFamily="18" charset="0"/>
                <a:ea typeface="黑体" panose="02010609060101010101" pitchFamily="49" charset="-122"/>
              </a:rPr>
              <a:t>收到加密的信息后，用同一密钥</a:t>
            </a:r>
            <a:r>
              <a:rPr lang="en-US" altLang="zh-CN" sz="1800">
                <a:solidFill>
                  <a:schemeClr val="bg2"/>
                </a:solidFill>
                <a:latin typeface="Times New Roman" panose="02020603050405020304" pitchFamily="18" charset="0"/>
                <a:ea typeface="黑体" panose="02010609060101010101" pitchFamily="49" charset="-122"/>
              </a:rPr>
              <a:t>K</a:t>
            </a:r>
            <a:r>
              <a:rPr lang="zh-CN" altLang="en-US" sz="1800">
                <a:solidFill>
                  <a:schemeClr val="bg2"/>
                </a:solidFill>
                <a:latin typeface="Times New Roman" panose="02020603050405020304" pitchFamily="18" charset="0"/>
                <a:ea typeface="黑体" panose="02010609060101010101" pitchFamily="49" charset="-122"/>
              </a:rPr>
              <a:t>把密文解密，并将二者分开，设为</a:t>
            </a:r>
            <a:r>
              <a:rPr lang="en-US" altLang="zh-CN" sz="1800">
                <a:solidFill>
                  <a:schemeClr val="bg2"/>
                </a:solidFill>
                <a:latin typeface="Times New Roman" panose="02020603050405020304" pitchFamily="18" charset="0"/>
                <a:ea typeface="黑体" panose="02010609060101010101" pitchFamily="49" charset="-122"/>
              </a:rPr>
              <a:t>M1</a:t>
            </a:r>
            <a:r>
              <a:rPr lang="zh-CN" altLang="en-US" sz="1800">
                <a:solidFill>
                  <a:schemeClr val="bg2"/>
                </a:solidFill>
                <a:latin typeface="Times New Roman" panose="02020603050405020304" pitchFamily="18" charset="0"/>
                <a:ea typeface="黑体" panose="02010609060101010101" pitchFamily="49" charset="-122"/>
              </a:rPr>
              <a:t>和</a:t>
            </a:r>
            <a:r>
              <a:rPr lang="en-US" altLang="zh-CN" sz="1800">
                <a:solidFill>
                  <a:schemeClr val="bg2"/>
                </a:solidFill>
                <a:latin typeface="Times New Roman" panose="02020603050405020304" pitchFamily="18" charset="0"/>
                <a:ea typeface="黑体" panose="02010609060101010101" pitchFamily="49" charset="-122"/>
              </a:rPr>
              <a:t>FCS1</a:t>
            </a:r>
            <a:r>
              <a:rPr lang="zh-CN" altLang="en-US" sz="1800">
                <a:solidFill>
                  <a:schemeClr val="bg2"/>
                </a:solidFill>
                <a:latin typeface="Times New Roman" panose="02020603050405020304" pitchFamily="18" charset="0"/>
                <a:ea typeface="黑体" panose="02010609060101010101" pitchFamily="49" charset="-122"/>
              </a:rPr>
              <a:t>；</a:t>
            </a:r>
          </a:p>
          <a:p>
            <a:pPr>
              <a:lnSpc>
                <a:spcPts val="2400"/>
              </a:lnSpc>
            </a:pPr>
            <a:r>
              <a:rPr lang="zh-CN" altLang="en-US" sz="1800">
                <a:solidFill>
                  <a:schemeClr val="bg2"/>
                </a:solidFill>
                <a:latin typeface="Times New Roman" panose="02020603050405020304" pitchFamily="18" charset="0"/>
                <a:ea typeface="黑体" panose="02010609060101010101" pitchFamily="49" charset="-122"/>
              </a:rPr>
              <a:t>步骤</a:t>
            </a:r>
            <a:r>
              <a:rPr lang="en-US" altLang="zh-CN" sz="1800">
                <a:solidFill>
                  <a:schemeClr val="bg2"/>
                </a:solidFill>
                <a:latin typeface="Times New Roman" panose="02020603050405020304" pitchFamily="18" charset="0"/>
                <a:ea typeface="黑体" panose="02010609060101010101" pitchFamily="49" charset="-122"/>
              </a:rPr>
              <a:t>4</a:t>
            </a:r>
            <a:r>
              <a:rPr lang="zh-CN" altLang="en-US" sz="1800">
                <a:solidFill>
                  <a:schemeClr val="bg2"/>
                </a:solidFill>
                <a:latin typeface="Times New Roman" panose="02020603050405020304" pitchFamily="18" charset="0"/>
                <a:ea typeface="黑体" panose="02010609060101010101" pitchFamily="49" charset="-122"/>
              </a:rPr>
              <a:t>：</a:t>
            </a:r>
            <a:r>
              <a:rPr lang="en-US" altLang="zh-CN" sz="1800">
                <a:solidFill>
                  <a:schemeClr val="bg2"/>
                </a:solidFill>
                <a:latin typeface="Times New Roman" panose="02020603050405020304" pitchFamily="18" charset="0"/>
                <a:ea typeface="黑体" panose="02010609060101010101" pitchFamily="49" charset="-122"/>
              </a:rPr>
              <a:t>B</a:t>
            </a:r>
            <a:r>
              <a:rPr lang="zh-CN" altLang="en-US" sz="1800">
                <a:solidFill>
                  <a:schemeClr val="bg2"/>
                </a:solidFill>
                <a:latin typeface="Times New Roman" panose="02020603050405020304" pitchFamily="18" charset="0"/>
                <a:ea typeface="黑体" panose="02010609060101010101" pitchFamily="49" charset="-122"/>
              </a:rPr>
              <a:t>用与原始信息相同的错误检测码计算方法</a:t>
            </a:r>
            <a:r>
              <a:rPr lang="en-US" altLang="zh-CN" sz="1800">
                <a:solidFill>
                  <a:schemeClr val="bg2"/>
                </a:solidFill>
                <a:latin typeface="Times New Roman" panose="02020603050405020304" pitchFamily="18" charset="0"/>
                <a:ea typeface="黑体" panose="02010609060101010101" pitchFamily="49" charset="-122"/>
              </a:rPr>
              <a:t>F</a:t>
            </a:r>
            <a:r>
              <a:rPr lang="zh-CN" altLang="en-US" sz="1800">
                <a:solidFill>
                  <a:schemeClr val="bg2"/>
                </a:solidFill>
                <a:latin typeface="Times New Roman" panose="02020603050405020304" pitchFamily="18" charset="0"/>
                <a:ea typeface="黑体" panose="02010609060101010101" pitchFamily="49" charset="-122"/>
              </a:rPr>
              <a:t>重新计算信息</a:t>
            </a:r>
            <a:r>
              <a:rPr lang="en-US" altLang="zh-CN" sz="1800">
                <a:solidFill>
                  <a:schemeClr val="bg2"/>
                </a:solidFill>
                <a:latin typeface="Times New Roman" panose="02020603050405020304" pitchFamily="18" charset="0"/>
                <a:ea typeface="黑体" panose="02010609060101010101" pitchFamily="49" charset="-122"/>
              </a:rPr>
              <a:t>M1</a:t>
            </a:r>
            <a:r>
              <a:rPr lang="zh-CN" altLang="en-US" sz="1800">
                <a:solidFill>
                  <a:schemeClr val="bg2"/>
                </a:solidFill>
                <a:latin typeface="Times New Roman" panose="02020603050405020304" pitchFamily="18" charset="0"/>
                <a:ea typeface="黑体" panose="02010609060101010101" pitchFamily="49" charset="-122"/>
              </a:rPr>
              <a:t>的的错误检测码</a:t>
            </a:r>
            <a:r>
              <a:rPr lang="en-US" altLang="zh-CN" sz="1800">
                <a:solidFill>
                  <a:schemeClr val="bg2"/>
                </a:solidFill>
                <a:latin typeface="Times New Roman" panose="02020603050405020304" pitchFamily="18" charset="0"/>
                <a:ea typeface="黑体" panose="02010609060101010101" pitchFamily="49" charset="-122"/>
              </a:rPr>
              <a:t>FCS2</a:t>
            </a:r>
            <a:r>
              <a:rPr lang="zh-CN" altLang="en-US" sz="1800">
                <a:solidFill>
                  <a:schemeClr val="bg2"/>
                </a:solidFill>
                <a:latin typeface="Times New Roman" panose="02020603050405020304" pitchFamily="18" charset="0"/>
                <a:ea typeface="黑体" panose="02010609060101010101" pitchFamily="49" charset="-122"/>
              </a:rPr>
              <a:t>；</a:t>
            </a:r>
          </a:p>
          <a:p>
            <a:pPr>
              <a:lnSpc>
                <a:spcPts val="2400"/>
              </a:lnSpc>
            </a:pPr>
            <a:r>
              <a:rPr lang="zh-CN" altLang="en-US" sz="1800">
                <a:solidFill>
                  <a:schemeClr val="bg2"/>
                </a:solidFill>
                <a:latin typeface="Times New Roman" panose="02020603050405020304" pitchFamily="18" charset="0"/>
                <a:ea typeface="黑体" panose="02010609060101010101" pitchFamily="49" charset="-122"/>
              </a:rPr>
              <a:t>步骤</a:t>
            </a:r>
            <a:r>
              <a:rPr lang="en-US" altLang="zh-CN" sz="1800">
                <a:solidFill>
                  <a:schemeClr val="bg2"/>
                </a:solidFill>
                <a:latin typeface="Times New Roman" panose="02020603050405020304" pitchFamily="18" charset="0"/>
                <a:ea typeface="黑体" panose="02010609060101010101" pitchFamily="49" charset="-122"/>
              </a:rPr>
              <a:t>5</a:t>
            </a:r>
            <a:r>
              <a:rPr lang="zh-CN" altLang="en-US" sz="1800">
                <a:solidFill>
                  <a:schemeClr val="bg2"/>
                </a:solidFill>
                <a:latin typeface="Times New Roman" panose="02020603050405020304" pitchFamily="18" charset="0"/>
                <a:ea typeface="黑体" panose="02010609060101010101" pitchFamily="49" charset="-122"/>
              </a:rPr>
              <a:t>：</a:t>
            </a:r>
            <a:r>
              <a:rPr lang="en-US" altLang="zh-CN" sz="1800">
                <a:solidFill>
                  <a:schemeClr val="bg2"/>
                </a:solidFill>
                <a:latin typeface="Times New Roman" panose="02020603050405020304" pitchFamily="18" charset="0"/>
                <a:ea typeface="黑体" panose="02010609060101010101" pitchFamily="49" charset="-122"/>
              </a:rPr>
              <a:t>B</a:t>
            </a:r>
            <a:r>
              <a:rPr lang="zh-CN" altLang="en-US" sz="1800">
                <a:solidFill>
                  <a:schemeClr val="bg2"/>
                </a:solidFill>
                <a:latin typeface="Times New Roman" panose="02020603050405020304" pitchFamily="18" charset="0"/>
                <a:ea typeface="黑体" panose="02010609060101010101" pitchFamily="49" charset="-122"/>
              </a:rPr>
              <a:t>将计算的错误检测码</a:t>
            </a:r>
            <a:r>
              <a:rPr lang="en-US" altLang="zh-CN" sz="1800">
                <a:solidFill>
                  <a:schemeClr val="bg2"/>
                </a:solidFill>
                <a:latin typeface="Times New Roman" panose="02020603050405020304" pitchFamily="18" charset="0"/>
                <a:ea typeface="黑体" panose="02010609060101010101" pitchFamily="49" charset="-122"/>
              </a:rPr>
              <a:t>FCS2</a:t>
            </a:r>
            <a:r>
              <a:rPr lang="zh-CN" altLang="en-US" sz="1800">
                <a:solidFill>
                  <a:schemeClr val="bg2"/>
                </a:solidFill>
                <a:latin typeface="Times New Roman" panose="02020603050405020304" pitchFamily="18" charset="0"/>
                <a:ea typeface="黑体" panose="02010609060101010101" pitchFamily="49" charset="-122"/>
              </a:rPr>
              <a:t>同分离的错误检测码</a:t>
            </a:r>
            <a:r>
              <a:rPr lang="en-US" altLang="zh-CN" sz="1800">
                <a:solidFill>
                  <a:schemeClr val="bg2"/>
                </a:solidFill>
                <a:latin typeface="Times New Roman" panose="02020603050405020304" pitchFamily="18" charset="0"/>
                <a:ea typeface="黑体" panose="02010609060101010101" pitchFamily="49" charset="-122"/>
              </a:rPr>
              <a:t>FCS1</a:t>
            </a:r>
            <a:r>
              <a:rPr lang="zh-CN" altLang="en-US" sz="1800">
                <a:solidFill>
                  <a:schemeClr val="bg2"/>
                </a:solidFill>
                <a:latin typeface="Times New Roman" panose="02020603050405020304" pitchFamily="18" charset="0"/>
                <a:ea typeface="黑体" panose="02010609060101010101" pitchFamily="49" charset="-122"/>
              </a:rPr>
              <a:t>进行对比，如果相等，</a:t>
            </a:r>
            <a:r>
              <a:rPr lang="en-US" altLang="zh-CN" sz="1800">
                <a:solidFill>
                  <a:schemeClr val="bg2"/>
                </a:solidFill>
                <a:latin typeface="Times New Roman" panose="02020603050405020304" pitchFamily="18" charset="0"/>
                <a:ea typeface="黑体" panose="02010609060101010101" pitchFamily="49" charset="-122"/>
              </a:rPr>
              <a:t>B</a:t>
            </a:r>
            <a:r>
              <a:rPr lang="zh-CN" altLang="en-US" sz="1800">
                <a:solidFill>
                  <a:schemeClr val="bg2"/>
                </a:solidFill>
                <a:latin typeface="Times New Roman" panose="02020603050405020304" pitchFamily="18" charset="0"/>
                <a:ea typeface="黑体" panose="02010609060101010101" pitchFamily="49" charset="-122"/>
              </a:rPr>
              <a:t>断定信息是完整的，如果不相等，则</a:t>
            </a:r>
            <a:r>
              <a:rPr lang="en-US" altLang="zh-CN" sz="1800">
                <a:solidFill>
                  <a:schemeClr val="bg2"/>
                </a:solidFill>
                <a:latin typeface="Times New Roman" panose="02020603050405020304" pitchFamily="18" charset="0"/>
                <a:ea typeface="黑体" panose="02010609060101010101" pitchFamily="49" charset="-122"/>
              </a:rPr>
              <a:t>B</a:t>
            </a:r>
            <a:r>
              <a:rPr lang="zh-CN" altLang="en-US" sz="1800">
                <a:solidFill>
                  <a:schemeClr val="bg2"/>
                </a:solidFill>
                <a:latin typeface="Times New Roman" panose="02020603050405020304" pitchFamily="18" charset="0"/>
                <a:ea typeface="黑体" panose="02010609060101010101" pitchFamily="49" charset="-122"/>
              </a:rPr>
              <a:t>断定信息遭到篡改。</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nodeType="afterEffect">
                                  <p:stCondLst>
                                    <p:cond delay="0"/>
                                  </p:stCondLst>
                                  <p:childTnLst>
                                    <p:set>
                                      <p:cBhvr>
                                        <p:cTn id="6" dur="1" fill="hold">
                                          <p:stCondLst>
                                            <p:cond delay="0"/>
                                          </p:stCondLst>
                                        </p:cTn>
                                        <p:tgtEl>
                                          <p:spTgt spid="78851"/>
                                        </p:tgtEl>
                                        <p:attrNameLst>
                                          <p:attrName>style.visibility</p:attrName>
                                        </p:attrNameLst>
                                      </p:cBhvr>
                                      <p:to>
                                        <p:strVal val="visible"/>
                                      </p:to>
                                    </p:set>
                                    <p:anim calcmode="lin" valueType="num">
                                      <p:cBhvr additive="base">
                                        <p:cTn id="7" dur="500" fill="hold"/>
                                        <p:tgtEl>
                                          <p:spTgt spid="78851"/>
                                        </p:tgtEl>
                                        <p:attrNameLst>
                                          <p:attrName>ppt_x</p:attrName>
                                        </p:attrNameLst>
                                      </p:cBhvr>
                                      <p:tavLst>
                                        <p:tav tm="0">
                                          <p:val>
                                            <p:strVal val="#ppt_x"/>
                                          </p:val>
                                        </p:tav>
                                        <p:tav tm="100000">
                                          <p:val>
                                            <p:strVal val="#ppt_x"/>
                                          </p:val>
                                        </p:tav>
                                      </p:tavLst>
                                    </p:anim>
                                    <p:anim calcmode="lin" valueType="num">
                                      <p:cBhvr additive="base">
                                        <p:cTn id="8" dur="500" fill="hold"/>
                                        <p:tgtEl>
                                          <p:spTgt spid="78851"/>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8852"/>
                                        </p:tgtEl>
                                        <p:attrNameLst>
                                          <p:attrName>style.visibility</p:attrName>
                                        </p:attrNameLst>
                                      </p:cBhvr>
                                      <p:to>
                                        <p:strVal val="visible"/>
                                      </p:to>
                                    </p:set>
                                    <p:anim calcmode="lin" valueType="num">
                                      <p:cBhvr additive="base">
                                        <p:cTn id="13" dur="500" fill="hold"/>
                                        <p:tgtEl>
                                          <p:spTgt spid="78852"/>
                                        </p:tgtEl>
                                        <p:attrNameLst>
                                          <p:attrName>ppt_x</p:attrName>
                                        </p:attrNameLst>
                                      </p:cBhvr>
                                      <p:tavLst>
                                        <p:tav tm="0">
                                          <p:val>
                                            <p:strVal val="#ppt_x"/>
                                          </p:val>
                                        </p:tav>
                                        <p:tav tm="100000">
                                          <p:val>
                                            <p:strVal val="#ppt_x"/>
                                          </p:val>
                                        </p:tav>
                                      </p:tavLst>
                                    </p:anim>
                                    <p:anim calcmode="lin" valueType="num">
                                      <p:cBhvr additive="base">
                                        <p:cTn id="14" dur="500" fill="hold"/>
                                        <p:tgtEl>
                                          <p:spTgt spid="7885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2"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a:extLst>
              <a:ext uri="{FF2B5EF4-FFF2-40B4-BE49-F238E27FC236}">
                <a16:creationId xmlns:a16="http://schemas.microsoft.com/office/drawing/2014/main" id="{1E3F92A2-6964-C640-BDA8-BBD1978449B9}"/>
              </a:ext>
            </a:extLst>
          </p:cNvPr>
          <p:cNvSpPr>
            <a:spLocks noGrp="1"/>
          </p:cNvSpPr>
          <p:nvPr>
            <p:ph type="title"/>
          </p:nvPr>
        </p:nvSpPr>
        <p:spPr>
          <a:xfrm>
            <a:off x="457200" y="838200"/>
            <a:ext cx="8229600" cy="762000"/>
          </a:xfrm>
        </p:spPr>
        <p:txBody>
          <a:bodyPr vert="horz" wrap="square" lIns="91440" tIns="45720" rIns="91440" bIns="45720" numCol="1" anchor="t" anchorCtr="0" compatLnSpc="1">
            <a:prstTxWarp prst="textNoShape">
              <a:avLst/>
            </a:prstTxWarp>
          </a:bodyPr>
          <a:lstStyle/>
          <a:p>
            <a:pPr>
              <a:defRPr/>
            </a:pPr>
            <a:r>
              <a:rPr lang="zh-CN" altLang="en-US" sz="2800">
                <a:solidFill>
                  <a:srgbClr val="FF0000"/>
                </a:solidFill>
                <a:latin typeface="黑体" panose="02010609060101010101" pitchFamily="49" charset="-122"/>
                <a:ea typeface="黑体" panose="02010609060101010101" pitchFamily="49" charset="-122"/>
              </a:rPr>
              <a:t>评价</a:t>
            </a:r>
          </a:p>
        </p:txBody>
      </p:sp>
      <p:sp>
        <p:nvSpPr>
          <p:cNvPr id="20483" name="内容占位符 2">
            <a:extLst>
              <a:ext uri="{FF2B5EF4-FFF2-40B4-BE49-F238E27FC236}">
                <a16:creationId xmlns:a16="http://schemas.microsoft.com/office/drawing/2014/main" id="{67FBE535-55FB-5C49-B1DD-BFA13E2033E5}"/>
              </a:ext>
            </a:extLst>
          </p:cNvPr>
          <p:cNvSpPr>
            <a:spLocks noGrp="1"/>
          </p:cNvSpPr>
          <p:nvPr>
            <p:ph idx="1"/>
          </p:nvPr>
        </p:nvSpPr>
        <p:spPr>
          <a:xfrm>
            <a:off x="457200" y="1600200"/>
            <a:ext cx="8229600" cy="2743200"/>
          </a:xfrm>
        </p:spPr>
        <p:txBody>
          <a:bodyPr vert="horz" wrap="square" lIns="91440" tIns="45720" rIns="91440" bIns="45720" numCol="1" anchor="t" anchorCtr="0" compatLnSpc="1">
            <a:prstTxWarp prst="textNoShape">
              <a:avLst/>
            </a:prstTxWarp>
          </a:bodyPr>
          <a:lstStyle/>
          <a:p>
            <a:pPr eaLnBrk="1" hangingPunct="1">
              <a:buClr>
                <a:srgbClr val="FF0000"/>
              </a:buClr>
              <a:buFont typeface="Wingdings" pitchFamily="2" charset="2"/>
              <a:buChar char="n"/>
              <a:defRPr/>
            </a:pPr>
            <a:r>
              <a:rPr lang="zh-CN" altLang="en-US" sz="2400">
                <a:solidFill>
                  <a:schemeClr val="bg2"/>
                </a:solidFill>
                <a:latin typeface="黑体" panose="02010609060101010101" pitchFamily="49" charset="-122"/>
                <a:ea typeface="黑体" panose="02010609060101010101" pitchFamily="49" charset="-122"/>
              </a:rPr>
              <a:t>这个机制防止了攻击者同时把原信息和错误检测码替换并且保持它们之间的正确匹配关系的攻击，因为密钥只有双方知道，攻击者同时替换后没办法用双方的密钥</a:t>
            </a:r>
            <a:r>
              <a:rPr lang="en-US" altLang="zh-CN" sz="2400">
                <a:solidFill>
                  <a:schemeClr val="bg2"/>
                </a:solidFill>
                <a:latin typeface="黑体" panose="02010609060101010101" pitchFamily="49" charset="-122"/>
                <a:ea typeface="黑体" panose="02010609060101010101" pitchFamily="49" charset="-122"/>
              </a:rPr>
              <a:t>K</a:t>
            </a:r>
            <a:r>
              <a:rPr lang="zh-CN" altLang="en-US" sz="2400">
                <a:solidFill>
                  <a:schemeClr val="bg2"/>
                </a:solidFill>
                <a:latin typeface="黑体" panose="02010609060101010101" pitchFamily="49" charset="-122"/>
                <a:ea typeface="黑体" panose="02010609060101010101" pitchFamily="49" charset="-122"/>
              </a:rPr>
              <a:t>再重新加密。</a:t>
            </a:r>
            <a:endParaRPr lang="en-US" altLang="zh-CN" sz="2400">
              <a:solidFill>
                <a:schemeClr val="bg2"/>
              </a:solidFill>
              <a:latin typeface="黑体" panose="02010609060101010101" pitchFamily="49" charset="-122"/>
              <a:ea typeface="黑体" panose="02010609060101010101" pitchFamily="49" charset="-122"/>
            </a:endParaRPr>
          </a:p>
          <a:p>
            <a:pPr eaLnBrk="1" hangingPunct="1">
              <a:buClr>
                <a:srgbClr val="FF0000"/>
              </a:buClr>
              <a:buFont typeface="Wingdings" pitchFamily="2" charset="2"/>
              <a:buChar char="n"/>
              <a:defRPr/>
            </a:pPr>
            <a:r>
              <a:rPr lang="zh-CN" altLang="en-US" sz="2400">
                <a:solidFill>
                  <a:schemeClr val="bg2"/>
                </a:solidFill>
                <a:latin typeface="黑体" panose="02010609060101010101" pitchFamily="49" charset="-122"/>
                <a:ea typeface="黑体" panose="02010609060101010101" pitchFamily="49" charset="-122"/>
              </a:rPr>
              <a:t>这个机制的前提是需要双方共享对称密钥</a:t>
            </a:r>
            <a:r>
              <a:rPr lang="en-US" altLang="zh-CN" sz="2400">
                <a:solidFill>
                  <a:schemeClr val="bg2"/>
                </a:solidFill>
                <a:latin typeface="黑体" panose="02010609060101010101" pitchFamily="49" charset="-122"/>
                <a:ea typeface="黑体" panose="02010609060101010101" pitchFamily="49" charset="-122"/>
              </a:rPr>
              <a:t>K</a:t>
            </a:r>
            <a:r>
              <a:rPr lang="zh-CN" altLang="en-US" sz="2400">
                <a:solidFill>
                  <a:schemeClr val="bg2"/>
                </a:solidFill>
                <a:latin typeface="黑体" panose="02010609060101010101" pitchFamily="49" charset="-122"/>
                <a:ea typeface="黑体" panose="02010609060101010101" pitchFamily="49" charset="-122"/>
              </a:rPr>
              <a:t>，存在密钥的发布问题和缺点。如果改为非对称加密体制的话速度又太慢，因此要将二者结合。</a:t>
            </a:r>
          </a:p>
        </p:txBody>
      </p:sp>
      <p:pic>
        <p:nvPicPr>
          <p:cNvPr id="2" name="图片 1">
            <a:extLst>
              <a:ext uri="{FF2B5EF4-FFF2-40B4-BE49-F238E27FC236}">
                <a16:creationId xmlns:a16="http://schemas.microsoft.com/office/drawing/2014/main" id="{C548BCAD-D282-154A-B2DC-1178D964F2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6400" y="3733800"/>
            <a:ext cx="2741613" cy="257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2"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build="p"/>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a:extLst>
              <a:ext uri="{FF2B5EF4-FFF2-40B4-BE49-F238E27FC236}">
                <a16:creationId xmlns:a16="http://schemas.microsoft.com/office/drawing/2014/main" id="{C52A025B-7692-5947-8566-9EF039F29235}"/>
              </a:ext>
            </a:extLst>
          </p:cNvPr>
          <p:cNvSpPr>
            <a:spLocks noGrp="1"/>
          </p:cNvSpPr>
          <p:nvPr>
            <p:ph type="title"/>
          </p:nvPr>
        </p:nvSpPr>
        <p:spPr>
          <a:xfrm>
            <a:off x="0" y="884238"/>
            <a:ext cx="8991600" cy="487362"/>
          </a:xfrm>
        </p:spPr>
        <p:txBody>
          <a:bodyPr vert="horz" wrap="square" lIns="91440" tIns="45720" rIns="91440" bIns="45720" numCol="1" anchor="t" anchorCtr="0" compatLnSpc="1">
            <a:prstTxWarp prst="textNoShape">
              <a:avLst/>
            </a:prstTxWarp>
          </a:bodyPr>
          <a:lstStyle/>
          <a:p>
            <a:pPr>
              <a:defRPr/>
            </a:pPr>
            <a:r>
              <a:rPr lang="zh-CN" altLang="en-US" sz="2800">
                <a:solidFill>
                  <a:srgbClr val="FF0000"/>
                </a:solidFill>
                <a:latin typeface="黑体" panose="02010609060101010101" pitchFamily="49" charset="-122"/>
                <a:ea typeface="黑体" panose="02010609060101010101" pitchFamily="49" charset="-122"/>
              </a:rPr>
              <a:t>（</a:t>
            </a:r>
            <a:r>
              <a:rPr lang="en-US" altLang="zh-CN" sz="2800">
                <a:solidFill>
                  <a:srgbClr val="FF0000"/>
                </a:solidFill>
                <a:latin typeface="黑体" panose="02010609060101010101" pitchFamily="49" charset="-122"/>
                <a:ea typeface="黑体" panose="02010609060101010101" pitchFamily="49" charset="-122"/>
              </a:rPr>
              <a:t>3</a:t>
            </a:r>
            <a:r>
              <a:rPr lang="zh-CN" altLang="en-US" sz="2800">
                <a:solidFill>
                  <a:srgbClr val="FF0000"/>
                </a:solidFill>
                <a:latin typeface="黑体" panose="02010609060101010101" pitchFamily="49" charset="-122"/>
                <a:ea typeface="黑体" panose="02010609060101010101" pitchFamily="49" charset="-122"/>
              </a:rPr>
              <a:t>）基于非对称密钥和对称密钥结合的完整性验证机制</a:t>
            </a:r>
          </a:p>
        </p:txBody>
      </p:sp>
      <p:sp>
        <p:nvSpPr>
          <p:cNvPr id="21507" name="内容占位符 2">
            <a:extLst>
              <a:ext uri="{FF2B5EF4-FFF2-40B4-BE49-F238E27FC236}">
                <a16:creationId xmlns:a16="http://schemas.microsoft.com/office/drawing/2014/main" id="{D659B7FA-F0E8-FF4C-9BA5-3B90BAA29DAF}"/>
              </a:ext>
            </a:extLst>
          </p:cNvPr>
          <p:cNvSpPr>
            <a:spLocks noGrp="1"/>
          </p:cNvSpPr>
          <p:nvPr>
            <p:ph idx="1"/>
          </p:nvPr>
        </p:nvSpPr>
        <p:spPr>
          <a:xfrm>
            <a:off x="76200" y="1600200"/>
            <a:ext cx="8777288" cy="4343400"/>
          </a:xfrm>
        </p:spPr>
        <p:txBody>
          <a:bodyPr vert="horz" wrap="square" lIns="91440" tIns="45720" rIns="91440" bIns="45720" numCol="1" anchor="t" anchorCtr="0" compatLnSpc="1">
            <a:prstTxWarp prst="textNoShape">
              <a:avLst/>
            </a:prstTxWarp>
          </a:bodyPr>
          <a:lstStyle/>
          <a:p>
            <a:pPr marL="573088" lvl="1" indent="0">
              <a:buClr>
                <a:srgbClr val="D98725"/>
              </a:buClr>
              <a:buFont typeface="Wingdings" pitchFamily="2" charset="2"/>
              <a:buNone/>
              <a:defRPr/>
            </a:pPr>
            <a:r>
              <a:rPr lang="zh-CN" altLang="en-US" sz="1800">
                <a:solidFill>
                  <a:schemeClr val="bg2"/>
                </a:solidFill>
                <a:latin typeface="Times New Roman" panose="02020603050405020304" pitchFamily="18" charset="0"/>
                <a:ea typeface="黑体" panose="02010609060101010101" pitchFamily="49" charset="-122"/>
              </a:rPr>
              <a:t>步骤</a:t>
            </a:r>
            <a:r>
              <a:rPr lang="en-US" altLang="zh-CN" sz="1800">
                <a:solidFill>
                  <a:schemeClr val="bg2"/>
                </a:solidFill>
                <a:latin typeface="Times New Roman" panose="02020603050405020304" pitchFamily="18" charset="0"/>
                <a:ea typeface="黑体" panose="02010609060101010101" pitchFamily="49" charset="-122"/>
              </a:rPr>
              <a:t>1</a:t>
            </a:r>
            <a:r>
              <a:rPr lang="zh-CN" altLang="en-US" sz="1800">
                <a:solidFill>
                  <a:schemeClr val="bg2"/>
                </a:solidFill>
                <a:latin typeface="Times New Roman" panose="02020603050405020304" pitchFamily="18" charset="0"/>
                <a:ea typeface="黑体" panose="02010609060101010101" pitchFamily="49" charset="-122"/>
              </a:rPr>
              <a:t>：</a:t>
            </a:r>
            <a:r>
              <a:rPr lang="en-US" altLang="zh-CN" sz="1800">
                <a:solidFill>
                  <a:schemeClr val="bg2"/>
                </a:solidFill>
                <a:latin typeface="Times New Roman" panose="02020603050405020304" pitchFamily="18" charset="0"/>
                <a:ea typeface="黑体" panose="02010609060101010101" pitchFamily="49" charset="-122"/>
              </a:rPr>
              <a:t>A</a:t>
            </a:r>
            <a:r>
              <a:rPr lang="zh-CN" altLang="en-US" sz="1800">
                <a:solidFill>
                  <a:schemeClr val="bg2"/>
                </a:solidFill>
                <a:latin typeface="Times New Roman" panose="02020603050405020304" pitchFamily="18" charset="0"/>
                <a:ea typeface="黑体" panose="02010609060101010101" pitchFamily="49" charset="-122"/>
              </a:rPr>
              <a:t>计算信息</a:t>
            </a:r>
            <a:r>
              <a:rPr lang="en-US" altLang="zh-CN" sz="1800">
                <a:solidFill>
                  <a:schemeClr val="bg2"/>
                </a:solidFill>
                <a:latin typeface="Times New Roman" panose="02020603050405020304" pitchFamily="18" charset="0"/>
                <a:ea typeface="黑体" panose="02010609060101010101" pitchFamily="49" charset="-122"/>
              </a:rPr>
              <a:t>M0</a:t>
            </a:r>
            <a:r>
              <a:rPr lang="zh-CN" altLang="en-US" sz="1800">
                <a:solidFill>
                  <a:schemeClr val="bg2"/>
                </a:solidFill>
                <a:latin typeface="Times New Roman" panose="02020603050405020304" pitchFamily="18" charset="0"/>
                <a:ea typeface="黑体" panose="02010609060101010101" pitchFamily="49" charset="-122"/>
              </a:rPr>
              <a:t>的错误检测码（</a:t>
            </a:r>
            <a:r>
              <a:rPr lang="en-US" altLang="zh-CN" sz="1800">
                <a:solidFill>
                  <a:schemeClr val="bg2"/>
                </a:solidFill>
                <a:latin typeface="Times New Roman" panose="02020603050405020304" pitchFamily="18" charset="0"/>
                <a:ea typeface="黑体" panose="02010609060101010101" pitchFamily="49" charset="-122"/>
              </a:rPr>
              <a:t>FCS0</a:t>
            </a:r>
            <a:r>
              <a:rPr lang="zh-CN" altLang="en-US" sz="1800">
                <a:solidFill>
                  <a:schemeClr val="bg2"/>
                </a:solidFill>
                <a:latin typeface="Times New Roman" panose="02020603050405020304" pitchFamily="18" charset="0"/>
                <a:ea typeface="黑体" panose="02010609060101010101" pitchFamily="49" charset="-122"/>
              </a:rPr>
              <a:t>）；</a:t>
            </a:r>
          </a:p>
          <a:p>
            <a:pPr marL="573088" lvl="1" indent="0">
              <a:buClr>
                <a:srgbClr val="D98725"/>
              </a:buClr>
              <a:buFont typeface="Wingdings" pitchFamily="2" charset="2"/>
              <a:buNone/>
              <a:defRPr/>
            </a:pPr>
            <a:r>
              <a:rPr lang="zh-CN" altLang="en-US" sz="1800">
                <a:solidFill>
                  <a:schemeClr val="bg2"/>
                </a:solidFill>
                <a:latin typeface="Times New Roman" panose="02020603050405020304" pitchFamily="18" charset="0"/>
                <a:ea typeface="黑体" panose="02010609060101010101" pitchFamily="49" charset="-122"/>
              </a:rPr>
              <a:t>步骤</a:t>
            </a:r>
            <a:r>
              <a:rPr lang="en-US" altLang="zh-CN" sz="1800">
                <a:solidFill>
                  <a:schemeClr val="bg2"/>
                </a:solidFill>
                <a:latin typeface="Times New Roman" panose="02020603050405020304" pitchFamily="18" charset="0"/>
                <a:ea typeface="黑体" panose="02010609060101010101" pitchFamily="49" charset="-122"/>
              </a:rPr>
              <a:t>2</a:t>
            </a:r>
            <a:r>
              <a:rPr lang="zh-CN" altLang="en-US" sz="1800">
                <a:solidFill>
                  <a:schemeClr val="bg2"/>
                </a:solidFill>
                <a:latin typeface="Times New Roman" panose="02020603050405020304" pitchFamily="18" charset="0"/>
                <a:ea typeface="黑体" panose="02010609060101010101" pitchFamily="49" charset="-122"/>
              </a:rPr>
              <a:t>：</a:t>
            </a:r>
            <a:r>
              <a:rPr lang="en-US" altLang="zh-CN" sz="1800">
                <a:solidFill>
                  <a:schemeClr val="bg2"/>
                </a:solidFill>
                <a:latin typeface="Times New Roman" panose="02020603050405020304" pitchFamily="18" charset="0"/>
                <a:ea typeface="黑体" panose="02010609060101010101" pitchFamily="49" charset="-122"/>
              </a:rPr>
              <a:t>A</a:t>
            </a:r>
            <a:r>
              <a:rPr lang="zh-CN" altLang="en-US" sz="1800">
                <a:solidFill>
                  <a:schemeClr val="bg2"/>
                </a:solidFill>
                <a:latin typeface="Times New Roman" panose="02020603050405020304" pitchFamily="18" charset="0"/>
                <a:ea typeface="黑体" panose="02010609060101010101" pitchFamily="49" charset="-122"/>
              </a:rPr>
              <a:t>选定一次性对称密钥</a:t>
            </a:r>
            <a:r>
              <a:rPr lang="en-US" altLang="zh-CN" sz="1800">
                <a:solidFill>
                  <a:schemeClr val="bg2"/>
                </a:solidFill>
                <a:latin typeface="Times New Roman" panose="02020603050405020304" pitchFamily="18" charset="0"/>
                <a:ea typeface="黑体" panose="02010609060101010101" pitchFamily="49" charset="-122"/>
              </a:rPr>
              <a:t>K1</a:t>
            </a:r>
            <a:r>
              <a:rPr lang="zh-CN" altLang="en-US" sz="1800">
                <a:solidFill>
                  <a:schemeClr val="bg2"/>
                </a:solidFill>
                <a:latin typeface="Times New Roman" panose="02020603050405020304" pitchFamily="18" charset="0"/>
                <a:ea typeface="黑体" panose="02010609060101010101" pitchFamily="49" charset="-122"/>
              </a:rPr>
              <a:t>，用完即放弃，防止重放攻击；</a:t>
            </a:r>
          </a:p>
          <a:p>
            <a:pPr marL="573088" lvl="1" indent="0">
              <a:buClr>
                <a:srgbClr val="D98725"/>
              </a:buClr>
              <a:buFont typeface="Wingdings" pitchFamily="2" charset="2"/>
              <a:buNone/>
              <a:defRPr/>
            </a:pPr>
            <a:r>
              <a:rPr lang="zh-CN" altLang="en-US" sz="1800">
                <a:solidFill>
                  <a:schemeClr val="bg2"/>
                </a:solidFill>
                <a:latin typeface="Times New Roman" panose="02020603050405020304" pitchFamily="18" charset="0"/>
                <a:ea typeface="黑体" panose="02010609060101010101" pitchFamily="49" charset="-122"/>
              </a:rPr>
              <a:t>步骤</a:t>
            </a:r>
            <a:r>
              <a:rPr lang="en-US" altLang="zh-CN" sz="1800">
                <a:solidFill>
                  <a:schemeClr val="bg2"/>
                </a:solidFill>
                <a:latin typeface="Times New Roman" panose="02020603050405020304" pitchFamily="18" charset="0"/>
                <a:ea typeface="黑体" panose="02010609060101010101" pitchFamily="49" charset="-122"/>
              </a:rPr>
              <a:t>3</a:t>
            </a:r>
            <a:r>
              <a:rPr lang="zh-CN" altLang="en-US" sz="1800">
                <a:solidFill>
                  <a:schemeClr val="bg2"/>
                </a:solidFill>
                <a:latin typeface="Times New Roman" panose="02020603050405020304" pitchFamily="18" charset="0"/>
                <a:ea typeface="黑体" panose="02010609060101010101" pitchFamily="49" charset="-122"/>
              </a:rPr>
              <a:t>：</a:t>
            </a:r>
            <a:r>
              <a:rPr lang="en-US" altLang="zh-CN" sz="1800">
                <a:solidFill>
                  <a:schemeClr val="bg2"/>
                </a:solidFill>
                <a:latin typeface="Times New Roman" panose="02020603050405020304" pitchFamily="18" charset="0"/>
                <a:ea typeface="黑体" panose="02010609060101010101" pitchFamily="49" charset="-122"/>
              </a:rPr>
              <a:t>A</a:t>
            </a:r>
            <a:r>
              <a:rPr lang="zh-CN" altLang="en-US" sz="1800">
                <a:solidFill>
                  <a:schemeClr val="bg2"/>
                </a:solidFill>
                <a:latin typeface="Times New Roman" panose="02020603050405020304" pitchFamily="18" charset="0"/>
                <a:ea typeface="黑体" panose="02010609060101010101" pitchFamily="49" charset="-122"/>
              </a:rPr>
              <a:t>取一次性对称密钥</a:t>
            </a:r>
            <a:r>
              <a:rPr lang="en-US" altLang="zh-CN" sz="1800">
                <a:solidFill>
                  <a:schemeClr val="bg2"/>
                </a:solidFill>
                <a:latin typeface="Times New Roman" panose="02020603050405020304" pitchFamily="18" charset="0"/>
                <a:ea typeface="黑体" panose="02010609060101010101" pitchFamily="49" charset="-122"/>
              </a:rPr>
              <a:t>(K1)</a:t>
            </a:r>
            <a:r>
              <a:rPr lang="zh-CN" altLang="en-US" sz="1800">
                <a:solidFill>
                  <a:schemeClr val="bg2"/>
                </a:solidFill>
                <a:latin typeface="Times New Roman" panose="02020603050405020304" pitchFamily="18" charset="0"/>
                <a:ea typeface="黑体" panose="02010609060101010101" pitchFamily="49" charset="-122"/>
              </a:rPr>
              <a:t>，用</a:t>
            </a:r>
            <a:r>
              <a:rPr lang="en-US" altLang="zh-CN" sz="1800">
                <a:solidFill>
                  <a:schemeClr val="bg2"/>
                </a:solidFill>
                <a:latin typeface="Times New Roman" panose="02020603050405020304" pitchFamily="18" charset="0"/>
                <a:ea typeface="黑体" panose="02010609060101010101" pitchFamily="49" charset="-122"/>
              </a:rPr>
              <a:t>B</a:t>
            </a:r>
            <a:r>
              <a:rPr lang="zh-CN" altLang="en-US" sz="1800">
                <a:solidFill>
                  <a:schemeClr val="bg2"/>
                </a:solidFill>
                <a:latin typeface="Times New Roman" panose="02020603050405020304" pitchFamily="18" charset="0"/>
                <a:ea typeface="黑体" panose="02010609060101010101" pitchFamily="49" charset="-122"/>
              </a:rPr>
              <a:t>的公钥</a:t>
            </a:r>
            <a:r>
              <a:rPr lang="en-US" altLang="zh-CN" sz="1800">
                <a:solidFill>
                  <a:schemeClr val="bg2"/>
                </a:solidFill>
                <a:latin typeface="Times New Roman" panose="02020603050405020304" pitchFamily="18" charset="0"/>
                <a:ea typeface="黑体" panose="02010609060101010101" pitchFamily="49" charset="-122"/>
              </a:rPr>
              <a:t>(K2)</a:t>
            </a:r>
            <a:r>
              <a:rPr lang="zh-CN" altLang="en-US" sz="1800">
                <a:solidFill>
                  <a:schemeClr val="bg2"/>
                </a:solidFill>
                <a:latin typeface="Times New Roman" panose="02020603050405020304" pitchFamily="18" charset="0"/>
                <a:ea typeface="黑体" panose="02010609060101010101" pitchFamily="49" charset="-122"/>
              </a:rPr>
              <a:t>加密</a:t>
            </a:r>
            <a:r>
              <a:rPr lang="en-US" altLang="zh-CN" sz="1800">
                <a:solidFill>
                  <a:schemeClr val="bg2"/>
                </a:solidFill>
                <a:latin typeface="Times New Roman" panose="02020603050405020304" pitchFamily="18" charset="0"/>
                <a:ea typeface="黑体" panose="02010609060101010101" pitchFamily="49" charset="-122"/>
              </a:rPr>
              <a:t>K1</a:t>
            </a:r>
            <a:r>
              <a:rPr lang="zh-CN" altLang="en-US" sz="1800">
                <a:solidFill>
                  <a:schemeClr val="bg2"/>
                </a:solidFill>
                <a:latin typeface="Times New Roman" panose="02020603050405020304" pitchFamily="18" charset="0"/>
                <a:ea typeface="黑体" panose="02010609060101010101" pitchFamily="49" charset="-122"/>
              </a:rPr>
              <a:t>，结果设为</a:t>
            </a:r>
            <a:r>
              <a:rPr lang="en-US" altLang="zh-CN" sz="1800">
                <a:solidFill>
                  <a:schemeClr val="bg2"/>
                </a:solidFill>
                <a:latin typeface="Times New Roman" panose="02020603050405020304" pitchFamily="18" charset="0"/>
                <a:ea typeface="黑体" panose="02010609060101010101" pitchFamily="49" charset="-122"/>
              </a:rPr>
              <a:t>Bk2(K1)</a:t>
            </a:r>
            <a:r>
              <a:rPr lang="zh-CN" altLang="en-US" sz="1800">
                <a:solidFill>
                  <a:schemeClr val="bg2"/>
                </a:solidFill>
                <a:latin typeface="Times New Roman" panose="02020603050405020304" pitchFamily="18" charset="0"/>
                <a:ea typeface="黑体" panose="02010609060101010101" pitchFamily="49" charset="-122"/>
              </a:rPr>
              <a:t>。这个过程称为对称密钥的密钥包装</a:t>
            </a:r>
            <a:r>
              <a:rPr lang="en-US" altLang="zh-CN" sz="1800">
                <a:solidFill>
                  <a:schemeClr val="bg2"/>
                </a:solidFill>
                <a:latin typeface="Times New Roman" panose="02020603050405020304" pitchFamily="18" charset="0"/>
                <a:ea typeface="黑体" panose="02010609060101010101" pitchFamily="49" charset="-122"/>
              </a:rPr>
              <a:t>(key wrapping)</a:t>
            </a:r>
            <a:r>
              <a:rPr lang="zh-CN" altLang="en-US" sz="1800">
                <a:solidFill>
                  <a:schemeClr val="bg2"/>
                </a:solidFill>
                <a:latin typeface="Times New Roman" panose="02020603050405020304" pitchFamily="18" charset="0"/>
                <a:ea typeface="黑体" panose="02010609060101010101" pitchFamily="49" charset="-122"/>
              </a:rPr>
              <a:t>；</a:t>
            </a:r>
            <a:endParaRPr lang="en-US" altLang="zh-CN" sz="1800">
              <a:solidFill>
                <a:schemeClr val="bg2"/>
              </a:solidFill>
              <a:latin typeface="Times New Roman" panose="02020603050405020304" pitchFamily="18" charset="0"/>
              <a:ea typeface="黑体" panose="02010609060101010101" pitchFamily="49" charset="-122"/>
            </a:endParaRPr>
          </a:p>
          <a:p>
            <a:pPr marL="573088" lvl="1" indent="0">
              <a:buClr>
                <a:srgbClr val="D98725"/>
              </a:buClr>
              <a:buFont typeface="Wingdings" pitchFamily="2" charset="2"/>
              <a:buNone/>
              <a:defRPr/>
            </a:pPr>
            <a:r>
              <a:rPr lang="zh-CN" altLang="en-US" sz="1800">
                <a:solidFill>
                  <a:schemeClr val="bg2"/>
                </a:solidFill>
                <a:latin typeface="Times New Roman" panose="02020603050405020304" pitchFamily="18" charset="0"/>
                <a:ea typeface="黑体" panose="02010609060101010101" pitchFamily="49" charset="-122"/>
              </a:rPr>
              <a:t>步骤</a:t>
            </a:r>
            <a:r>
              <a:rPr lang="en-US" altLang="zh-CN" sz="1800">
                <a:solidFill>
                  <a:schemeClr val="bg2"/>
                </a:solidFill>
                <a:latin typeface="Times New Roman" panose="02020603050405020304" pitchFamily="18" charset="0"/>
                <a:ea typeface="黑体" panose="02010609060101010101" pitchFamily="49" charset="-122"/>
              </a:rPr>
              <a:t>4  A</a:t>
            </a:r>
            <a:r>
              <a:rPr lang="zh-CN" altLang="en-US" sz="1800">
                <a:solidFill>
                  <a:schemeClr val="bg2"/>
                </a:solidFill>
                <a:latin typeface="Times New Roman" panose="02020603050405020304" pitchFamily="18" charset="0"/>
                <a:ea typeface="黑体" panose="02010609060101010101" pitchFamily="49" charset="-122"/>
              </a:rPr>
              <a:t>将</a:t>
            </a:r>
            <a:r>
              <a:rPr lang="en-US" altLang="zh-CN" sz="1800">
                <a:solidFill>
                  <a:schemeClr val="bg2"/>
                </a:solidFill>
                <a:latin typeface="Times New Roman" panose="02020603050405020304" pitchFamily="18" charset="0"/>
                <a:ea typeface="黑体" panose="02010609060101010101" pitchFamily="49" charset="-122"/>
              </a:rPr>
              <a:t>M0</a:t>
            </a:r>
            <a:r>
              <a:rPr lang="zh-CN" altLang="en-US" sz="1800">
                <a:solidFill>
                  <a:schemeClr val="bg2"/>
                </a:solidFill>
                <a:latin typeface="Times New Roman" panose="02020603050405020304" pitchFamily="18" charset="0"/>
                <a:ea typeface="黑体" panose="02010609060101010101" pitchFamily="49" charset="-122"/>
              </a:rPr>
              <a:t>和</a:t>
            </a:r>
            <a:r>
              <a:rPr lang="en-US" altLang="zh-CN" sz="1800">
                <a:solidFill>
                  <a:schemeClr val="bg2"/>
                </a:solidFill>
                <a:latin typeface="Times New Roman" panose="02020603050405020304" pitchFamily="18" charset="0"/>
                <a:ea typeface="黑体" panose="02010609060101010101" pitchFamily="49" charset="-122"/>
              </a:rPr>
              <a:t>FCS0</a:t>
            </a:r>
            <a:r>
              <a:rPr lang="zh-CN" altLang="en-US" sz="1800">
                <a:solidFill>
                  <a:schemeClr val="bg2"/>
                </a:solidFill>
                <a:latin typeface="Times New Roman" panose="02020603050405020304" pitchFamily="18" charset="0"/>
                <a:ea typeface="黑体" panose="02010609060101010101" pitchFamily="49" charset="-122"/>
              </a:rPr>
              <a:t>合在一起，并使用对称密钥</a:t>
            </a:r>
            <a:r>
              <a:rPr lang="en-US" altLang="zh-CN" sz="1800">
                <a:solidFill>
                  <a:schemeClr val="bg2"/>
                </a:solidFill>
                <a:latin typeface="Times New Roman" panose="02020603050405020304" pitchFamily="18" charset="0"/>
                <a:ea typeface="黑体" panose="02010609060101010101" pitchFamily="49" charset="-122"/>
              </a:rPr>
              <a:t>(K1)</a:t>
            </a:r>
            <a:r>
              <a:rPr lang="zh-CN" altLang="en-US" sz="1800">
                <a:solidFill>
                  <a:schemeClr val="bg2"/>
                </a:solidFill>
                <a:latin typeface="Times New Roman" panose="02020603050405020304" pitchFamily="18" charset="0"/>
                <a:ea typeface="黑体" panose="02010609060101010101" pitchFamily="49" charset="-122"/>
              </a:rPr>
              <a:t>加密合并后的数据，结果设为：</a:t>
            </a:r>
            <a:r>
              <a:rPr lang="en-US" altLang="zh-CN" sz="1800">
                <a:solidFill>
                  <a:schemeClr val="bg2"/>
                </a:solidFill>
                <a:latin typeface="Times New Roman" panose="02020603050405020304" pitchFamily="18" charset="0"/>
                <a:ea typeface="黑体" panose="02010609060101010101" pitchFamily="49" charset="-122"/>
              </a:rPr>
              <a:t>Ak1(M0+FCS0)</a:t>
            </a:r>
            <a:r>
              <a:rPr lang="zh-CN" altLang="en-US" sz="1800">
                <a:solidFill>
                  <a:schemeClr val="bg2"/>
                </a:solidFill>
                <a:latin typeface="Times New Roman" panose="02020603050405020304" pitchFamily="18" charset="0"/>
                <a:ea typeface="黑体" panose="02010609060101010101" pitchFamily="49" charset="-122"/>
              </a:rPr>
              <a:t>，并通过网络将</a:t>
            </a:r>
            <a:r>
              <a:rPr lang="en-US" altLang="zh-CN" sz="1800">
                <a:solidFill>
                  <a:schemeClr val="bg2"/>
                </a:solidFill>
                <a:latin typeface="Times New Roman" panose="02020603050405020304" pitchFamily="18" charset="0"/>
                <a:ea typeface="黑体" panose="02010609060101010101" pitchFamily="49" charset="-122"/>
              </a:rPr>
              <a:t>Bk2(K1)</a:t>
            </a:r>
            <a:r>
              <a:rPr lang="zh-CN" altLang="en-US" sz="1800">
                <a:solidFill>
                  <a:schemeClr val="bg2"/>
                </a:solidFill>
                <a:latin typeface="Times New Roman" panose="02020603050405020304" pitchFamily="18" charset="0"/>
                <a:ea typeface="黑体" panose="02010609060101010101" pitchFamily="49" charset="-122"/>
              </a:rPr>
              <a:t>和</a:t>
            </a:r>
            <a:r>
              <a:rPr lang="en-US" altLang="zh-CN" sz="1800">
                <a:solidFill>
                  <a:schemeClr val="bg2"/>
                </a:solidFill>
                <a:latin typeface="Times New Roman" panose="02020603050405020304" pitchFamily="18" charset="0"/>
                <a:ea typeface="黑体" panose="02010609060101010101" pitchFamily="49" charset="-122"/>
              </a:rPr>
              <a:t>Ak1(M0+FCS0)</a:t>
            </a:r>
            <a:r>
              <a:rPr lang="zh-CN" altLang="en-US" sz="1800">
                <a:solidFill>
                  <a:schemeClr val="bg2"/>
                </a:solidFill>
                <a:latin typeface="Times New Roman" panose="02020603050405020304" pitchFamily="18" charset="0"/>
                <a:ea typeface="黑体" panose="02010609060101010101" pitchFamily="49" charset="-122"/>
              </a:rPr>
              <a:t>发送给</a:t>
            </a:r>
            <a:r>
              <a:rPr lang="en-US" altLang="zh-CN" sz="1800">
                <a:solidFill>
                  <a:schemeClr val="bg2"/>
                </a:solidFill>
                <a:latin typeface="Times New Roman" panose="02020603050405020304" pitchFamily="18" charset="0"/>
                <a:ea typeface="黑体" panose="02010609060101010101" pitchFamily="49" charset="-122"/>
              </a:rPr>
              <a:t>B</a:t>
            </a:r>
            <a:r>
              <a:rPr lang="zh-CN" altLang="en-US" sz="1800">
                <a:solidFill>
                  <a:schemeClr val="bg2"/>
                </a:solidFill>
                <a:latin typeface="Times New Roman" panose="02020603050405020304" pitchFamily="18" charset="0"/>
                <a:ea typeface="黑体" panose="02010609060101010101" pitchFamily="49" charset="-122"/>
              </a:rPr>
              <a:t>；</a:t>
            </a:r>
            <a:endParaRPr lang="en-US" altLang="zh-CN" sz="1800">
              <a:solidFill>
                <a:schemeClr val="bg2"/>
              </a:solidFill>
              <a:latin typeface="Times New Roman" panose="02020603050405020304" pitchFamily="18" charset="0"/>
              <a:ea typeface="黑体" panose="02010609060101010101" pitchFamily="49" charset="-122"/>
            </a:endParaRPr>
          </a:p>
          <a:p>
            <a:pPr marL="573088" lvl="1" indent="0">
              <a:buClr>
                <a:srgbClr val="D98725"/>
              </a:buClr>
              <a:buFont typeface="Wingdings" pitchFamily="2" charset="2"/>
              <a:buNone/>
              <a:defRPr/>
            </a:pPr>
            <a:r>
              <a:rPr lang="zh-CN" altLang="en-US" sz="1800">
                <a:solidFill>
                  <a:schemeClr val="bg2"/>
                </a:solidFill>
                <a:latin typeface="Times New Roman" panose="02020603050405020304" pitchFamily="18" charset="0"/>
                <a:ea typeface="黑体" panose="02010609060101010101" pitchFamily="49" charset="-122"/>
              </a:rPr>
              <a:t>步骤</a:t>
            </a:r>
            <a:r>
              <a:rPr lang="en-US" altLang="zh-CN" sz="1800">
                <a:solidFill>
                  <a:schemeClr val="bg2"/>
                </a:solidFill>
                <a:latin typeface="Times New Roman" panose="02020603050405020304" pitchFamily="18" charset="0"/>
                <a:ea typeface="黑体" panose="02010609060101010101" pitchFamily="49" charset="-122"/>
              </a:rPr>
              <a:t>5</a:t>
            </a:r>
            <a:r>
              <a:rPr lang="zh-CN" altLang="en-US" sz="1800">
                <a:solidFill>
                  <a:schemeClr val="bg2"/>
                </a:solidFill>
                <a:latin typeface="Times New Roman" panose="02020603050405020304" pitchFamily="18" charset="0"/>
                <a:ea typeface="黑体" panose="02010609060101010101" pitchFamily="49" charset="-122"/>
              </a:rPr>
              <a:t>：</a:t>
            </a:r>
            <a:r>
              <a:rPr lang="en-US" altLang="zh-CN" sz="1800">
                <a:solidFill>
                  <a:schemeClr val="bg2"/>
                </a:solidFill>
                <a:latin typeface="Times New Roman" panose="02020603050405020304" pitchFamily="18" charset="0"/>
                <a:ea typeface="黑体" panose="02010609060101010101" pitchFamily="49" charset="-122"/>
              </a:rPr>
              <a:t>B</a:t>
            </a:r>
            <a:r>
              <a:rPr lang="zh-CN" altLang="en-US" sz="1800">
                <a:solidFill>
                  <a:schemeClr val="bg2"/>
                </a:solidFill>
                <a:latin typeface="Times New Roman" panose="02020603050405020304" pitchFamily="18" charset="0"/>
                <a:ea typeface="黑体" panose="02010609060101010101" pitchFamily="49" charset="-122"/>
              </a:rPr>
              <a:t>用</a:t>
            </a:r>
            <a:r>
              <a:rPr lang="en-US" altLang="zh-CN" sz="1800">
                <a:solidFill>
                  <a:schemeClr val="bg2"/>
                </a:solidFill>
                <a:latin typeface="Times New Roman" panose="02020603050405020304" pitchFamily="18" charset="0"/>
                <a:ea typeface="黑体" panose="02010609060101010101" pitchFamily="49" charset="-122"/>
              </a:rPr>
              <a:t>A</a:t>
            </a:r>
            <a:r>
              <a:rPr lang="zh-CN" altLang="en-US" sz="1800">
                <a:solidFill>
                  <a:schemeClr val="bg2"/>
                </a:solidFill>
                <a:latin typeface="Times New Roman" panose="02020603050405020304" pitchFamily="18" charset="0"/>
                <a:ea typeface="黑体" panose="02010609060101010101" pitchFamily="49" charset="-122"/>
              </a:rPr>
              <a:t>所用的非对称密钥算法和自己的私钥</a:t>
            </a:r>
            <a:r>
              <a:rPr lang="en-US" altLang="zh-CN" sz="1800">
                <a:solidFill>
                  <a:schemeClr val="bg2"/>
                </a:solidFill>
                <a:latin typeface="Times New Roman" panose="02020603050405020304" pitchFamily="18" charset="0"/>
                <a:ea typeface="黑体" panose="02010609060101010101" pitchFamily="49" charset="-122"/>
              </a:rPr>
              <a:t>(K3)</a:t>
            </a:r>
            <a:r>
              <a:rPr lang="zh-CN" altLang="en-US" sz="1800">
                <a:solidFill>
                  <a:schemeClr val="bg2"/>
                </a:solidFill>
                <a:latin typeface="Times New Roman" panose="02020603050405020304" pitchFamily="18" charset="0"/>
                <a:ea typeface="黑体" panose="02010609060101010101" pitchFamily="49" charset="-122"/>
              </a:rPr>
              <a:t>解密</a:t>
            </a:r>
            <a:r>
              <a:rPr lang="en-US" altLang="zh-CN" sz="1800">
                <a:solidFill>
                  <a:schemeClr val="bg2"/>
                </a:solidFill>
                <a:latin typeface="Times New Roman" panose="02020603050405020304" pitchFamily="18" charset="0"/>
                <a:ea typeface="黑体" panose="02010609060101010101" pitchFamily="49" charset="-122"/>
              </a:rPr>
              <a:t>Bk2(K1)</a:t>
            </a:r>
            <a:r>
              <a:rPr lang="zh-CN" altLang="en-US" sz="1800">
                <a:solidFill>
                  <a:schemeClr val="bg2"/>
                </a:solidFill>
                <a:latin typeface="Times New Roman" panose="02020603050405020304" pitchFamily="18" charset="0"/>
                <a:ea typeface="黑体" panose="02010609060101010101" pitchFamily="49" charset="-122"/>
              </a:rPr>
              <a:t>，这个过程的输出是对称密钥</a:t>
            </a:r>
            <a:r>
              <a:rPr lang="en-US" altLang="zh-CN" sz="1800">
                <a:solidFill>
                  <a:schemeClr val="bg2"/>
                </a:solidFill>
                <a:latin typeface="Times New Roman" panose="02020603050405020304" pitchFamily="18" charset="0"/>
                <a:ea typeface="黑体" panose="02010609060101010101" pitchFamily="49" charset="-122"/>
              </a:rPr>
              <a:t>K1</a:t>
            </a:r>
            <a:r>
              <a:rPr lang="zh-CN" altLang="en-US" sz="1800">
                <a:solidFill>
                  <a:schemeClr val="bg2"/>
                </a:solidFill>
                <a:latin typeface="Times New Roman" panose="02020603050405020304" pitchFamily="18" charset="0"/>
                <a:ea typeface="黑体" panose="02010609060101010101" pitchFamily="49" charset="-122"/>
              </a:rPr>
              <a:t>；</a:t>
            </a:r>
          </a:p>
          <a:p>
            <a:pPr marL="573088" lvl="1" indent="0">
              <a:buClr>
                <a:srgbClr val="D98725"/>
              </a:buClr>
              <a:buFont typeface="Wingdings" pitchFamily="2" charset="2"/>
              <a:buNone/>
              <a:defRPr/>
            </a:pPr>
            <a:r>
              <a:rPr lang="zh-CN" altLang="en-US" sz="1800">
                <a:solidFill>
                  <a:schemeClr val="bg2"/>
                </a:solidFill>
                <a:latin typeface="Times New Roman" panose="02020603050405020304" pitchFamily="18" charset="0"/>
                <a:ea typeface="黑体" panose="02010609060101010101" pitchFamily="49" charset="-122"/>
              </a:rPr>
              <a:t>步骤</a:t>
            </a:r>
            <a:r>
              <a:rPr lang="en-US" altLang="zh-CN" sz="1800">
                <a:solidFill>
                  <a:schemeClr val="bg2"/>
                </a:solidFill>
                <a:latin typeface="Times New Roman" panose="02020603050405020304" pitchFamily="18" charset="0"/>
                <a:ea typeface="黑体" panose="02010609060101010101" pitchFamily="49" charset="-122"/>
              </a:rPr>
              <a:t>6</a:t>
            </a:r>
            <a:r>
              <a:rPr lang="zh-CN" altLang="en-US" sz="1800">
                <a:solidFill>
                  <a:schemeClr val="bg2"/>
                </a:solidFill>
                <a:latin typeface="Times New Roman" panose="02020603050405020304" pitchFamily="18" charset="0"/>
                <a:ea typeface="黑体" panose="02010609060101010101" pitchFamily="49" charset="-122"/>
              </a:rPr>
              <a:t>：</a:t>
            </a:r>
            <a:r>
              <a:rPr lang="en-US" altLang="zh-CN" sz="1800">
                <a:solidFill>
                  <a:schemeClr val="bg2"/>
                </a:solidFill>
                <a:latin typeface="Times New Roman" panose="02020603050405020304" pitchFamily="18" charset="0"/>
                <a:ea typeface="黑体" panose="02010609060101010101" pitchFamily="49" charset="-122"/>
              </a:rPr>
              <a:t>B</a:t>
            </a:r>
            <a:r>
              <a:rPr lang="zh-CN" altLang="en-US" sz="1800">
                <a:solidFill>
                  <a:schemeClr val="bg2"/>
                </a:solidFill>
                <a:latin typeface="Times New Roman" panose="02020603050405020304" pitchFamily="18" charset="0"/>
                <a:ea typeface="黑体" panose="02010609060101010101" pitchFamily="49" charset="-122"/>
              </a:rPr>
              <a:t>用</a:t>
            </a:r>
            <a:r>
              <a:rPr lang="en-US" altLang="zh-CN" sz="1800">
                <a:solidFill>
                  <a:schemeClr val="bg2"/>
                </a:solidFill>
                <a:latin typeface="Times New Roman" panose="02020603050405020304" pitchFamily="18" charset="0"/>
                <a:ea typeface="黑体" panose="02010609060101010101" pitchFamily="49" charset="-122"/>
              </a:rPr>
              <a:t>A</a:t>
            </a:r>
            <a:r>
              <a:rPr lang="zh-CN" altLang="en-US" sz="1800">
                <a:solidFill>
                  <a:schemeClr val="bg2"/>
                </a:solidFill>
                <a:latin typeface="Times New Roman" panose="02020603050405020304" pitchFamily="18" charset="0"/>
                <a:ea typeface="黑体" panose="02010609060101010101" pitchFamily="49" charset="-122"/>
              </a:rPr>
              <a:t>所用的对称密钥算法和对称密钥</a:t>
            </a:r>
            <a:r>
              <a:rPr lang="en-US" altLang="zh-CN" sz="1800">
                <a:solidFill>
                  <a:schemeClr val="bg2"/>
                </a:solidFill>
                <a:latin typeface="Times New Roman" panose="02020603050405020304" pitchFamily="18" charset="0"/>
                <a:ea typeface="黑体" panose="02010609060101010101" pitchFamily="49" charset="-122"/>
              </a:rPr>
              <a:t>K1</a:t>
            </a:r>
            <a:r>
              <a:rPr lang="zh-CN" altLang="en-US" sz="1800">
                <a:solidFill>
                  <a:schemeClr val="bg2"/>
                </a:solidFill>
                <a:latin typeface="Times New Roman" panose="02020603050405020304" pitchFamily="18" charset="0"/>
                <a:ea typeface="黑体" panose="02010609060101010101" pitchFamily="49" charset="-122"/>
              </a:rPr>
              <a:t>解密</a:t>
            </a:r>
            <a:r>
              <a:rPr lang="en-US" altLang="zh-CN" sz="1800">
                <a:solidFill>
                  <a:schemeClr val="bg2"/>
                </a:solidFill>
                <a:latin typeface="Times New Roman" panose="02020603050405020304" pitchFamily="18" charset="0"/>
                <a:ea typeface="黑体" panose="02010609060101010101" pitchFamily="49" charset="-122"/>
              </a:rPr>
              <a:t>Ak1</a:t>
            </a:r>
            <a:r>
              <a:rPr lang="zh-CN" altLang="en-US" sz="1800">
                <a:solidFill>
                  <a:schemeClr val="bg2"/>
                </a:solidFill>
                <a:latin typeface="Times New Roman" panose="02020603050405020304" pitchFamily="18" charset="0"/>
                <a:ea typeface="黑体" panose="02010609060101010101" pitchFamily="49" charset="-122"/>
              </a:rPr>
              <a:t>（</a:t>
            </a:r>
            <a:r>
              <a:rPr lang="en-US" altLang="zh-CN" sz="1800">
                <a:solidFill>
                  <a:schemeClr val="bg2"/>
                </a:solidFill>
                <a:latin typeface="Times New Roman" panose="02020603050405020304" pitchFamily="18" charset="0"/>
                <a:ea typeface="黑体" panose="02010609060101010101" pitchFamily="49" charset="-122"/>
              </a:rPr>
              <a:t>M0+FCS0</a:t>
            </a:r>
            <a:r>
              <a:rPr lang="zh-CN" altLang="en-US" sz="1800">
                <a:solidFill>
                  <a:schemeClr val="bg2"/>
                </a:solidFill>
                <a:latin typeface="Times New Roman" panose="02020603050405020304" pitchFamily="18" charset="0"/>
                <a:ea typeface="黑体" panose="02010609060101010101" pitchFamily="49" charset="-122"/>
              </a:rPr>
              <a:t>），并将二者分开，设为</a:t>
            </a:r>
            <a:r>
              <a:rPr lang="en-US" altLang="zh-CN" sz="1800">
                <a:solidFill>
                  <a:schemeClr val="bg2"/>
                </a:solidFill>
                <a:latin typeface="Times New Roman" panose="02020603050405020304" pitchFamily="18" charset="0"/>
                <a:ea typeface="黑体" panose="02010609060101010101" pitchFamily="49" charset="-122"/>
              </a:rPr>
              <a:t>M1</a:t>
            </a:r>
            <a:r>
              <a:rPr lang="zh-CN" altLang="en-US" sz="1800">
                <a:solidFill>
                  <a:schemeClr val="bg2"/>
                </a:solidFill>
                <a:latin typeface="Times New Roman" panose="02020603050405020304" pitchFamily="18" charset="0"/>
                <a:ea typeface="黑体" panose="02010609060101010101" pitchFamily="49" charset="-122"/>
              </a:rPr>
              <a:t>和</a:t>
            </a:r>
            <a:r>
              <a:rPr lang="en-US" altLang="zh-CN" sz="1800">
                <a:solidFill>
                  <a:schemeClr val="bg2"/>
                </a:solidFill>
                <a:latin typeface="Times New Roman" panose="02020603050405020304" pitchFamily="18" charset="0"/>
                <a:ea typeface="黑体" panose="02010609060101010101" pitchFamily="49" charset="-122"/>
              </a:rPr>
              <a:t>FCS1</a:t>
            </a:r>
            <a:r>
              <a:rPr lang="zh-CN" altLang="en-US" sz="1800">
                <a:solidFill>
                  <a:schemeClr val="bg2"/>
                </a:solidFill>
                <a:latin typeface="Times New Roman" panose="02020603050405020304" pitchFamily="18" charset="0"/>
                <a:ea typeface="黑体" panose="02010609060101010101" pitchFamily="49" charset="-122"/>
              </a:rPr>
              <a:t>；</a:t>
            </a:r>
          </a:p>
          <a:p>
            <a:pPr marL="573088" lvl="1" indent="0">
              <a:buClr>
                <a:srgbClr val="D98725"/>
              </a:buClr>
              <a:buFont typeface="Wingdings" pitchFamily="2" charset="2"/>
              <a:buNone/>
              <a:defRPr/>
            </a:pPr>
            <a:r>
              <a:rPr lang="zh-CN" altLang="en-US" sz="1800">
                <a:solidFill>
                  <a:schemeClr val="bg2"/>
                </a:solidFill>
                <a:latin typeface="Times New Roman" panose="02020603050405020304" pitchFamily="18" charset="0"/>
                <a:ea typeface="黑体" panose="02010609060101010101" pitchFamily="49" charset="-122"/>
              </a:rPr>
              <a:t>步骤</a:t>
            </a:r>
            <a:r>
              <a:rPr lang="en-US" altLang="zh-CN" sz="1800">
                <a:solidFill>
                  <a:schemeClr val="bg2"/>
                </a:solidFill>
                <a:latin typeface="Times New Roman" panose="02020603050405020304" pitchFamily="18" charset="0"/>
                <a:ea typeface="黑体" panose="02010609060101010101" pitchFamily="49" charset="-122"/>
              </a:rPr>
              <a:t>7</a:t>
            </a:r>
            <a:r>
              <a:rPr lang="zh-CN" altLang="en-US" sz="1800">
                <a:solidFill>
                  <a:schemeClr val="bg2"/>
                </a:solidFill>
                <a:latin typeface="Times New Roman" panose="02020603050405020304" pitchFamily="18" charset="0"/>
                <a:ea typeface="黑体" panose="02010609060101010101" pitchFamily="49" charset="-122"/>
              </a:rPr>
              <a:t>：</a:t>
            </a:r>
            <a:r>
              <a:rPr lang="en-US" altLang="zh-CN" sz="1800">
                <a:solidFill>
                  <a:schemeClr val="bg2"/>
                </a:solidFill>
                <a:latin typeface="Times New Roman" panose="02020603050405020304" pitchFamily="18" charset="0"/>
                <a:ea typeface="黑体" panose="02010609060101010101" pitchFamily="49" charset="-122"/>
              </a:rPr>
              <a:t>B</a:t>
            </a:r>
            <a:r>
              <a:rPr lang="zh-CN" altLang="en-US" sz="1800">
                <a:solidFill>
                  <a:schemeClr val="bg2"/>
                </a:solidFill>
                <a:latin typeface="Times New Roman" panose="02020603050405020304" pitchFamily="18" charset="0"/>
                <a:ea typeface="黑体" panose="02010609060101010101" pitchFamily="49" charset="-122"/>
              </a:rPr>
              <a:t>用与原始信息相同的错误检测码计算方法重新计算信息</a:t>
            </a:r>
            <a:r>
              <a:rPr lang="en-US" altLang="zh-CN" sz="1800">
                <a:solidFill>
                  <a:schemeClr val="bg2"/>
                </a:solidFill>
                <a:latin typeface="Times New Roman" panose="02020603050405020304" pitchFamily="18" charset="0"/>
                <a:ea typeface="黑体" panose="02010609060101010101" pitchFamily="49" charset="-122"/>
              </a:rPr>
              <a:t>M1</a:t>
            </a:r>
            <a:r>
              <a:rPr lang="zh-CN" altLang="en-US" sz="1800">
                <a:solidFill>
                  <a:schemeClr val="bg2"/>
                </a:solidFill>
                <a:latin typeface="Times New Roman" panose="02020603050405020304" pitchFamily="18" charset="0"/>
                <a:ea typeface="黑体" panose="02010609060101010101" pitchFamily="49" charset="-122"/>
              </a:rPr>
              <a:t>的的错误检测码</a:t>
            </a:r>
            <a:r>
              <a:rPr lang="en-US" altLang="zh-CN" sz="1800">
                <a:solidFill>
                  <a:schemeClr val="bg2"/>
                </a:solidFill>
                <a:latin typeface="Times New Roman" panose="02020603050405020304" pitchFamily="18" charset="0"/>
                <a:ea typeface="黑体" panose="02010609060101010101" pitchFamily="49" charset="-122"/>
              </a:rPr>
              <a:t>FCS2</a:t>
            </a:r>
            <a:r>
              <a:rPr lang="zh-CN" altLang="en-US" sz="1800">
                <a:solidFill>
                  <a:schemeClr val="bg2"/>
                </a:solidFill>
                <a:latin typeface="Times New Roman" panose="02020603050405020304" pitchFamily="18" charset="0"/>
                <a:ea typeface="黑体" panose="02010609060101010101" pitchFamily="49" charset="-122"/>
              </a:rPr>
              <a:t>；</a:t>
            </a:r>
          </a:p>
          <a:p>
            <a:pPr marL="573088" lvl="1" indent="0">
              <a:buClr>
                <a:srgbClr val="D98725"/>
              </a:buClr>
              <a:buFont typeface="Wingdings" pitchFamily="2" charset="2"/>
              <a:buNone/>
              <a:defRPr/>
            </a:pPr>
            <a:r>
              <a:rPr lang="zh-CN" altLang="en-US" sz="1800">
                <a:solidFill>
                  <a:schemeClr val="bg2"/>
                </a:solidFill>
                <a:latin typeface="Times New Roman" panose="02020603050405020304" pitchFamily="18" charset="0"/>
                <a:ea typeface="黑体" panose="02010609060101010101" pitchFamily="49" charset="-122"/>
              </a:rPr>
              <a:t>步骤</a:t>
            </a:r>
            <a:r>
              <a:rPr lang="en-US" altLang="zh-CN" sz="1800">
                <a:solidFill>
                  <a:schemeClr val="bg2"/>
                </a:solidFill>
                <a:latin typeface="Times New Roman" panose="02020603050405020304" pitchFamily="18" charset="0"/>
                <a:ea typeface="黑体" panose="02010609060101010101" pitchFamily="49" charset="-122"/>
              </a:rPr>
              <a:t>8</a:t>
            </a:r>
            <a:r>
              <a:rPr lang="zh-CN" altLang="en-US" sz="1800">
                <a:solidFill>
                  <a:schemeClr val="bg2"/>
                </a:solidFill>
                <a:latin typeface="Times New Roman" panose="02020603050405020304" pitchFamily="18" charset="0"/>
                <a:ea typeface="黑体" panose="02010609060101010101" pitchFamily="49" charset="-122"/>
              </a:rPr>
              <a:t>：</a:t>
            </a:r>
            <a:r>
              <a:rPr lang="en-US" altLang="zh-CN" sz="1800">
                <a:solidFill>
                  <a:schemeClr val="bg2"/>
                </a:solidFill>
                <a:latin typeface="Times New Roman" panose="02020603050405020304" pitchFamily="18" charset="0"/>
                <a:ea typeface="黑体" panose="02010609060101010101" pitchFamily="49" charset="-122"/>
              </a:rPr>
              <a:t>B</a:t>
            </a:r>
            <a:r>
              <a:rPr lang="zh-CN" altLang="en-US" sz="1800">
                <a:solidFill>
                  <a:schemeClr val="bg2"/>
                </a:solidFill>
                <a:latin typeface="Times New Roman" panose="02020603050405020304" pitchFamily="18" charset="0"/>
                <a:ea typeface="黑体" panose="02010609060101010101" pitchFamily="49" charset="-122"/>
              </a:rPr>
              <a:t>将计算的的错误检测码</a:t>
            </a:r>
            <a:r>
              <a:rPr lang="en-US" altLang="zh-CN" sz="1800">
                <a:solidFill>
                  <a:schemeClr val="bg2"/>
                </a:solidFill>
                <a:latin typeface="Times New Roman" panose="02020603050405020304" pitchFamily="18" charset="0"/>
                <a:ea typeface="黑体" panose="02010609060101010101" pitchFamily="49" charset="-122"/>
              </a:rPr>
              <a:t>FCS2</a:t>
            </a:r>
            <a:r>
              <a:rPr lang="zh-CN" altLang="en-US" sz="1800">
                <a:solidFill>
                  <a:schemeClr val="bg2"/>
                </a:solidFill>
                <a:latin typeface="Times New Roman" panose="02020603050405020304" pitchFamily="18" charset="0"/>
                <a:ea typeface="黑体" panose="02010609060101010101" pitchFamily="49" charset="-122"/>
              </a:rPr>
              <a:t>同分离的错误检测码</a:t>
            </a:r>
            <a:r>
              <a:rPr lang="en-US" altLang="zh-CN" sz="1800">
                <a:solidFill>
                  <a:schemeClr val="bg2"/>
                </a:solidFill>
                <a:latin typeface="Times New Roman" panose="02020603050405020304" pitchFamily="18" charset="0"/>
                <a:ea typeface="黑体" panose="02010609060101010101" pitchFamily="49" charset="-122"/>
              </a:rPr>
              <a:t>FCS1</a:t>
            </a:r>
            <a:r>
              <a:rPr lang="zh-CN" altLang="en-US" sz="1800">
                <a:solidFill>
                  <a:schemeClr val="bg2"/>
                </a:solidFill>
                <a:latin typeface="Times New Roman" panose="02020603050405020304" pitchFamily="18" charset="0"/>
                <a:ea typeface="黑体" panose="02010609060101010101" pitchFamily="49" charset="-122"/>
              </a:rPr>
              <a:t>进行对比，如果相等，</a:t>
            </a:r>
            <a:r>
              <a:rPr lang="en-US" altLang="zh-CN" sz="1800">
                <a:solidFill>
                  <a:schemeClr val="bg2"/>
                </a:solidFill>
                <a:latin typeface="Times New Roman" panose="02020603050405020304" pitchFamily="18" charset="0"/>
                <a:ea typeface="黑体" panose="02010609060101010101" pitchFamily="49" charset="-122"/>
              </a:rPr>
              <a:t>B</a:t>
            </a:r>
            <a:r>
              <a:rPr lang="zh-CN" altLang="en-US" sz="1800">
                <a:solidFill>
                  <a:schemeClr val="bg2"/>
                </a:solidFill>
                <a:latin typeface="Times New Roman" panose="02020603050405020304" pitchFamily="18" charset="0"/>
                <a:ea typeface="黑体" panose="02010609060101010101" pitchFamily="49" charset="-122"/>
              </a:rPr>
              <a:t>断定信息是完整的，如果不相等，则</a:t>
            </a:r>
            <a:r>
              <a:rPr lang="en-US" altLang="zh-CN" sz="1800">
                <a:solidFill>
                  <a:schemeClr val="bg2"/>
                </a:solidFill>
                <a:latin typeface="Times New Roman" panose="02020603050405020304" pitchFamily="18" charset="0"/>
                <a:ea typeface="黑体" panose="02010609060101010101" pitchFamily="49" charset="-122"/>
              </a:rPr>
              <a:t>B</a:t>
            </a:r>
            <a:r>
              <a:rPr lang="zh-CN" altLang="en-US" sz="1800">
                <a:solidFill>
                  <a:schemeClr val="bg2"/>
                </a:solidFill>
                <a:latin typeface="Times New Roman" panose="02020603050405020304" pitchFamily="18" charset="0"/>
                <a:ea typeface="黑体" panose="02010609060101010101" pitchFamily="49" charset="-122"/>
              </a:rPr>
              <a:t>断定信息遭到篡改。</a:t>
            </a:r>
            <a:endParaRPr lang="zh-CN" altLang="en-US" sz="2000">
              <a:solidFill>
                <a:schemeClr val="bg2"/>
              </a:solidFill>
              <a:latin typeface="黑体" panose="02010609060101010101" pitchFamily="49" charset="-122"/>
              <a:ea typeface="黑体" panose="02010609060101010101" pitchFamily="49" charset="-122"/>
            </a:endParaRPr>
          </a:p>
        </p:txBody>
      </p:sp>
    </p:spTree>
  </p:cSld>
  <p:clrMapOvr>
    <a:masterClrMapping/>
  </p:clrMapOvr>
  <p:transition spd="slow"/>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a:extLst>
              <a:ext uri="{FF2B5EF4-FFF2-40B4-BE49-F238E27FC236}">
                <a16:creationId xmlns:a16="http://schemas.microsoft.com/office/drawing/2014/main" id="{56834ED6-613E-844F-8A94-4ECB2442E068}"/>
              </a:ext>
            </a:extLst>
          </p:cNvPr>
          <p:cNvSpPr>
            <a:spLocks noGrp="1"/>
          </p:cNvSpPr>
          <p:nvPr>
            <p:ph type="title"/>
          </p:nvPr>
        </p:nvSpPr>
        <p:spPr>
          <a:xfrm>
            <a:off x="457200" y="838200"/>
            <a:ext cx="8229600" cy="655638"/>
          </a:xfrm>
        </p:spPr>
        <p:txBody>
          <a:bodyPr vert="horz" wrap="square" lIns="91440" tIns="45720" rIns="91440" bIns="45720" numCol="1" anchor="t" anchorCtr="0" compatLnSpc="1">
            <a:prstTxWarp prst="textNoShape">
              <a:avLst/>
            </a:prstTxWarp>
          </a:bodyPr>
          <a:lstStyle/>
          <a:p>
            <a:pPr>
              <a:defRPr/>
            </a:pPr>
            <a:r>
              <a:rPr lang="zh-CN" altLang="en-US" sz="2800">
                <a:solidFill>
                  <a:srgbClr val="FF0000"/>
                </a:solidFill>
                <a:latin typeface="黑体" panose="02010609060101010101" pitchFamily="49" charset="-122"/>
                <a:ea typeface="黑体" panose="02010609060101010101" pitchFamily="49" charset="-122"/>
              </a:rPr>
              <a:t>评价</a:t>
            </a:r>
          </a:p>
        </p:txBody>
      </p:sp>
      <p:sp>
        <p:nvSpPr>
          <p:cNvPr id="23555" name="内容占位符 2">
            <a:extLst>
              <a:ext uri="{FF2B5EF4-FFF2-40B4-BE49-F238E27FC236}">
                <a16:creationId xmlns:a16="http://schemas.microsoft.com/office/drawing/2014/main" id="{6B5D30E5-1F2A-4345-AB61-FBCF8E74FC7B}"/>
              </a:ext>
            </a:extLst>
          </p:cNvPr>
          <p:cNvSpPr>
            <a:spLocks noGrp="1"/>
          </p:cNvSpPr>
          <p:nvPr>
            <p:ph idx="1"/>
          </p:nvPr>
        </p:nvSpPr>
        <p:spPr>
          <a:xfrm>
            <a:off x="457200" y="1600200"/>
            <a:ext cx="8229600" cy="1143000"/>
          </a:xfrm>
        </p:spPr>
        <p:txBody>
          <a:bodyPr vert="horz" wrap="square" lIns="91440" tIns="45720" rIns="91440" bIns="45720" numCol="1" anchor="t" anchorCtr="0" compatLnSpc="1">
            <a:prstTxWarp prst="textNoShape">
              <a:avLst/>
            </a:prstTxWarp>
          </a:bodyPr>
          <a:lstStyle/>
          <a:p>
            <a:pPr eaLnBrk="1" hangingPunct="1">
              <a:buClr>
                <a:srgbClr val="FF0000"/>
              </a:buClr>
              <a:buFont typeface="Wingdings" pitchFamily="2" charset="2"/>
              <a:buChar char="n"/>
              <a:defRPr/>
            </a:pPr>
            <a:r>
              <a:rPr lang="zh-CN" altLang="en-US" sz="2400">
                <a:solidFill>
                  <a:schemeClr val="bg2"/>
                </a:solidFill>
                <a:latin typeface="黑体" panose="02010609060101010101" pitchFamily="49" charset="-122"/>
                <a:ea typeface="黑体" panose="02010609060101010101" pitchFamily="49" charset="-122"/>
              </a:rPr>
              <a:t>这个机制防止了攻击者替换和篡改信息的攻击外，解决了密钥的发布问题，</a:t>
            </a:r>
            <a:r>
              <a:rPr lang="en-US" altLang="zh-CN" sz="2400">
                <a:solidFill>
                  <a:schemeClr val="bg2"/>
                </a:solidFill>
                <a:latin typeface="黑体" panose="02010609060101010101" pitchFamily="49" charset="-122"/>
                <a:ea typeface="黑体" panose="02010609060101010101" pitchFamily="49" charset="-122"/>
              </a:rPr>
              <a:t>A</a:t>
            </a:r>
            <a:r>
              <a:rPr lang="zh-CN" altLang="en-US" sz="2400">
                <a:solidFill>
                  <a:schemeClr val="bg2"/>
                </a:solidFill>
                <a:latin typeface="黑体" panose="02010609060101010101" pitchFamily="49" charset="-122"/>
                <a:ea typeface="黑体" panose="02010609060101010101" pitchFamily="49" charset="-122"/>
              </a:rPr>
              <a:t>随机选定一次性对称密钥</a:t>
            </a:r>
            <a:r>
              <a:rPr lang="en-US" altLang="zh-CN" sz="2400">
                <a:solidFill>
                  <a:schemeClr val="bg2"/>
                </a:solidFill>
                <a:latin typeface="黑体" panose="02010609060101010101" pitchFamily="49" charset="-122"/>
                <a:ea typeface="黑体" panose="02010609060101010101" pitchFamily="49" charset="-122"/>
              </a:rPr>
              <a:t>K1</a:t>
            </a:r>
            <a:r>
              <a:rPr lang="zh-CN" altLang="en-US" sz="2400">
                <a:solidFill>
                  <a:schemeClr val="bg2"/>
                </a:solidFill>
                <a:latin typeface="黑体" panose="02010609060101010101" pitchFamily="49" charset="-122"/>
                <a:ea typeface="黑体" panose="02010609060101010101" pitchFamily="49" charset="-122"/>
              </a:rPr>
              <a:t>，用完即放弃，防止了重放攻击。</a:t>
            </a:r>
            <a:endParaRPr lang="en-US" altLang="zh-CN" sz="2400">
              <a:solidFill>
                <a:schemeClr val="bg2"/>
              </a:solidFill>
              <a:latin typeface="黑体" panose="02010609060101010101" pitchFamily="49" charset="-122"/>
              <a:ea typeface="黑体" panose="02010609060101010101" pitchFamily="49" charset="-122"/>
            </a:endParaRPr>
          </a:p>
        </p:txBody>
      </p:sp>
      <p:pic>
        <p:nvPicPr>
          <p:cNvPr id="82948" name="图片 1">
            <a:extLst>
              <a:ext uri="{FF2B5EF4-FFF2-40B4-BE49-F238E27FC236}">
                <a16:creationId xmlns:a16="http://schemas.microsoft.com/office/drawing/2014/main" id="{DE8CF57B-DA57-1C46-AEFA-62530FCBB5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76800" y="3505200"/>
            <a:ext cx="3743325"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6C5489D2-833D-E64F-93DC-7DDB55366D22}"/>
              </a:ext>
            </a:extLst>
          </p:cNvPr>
          <p:cNvSpPr/>
          <p:nvPr/>
        </p:nvSpPr>
        <p:spPr>
          <a:xfrm>
            <a:off x="457200" y="2819400"/>
            <a:ext cx="8077200" cy="1089025"/>
          </a:xfrm>
          <a:prstGeom prst="rect">
            <a:avLst/>
          </a:prstGeom>
        </p:spPr>
        <p:txBody>
          <a:bodyPr>
            <a:spAutoFit/>
          </a:bodyPr>
          <a:lstStyle>
            <a:lvl1pPr marL="571500" indent="-571500">
              <a:defRPr sz="4800" b="1">
                <a:solidFill>
                  <a:srgbClr val="FF0000"/>
                </a:solidFill>
                <a:latin typeface="隶书" pitchFamily="49" charset="-122"/>
                <a:ea typeface="隶书" pitchFamily="49" charset="-122"/>
              </a:defRPr>
            </a:lvl1pPr>
            <a:lvl2pPr>
              <a:defRPr sz="4800" b="1">
                <a:solidFill>
                  <a:srgbClr val="FF0000"/>
                </a:solidFill>
                <a:latin typeface="隶书" pitchFamily="49" charset="-122"/>
                <a:ea typeface="隶书" pitchFamily="49" charset="-122"/>
              </a:defRPr>
            </a:lvl2pPr>
            <a:lvl3pPr>
              <a:defRPr sz="4800" b="1">
                <a:solidFill>
                  <a:srgbClr val="FF0000"/>
                </a:solidFill>
                <a:latin typeface="隶书" pitchFamily="49" charset="-122"/>
                <a:ea typeface="隶书" pitchFamily="49" charset="-122"/>
              </a:defRPr>
            </a:lvl3pPr>
            <a:lvl4pPr>
              <a:defRPr sz="4800" b="1">
                <a:solidFill>
                  <a:srgbClr val="FF0000"/>
                </a:solidFill>
                <a:latin typeface="隶书" pitchFamily="49" charset="-122"/>
                <a:ea typeface="隶书" pitchFamily="49" charset="-122"/>
              </a:defRPr>
            </a:lvl4pPr>
            <a:lvl5pPr>
              <a:defRPr sz="4800" b="1">
                <a:solidFill>
                  <a:srgbClr val="FF0000"/>
                </a:solidFill>
                <a:latin typeface="隶书" pitchFamily="49" charset="-122"/>
                <a:ea typeface="隶书" pitchFamily="49" charset="-122"/>
              </a:defRPr>
            </a:lvl5pPr>
            <a:lvl6pPr fontAlgn="base">
              <a:spcBef>
                <a:spcPct val="0"/>
              </a:spcBef>
              <a:spcAft>
                <a:spcPct val="0"/>
              </a:spcAft>
              <a:defRPr sz="4800" b="1">
                <a:solidFill>
                  <a:srgbClr val="FF0000"/>
                </a:solidFill>
                <a:latin typeface="隶书" pitchFamily="49" charset="-122"/>
                <a:ea typeface="隶书" pitchFamily="49" charset="-122"/>
              </a:defRPr>
            </a:lvl6pPr>
            <a:lvl7pPr fontAlgn="base">
              <a:spcBef>
                <a:spcPct val="0"/>
              </a:spcBef>
              <a:spcAft>
                <a:spcPct val="0"/>
              </a:spcAft>
              <a:defRPr sz="4800" b="1">
                <a:solidFill>
                  <a:srgbClr val="FF0000"/>
                </a:solidFill>
                <a:latin typeface="隶书" pitchFamily="49" charset="-122"/>
                <a:ea typeface="隶书" pitchFamily="49" charset="-122"/>
              </a:defRPr>
            </a:lvl7pPr>
            <a:lvl8pPr fontAlgn="base">
              <a:spcBef>
                <a:spcPct val="0"/>
              </a:spcBef>
              <a:spcAft>
                <a:spcPct val="0"/>
              </a:spcAft>
              <a:defRPr sz="4800" b="1">
                <a:solidFill>
                  <a:srgbClr val="FF0000"/>
                </a:solidFill>
                <a:latin typeface="隶书" pitchFamily="49" charset="-122"/>
                <a:ea typeface="隶书" pitchFamily="49" charset="-122"/>
              </a:defRPr>
            </a:lvl8pPr>
            <a:lvl9pPr fontAlgn="base">
              <a:spcBef>
                <a:spcPct val="0"/>
              </a:spcBef>
              <a:spcAft>
                <a:spcPct val="0"/>
              </a:spcAft>
              <a:defRPr sz="4800" b="1">
                <a:solidFill>
                  <a:srgbClr val="FF0000"/>
                </a:solidFill>
                <a:latin typeface="隶书" pitchFamily="49" charset="-122"/>
                <a:ea typeface="隶书" pitchFamily="49" charset="-122"/>
              </a:defRPr>
            </a:lvl9pPr>
          </a:lstStyle>
          <a:p>
            <a:pPr eaLnBrk="1" hangingPunct="1">
              <a:lnSpc>
                <a:spcPct val="90000"/>
              </a:lnSpc>
              <a:spcBef>
                <a:spcPct val="30000"/>
              </a:spcBef>
              <a:buClr>
                <a:srgbClr val="FF0000"/>
              </a:buClr>
              <a:buSzPct val="75000"/>
              <a:buFont typeface="Wingdings" pitchFamily="2" charset="2"/>
              <a:buChar char="n"/>
              <a:defRPr/>
            </a:pPr>
            <a:r>
              <a:rPr lang="zh-CN" altLang="en-US" sz="2400">
                <a:effectLst>
                  <a:outerShdw blurRad="38100" dist="38100" dir="2700000" algn="tl">
                    <a:srgbClr val="C0C0C0"/>
                  </a:outerShdw>
                </a:effectLst>
                <a:latin typeface="黑体" panose="02010609060101010101" pitchFamily="49" charset="-122"/>
                <a:ea typeface="黑体" panose="02010609060101010101" pitchFamily="49" charset="-122"/>
              </a:rPr>
              <a:t>缺点：</a:t>
            </a:r>
            <a:r>
              <a:rPr lang="zh-CN" altLang="en-US" sz="2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是需要计算误检测码，可以简化验证的步骤，不用计算错误检测码，一个最直接的方法是直接用加密方法实现数据完整性验证</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2000" fill="hold"/>
                                        <p:tgtEl>
                                          <p:spTgt spid="2"/>
                                        </p:tgtEl>
                                        <p:attrNameLst>
                                          <p:attrName>ppt_x</p:attrName>
                                        </p:attrNameLst>
                                      </p:cBhvr>
                                      <p:tavLst>
                                        <p:tav tm="0">
                                          <p:val>
                                            <p:strVal val="0-#ppt_w/2"/>
                                          </p:val>
                                        </p:tav>
                                        <p:tav tm="100000">
                                          <p:val>
                                            <p:strVal val="#ppt_x"/>
                                          </p:val>
                                        </p:tav>
                                      </p:tavLst>
                                    </p:anim>
                                    <p:anim calcmode="lin" valueType="num">
                                      <p:cBhvr additive="base">
                                        <p:cTn id="8" dur="2000" fill="hold"/>
                                        <p:tgtEl>
                                          <p:spTgt spid="2"/>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2000"/>
                            </p:stCondLst>
                            <p:childTnLst>
                              <p:par>
                                <p:cTn id="10" presetID="53" presetClass="entr" presetSubtype="16" fill="hold" nodeType="afterEffect">
                                  <p:stCondLst>
                                    <p:cond delay="0"/>
                                  </p:stCondLst>
                                  <p:childTnLst>
                                    <p:set>
                                      <p:cBhvr>
                                        <p:cTn id="11" dur="1" fill="hold">
                                          <p:stCondLst>
                                            <p:cond delay="0"/>
                                          </p:stCondLst>
                                        </p:cTn>
                                        <p:tgtEl>
                                          <p:spTgt spid="82948"/>
                                        </p:tgtEl>
                                        <p:attrNameLst>
                                          <p:attrName>style.visibility</p:attrName>
                                        </p:attrNameLst>
                                      </p:cBhvr>
                                      <p:to>
                                        <p:strVal val="visible"/>
                                      </p:to>
                                    </p:set>
                                    <p:anim calcmode="lin" valueType="num">
                                      <p:cBhvr>
                                        <p:cTn id="12" dur="500" fill="hold"/>
                                        <p:tgtEl>
                                          <p:spTgt spid="82948"/>
                                        </p:tgtEl>
                                        <p:attrNameLst>
                                          <p:attrName>ppt_w</p:attrName>
                                        </p:attrNameLst>
                                      </p:cBhvr>
                                      <p:tavLst>
                                        <p:tav tm="0">
                                          <p:val>
                                            <p:fltVal val="0"/>
                                          </p:val>
                                        </p:tav>
                                        <p:tav tm="100000">
                                          <p:val>
                                            <p:strVal val="#ppt_w"/>
                                          </p:val>
                                        </p:tav>
                                      </p:tavLst>
                                    </p:anim>
                                    <p:anim calcmode="lin" valueType="num">
                                      <p:cBhvr>
                                        <p:cTn id="13" dur="500" fill="hold"/>
                                        <p:tgtEl>
                                          <p:spTgt spid="82948"/>
                                        </p:tgtEl>
                                        <p:attrNameLst>
                                          <p:attrName>ppt_h</p:attrName>
                                        </p:attrNameLst>
                                      </p:cBhvr>
                                      <p:tavLst>
                                        <p:tav tm="0">
                                          <p:val>
                                            <p:fltVal val="0"/>
                                          </p:val>
                                        </p:tav>
                                        <p:tav tm="100000">
                                          <p:val>
                                            <p:strVal val="#ppt_h"/>
                                          </p:val>
                                        </p:tav>
                                      </p:tavLst>
                                    </p:anim>
                                    <p:animEffect transition="in" filter="fade">
                                      <p:cBhvr>
                                        <p:cTn id="14" dur="500"/>
                                        <p:tgtEl>
                                          <p:spTgt spid="829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build="p"/>
      <p:bldP spid="2"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a:extLst>
              <a:ext uri="{FF2B5EF4-FFF2-40B4-BE49-F238E27FC236}">
                <a16:creationId xmlns:a16="http://schemas.microsoft.com/office/drawing/2014/main" id="{EEE7ECDD-E77C-7E4B-B86B-21B61928185B}"/>
              </a:ext>
            </a:extLst>
          </p:cNvPr>
          <p:cNvSpPr>
            <a:spLocks noGrp="1"/>
          </p:cNvSpPr>
          <p:nvPr>
            <p:ph type="title"/>
          </p:nvPr>
        </p:nvSpPr>
        <p:spPr>
          <a:xfrm>
            <a:off x="304800" y="762000"/>
            <a:ext cx="8229600" cy="563563"/>
          </a:xfrm>
        </p:spPr>
        <p:txBody>
          <a:bodyPr vert="horz" wrap="square" lIns="91440" tIns="45720" rIns="91440" bIns="45720" numCol="1" anchor="t" anchorCtr="0" compatLnSpc="1">
            <a:prstTxWarp prst="textNoShape">
              <a:avLst/>
            </a:prstTxWarp>
          </a:bodyPr>
          <a:lstStyle/>
          <a:p>
            <a:pPr>
              <a:defRPr/>
            </a:pPr>
            <a:r>
              <a:rPr lang="zh-CN" altLang="en-US" sz="2800">
                <a:solidFill>
                  <a:srgbClr val="FF0000"/>
                </a:solidFill>
                <a:latin typeface="黑体" panose="02010609060101010101" pitchFamily="49" charset="-122"/>
                <a:ea typeface="黑体" panose="02010609060101010101" pitchFamily="49" charset="-122"/>
              </a:rPr>
              <a:t>（</a:t>
            </a:r>
            <a:r>
              <a:rPr lang="en-US" altLang="zh-CN" sz="2800">
                <a:solidFill>
                  <a:srgbClr val="FF0000"/>
                </a:solidFill>
                <a:latin typeface="黑体" panose="02010609060101010101" pitchFamily="49" charset="-122"/>
                <a:ea typeface="黑体" panose="02010609060101010101" pitchFamily="49" charset="-122"/>
              </a:rPr>
              <a:t>4</a:t>
            </a:r>
            <a:r>
              <a:rPr lang="zh-CN" altLang="en-US" sz="2800">
                <a:solidFill>
                  <a:srgbClr val="FF0000"/>
                </a:solidFill>
                <a:latin typeface="黑体" panose="02010609060101010101" pitchFamily="49" charset="-122"/>
                <a:ea typeface="黑体" panose="02010609060101010101" pitchFamily="49" charset="-122"/>
              </a:rPr>
              <a:t>）基于</a:t>
            </a:r>
            <a:r>
              <a:rPr lang="en-US" altLang="zh-CN" sz="2800">
                <a:solidFill>
                  <a:srgbClr val="FF0000"/>
                </a:solidFill>
                <a:latin typeface="黑体" panose="02010609060101010101" pitchFamily="49" charset="-122"/>
                <a:ea typeface="黑体" panose="02010609060101010101" pitchFamily="49" charset="-122"/>
              </a:rPr>
              <a:t>RSA</a:t>
            </a:r>
            <a:r>
              <a:rPr lang="zh-CN" altLang="en-US" sz="2800">
                <a:solidFill>
                  <a:srgbClr val="FF0000"/>
                </a:solidFill>
                <a:latin typeface="黑体" panose="02010609060101010101" pitchFamily="49" charset="-122"/>
                <a:ea typeface="黑体" panose="02010609060101010101" pitchFamily="49" charset="-122"/>
              </a:rPr>
              <a:t>的数字签名的完整性验证机制</a:t>
            </a:r>
          </a:p>
        </p:txBody>
      </p:sp>
      <p:sp>
        <p:nvSpPr>
          <p:cNvPr id="24579" name="内容占位符 2">
            <a:extLst>
              <a:ext uri="{FF2B5EF4-FFF2-40B4-BE49-F238E27FC236}">
                <a16:creationId xmlns:a16="http://schemas.microsoft.com/office/drawing/2014/main" id="{0952AF1B-1A4E-A147-9E96-BD2936BD0859}"/>
              </a:ext>
            </a:extLst>
          </p:cNvPr>
          <p:cNvSpPr>
            <a:spLocks noGrp="1"/>
          </p:cNvSpPr>
          <p:nvPr>
            <p:ph idx="1"/>
          </p:nvPr>
        </p:nvSpPr>
        <p:spPr>
          <a:xfrm>
            <a:off x="533400" y="1676400"/>
            <a:ext cx="8153400" cy="3581400"/>
          </a:xfrm>
        </p:spPr>
        <p:txBody>
          <a:bodyPr vert="horz" wrap="square" lIns="91440" tIns="45720" rIns="91440" bIns="45720" numCol="1" anchor="t" anchorCtr="0" compatLnSpc="1">
            <a:prstTxWarp prst="textNoShape">
              <a:avLst/>
            </a:prstTxWarp>
          </a:bodyPr>
          <a:lstStyle/>
          <a:p>
            <a:pPr marL="0" indent="0" eaLnBrk="1" hangingPunct="1">
              <a:lnSpc>
                <a:spcPts val="3000"/>
              </a:lnSpc>
              <a:buClr>
                <a:srgbClr val="FF0000"/>
              </a:buClr>
              <a:buFont typeface="Wingdings" pitchFamily="2" charset="2"/>
              <a:buNone/>
              <a:defRPr/>
            </a:pPr>
            <a:r>
              <a:rPr lang="zh-CN" altLang="en-US" sz="2400" dirty="0">
                <a:solidFill>
                  <a:schemeClr val="bg2"/>
                </a:solidFill>
                <a:latin typeface="Times New Roman" panose="02020603050405020304" pitchFamily="18" charset="0"/>
                <a:ea typeface="黑体" panose="02010609060101010101" pitchFamily="49" charset="-122"/>
              </a:rPr>
              <a:t>步骤</a:t>
            </a:r>
            <a:r>
              <a:rPr lang="en-US" altLang="zh-CN" sz="2400" dirty="0">
                <a:solidFill>
                  <a:schemeClr val="bg2"/>
                </a:solidFill>
                <a:latin typeface="Times New Roman" panose="02020603050405020304" pitchFamily="18" charset="0"/>
                <a:ea typeface="黑体" panose="02010609060101010101" pitchFamily="49" charset="-122"/>
              </a:rPr>
              <a:t>1</a:t>
            </a:r>
            <a:r>
              <a:rPr lang="zh-CN" altLang="en-US" sz="2400" dirty="0">
                <a:solidFill>
                  <a:schemeClr val="bg2"/>
                </a:solidFill>
                <a:latin typeface="Times New Roman" panose="02020603050405020304" pitchFamily="18" charset="0"/>
                <a:ea typeface="黑体" panose="02010609060101010101" pitchFamily="49" charset="-122"/>
              </a:rPr>
              <a:t>：</a:t>
            </a:r>
            <a:r>
              <a:rPr lang="en-US" altLang="zh-CN" sz="2400" dirty="0">
                <a:solidFill>
                  <a:schemeClr val="bg2"/>
                </a:solidFill>
                <a:latin typeface="Times New Roman" panose="02020603050405020304" pitchFamily="18" charset="0"/>
                <a:ea typeface="黑体" panose="02010609060101010101" pitchFamily="49" charset="-122"/>
              </a:rPr>
              <a:t>A</a:t>
            </a:r>
            <a:r>
              <a:rPr lang="zh-CN" altLang="en-US" sz="2400" dirty="0">
                <a:solidFill>
                  <a:schemeClr val="bg2"/>
                </a:solidFill>
                <a:latin typeface="Times New Roman" panose="02020603050405020304" pitchFamily="18" charset="0"/>
                <a:ea typeface="黑体" panose="02010609060101010101" pitchFamily="49" charset="-122"/>
              </a:rPr>
              <a:t>用自己的私钥加密消息</a:t>
            </a:r>
            <a:r>
              <a:rPr lang="en-US" altLang="zh-CN" sz="2400" dirty="0">
                <a:solidFill>
                  <a:schemeClr val="bg2"/>
                </a:solidFill>
                <a:latin typeface="Times New Roman" panose="02020603050405020304" pitchFamily="18" charset="0"/>
                <a:ea typeface="黑体" panose="02010609060101010101" pitchFamily="49" charset="-122"/>
              </a:rPr>
              <a:t>M</a:t>
            </a:r>
            <a:r>
              <a:rPr lang="zh-CN" altLang="en-US" sz="2400" dirty="0">
                <a:solidFill>
                  <a:schemeClr val="bg2"/>
                </a:solidFill>
                <a:latin typeface="Times New Roman" panose="02020603050405020304" pitchFamily="18" charset="0"/>
                <a:ea typeface="黑体" panose="02010609060101010101" pitchFamily="49" charset="-122"/>
              </a:rPr>
              <a:t>，用</a:t>
            </a:r>
            <a:r>
              <a:rPr lang="en-US" altLang="zh-CN" sz="2400" dirty="0">
                <a:solidFill>
                  <a:schemeClr val="bg2"/>
                </a:solidFill>
                <a:latin typeface="Times New Roman" panose="02020603050405020304" pitchFamily="18" charset="0"/>
                <a:ea typeface="黑体" panose="02010609060101010101" pitchFamily="49" charset="-122"/>
              </a:rPr>
              <a:t>EA</a:t>
            </a:r>
            <a:r>
              <a:rPr lang="zh-CN" altLang="en-US" sz="2400" dirty="0">
                <a:solidFill>
                  <a:schemeClr val="bg2"/>
                </a:solidFill>
                <a:latin typeface="Times New Roman" panose="02020603050405020304" pitchFamily="18" charset="0"/>
                <a:ea typeface="黑体" panose="02010609060101010101" pitchFamily="49" charset="-122"/>
              </a:rPr>
              <a:t>私</a:t>
            </a:r>
            <a:r>
              <a:rPr lang="en-US" altLang="zh-CN" sz="2400" dirty="0">
                <a:solidFill>
                  <a:schemeClr val="bg2"/>
                </a:solidFill>
                <a:latin typeface="Times New Roman" panose="02020603050405020304" pitchFamily="18" charset="0"/>
                <a:ea typeface="黑体" panose="02010609060101010101" pitchFamily="49" charset="-122"/>
              </a:rPr>
              <a:t>(M )</a:t>
            </a:r>
            <a:r>
              <a:rPr lang="zh-CN" altLang="en-US" sz="2400" dirty="0">
                <a:solidFill>
                  <a:schemeClr val="bg2"/>
                </a:solidFill>
                <a:latin typeface="Times New Roman" panose="02020603050405020304" pitchFamily="18" charset="0"/>
                <a:ea typeface="黑体" panose="02010609060101010101" pitchFamily="49" charset="-122"/>
              </a:rPr>
              <a:t>表示；</a:t>
            </a:r>
          </a:p>
          <a:p>
            <a:pPr marL="0" indent="0" eaLnBrk="1" hangingPunct="1">
              <a:lnSpc>
                <a:spcPts val="3000"/>
              </a:lnSpc>
              <a:buClr>
                <a:srgbClr val="FF0000"/>
              </a:buClr>
              <a:buFont typeface="Wingdings" pitchFamily="2" charset="2"/>
              <a:buNone/>
              <a:defRPr/>
            </a:pPr>
            <a:r>
              <a:rPr lang="zh-CN" altLang="en-US" sz="2400" dirty="0">
                <a:solidFill>
                  <a:schemeClr val="bg2"/>
                </a:solidFill>
                <a:latin typeface="Times New Roman" panose="02020603050405020304" pitchFamily="18" charset="0"/>
                <a:ea typeface="黑体" panose="02010609060101010101" pitchFamily="49" charset="-122"/>
              </a:rPr>
              <a:t>步骤</a:t>
            </a:r>
            <a:r>
              <a:rPr lang="en-US" altLang="zh-CN" sz="2400" dirty="0">
                <a:solidFill>
                  <a:schemeClr val="bg2"/>
                </a:solidFill>
                <a:latin typeface="Times New Roman" panose="02020603050405020304" pitchFamily="18" charset="0"/>
                <a:ea typeface="黑体" panose="02010609060101010101" pitchFamily="49" charset="-122"/>
              </a:rPr>
              <a:t>2</a:t>
            </a:r>
            <a:r>
              <a:rPr lang="zh-CN" altLang="en-US" sz="2400" dirty="0">
                <a:solidFill>
                  <a:schemeClr val="bg2"/>
                </a:solidFill>
                <a:latin typeface="Times New Roman" panose="02020603050405020304" pitchFamily="18" charset="0"/>
                <a:ea typeface="黑体" panose="02010609060101010101" pitchFamily="49" charset="-122"/>
              </a:rPr>
              <a:t>：把加密的消息发送给</a:t>
            </a:r>
            <a:r>
              <a:rPr lang="en-US" altLang="zh-CN" sz="2400" dirty="0">
                <a:solidFill>
                  <a:schemeClr val="bg2"/>
                </a:solidFill>
                <a:latin typeface="Times New Roman" panose="02020603050405020304" pitchFamily="18" charset="0"/>
                <a:ea typeface="黑体" panose="02010609060101010101" pitchFamily="49" charset="-122"/>
              </a:rPr>
              <a:t>B</a:t>
            </a:r>
            <a:r>
              <a:rPr lang="zh-CN" altLang="en-US" sz="2400" dirty="0">
                <a:solidFill>
                  <a:schemeClr val="bg2"/>
                </a:solidFill>
                <a:latin typeface="Times New Roman" panose="02020603050405020304" pitchFamily="18" charset="0"/>
                <a:ea typeface="黑体" panose="02010609060101010101" pitchFamily="49" charset="-122"/>
              </a:rPr>
              <a:t>；</a:t>
            </a:r>
          </a:p>
          <a:p>
            <a:pPr marL="0" indent="0" eaLnBrk="1" hangingPunct="1">
              <a:lnSpc>
                <a:spcPts val="3000"/>
              </a:lnSpc>
              <a:buClr>
                <a:srgbClr val="FF0000"/>
              </a:buClr>
              <a:buFont typeface="Wingdings" pitchFamily="2" charset="2"/>
              <a:buNone/>
              <a:defRPr/>
            </a:pPr>
            <a:r>
              <a:rPr lang="zh-CN" altLang="en-US" sz="2400" dirty="0">
                <a:solidFill>
                  <a:schemeClr val="bg2"/>
                </a:solidFill>
                <a:latin typeface="Times New Roman" panose="02020603050405020304" pitchFamily="18" charset="0"/>
                <a:ea typeface="黑体" panose="02010609060101010101" pitchFamily="49" charset="-122"/>
              </a:rPr>
              <a:t>步骤</a:t>
            </a:r>
            <a:r>
              <a:rPr lang="en-US" altLang="zh-CN" sz="2400" dirty="0">
                <a:solidFill>
                  <a:schemeClr val="bg2"/>
                </a:solidFill>
                <a:latin typeface="Times New Roman" panose="02020603050405020304" pitchFamily="18" charset="0"/>
                <a:ea typeface="黑体" panose="02010609060101010101" pitchFamily="49" charset="-122"/>
              </a:rPr>
              <a:t>3</a:t>
            </a:r>
            <a:r>
              <a:rPr lang="zh-CN" altLang="en-US" sz="2400" dirty="0">
                <a:solidFill>
                  <a:schemeClr val="bg2"/>
                </a:solidFill>
                <a:latin typeface="Times New Roman" panose="02020603050405020304" pitchFamily="18" charset="0"/>
                <a:ea typeface="黑体" panose="02010609060101010101" pitchFamily="49" charset="-122"/>
              </a:rPr>
              <a:t>：</a:t>
            </a:r>
            <a:r>
              <a:rPr lang="en-US" altLang="zh-CN" sz="2400" dirty="0">
                <a:solidFill>
                  <a:schemeClr val="bg2"/>
                </a:solidFill>
                <a:latin typeface="Times New Roman" panose="02020603050405020304" pitchFamily="18" charset="0"/>
                <a:ea typeface="黑体" panose="02010609060101010101" pitchFamily="49" charset="-122"/>
              </a:rPr>
              <a:t>B</a:t>
            </a:r>
            <a:r>
              <a:rPr lang="zh-CN" altLang="en-US" sz="2400" dirty="0">
                <a:solidFill>
                  <a:schemeClr val="bg2"/>
                </a:solidFill>
                <a:latin typeface="Times New Roman" panose="02020603050405020304" pitchFamily="18" charset="0"/>
                <a:ea typeface="黑体" panose="02010609060101010101" pitchFamily="49" charset="-122"/>
              </a:rPr>
              <a:t>接收到加密的消息后用</a:t>
            </a:r>
            <a:r>
              <a:rPr lang="en-US" altLang="zh-CN" sz="2400" dirty="0">
                <a:solidFill>
                  <a:schemeClr val="bg2"/>
                </a:solidFill>
                <a:latin typeface="Times New Roman" panose="02020603050405020304" pitchFamily="18" charset="0"/>
                <a:ea typeface="黑体" panose="02010609060101010101" pitchFamily="49" charset="-122"/>
              </a:rPr>
              <a:t>A</a:t>
            </a:r>
            <a:r>
              <a:rPr lang="zh-CN" altLang="en-US" sz="2400" dirty="0">
                <a:solidFill>
                  <a:schemeClr val="bg2"/>
                </a:solidFill>
                <a:latin typeface="Times New Roman" panose="02020603050405020304" pitchFamily="18" charset="0"/>
                <a:ea typeface="黑体" panose="02010609060101010101" pitchFamily="49" charset="-122"/>
              </a:rPr>
              <a:t>的公钥解密，用公式</a:t>
            </a:r>
            <a:r>
              <a:rPr lang="en-US" altLang="zh-CN" sz="2400" dirty="0">
                <a:solidFill>
                  <a:schemeClr val="bg2"/>
                </a:solidFill>
                <a:latin typeface="Times New Roman" panose="02020603050405020304" pitchFamily="18" charset="0"/>
                <a:ea typeface="黑体" panose="02010609060101010101" pitchFamily="49" charset="-122"/>
              </a:rPr>
              <a:t>DA</a:t>
            </a:r>
            <a:r>
              <a:rPr lang="zh-CN" altLang="en-US" sz="2400" dirty="0">
                <a:solidFill>
                  <a:schemeClr val="bg2"/>
                </a:solidFill>
                <a:latin typeface="Times New Roman" panose="02020603050405020304" pitchFamily="18" charset="0"/>
                <a:ea typeface="黑体" panose="02010609060101010101" pitchFamily="49" charset="-122"/>
              </a:rPr>
              <a:t>公</a:t>
            </a:r>
            <a:r>
              <a:rPr lang="en-US" altLang="zh-CN" sz="2400" dirty="0">
                <a:solidFill>
                  <a:schemeClr val="bg2"/>
                </a:solidFill>
                <a:latin typeface="Times New Roman" panose="02020603050405020304" pitchFamily="18" charset="0"/>
                <a:ea typeface="黑体" panose="02010609060101010101" pitchFamily="49" charset="-122"/>
              </a:rPr>
              <a:t>(EA</a:t>
            </a:r>
            <a:r>
              <a:rPr lang="zh-CN" altLang="en-US" sz="2400" dirty="0">
                <a:solidFill>
                  <a:schemeClr val="bg2"/>
                </a:solidFill>
                <a:latin typeface="Times New Roman" panose="02020603050405020304" pitchFamily="18" charset="0"/>
                <a:ea typeface="黑体" panose="02010609060101010101" pitchFamily="49" charset="-122"/>
              </a:rPr>
              <a:t>私</a:t>
            </a:r>
            <a:r>
              <a:rPr lang="en-US" altLang="zh-CN" sz="2400" dirty="0">
                <a:solidFill>
                  <a:schemeClr val="bg2"/>
                </a:solidFill>
                <a:latin typeface="Times New Roman" panose="02020603050405020304" pitchFamily="18" charset="0"/>
                <a:ea typeface="黑体" panose="02010609060101010101" pitchFamily="49" charset="-122"/>
              </a:rPr>
              <a:t>(M) )</a:t>
            </a:r>
            <a:r>
              <a:rPr lang="zh-CN" altLang="en-US" sz="2400" dirty="0">
                <a:solidFill>
                  <a:schemeClr val="bg2"/>
                </a:solidFill>
                <a:latin typeface="Times New Roman" panose="02020603050405020304" pitchFamily="18" charset="0"/>
                <a:ea typeface="黑体" panose="02010609060101010101" pitchFamily="49" charset="-122"/>
              </a:rPr>
              <a:t>表示；</a:t>
            </a:r>
          </a:p>
          <a:p>
            <a:pPr marL="0" indent="0" eaLnBrk="1" hangingPunct="1">
              <a:lnSpc>
                <a:spcPts val="3000"/>
              </a:lnSpc>
              <a:buClr>
                <a:srgbClr val="FF0000"/>
              </a:buClr>
              <a:buFont typeface="Wingdings" pitchFamily="2" charset="2"/>
              <a:buNone/>
              <a:defRPr/>
            </a:pPr>
            <a:r>
              <a:rPr lang="zh-CN" altLang="en-US" sz="2400" dirty="0">
                <a:solidFill>
                  <a:schemeClr val="bg2"/>
                </a:solidFill>
                <a:latin typeface="Times New Roman" panose="02020603050405020304" pitchFamily="18" charset="0"/>
                <a:ea typeface="黑体" panose="02010609060101010101" pitchFamily="49" charset="-122"/>
              </a:rPr>
              <a:t>步骤</a:t>
            </a:r>
            <a:r>
              <a:rPr lang="en-US" altLang="zh-CN" sz="2400" dirty="0">
                <a:solidFill>
                  <a:schemeClr val="bg2"/>
                </a:solidFill>
                <a:latin typeface="Times New Roman" panose="02020603050405020304" pitchFamily="18" charset="0"/>
                <a:ea typeface="黑体" panose="02010609060101010101" pitchFamily="49" charset="-122"/>
              </a:rPr>
              <a:t>4</a:t>
            </a:r>
            <a:r>
              <a:rPr lang="zh-CN" altLang="en-US" sz="2400" dirty="0">
                <a:solidFill>
                  <a:schemeClr val="bg2"/>
                </a:solidFill>
                <a:latin typeface="Times New Roman" panose="02020603050405020304" pitchFamily="18" charset="0"/>
                <a:ea typeface="黑体" panose="02010609060101010101" pitchFamily="49" charset="-122"/>
              </a:rPr>
              <a:t>：</a:t>
            </a:r>
            <a:r>
              <a:rPr lang="en-US" altLang="zh-CN" sz="2400" dirty="0">
                <a:solidFill>
                  <a:schemeClr val="bg2"/>
                </a:solidFill>
                <a:latin typeface="Times New Roman" panose="02020603050405020304" pitchFamily="18" charset="0"/>
                <a:ea typeface="黑体" panose="02010609060101010101" pitchFamily="49" charset="-122"/>
              </a:rPr>
              <a:t>B</a:t>
            </a:r>
            <a:r>
              <a:rPr lang="zh-CN" altLang="en-US" sz="2400" dirty="0">
                <a:solidFill>
                  <a:schemeClr val="bg2"/>
                </a:solidFill>
                <a:latin typeface="Times New Roman" panose="02020603050405020304" pitchFamily="18" charset="0"/>
                <a:ea typeface="黑体" panose="02010609060101010101" pitchFamily="49" charset="-122"/>
              </a:rPr>
              <a:t>根据解密后的明文是否有意义来进行消息完整性验证，如果有意义，</a:t>
            </a:r>
            <a:r>
              <a:rPr lang="en-US" altLang="zh-CN" sz="2400" dirty="0">
                <a:solidFill>
                  <a:schemeClr val="bg2"/>
                </a:solidFill>
                <a:latin typeface="Times New Roman" panose="02020603050405020304" pitchFamily="18" charset="0"/>
                <a:ea typeface="黑体" panose="02010609060101010101" pitchFamily="49" charset="-122"/>
              </a:rPr>
              <a:t>B</a:t>
            </a:r>
            <a:r>
              <a:rPr lang="zh-CN" altLang="en-US" sz="2400" dirty="0">
                <a:solidFill>
                  <a:schemeClr val="bg2"/>
                </a:solidFill>
                <a:latin typeface="Times New Roman" panose="02020603050405020304" pitchFamily="18" charset="0"/>
                <a:ea typeface="黑体" panose="02010609060101010101" pitchFamily="49" charset="-122"/>
              </a:rPr>
              <a:t>认为数据是完整的，如果是无意义的乱码，则</a:t>
            </a:r>
            <a:r>
              <a:rPr lang="en-US" altLang="zh-CN" sz="2400" dirty="0">
                <a:solidFill>
                  <a:schemeClr val="bg2"/>
                </a:solidFill>
                <a:latin typeface="Times New Roman" panose="02020603050405020304" pitchFamily="18" charset="0"/>
                <a:ea typeface="黑体" panose="02010609060101010101" pitchFamily="49" charset="-122"/>
              </a:rPr>
              <a:t>B</a:t>
            </a:r>
            <a:r>
              <a:rPr lang="zh-CN" altLang="en-US" sz="2400" dirty="0">
                <a:solidFill>
                  <a:schemeClr val="bg2"/>
                </a:solidFill>
                <a:latin typeface="Times New Roman" panose="02020603050405020304" pitchFamily="18" charset="0"/>
                <a:ea typeface="黑体" panose="02010609060101010101" pitchFamily="49" charset="-122"/>
              </a:rPr>
              <a:t>认为的数据遭到篡改。</a:t>
            </a:r>
          </a:p>
        </p:txBody>
      </p:sp>
    </p:spTree>
  </p:cSld>
  <p:clrMapOvr>
    <a:masterClrMapping/>
  </p:clrMapOvr>
  <p:transition spd="slow"/>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a:extLst>
              <a:ext uri="{FF2B5EF4-FFF2-40B4-BE49-F238E27FC236}">
                <a16:creationId xmlns:a16="http://schemas.microsoft.com/office/drawing/2014/main" id="{865EC60D-3B90-4C43-B280-649379C4215A}"/>
              </a:ext>
            </a:extLst>
          </p:cNvPr>
          <p:cNvSpPr>
            <a:spLocks noGrp="1"/>
          </p:cNvSpPr>
          <p:nvPr>
            <p:ph type="title"/>
          </p:nvPr>
        </p:nvSpPr>
        <p:spPr>
          <a:xfrm>
            <a:off x="304800" y="762000"/>
            <a:ext cx="8229600" cy="533400"/>
          </a:xfrm>
        </p:spPr>
        <p:txBody>
          <a:bodyPr vert="horz" wrap="square" lIns="91440" tIns="45720" rIns="91440" bIns="45720" numCol="1" anchor="t" anchorCtr="0" compatLnSpc="1">
            <a:prstTxWarp prst="textNoShape">
              <a:avLst/>
            </a:prstTxWarp>
          </a:bodyPr>
          <a:lstStyle/>
          <a:p>
            <a:pPr>
              <a:defRPr/>
            </a:pPr>
            <a:r>
              <a:rPr lang="zh-CN" altLang="en-US" sz="2800">
                <a:solidFill>
                  <a:srgbClr val="FF0000"/>
                </a:solidFill>
                <a:latin typeface="黑体" panose="02010609060101010101" pitchFamily="49" charset="-122"/>
                <a:ea typeface="黑体" panose="02010609060101010101" pitchFamily="49" charset="-122"/>
              </a:rPr>
              <a:t>评价</a:t>
            </a:r>
          </a:p>
        </p:txBody>
      </p:sp>
      <p:sp>
        <p:nvSpPr>
          <p:cNvPr id="25603" name="内容占位符 2">
            <a:extLst>
              <a:ext uri="{FF2B5EF4-FFF2-40B4-BE49-F238E27FC236}">
                <a16:creationId xmlns:a16="http://schemas.microsoft.com/office/drawing/2014/main" id="{EE9368ED-D5D2-1F41-8BC3-0A44E7D75BDB}"/>
              </a:ext>
            </a:extLst>
          </p:cNvPr>
          <p:cNvSpPr>
            <a:spLocks noGrp="1"/>
          </p:cNvSpPr>
          <p:nvPr>
            <p:ph idx="1"/>
          </p:nvPr>
        </p:nvSpPr>
        <p:spPr>
          <a:xfrm>
            <a:off x="0" y="1371600"/>
            <a:ext cx="8839200" cy="4572000"/>
          </a:xfrm>
        </p:spPr>
        <p:txBody>
          <a:bodyPr vert="horz" wrap="square" lIns="91440" tIns="45720" rIns="91440" bIns="45720" numCol="1" anchor="t" anchorCtr="0" compatLnSpc="1">
            <a:prstTxWarp prst="textNoShape">
              <a:avLst/>
            </a:prstTxWarp>
          </a:bodyPr>
          <a:lstStyle/>
          <a:p>
            <a:pPr lvl="1">
              <a:buClr>
                <a:srgbClr val="D98725"/>
              </a:buClr>
              <a:buFont typeface="Wingdings" pitchFamily="2" charset="2"/>
              <a:buChar char="u"/>
              <a:defRPr/>
            </a:pPr>
            <a:r>
              <a:rPr lang="zh-CN" altLang="en-US" sz="2000">
                <a:solidFill>
                  <a:schemeClr val="bg2"/>
                </a:solidFill>
                <a:latin typeface="黑体" panose="02010609060101010101" pitchFamily="49" charset="-122"/>
                <a:ea typeface="黑体" panose="02010609060101010101" pitchFamily="49" charset="-122"/>
              </a:rPr>
              <a:t>在本机制中，参照物的依据就是解密后的信息是否有意义。</a:t>
            </a:r>
            <a:endParaRPr lang="en-US" altLang="zh-CN" sz="2000">
              <a:solidFill>
                <a:schemeClr val="bg2"/>
              </a:solidFill>
              <a:latin typeface="黑体" panose="02010609060101010101" pitchFamily="49" charset="-122"/>
              <a:ea typeface="黑体" panose="02010609060101010101" pitchFamily="49" charset="-122"/>
            </a:endParaRPr>
          </a:p>
          <a:p>
            <a:pPr lvl="1">
              <a:buClr>
                <a:srgbClr val="D98725"/>
              </a:buClr>
              <a:buFont typeface="Wingdings" pitchFamily="2" charset="2"/>
              <a:buChar char="u"/>
              <a:defRPr/>
            </a:pPr>
            <a:r>
              <a:rPr lang="zh-CN" altLang="en-US" sz="2000">
                <a:solidFill>
                  <a:schemeClr val="bg2"/>
                </a:solidFill>
                <a:latin typeface="黑体" panose="02010609060101010101" pitchFamily="49" charset="-122"/>
                <a:ea typeface="黑体" panose="02010609060101010101" pitchFamily="49" charset="-122"/>
              </a:rPr>
              <a:t>这个机制使用非对称密钥加密机制加密要发送的信息来验证数据的完整性，解决了密钥的分发问题。</a:t>
            </a:r>
            <a:endParaRPr lang="en-US" altLang="zh-CN" sz="2000">
              <a:solidFill>
                <a:schemeClr val="bg2"/>
              </a:solidFill>
              <a:latin typeface="黑体" panose="02010609060101010101" pitchFamily="49" charset="-122"/>
              <a:ea typeface="黑体" panose="02010609060101010101" pitchFamily="49" charset="-122"/>
            </a:endParaRPr>
          </a:p>
          <a:p>
            <a:pPr lvl="1">
              <a:buClr>
                <a:srgbClr val="D98725"/>
              </a:buClr>
              <a:buFont typeface="Wingdings" pitchFamily="2" charset="2"/>
              <a:buChar char="u"/>
              <a:defRPr/>
            </a:pPr>
            <a:r>
              <a:rPr lang="zh-CN" altLang="en-US" sz="2000">
                <a:solidFill>
                  <a:schemeClr val="bg2"/>
                </a:solidFill>
                <a:latin typeface="黑体" panose="02010609060101010101" pitchFamily="49" charset="-122"/>
                <a:ea typeface="黑体" panose="02010609060101010101" pitchFamily="49" charset="-122"/>
              </a:rPr>
              <a:t>由于</a:t>
            </a:r>
            <a:r>
              <a:rPr lang="en-US" altLang="zh-CN" sz="2000">
                <a:solidFill>
                  <a:schemeClr val="bg2"/>
                </a:solidFill>
                <a:latin typeface="黑体" panose="02010609060101010101" pitchFamily="49" charset="-122"/>
                <a:ea typeface="黑体" panose="02010609060101010101" pitchFamily="49" charset="-122"/>
              </a:rPr>
              <a:t>A</a:t>
            </a:r>
            <a:r>
              <a:rPr lang="zh-CN" altLang="en-US" sz="2000">
                <a:solidFill>
                  <a:schemeClr val="bg2"/>
                </a:solidFill>
                <a:latin typeface="黑体" panose="02010609060101010101" pitchFamily="49" charset="-122"/>
                <a:ea typeface="黑体" panose="02010609060101010101" pitchFamily="49" charset="-122"/>
              </a:rPr>
              <a:t>的公钥是公开的，任何人都可以解密</a:t>
            </a:r>
            <a:r>
              <a:rPr lang="en-US" altLang="zh-CN" sz="2000">
                <a:solidFill>
                  <a:schemeClr val="bg2"/>
                </a:solidFill>
                <a:latin typeface="黑体" panose="02010609060101010101" pitchFamily="49" charset="-122"/>
                <a:ea typeface="黑体" panose="02010609060101010101" pitchFamily="49" charset="-122"/>
              </a:rPr>
              <a:t>A</a:t>
            </a:r>
            <a:r>
              <a:rPr lang="zh-CN" altLang="en-US" sz="2000">
                <a:solidFill>
                  <a:schemeClr val="bg2"/>
                </a:solidFill>
                <a:latin typeface="黑体" panose="02010609060101010101" pitchFamily="49" charset="-122"/>
                <a:ea typeface="黑体" panose="02010609060101010101" pitchFamily="49" charset="-122"/>
              </a:rPr>
              <a:t>加密的消息，因此该机制不具有保密作用。</a:t>
            </a:r>
            <a:endParaRPr lang="en-US" altLang="zh-CN" sz="2000">
              <a:solidFill>
                <a:schemeClr val="bg2"/>
              </a:solidFill>
              <a:latin typeface="黑体" panose="02010609060101010101" pitchFamily="49" charset="-122"/>
              <a:ea typeface="黑体" panose="02010609060101010101" pitchFamily="49" charset="-122"/>
            </a:endParaRPr>
          </a:p>
          <a:p>
            <a:pPr lvl="1">
              <a:buClr>
                <a:srgbClr val="D98725"/>
              </a:buClr>
              <a:buFont typeface="Wingdings" pitchFamily="2" charset="2"/>
              <a:buChar char="u"/>
              <a:defRPr/>
            </a:pPr>
            <a:r>
              <a:rPr lang="zh-CN" altLang="en-US" sz="2000">
                <a:solidFill>
                  <a:schemeClr val="bg2"/>
                </a:solidFill>
                <a:latin typeface="黑体" panose="02010609060101010101" pitchFamily="49" charset="-122"/>
                <a:ea typeface="黑体" panose="02010609060101010101" pitchFamily="49" charset="-122"/>
              </a:rPr>
              <a:t>在完整性验证方面，即使攻击者</a:t>
            </a:r>
            <a:r>
              <a:rPr lang="en-US" altLang="zh-CN" sz="2000">
                <a:solidFill>
                  <a:schemeClr val="bg2"/>
                </a:solidFill>
                <a:latin typeface="黑体" panose="02010609060101010101" pitchFamily="49" charset="-122"/>
                <a:ea typeface="黑体" panose="02010609060101010101" pitchFamily="49" charset="-122"/>
              </a:rPr>
              <a:t>C</a:t>
            </a:r>
            <a:r>
              <a:rPr lang="zh-CN" altLang="en-US" sz="2000">
                <a:solidFill>
                  <a:schemeClr val="bg2"/>
                </a:solidFill>
                <a:latin typeface="黑体" panose="02010609060101010101" pitchFamily="49" charset="-122"/>
                <a:ea typeface="黑体" panose="02010609060101010101" pitchFamily="49" charset="-122"/>
              </a:rPr>
              <a:t>在中途截获了加密消息，能够用</a:t>
            </a:r>
            <a:r>
              <a:rPr lang="en-US" altLang="zh-CN" sz="2000">
                <a:solidFill>
                  <a:schemeClr val="bg2"/>
                </a:solidFill>
                <a:latin typeface="黑体" panose="02010609060101010101" pitchFamily="49" charset="-122"/>
                <a:ea typeface="黑体" panose="02010609060101010101" pitchFamily="49" charset="-122"/>
              </a:rPr>
              <a:t>A</a:t>
            </a:r>
            <a:r>
              <a:rPr lang="zh-CN" altLang="en-US" sz="2000">
                <a:solidFill>
                  <a:schemeClr val="bg2"/>
                </a:solidFill>
                <a:latin typeface="黑体" panose="02010609060101010101" pitchFamily="49" charset="-122"/>
                <a:ea typeface="黑体" panose="02010609060101010101" pitchFamily="49" charset="-122"/>
              </a:rPr>
              <a:t>的公钥解密消息，然后篡改消息，也没法达到任何目的</a:t>
            </a:r>
            <a:endParaRPr lang="en-US" altLang="zh-CN" sz="2000">
              <a:solidFill>
                <a:schemeClr val="bg2"/>
              </a:solidFill>
              <a:latin typeface="黑体" panose="02010609060101010101" pitchFamily="49" charset="-122"/>
              <a:ea typeface="黑体" panose="02010609060101010101" pitchFamily="49" charset="-122"/>
            </a:endParaRPr>
          </a:p>
          <a:p>
            <a:pPr lvl="1">
              <a:buClr>
                <a:srgbClr val="D98725"/>
              </a:buClr>
              <a:buFont typeface="Wingdings" pitchFamily="2" charset="2"/>
              <a:buNone/>
              <a:defRPr/>
            </a:pPr>
            <a:r>
              <a:rPr lang="zh-CN" altLang="en-US" sz="2400">
                <a:solidFill>
                  <a:srgbClr val="FF0000"/>
                </a:solidFill>
                <a:latin typeface="黑体" panose="02010609060101010101" pitchFamily="49" charset="-122"/>
                <a:ea typeface="黑体" panose="02010609060101010101" pitchFamily="49" charset="-122"/>
              </a:rPr>
              <a:t>这个机制有两个主要缺点：</a:t>
            </a:r>
            <a:endParaRPr lang="en-US" altLang="zh-CN" sz="2400">
              <a:solidFill>
                <a:srgbClr val="FF0000"/>
              </a:solidFill>
              <a:latin typeface="黑体" panose="02010609060101010101" pitchFamily="49" charset="-122"/>
              <a:ea typeface="黑体" panose="02010609060101010101" pitchFamily="49" charset="-122"/>
            </a:endParaRPr>
          </a:p>
          <a:p>
            <a:pPr lvl="1">
              <a:buClr>
                <a:srgbClr val="D98725"/>
              </a:buClr>
              <a:buFont typeface="Wingdings" pitchFamily="2" charset="2"/>
              <a:buChar char="u"/>
              <a:defRPr/>
            </a:pPr>
            <a:r>
              <a:rPr lang="zh-CN" altLang="en-US" sz="2000">
                <a:solidFill>
                  <a:schemeClr val="bg2"/>
                </a:solidFill>
                <a:latin typeface="黑体" panose="02010609060101010101" pitchFamily="49" charset="-122"/>
                <a:ea typeface="黑体" panose="02010609060101010101" pitchFamily="49" charset="-122"/>
              </a:rPr>
              <a:t>第一个缺点是用非对称加密体制加密整个消息，加密的速度慢；</a:t>
            </a:r>
            <a:endParaRPr lang="en-US" altLang="zh-CN" sz="2000">
              <a:solidFill>
                <a:schemeClr val="bg2"/>
              </a:solidFill>
              <a:latin typeface="黑体" panose="02010609060101010101" pitchFamily="49" charset="-122"/>
              <a:ea typeface="黑体" panose="02010609060101010101" pitchFamily="49" charset="-122"/>
            </a:endParaRPr>
          </a:p>
          <a:p>
            <a:pPr lvl="1">
              <a:buClr>
                <a:srgbClr val="D98725"/>
              </a:buClr>
              <a:buFont typeface="Wingdings" pitchFamily="2" charset="2"/>
              <a:buChar char="u"/>
              <a:defRPr/>
            </a:pPr>
            <a:r>
              <a:rPr lang="zh-CN" altLang="en-US" sz="2000">
                <a:solidFill>
                  <a:schemeClr val="bg2"/>
                </a:solidFill>
                <a:latin typeface="黑体" panose="02010609060101010101" pitchFamily="49" charset="-122"/>
                <a:ea typeface="黑体" panose="02010609060101010101" pitchFamily="49" charset="-122"/>
              </a:rPr>
              <a:t>第二个缺点是发送的明文必须是有意义的明文，在某些场合下，有意义的明文并不好判断，例如二进制文件，因此很难确定解密后的消息就是明文本身，为此对于二进制等文件还是需要通过增加额外验证码来进行完整性验证。</a:t>
            </a:r>
          </a:p>
          <a:p>
            <a:pPr lvl="1">
              <a:buClr>
                <a:srgbClr val="D98725"/>
              </a:buClr>
              <a:buFont typeface="Wingdings" pitchFamily="2" charset="2"/>
              <a:buChar char="u"/>
              <a:defRPr/>
            </a:pPr>
            <a:endParaRPr lang="zh-CN" altLang="en-US" sz="2000">
              <a:solidFill>
                <a:schemeClr val="bg2"/>
              </a:solidFill>
              <a:latin typeface="黑体" panose="02010609060101010101" pitchFamily="49" charset="-122"/>
              <a:ea typeface="黑体" panose="02010609060101010101" pitchFamily="49" charset="-122"/>
            </a:endParaRPr>
          </a:p>
        </p:txBody>
      </p:sp>
    </p:spTree>
  </p:cSld>
  <p:clrMapOvr>
    <a:masterClrMapping/>
  </p:clrMapOvr>
  <p:transition spd="slow"/>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a:extLst>
              <a:ext uri="{FF2B5EF4-FFF2-40B4-BE49-F238E27FC236}">
                <a16:creationId xmlns:a16="http://schemas.microsoft.com/office/drawing/2014/main" id="{B6ADF528-DC50-454D-99EA-63FC52AB0A58}"/>
              </a:ext>
            </a:extLst>
          </p:cNvPr>
          <p:cNvSpPr>
            <a:spLocks noGrp="1"/>
          </p:cNvSpPr>
          <p:nvPr>
            <p:ph type="title"/>
          </p:nvPr>
        </p:nvSpPr>
        <p:spPr>
          <a:xfrm>
            <a:off x="76200" y="762000"/>
            <a:ext cx="8991600" cy="609600"/>
          </a:xfrm>
        </p:spPr>
        <p:txBody>
          <a:bodyPr vert="horz" wrap="square" lIns="91440" tIns="45720" rIns="91440" bIns="45720" numCol="1" anchor="t" anchorCtr="0" compatLnSpc="1">
            <a:prstTxWarp prst="textNoShape">
              <a:avLst/>
            </a:prstTxWarp>
          </a:bodyPr>
          <a:lstStyle/>
          <a:p>
            <a:pPr>
              <a:defRPr/>
            </a:pPr>
            <a:r>
              <a:rPr lang="zh-CN" altLang="en-US" sz="2800">
                <a:solidFill>
                  <a:srgbClr val="FF0000"/>
                </a:solidFill>
                <a:latin typeface="黑体" panose="02010609060101010101" pitchFamily="49" charset="-122"/>
                <a:ea typeface="黑体" panose="02010609060101010101" pitchFamily="49" charset="-122"/>
              </a:rPr>
              <a:t>（</a:t>
            </a:r>
            <a:r>
              <a:rPr lang="en-US" altLang="zh-CN" sz="2800">
                <a:solidFill>
                  <a:srgbClr val="FF0000"/>
                </a:solidFill>
                <a:latin typeface="黑体" panose="02010609060101010101" pitchFamily="49" charset="-122"/>
                <a:ea typeface="黑体" panose="02010609060101010101" pitchFamily="49" charset="-122"/>
              </a:rPr>
              <a:t>5</a:t>
            </a:r>
            <a:r>
              <a:rPr lang="zh-CN" altLang="en-US" sz="2800">
                <a:solidFill>
                  <a:srgbClr val="FF0000"/>
                </a:solidFill>
                <a:latin typeface="黑体" panose="02010609060101010101" pitchFamily="49" charset="-122"/>
                <a:ea typeface="黑体" panose="02010609060101010101" pitchFamily="49" charset="-122"/>
              </a:rPr>
              <a:t>）基于消息认证码（</a:t>
            </a:r>
            <a:r>
              <a:rPr lang="en-US" altLang="zh-CN" sz="2800">
                <a:solidFill>
                  <a:srgbClr val="FF0000"/>
                </a:solidFill>
                <a:latin typeface="黑体" panose="02010609060101010101" pitchFamily="49" charset="-122"/>
                <a:ea typeface="黑体" panose="02010609060101010101" pitchFamily="49" charset="-122"/>
              </a:rPr>
              <a:t>MAC</a:t>
            </a:r>
            <a:r>
              <a:rPr lang="zh-CN" altLang="en-US" sz="2800">
                <a:solidFill>
                  <a:srgbClr val="FF0000"/>
                </a:solidFill>
                <a:latin typeface="黑体" panose="02010609060101010101" pitchFamily="49" charset="-122"/>
                <a:ea typeface="黑体" panose="02010609060101010101" pitchFamily="49" charset="-122"/>
              </a:rPr>
              <a:t>）的数据完整性验证机制</a:t>
            </a:r>
          </a:p>
        </p:txBody>
      </p:sp>
      <p:sp>
        <p:nvSpPr>
          <p:cNvPr id="27651" name="内容占位符 2">
            <a:extLst>
              <a:ext uri="{FF2B5EF4-FFF2-40B4-BE49-F238E27FC236}">
                <a16:creationId xmlns:a16="http://schemas.microsoft.com/office/drawing/2014/main" id="{12A98CDD-C38B-914B-8D96-2BF5955DDA03}"/>
              </a:ext>
            </a:extLst>
          </p:cNvPr>
          <p:cNvSpPr>
            <a:spLocks noGrp="1"/>
          </p:cNvSpPr>
          <p:nvPr>
            <p:ph idx="1"/>
          </p:nvPr>
        </p:nvSpPr>
        <p:spPr>
          <a:xfrm>
            <a:off x="457200" y="1524000"/>
            <a:ext cx="8378825" cy="3886200"/>
          </a:xfrm>
        </p:spPr>
        <p:txBody>
          <a:bodyPr vert="horz" wrap="square" lIns="91440" tIns="45720" rIns="91440" bIns="45720" numCol="1" anchor="t" anchorCtr="0" compatLnSpc="1">
            <a:prstTxWarp prst="textNoShape">
              <a:avLst/>
            </a:prstTxWarp>
          </a:bodyPr>
          <a:lstStyle/>
          <a:p>
            <a:pPr marL="0" indent="0" eaLnBrk="1" hangingPunct="1">
              <a:lnSpc>
                <a:spcPts val="2875"/>
              </a:lnSpc>
              <a:buClr>
                <a:srgbClr val="FF0000"/>
              </a:buClr>
              <a:buFont typeface="Wingdings" pitchFamily="2" charset="2"/>
              <a:buNone/>
              <a:defRPr/>
            </a:pPr>
            <a:r>
              <a:rPr lang="zh-CN" altLang="en-US" sz="2400">
                <a:solidFill>
                  <a:schemeClr val="bg2"/>
                </a:solidFill>
                <a:latin typeface="Times New Roman" panose="02020603050405020304" pitchFamily="18" charset="0"/>
                <a:ea typeface="黑体" panose="02010609060101010101" pitchFamily="49" charset="-122"/>
              </a:rPr>
              <a:t>步骤</a:t>
            </a:r>
            <a:r>
              <a:rPr lang="en-US" altLang="zh-CN" sz="2400">
                <a:solidFill>
                  <a:schemeClr val="bg2"/>
                </a:solidFill>
                <a:latin typeface="Times New Roman" panose="02020603050405020304" pitchFamily="18" charset="0"/>
                <a:ea typeface="黑体" panose="02010609060101010101" pitchFamily="49" charset="-122"/>
              </a:rPr>
              <a:t>1</a:t>
            </a:r>
            <a:r>
              <a:rPr lang="zh-CN" altLang="en-US" sz="2400">
                <a:solidFill>
                  <a:schemeClr val="bg2"/>
                </a:solidFill>
                <a:latin typeface="Times New Roman" panose="02020603050405020304" pitchFamily="18" charset="0"/>
                <a:ea typeface="黑体" panose="02010609060101010101" pitchFamily="49" charset="-122"/>
              </a:rPr>
              <a:t>：</a:t>
            </a:r>
            <a:r>
              <a:rPr lang="en-US" altLang="zh-CN" sz="2400">
                <a:solidFill>
                  <a:schemeClr val="bg2"/>
                </a:solidFill>
                <a:latin typeface="Times New Roman" panose="02020603050405020304" pitchFamily="18" charset="0"/>
                <a:ea typeface="黑体" panose="02010609060101010101" pitchFamily="49" charset="-122"/>
              </a:rPr>
              <a:t>A</a:t>
            </a:r>
            <a:r>
              <a:rPr lang="zh-CN" altLang="en-US" sz="2400">
                <a:solidFill>
                  <a:schemeClr val="bg2"/>
                </a:solidFill>
                <a:latin typeface="Times New Roman" panose="02020603050405020304" pitchFamily="18" charset="0"/>
                <a:ea typeface="黑体" panose="02010609060101010101" pitchFamily="49" charset="-122"/>
              </a:rPr>
              <a:t>根据要发送的消息</a:t>
            </a:r>
            <a:r>
              <a:rPr lang="en-US" altLang="zh-CN" sz="2400">
                <a:solidFill>
                  <a:schemeClr val="bg2"/>
                </a:solidFill>
                <a:latin typeface="Times New Roman" panose="02020603050405020304" pitchFamily="18" charset="0"/>
                <a:ea typeface="黑体" panose="02010609060101010101" pitchFamily="49" charset="-122"/>
              </a:rPr>
              <a:t>M0</a:t>
            </a:r>
            <a:r>
              <a:rPr lang="zh-CN" altLang="en-US" sz="2400">
                <a:solidFill>
                  <a:schemeClr val="bg2"/>
                </a:solidFill>
                <a:latin typeface="Times New Roman" panose="02020603050405020304" pitchFamily="18" charset="0"/>
                <a:ea typeface="黑体" panose="02010609060101010101" pitchFamily="49" charset="-122"/>
              </a:rPr>
              <a:t>，利用密钥</a:t>
            </a:r>
            <a:r>
              <a:rPr lang="en-US" altLang="zh-CN" sz="2400">
                <a:solidFill>
                  <a:schemeClr val="bg2"/>
                </a:solidFill>
                <a:latin typeface="Times New Roman" panose="02020603050405020304" pitchFamily="18" charset="0"/>
                <a:ea typeface="黑体" panose="02010609060101010101" pitchFamily="49" charset="-122"/>
              </a:rPr>
              <a:t>K</a:t>
            </a:r>
            <a:r>
              <a:rPr lang="zh-CN" altLang="en-US" sz="2400">
                <a:solidFill>
                  <a:schemeClr val="bg2"/>
                </a:solidFill>
                <a:latin typeface="Times New Roman" panose="02020603050405020304" pitchFamily="18" charset="0"/>
                <a:ea typeface="黑体" panose="02010609060101010101" pitchFamily="49" charset="-122"/>
              </a:rPr>
              <a:t>通过</a:t>
            </a:r>
            <a:r>
              <a:rPr lang="en-US" altLang="zh-CN" sz="2400">
                <a:solidFill>
                  <a:schemeClr val="bg2"/>
                </a:solidFill>
                <a:latin typeface="Times New Roman" panose="02020603050405020304" pitchFamily="18" charset="0"/>
                <a:ea typeface="黑体" panose="02010609060101010101" pitchFamily="49" charset="-122"/>
              </a:rPr>
              <a:t>MAC</a:t>
            </a:r>
            <a:r>
              <a:rPr lang="zh-CN" altLang="en-US" sz="2400">
                <a:solidFill>
                  <a:schemeClr val="bg2"/>
                </a:solidFill>
                <a:latin typeface="Times New Roman" panose="02020603050405020304" pitchFamily="18" charset="0"/>
                <a:ea typeface="黑体" panose="02010609060101010101" pitchFamily="49" charset="-122"/>
              </a:rPr>
              <a:t>产生函数</a:t>
            </a:r>
            <a:r>
              <a:rPr lang="en-US" altLang="zh-CN" sz="2400">
                <a:solidFill>
                  <a:schemeClr val="bg2"/>
                </a:solidFill>
                <a:latin typeface="Times New Roman" panose="02020603050405020304" pitchFamily="18" charset="0"/>
                <a:ea typeface="黑体" panose="02010609060101010101" pitchFamily="49" charset="-122"/>
              </a:rPr>
              <a:t>C</a:t>
            </a:r>
            <a:r>
              <a:rPr lang="zh-CN" altLang="en-US" sz="2400">
                <a:solidFill>
                  <a:schemeClr val="bg2"/>
                </a:solidFill>
                <a:latin typeface="Times New Roman" panose="02020603050405020304" pitchFamily="18" charset="0"/>
                <a:ea typeface="黑体" panose="02010609060101010101" pitchFamily="49" charset="-122"/>
              </a:rPr>
              <a:t>产生</a:t>
            </a:r>
            <a:r>
              <a:rPr lang="en-US" altLang="zh-CN" sz="2400">
                <a:solidFill>
                  <a:schemeClr val="bg2"/>
                </a:solidFill>
                <a:latin typeface="Times New Roman" panose="02020603050405020304" pitchFamily="18" charset="0"/>
                <a:ea typeface="黑体" panose="02010609060101010101" pitchFamily="49" charset="-122"/>
              </a:rPr>
              <a:t>MAC0=Ck(M0)</a:t>
            </a:r>
            <a:r>
              <a:rPr lang="zh-CN" altLang="en-US" sz="2400">
                <a:solidFill>
                  <a:schemeClr val="bg2"/>
                </a:solidFill>
                <a:latin typeface="Times New Roman" panose="02020603050405020304" pitchFamily="18" charset="0"/>
                <a:ea typeface="黑体" panose="02010609060101010101" pitchFamily="49" charset="-122"/>
              </a:rPr>
              <a:t>；</a:t>
            </a:r>
          </a:p>
          <a:p>
            <a:pPr marL="0" indent="0" eaLnBrk="1" hangingPunct="1">
              <a:lnSpc>
                <a:spcPts val="2875"/>
              </a:lnSpc>
              <a:buClr>
                <a:srgbClr val="FF0000"/>
              </a:buClr>
              <a:buFont typeface="Wingdings" pitchFamily="2" charset="2"/>
              <a:buNone/>
              <a:defRPr/>
            </a:pPr>
            <a:r>
              <a:rPr lang="zh-CN" altLang="en-US" sz="2400">
                <a:solidFill>
                  <a:schemeClr val="bg2"/>
                </a:solidFill>
                <a:latin typeface="Times New Roman" panose="02020603050405020304" pitchFamily="18" charset="0"/>
                <a:ea typeface="黑体" panose="02010609060101010101" pitchFamily="49" charset="-122"/>
              </a:rPr>
              <a:t>步骤</a:t>
            </a:r>
            <a:r>
              <a:rPr lang="en-US" altLang="zh-CN" sz="2400">
                <a:solidFill>
                  <a:schemeClr val="bg2"/>
                </a:solidFill>
                <a:latin typeface="Times New Roman" panose="02020603050405020304" pitchFamily="18" charset="0"/>
                <a:ea typeface="黑体" panose="02010609060101010101" pitchFamily="49" charset="-122"/>
              </a:rPr>
              <a:t>2</a:t>
            </a:r>
            <a:r>
              <a:rPr lang="zh-CN" altLang="en-US" sz="2400">
                <a:solidFill>
                  <a:schemeClr val="bg2"/>
                </a:solidFill>
                <a:latin typeface="Times New Roman" panose="02020603050405020304" pitchFamily="18" charset="0"/>
                <a:ea typeface="黑体" panose="02010609060101010101" pitchFamily="49" charset="-122"/>
              </a:rPr>
              <a:t>：</a:t>
            </a:r>
            <a:r>
              <a:rPr lang="en-US" altLang="zh-CN" sz="2400">
                <a:solidFill>
                  <a:schemeClr val="bg2"/>
                </a:solidFill>
                <a:latin typeface="Times New Roman" panose="02020603050405020304" pitchFamily="18" charset="0"/>
                <a:ea typeface="黑体" panose="02010609060101010101" pitchFamily="49" charset="-122"/>
              </a:rPr>
              <a:t>A</a:t>
            </a:r>
            <a:r>
              <a:rPr lang="zh-CN" altLang="en-US" sz="2400">
                <a:solidFill>
                  <a:schemeClr val="bg2"/>
                </a:solidFill>
                <a:latin typeface="Times New Roman" panose="02020603050405020304" pitchFamily="18" charset="0"/>
                <a:ea typeface="黑体" panose="02010609060101010101" pitchFamily="49" charset="-122"/>
              </a:rPr>
              <a:t>将</a:t>
            </a:r>
            <a:r>
              <a:rPr lang="en-US" altLang="zh-CN" sz="2400">
                <a:solidFill>
                  <a:schemeClr val="bg2"/>
                </a:solidFill>
                <a:latin typeface="Times New Roman" panose="02020603050405020304" pitchFamily="18" charset="0"/>
                <a:ea typeface="黑体" panose="02010609060101010101" pitchFamily="49" charset="-122"/>
              </a:rPr>
              <a:t>M0</a:t>
            </a:r>
            <a:r>
              <a:rPr lang="zh-CN" altLang="en-US" sz="2400">
                <a:solidFill>
                  <a:schemeClr val="bg2"/>
                </a:solidFill>
                <a:latin typeface="Times New Roman" panose="02020603050405020304" pitchFamily="18" charset="0"/>
                <a:ea typeface="黑体" panose="02010609060101010101" pitchFamily="49" charset="-122"/>
              </a:rPr>
              <a:t>和</a:t>
            </a:r>
            <a:r>
              <a:rPr lang="en-US" altLang="zh-CN" sz="2400">
                <a:solidFill>
                  <a:schemeClr val="bg2"/>
                </a:solidFill>
                <a:latin typeface="Times New Roman" panose="02020603050405020304" pitchFamily="18" charset="0"/>
                <a:ea typeface="黑体" panose="02010609060101010101" pitchFamily="49" charset="-122"/>
              </a:rPr>
              <a:t>MAC0</a:t>
            </a:r>
            <a:r>
              <a:rPr lang="zh-CN" altLang="en-US" sz="2400">
                <a:solidFill>
                  <a:schemeClr val="bg2"/>
                </a:solidFill>
                <a:latin typeface="Times New Roman" panose="02020603050405020304" pitchFamily="18" charset="0"/>
                <a:ea typeface="黑体" panose="02010609060101010101" pitchFamily="49" charset="-122"/>
              </a:rPr>
              <a:t>合在一起，并通过网络发送到</a:t>
            </a:r>
            <a:r>
              <a:rPr lang="en-US" altLang="zh-CN" sz="2400">
                <a:solidFill>
                  <a:schemeClr val="bg2"/>
                </a:solidFill>
                <a:latin typeface="Times New Roman" panose="02020603050405020304" pitchFamily="18" charset="0"/>
                <a:ea typeface="黑体" panose="02010609060101010101" pitchFamily="49" charset="-122"/>
              </a:rPr>
              <a:t>B</a:t>
            </a:r>
            <a:r>
              <a:rPr lang="zh-CN" altLang="en-US" sz="2400">
                <a:solidFill>
                  <a:schemeClr val="bg2"/>
                </a:solidFill>
                <a:latin typeface="Times New Roman" panose="02020603050405020304" pitchFamily="18" charset="0"/>
                <a:ea typeface="黑体" panose="02010609060101010101" pitchFamily="49" charset="-122"/>
              </a:rPr>
              <a:t>；</a:t>
            </a:r>
          </a:p>
          <a:p>
            <a:pPr marL="0" indent="0" eaLnBrk="1" hangingPunct="1">
              <a:lnSpc>
                <a:spcPts val="2875"/>
              </a:lnSpc>
              <a:buClr>
                <a:srgbClr val="FF0000"/>
              </a:buClr>
              <a:buFont typeface="Wingdings" pitchFamily="2" charset="2"/>
              <a:buNone/>
              <a:defRPr/>
            </a:pPr>
            <a:r>
              <a:rPr lang="zh-CN" altLang="en-US" sz="2400">
                <a:solidFill>
                  <a:schemeClr val="bg2"/>
                </a:solidFill>
                <a:latin typeface="Times New Roman" panose="02020603050405020304" pitchFamily="18" charset="0"/>
                <a:ea typeface="黑体" panose="02010609060101010101" pitchFamily="49" charset="-122"/>
              </a:rPr>
              <a:t>步骤</a:t>
            </a:r>
            <a:r>
              <a:rPr lang="en-US" altLang="zh-CN" sz="2400">
                <a:solidFill>
                  <a:schemeClr val="bg2"/>
                </a:solidFill>
                <a:latin typeface="Times New Roman" panose="02020603050405020304" pitchFamily="18" charset="0"/>
                <a:ea typeface="黑体" panose="02010609060101010101" pitchFamily="49" charset="-122"/>
              </a:rPr>
              <a:t>3</a:t>
            </a:r>
            <a:r>
              <a:rPr lang="zh-CN" altLang="en-US" sz="2400">
                <a:solidFill>
                  <a:schemeClr val="bg2"/>
                </a:solidFill>
                <a:latin typeface="Times New Roman" panose="02020603050405020304" pitchFamily="18" charset="0"/>
                <a:ea typeface="黑体" panose="02010609060101010101" pitchFamily="49" charset="-122"/>
              </a:rPr>
              <a:t>：</a:t>
            </a:r>
            <a:r>
              <a:rPr lang="en-US" altLang="zh-CN" sz="2400">
                <a:solidFill>
                  <a:schemeClr val="bg2"/>
                </a:solidFill>
                <a:latin typeface="Times New Roman" panose="02020603050405020304" pitchFamily="18" charset="0"/>
                <a:ea typeface="黑体" panose="02010609060101010101" pitchFamily="49" charset="-122"/>
              </a:rPr>
              <a:t>B</a:t>
            </a:r>
            <a:r>
              <a:rPr lang="zh-CN" altLang="en-US" sz="2400">
                <a:solidFill>
                  <a:schemeClr val="bg2"/>
                </a:solidFill>
                <a:latin typeface="Times New Roman" panose="02020603050405020304" pitchFamily="18" charset="0"/>
                <a:ea typeface="黑体" panose="02010609060101010101" pitchFamily="49" charset="-122"/>
              </a:rPr>
              <a:t>收到信息后，并将二者分开，设为</a:t>
            </a:r>
            <a:r>
              <a:rPr lang="en-US" altLang="zh-CN" sz="2400">
                <a:solidFill>
                  <a:schemeClr val="bg2"/>
                </a:solidFill>
                <a:latin typeface="Times New Roman" panose="02020603050405020304" pitchFamily="18" charset="0"/>
                <a:ea typeface="黑体" panose="02010609060101010101" pitchFamily="49" charset="-122"/>
              </a:rPr>
              <a:t>M1</a:t>
            </a:r>
            <a:r>
              <a:rPr lang="zh-CN" altLang="en-US" sz="2400">
                <a:solidFill>
                  <a:schemeClr val="bg2"/>
                </a:solidFill>
                <a:latin typeface="Times New Roman" panose="02020603050405020304" pitchFamily="18" charset="0"/>
                <a:ea typeface="黑体" panose="02010609060101010101" pitchFamily="49" charset="-122"/>
              </a:rPr>
              <a:t>和</a:t>
            </a:r>
            <a:r>
              <a:rPr lang="en-US" altLang="zh-CN" sz="2400">
                <a:solidFill>
                  <a:schemeClr val="bg2"/>
                </a:solidFill>
                <a:latin typeface="Times New Roman" panose="02020603050405020304" pitchFamily="18" charset="0"/>
                <a:ea typeface="黑体" panose="02010609060101010101" pitchFamily="49" charset="-122"/>
              </a:rPr>
              <a:t>MAC1</a:t>
            </a:r>
            <a:r>
              <a:rPr lang="zh-CN" altLang="en-US" sz="2400">
                <a:solidFill>
                  <a:schemeClr val="bg2"/>
                </a:solidFill>
                <a:latin typeface="Times New Roman" panose="02020603050405020304" pitchFamily="18" charset="0"/>
                <a:ea typeface="黑体" panose="02010609060101010101" pitchFamily="49" charset="-122"/>
              </a:rPr>
              <a:t>；</a:t>
            </a:r>
          </a:p>
          <a:p>
            <a:pPr marL="0" indent="0" eaLnBrk="1" hangingPunct="1">
              <a:lnSpc>
                <a:spcPts val="2875"/>
              </a:lnSpc>
              <a:buClr>
                <a:srgbClr val="FF0000"/>
              </a:buClr>
              <a:buFont typeface="Wingdings" pitchFamily="2" charset="2"/>
              <a:buNone/>
              <a:defRPr/>
            </a:pPr>
            <a:r>
              <a:rPr lang="zh-CN" altLang="en-US" sz="2400">
                <a:solidFill>
                  <a:schemeClr val="bg2"/>
                </a:solidFill>
                <a:latin typeface="Times New Roman" panose="02020603050405020304" pitchFamily="18" charset="0"/>
                <a:ea typeface="黑体" panose="02010609060101010101" pitchFamily="49" charset="-122"/>
              </a:rPr>
              <a:t>步骤</a:t>
            </a:r>
            <a:r>
              <a:rPr lang="en-US" altLang="zh-CN" sz="2400">
                <a:solidFill>
                  <a:schemeClr val="bg2"/>
                </a:solidFill>
                <a:latin typeface="Times New Roman" panose="02020603050405020304" pitchFamily="18" charset="0"/>
                <a:ea typeface="黑体" panose="02010609060101010101" pitchFamily="49" charset="-122"/>
              </a:rPr>
              <a:t>4</a:t>
            </a:r>
            <a:r>
              <a:rPr lang="zh-CN" altLang="en-US" sz="2400">
                <a:solidFill>
                  <a:schemeClr val="bg2"/>
                </a:solidFill>
                <a:latin typeface="Times New Roman" panose="02020603050405020304" pitchFamily="18" charset="0"/>
                <a:ea typeface="黑体" panose="02010609060101010101" pitchFamily="49" charset="-122"/>
              </a:rPr>
              <a:t>：</a:t>
            </a:r>
            <a:r>
              <a:rPr lang="en-US" altLang="zh-CN" sz="2400">
                <a:solidFill>
                  <a:schemeClr val="bg2"/>
                </a:solidFill>
                <a:latin typeface="Times New Roman" panose="02020603050405020304" pitchFamily="18" charset="0"/>
                <a:ea typeface="黑体" panose="02010609060101010101" pitchFamily="49" charset="-122"/>
              </a:rPr>
              <a:t>B</a:t>
            </a:r>
            <a:r>
              <a:rPr lang="zh-CN" altLang="en-US" sz="2400">
                <a:solidFill>
                  <a:schemeClr val="bg2"/>
                </a:solidFill>
                <a:latin typeface="Times New Roman" panose="02020603050405020304" pitchFamily="18" charset="0"/>
                <a:ea typeface="黑体" panose="02010609060101010101" pitchFamily="49" charset="-122"/>
              </a:rPr>
              <a:t>利用密钥</a:t>
            </a:r>
            <a:r>
              <a:rPr lang="en-US" altLang="zh-CN" sz="2400">
                <a:solidFill>
                  <a:schemeClr val="bg2"/>
                </a:solidFill>
                <a:latin typeface="Times New Roman" panose="02020603050405020304" pitchFamily="18" charset="0"/>
                <a:ea typeface="黑体" panose="02010609060101010101" pitchFamily="49" charset="-122"/>
              </a:rPr>
              <a:t>K</a:t>
            </a:r>
            <a:r>
              <a:rPr lang="zh-CN" altLang="en-US" sz="2400">
                <a:solidFill>
                  <a:schemeClr val="bg2"/>
                </a:solidFill>
                <a:latin typeface="Times New Roman" panose="02020603050405020304" pitchFamily="18" charset="0"/>
                <a:ea typeface="黑体" panose="02010609060101010101" pitchFamily="49" charset="-122"/>
              </a:rPr>
              <a:t>对收到的信息</a:t>
            </a:r>
            <a:r>
              <a:rPr lang="en-US" altLang="zh-CN" sz="2400">
                <a:solidFill>
                  <a:schemeClr val="bg2"/>
                </a:solidFill>
                <a:latin typeface="Times New Roman" panose="02020603050405020304" pitchFamily="18" charset="0"/>
                <a:ea typeface="黑体" panose="02010609060101010101" pitchFamily="49" charset="-122"/>
              </a:rPr>
              <a:t>M1</a:t>
            </a:r>
            <a:r>
              <a:rPr lang="zh-CN" altLang="en-US" sz="2400">
                <a:solidFill>
                  <a:schemeClr val="bg2"/>
                </a:solidFill>
                <a:latin typeface="Times New Roman" panose="02020603050405020304" pitchFamily="18" charset="0"/>
                <a:ea typeface="黑体" panose="02010609060101010101" pitchFamily="49" charset="-122"/>
              </a:rPr>
              <a:t>用与</a:t>
            </a:r>
            <a:r>
              <a:rPr lang="en-US" altLang="zh-CN" sz="2400">
                <a:solidFill>
                  <a:schemeClr val="bg2"/>
                </a:solidFill>
                <a:latin typeface="Times New Roman" panose="02020603050405020304" pitchFamily="18" charset="0"/>
                <a:ea typeface="黑体" panose="02010609060101010101" pitchFamily="49" charset="-122"/>
              </a:rPr>
              <a:t>A</a:t>
            </a:r>
            <a:r>
              <a:rPr lang="zh-CN" altLang="en-US" sz="2400">
                <a:solidFill>
                  <a:schemeClr val="bg2"/>
                </a:solidFill>
                <a:latin typeface="Times New Roman" panose="02020603050405020304" pitchFamily="18" charset="0"/>
                <a:ea typeface="黑体" panose="02010609060101010101" pitchFamily="49" charset="-122"/>
              </a:rPr>
              <a:t>相同的</a:t>
            </a:r>
            <a:r>
              <a:rPr lang="en-US" altLang="zh-CN" sz="2400">
                <a:solidFill>
                  <a:schemeClr val="bg2"/>
                </a:solidFill>
                <a:latin typeface="Times New Roman" panose="02020603050405020304" pitchFamily="18" charset="0"/>
                <a:ea typeface="黑体" panose="02010609060101010101" pitchFamily="49" charset="-122"/>
              </a:rPr>
              <a:t>MAC</a:t>
            </a:r>
            <a:r>
              <a:rPr lang="zh-CN" altLang="en-US" sz="2400">
                <a:solidFill>
                  <a:schemeClr val="bg2"/>
                </a:solidFill>
                <a:latin typeface="Times New Roman" panose="02020603050405020304" pitchFamily="18" charset="0"/>
                <a:ea typeface="黑体" panose="02010609060101010101" pitchFamily="49" charset="-122"/>
              </a:rPr>
              <a:t>产生函数</a:t>
            </a:r>
            <a:r>
              <a:rPr lang="en-US" altLang="zh-CN" sz="2400">
                <a:solidFill>
                  <a:schemeClr val="bg2"/>
                </a:solidFill>
                <a:latin typeface="Times New Roman" panose="02020603050405020304" pitchFamily="18" charset="0"/>
                <a:ea typeface="黑体" panose="02010609060101010101" pitchFamily="49" charset="-122"/>
              </a:rPr>
              <a:t>C</a:t>
            </a:r>
            <a:r>
              <a:rPr lang="zh-CN" altLang="en-US" sz="2400">
                <a:solidFill>
                  <a:schemeClr val="bg2"/>
                </a:solidFill>
                <a:latin typeface="Times New Roman" panose="02020603050405020304" pitchFamily="18" charset="0"/>
                <a:ea typeface="黑体" panose="02010609060101010101" pitchFamily="49" charset="-122"/>
              </a:rPr>
              <a:t>重新计算</a:t>
            </a:r>
            <a:r>
              <a:rPr lang="en-US" altLang="zh-CN" sz="2400">
                <a:solidFill>
                  <a:schemeClr val="bg2"/>
                </a:solidFill>
                <a:latin typeface="Times New Roman" panose="02020603050405020304" pitchFamily="18" charset="0"/>
                <a:ea typeface="黑体" panose="02010609060101010101" pitchFamily="49" charset="-122"/>
              </a:rPr>
              <a:t>M1</a:t>
            </a:r>
            <a:r>
              <a:rPr lang="zh-CN" altLang="en-US" sz="2400">
                <a:solidFill>
                  <a:schemeClr val="bg2"/>
                </a:solidFill>
                <a:latin typeface="Times New Roman" panose="02020603050405020304" pitchFamily="18" charset="0"/>
                <a:ea typeface="黑体" panose="02010609060101010101" pitchFamily="49" charset="-122"/>
              </a:rPr>
              <a:t>的验证码，设为</a:t>
            </a:r>
            <a:r>
              <a:rPr lang="en-US" altLang="zh-CN" sz="2400">
                <a:solidFill>
                  <a:schemeClr val="bg2"/>
                </a:solidFill>
                <a:latin typeface="Times New Roman" panose="02020603050405020304" pitchFamily="18" charset="0"/>
                <a:ea typeface="黑体" panose="02010609060101010101" pitchFamily="49" charset="-122"/>
              </a:rPr>
              <a:t>MAC2</a:t>
            </a:r>
            <a:r>
              <a:rPr lang="zh-CN" altLang="en-US" sz="2400">
                <a:solidFill>
                  <a:schemeClr val="bg2"/>
                </a:solidFill>
                <a:latin typeface="Times New Roman" panose="02020603050405020304" pitchFamily="18" charset="0"/>
                <a:ea typeface="黑体" panose="02010609060101010101" pitchFamily="49" charset="-122"/>
              </a:rPr>
              <a:t>，</a:t>
            </a:r>
          </a:p>
          <a:p>
            <a:pPr marL="0" indent="0" eaLnBrk="1" hangingPunct="1">
              <a:lnSpc>
                <a:spcPts val="2875"/>
              </a:lnSpc>
              <a:buClr>
                <a:srgbClr val="FF0000"/>
              </a:buClr>
              <a:buFont typeface="Wingdings" pitchFamily="2" charset="2"/>
              <a:buNone/>
              <a:defRPr/>
            </a:pPr>
            <a:r>
              <a:rPr lang="zh-CN" altLang="en-US" sz="2400">
                <a:solidFill>
                  <a:schemeClr val="bg2"/>
                </a:solidFill>
                <a:latin typeface="Times New Roman" panose="02020603050405020304" pitchFamily="18" charset="0"/>
                <a:ea typeface="黑体" panose="02010609060101010101" pitchFamily="49" charset="-122"/>
              </a:rPr>
              <a:t>步骤</a:t>
            </a:r>
            <a:r>
              <a:rPr lang="en-US" altLang="zh-CN" sz="2400">
                <a:solidFill>
                  <a:schemeClr val="bg2"/>
                </a:solidFill>
                <a:latin typeface="Times New Roman" panose="02020603050405020304" pitchFamily="18" charset="0"/>
                <a:ea typeface="黑体" panose="02010609060101010101" pitchFamily="49" charset="-122"/>
              </a:rPr>
              <a:t>5</a:t>
            </a:r>
            <a:r>
              <a:rPr lang="zh-CN" altLang="en-US" sz="2400">
                <a:solidFill>
                  <a:schemeClr val="bg2"/>
                </a:solidFill>
                <a:latin typeface="Times New Roman" panose="02020603050405020304" pitchFamily="18" charset="0"/>
                <a:ea typeface="黑体" panose="02010609060101010101" pitchFamily="49" charset="-122"/>
              </a:rPr>
              <a:t>：</a:t>
            </a:r>
            <a:r>
              <a:rPr lang="en-US" altLang="zh-CN" sz="2400">
                <a:solidFill>
                  <a:schemeClr val="bg2"/>
                </a:solidFill>
                <a:latin typeface="Times New Roman" panose="02020603050405020304" pitchFamily="18" charset="0"/>
                <a:ea typeface="黑体" panose="02010609060101010101" pitchFamily="49" charset="-122"/>
              </a:rPr>
              <a:t>B</a:t>
            </a:r>
            <a:r>
              <a:rPr lang="zh-CN" altLang="en-US" sz="2400">
                <a:solidFill>
                  <a:schemeClr val="bg2"/>
                </a:solidFill>
                <a:latin typeface="Times New Roman" panose="02020603050405020304" pitchFamily="18" charset="0"/>
                <a:ea typeface="黑体" panose="02010609060101010101" pitchFamily="49" charset="-122"/>
              </a:rPr>
              <a:t>比较</a:t>
            </a:r>
            <a:r>
              <a:rPr lang="en-US" altLang="zh-CN" sz="2400">
                <a:solidFill>
                  <a:schemeClr val="bg2"/>
                </a:solidFill>
                <a:latin typeface="Times New Roman" panose="02020603050405020304" pitchFamily="18" charset="0"/>
                <a:ea typeface="黑体" panose="02010609060101010101" pitchFamily="49" charset="-122"/>
              </a:rPr>
              <a:t>MAC2</a:t>
            </a:r>
            <a:r>
              <a:rPr lang="zh-CN" altLang="en-US" sz="2400">
                <a:solidFill>
                  <a:schemeClr val="bg2"/>
                </a:solidFill>
                <a:latin typeface="Times New Roman" panose="02020603050405020304" pitchFamily="18" charset="0"/>
                <a:ea typeface="黑体" panose="02010609060101010101" pitchFamily="49" charset="-122"/>
              </a:rPr>
              <a:t>和</a:t>
            </a:r>
            <a:r>
              <a:rPr lang="en-US" altLang="zh-CN" sz="2400">
                <a:solidFill>
                  <a:schemeClr val="bg2"/>
                </a:solidFill>
                <a:latin typeface="Times New Roman" panose="02020603050405020304" pitchFamily="18" charset="0"/>
                <a:ea typeface="黑体" panose="02010609060101010101" pitchFamily="49" charset="-122"/>
              </a:rPr>
              <a:t>MAC1</a:t>
            </a:r>
            <a:r>
              <a:rPr lang="zh-CN" altLang="en-US" sz="2400">
                <a:solidFill>
                  <a:schemeClr val="bg2"/>
                </a:solidFill>
                <a:latin typeface="Times New Roman" panose="02020603050405020304" pitchFamily="18" charset="0"/>
                <a:ea typeface="黑体" panose="02010609060101010101" pitchFamily="49" charset="-122"/>
              </a:rPr>
              <a:t>是否相同，如果相等，</a:t>
            </a:r>
            <a:r>
              <a:rPr lang="en-US" altLang="zh-CN" sz="2400">
                <a:solidFill>
                  <a:schemeClr val="bg2"/>
                </a:solidFill>
                <a:latin typeface="Times New Roman" panose="02020603050405020304" pitchFamily="18" charset="0"/>
                <a:ea typeface="黑体" panose="02010609060101010101" pitchFamily="49" charset="-122"/>
              </a:rPr>
              <a:t>B</a:t>
            </a:r>
            <a:r>
              <a:rPr lang="zh-CN" altLang="en-US" sz="2400">
                <a:solidFill>
                  <a:schemeClr val="bg2"/>
                </a:solidFill>
                <a:latin typeface="Times New Roman" panose="02020603050405020304" pitchFamily="18" charset="0"/>
                <a:ea typeface="黑体" panose="02010609060101010101" pitchFamily="49" charset="-122"/>
              </a:rPr>
              <a:t>断定数据是完整的，如果不相等，则</a:t>
            </a:r>
            <a:r>
              <a:rPr lang="en-US" altLang="zh-CN" sz="2400">
                <a:solidFill>
                  <a:schemeClr val="bg2"/>
                </a:solidFill>
                <a:latin typeface="Times New Roman" panose="02020603050405020304" pitchFamily="18" charset="0"/>
                <a:ea typeface="黑体" panose="02010609060101010101" pitchFamily="49" charset="-122"/>
              </a:rPr>
              <a:t>B</a:t>
            </a:r>
            <a:r>
              <a:rPr lang="zh-CN" altLang="en-US" sz="2400">
                <a:solidFill>
                  <a:schemeClr val="bg2"/>
                </a:solidFill>
                <a:latin typeface="Times New Roman" panose="02020603050405020304" pitchFamily="18" charset="0"/>
                <a:ea typeface="黑体" panose="02010609060101010101" pitchFamily="49" charset="-122"/>
              </a:rPr>
              <a:t>断定数据遭到篡改</a:t>
            </a:r>
            <a:r>
              <a:rPr lang="zh-CN" altLang="en-US">
                <a:ea typeface="黑体" panose="02010609060101010101" pitchFamily="49" charset="-122"/>
              </a:rPr>
              <a:t>。</a:t>
            </a:r>
          </a:p>
        </p:txBody>
      </p:sp>
    </p:spTree>
  </p:cSld>
  <p:clrMapOvr>
    <a:masterClrMapping/>
  </p:clrMapOvr>
  <p:transition spd="slow"/>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a:extLst>
              <a:ext uri="{FF2B5EF4-FFF2-40B4-BE49-F238E27FC236}">
                <a16:creationId xmlns:a16="http://schemas.microsoft.com/office/drawing/2014/main" id="{951BC9A8-3E79-F64C-982C-A1E960A38BE5}"/>
              </a:ext>
            </a:extLst>
          </p:cNvPr>
          <p:cNvSpPr>
            <a:spLocks noGrp="1"/>
          </p:cNvSpPr>
          <p:nvPr>
            <p:ph type="title"/>
          </p:nvPr>
        </p:nvSpPr>
        <p:spPr>
          <a:xfrm>
            <a:off x="534988" y="838200"/>
            <a:ext cx="8229600" cy="647700"/>
          </a:xfrm>
        </p:spPr>
        <p:txBody>
          <a:bodyPr vert="horz" wrap="square" lIns="91440" tIns="45720" rIns="91440" bIns="45720" numCol="1" anchor="t" anchorCtr="0" compatLnSpc="1">
            <a:prstTxWarp prst="textNoShape">
              <a:avLst/>
            </a:prstTxWarp>
          </a:bodyPr>
          <a:lstStyle/>
          <a:p>
            <a:pPr>
              <a:defRPr/>
            </a:pPr>
            <a:r>
              <a:rPr lang="zh-CN" altLang="en-US" sz="2800">
                <a:solidFill>
                  <a:srgbClr val="FF0000"/>
                </a:solidFill>
                <a:latin typeface="黑体" panose="02010609060101010101" pitchFamily="49" charset="-122"/>
                <a:ea typeface="黑体" panose="02010609060101010101" pitchFamily="49" charset="-122"/>
              </a:rPr>
              <a:t>评价</a:t>
            </a:r>
          </a:p>
        </p:txBody>
      </p:sp>
      <p:sp>
        <p:nvSpPr>
          <p:cNvPr id="28675" name="内容占位符 2">
            <a:extLst>
              <a:ext uri="{FF2B5EF4-FFF2-40B4-BE49-F238E27FC236}">
                <a16:creationId xmlns:a16="http://schemas.microsoft.com/office/drawing/2014/main" id="{BC528A4B-D122-2842-9E4A-38FA6F2DA943}"/>
              </a:ext>
            </a:extLst>
          </p:cNvPr>
          <p:cNvSpPr>
            <a:spLocks noGrp="1"/>
          </p:cNvSpPr>
          <p:nvPr>
            <p:ph idx="1"/>
          </p:nvPr>
        </p:nvSpPr>
        <p:spPr>
          <a:xfrm>
            <a:off x="228600" y="1676400"/>
            <a:ext cx="8535988" cy="3505200"/>
          </a:xfrm>
        </p:spPr>
        <p:txBody>
          <a:bodyPr vert="horz" wrap="square" lIns="91440" tIns="45720" rIns="91440" bIns="45720" numCol="1" anchor="t" anchorCtr="0" compatLnSpc="1">
            <a:prstTxWarp prst="textNoShape">
              <a:avLst/>
            </a:prstTxWarp>
          </a:bodyPr>
          <a:lstStyle/>
          <a:p>
            <a:pPr lvl="1">
              <a:lnSpc>
                <a:spcPts val="2800"/>
              </a:lnSpc>
              <a:buClr>
                <a:srgbClr val="FF0000"/>
              </a:buClr>
              <a:buFont typeface="Wingdings" pitchFamily="2" charset="2"/>
              <a:buChar char="u"/>
              <a:defRPr/>
            </a:pPr>
            <a:r>
              <a:rPr lang="zh-CN" altLang="en-US" sz="2000">
                <a:solidFill>
                  <a:schemeClr val="bg2"/>
                </a:solidFill>
                <a:latin typeface="Times New Roman" panose="02020603050405020304" pitchFamily="18" charset="0"/>
                <a:ea typeface="黑体" panose="02010609060101010101" pitchFamily="49" charset="-122"/>
              </a:rPr>
              <a:t>这种机制使接收者确信信息未被更改过，攻击者如果修改了消息</a:t>
            </a:r>
            <a:r>
              <a:rPr lang="en-US" altLang="zh-CN" sz="2000">
                <a:solidFill>
                  <a:schemeClr val="bg2"/>
                </a:solidFill>
                <a:latin typeface="Times New Roman" panose="02020603050405020304" pitchFamily="18" charset="0"/>
                <a:ea typeface="黑体" panose="02010609060101010101" pitchFamily="49" charset="-122"/>
              </a:rPr>
              <a:t>M0</a:t>
            </a:r>
            <a:r>
              <a:rPr lang="zh-CN" altLang="en-US" sz="2000">
                <a:solidFill>
                  <a:schemeClr val="bg2"/>
                </a:solidFill>
                <a:latin typeface="Times New Roman" panose="02020603050405020304" pitchFamily="18" charset="0"/>
                <a:ea typeface="黑体" panose="02010609060101010101" pitchFamily="49" charset="-122"/>
              </a:rPr>
              <a:t>，而不修改</a:t>
            </a:r>
            <a:r>
              <a:rPr lang="en-US" altLang="zh-CN" sz="2000">
                <a:solidFill>
                  <a:schemeClr val="bg2"/>
                </a:solidFill>
                <a:latin typeface="Times New Roman" panose="02020603050405020304" pitchFamily="18" charset="0"/>
                <a:ea typeface="黑体" panose="02010609060101010101" pitchFamily="49" charset="-122"/>
              </a:rPr>
              <a:t>MAC</a:t>
            </a:r>
            <a:r>
              <a:rPr lang="zh-CN" altLang="en-US" sz="2000">
                <a:solidFill>
                  <a:schemeClr val="bg2"/>
                </a:solidFill>
                <a:latin typeface="Times New Roman" panose="02020603050405020304" pitchFamily="18" charset="0"/>
                <a:ea typeface="黑体" panose="02010609060101010101" pitchFamily="49" charset="-122"/>
              </a:rPr>
              <a:t>，接收者重新计算得到的</a:t>
            </a:r>
            <a:r>
              <a:rPr lang="en-US" altLang="zh-CN" sz="2000">
                <a:solidFill>
                  <a:schemeClr val="bg2"/>
                </a:solidFill>
                <a:latin typeface="Times New Roman" panose="02020603050405020304" pitchFamily="18" charset="0"/>
                <a:ea typeface="黑体" panose="02010609060101010101" pitchFamily="49" charset="-122"/>
              </a:rPr>
              <a:t>MAC</a:t>
            </a:r>
            <a:r>
              <a:rPr lang="zh-CN" altLang="en-US" sz="2000">
                <a:solidFill>
                  <a:schemeClr val="bg2"/>
                </a:solidFill>
                <a:latin typeface="Times New Roman" panose="02020603050405020304" pitchFamily="18" charset="0"/>
                <a:ea typeface="黑体" panose="02010609060101010101" pitchFamily="49" charset="-122"/>
              </a:rPr>
              <a:t>将不同于接收到的</a:t>
            </a:r>
            <a:r>
              <a:rPr lang="en-US" altLang="zh-CN" sz="2000">
                <a:solidFill>
                  <a:schemeClr val="bg2"/>
                </a:solidFill>
                <a:latin typeface="Times New Roman" panose="02020603050405020304" pitchFamily="18" charset="0"/>
                <a:ea typeface="黑体" panose="02010609060101010101" pitchFamily="49" charset="-122"/>
              </a:rPr>
              <a:t>MAC</a:t>
            </a:r>
            <a:r>
              <a:rPr lang="zh-CN" altLang="en-US" sz="2000">
                <a:solidFill>
                  <a:schemeClr val="bg2"/>
                </a:solidFill>
                <a:latin typeface="Times New Roman" panose="02020603050405020304" pitchFamily="18" charset="0"/>
                <a:ea typeface="黑体" panose="02010609060101010101" pitchFamily="49" charset="-122"/>
              </a:rPr>
              <a:t>。</a:t>
            </a:r>
            <a:endParaRPr lang="en-US" altLang="zh-CN" sz="2000">
              <a:solidFill>
                <a:schemeClr val="bg2"/>
              </a:solidFill>
              <a:latin typeface="Times New Roman" panose="02020603050405020304" pitchFamily="18" charset="0"/>
              <a:ea typeface="黑体" panose="02010609060101010101" pitchFamily="49" charset="-122"/>
            </a:endParaRPr>
          </a:p>
          <a:p>
            <a:pPr lvl="1">
              <a:lnSpc>
                <a:spcPts val="2800"/>
              </a:lnSpc>
              <a:buClr>
                <a:srgbClr val="FF0000"/>
              </a:buClr>
              <a:buFont typeface="Wingdings" pitchFamily="2" charset="2"/>
              <a:buChar char="u"/>
              <a:defRPr/>
            </a:pPr>
            <a:r>
              <a:rPr lang="zh-CN" altLang="en-US" sz="2000">
                <a:solidFill>
                  <a:schemeClr val="bg2"/>
                </a:solidFill>
                <a:latin typeface="Times New Roman" panose="02020603050405020304" pitchFamily="18" charset="0"/>
                <a:ea typeface="黑体" panose="02010609060101010101" pitchFamily="49" charset="-122"/>
              </a:rPr>
              <a:t>由于</a:t>
            </a:r>
            <a:r>
              <a:rPr lang="en-US" altLang="zh-CN" sz="2000">
                <a:solidFill>
                  <a:schemeClr val="bg2"/>
                </a:solidFill>
                <a:latin typeface="Times New Roman" panose="02020603050405020304" pitchFamily="18" charset="0"/>
                <a:ea typeface="黑体" panose="02010609060101010101" pitchFamily="49" charset="-122"/>
              </a:rPr>
              <a:t>MAC</a:t>
            </a:r>
            <a:r>
              <a:rPr lang="zh-CN" altLang="en-US" sz="2000">
                <a:solidFill>
                  <a:schemeClr val="bg2"/>
                </a:solidFill>
                <a:latin typeface="Times New Roman" panose="02020603050405020304" pitchFamily="18" charset="0"/>
                <a:ea typeface="黑体" panose="02010609060101010101" pitchFamily="49" charset="-122"/>
              </a:rPr>
              <a:t>的生成使用了双方共享的秘密密钥，攻击者不能够更改</a:t>
            </a:r>
            <a:r>
              <a:rPr lang="en-US" altLang="zh-CN" sz="2000">
                <a:solidFill>
                  <a:schemeClr val="bg2"/>
                </a:solidFill>
                <a:latin typeface="Times New Roman" panose="02020603050405020304" pitchFamily="18" charset="0"/>
                <a:ea typeface="黑体" panose="02010609060101010101" pitchFamily="49" charset="-122"/>
              </a:rPr>
              <a:t>MAC</a:t>
            </a:r>
            <a:r>
              <a:rPr lang="zh-CN" altLang="en-US" sz="2000">
                <a:solidFill>
                  <a:schemeClr val="bg2"/>
                </a:solidFill>
                <a:latin typeface="Times New Roman" panose="02020603050405020304" pitchFamily="18" charset="0"/>
                <a:ea typeface="黑体" panose="02010609060101010101" pitchFamily="49" charset="-122"/>
              </a:rPr>
              <a:t>来匹配修改过的消息。</a:t>
            </a:r>
            <a:endParaRPr lang="en-US" altLang="zh-CN" sz="2000">
              <a:solidFill>
                <a:schemeClr val="bg2"/>
              </a:solidFill>
              <a:latin typeface="Times New Roman" panose="02020603050405020304" pitchFamily="18" charset="0"/>
              <a:ea typeface="黑体" panose="02010609060101010101" pitchFamily="49" charset="-122"/>
            </a:endParaRPr>
          </a:p>
          <a:p>
            <a:pPr lvl="1">
              <a:lnSpc>
                <a:spcPts val="2800"/>
              </a:lnSpc>
              <a:buClr>
                <a:srgbClr val="FF0000"/>
              </a:buClr>
              <a:buFont typeface="Wingdings" pitchFamily="2" charset="2"/>
              <a:buChar char="u"/>
              <a:defRPr/>
            </a:pPr>
            <a:r>
              <a:rPr lang="zh-CN" altLang="en-US" sz="2000">
                <a:solidFill>
                  <a:schemeClr val="bg2"/>
                </a:solidFill>
                <a:latin typeface="Times New Roman" panose="02020603050405020304" pitchFamily="18" charset="0"/>
                <a:ea typeface="黑体" panose="02010609060101010101" pitchFamily="49" charset="-122"/>
              </a:rPr>
              <a:t>这种机制也可以防止消息被整体替换，因为攻击者替换了消息，并计算自己的</a:t>
            </a:r>
            <a:r>
              <a:rPr lang="en-US" altLang="zh-CN" sz="2000">
                <a:solidFill>
                  <a:schemeClr val="bg2"/>
                </a:solidFill>
                <a:latin typeface="Times New Roman" panose="02020603050405020304" pitchFamily="18" charset="0"/>
                <a:ea typeface="黑体" panose="02010609060101010101" pitchFamily="49" charset="-122"/>
              </a:rPr>
              <a:t>MAC</a:t>
            </a:r>
            <a:r>
              <a:rPr lang="zh-CN" altLang="en-US" sz="2000">
                <a:solidFill>
                  <a:schemeClr val="bg2"/>
                </a:solidFill>
                <a:latin typeface="Times New Roman" panose="02020603050405020304" pitchFamily="18" charset="0"/>
                <a:ea typeface="黑体" panose="02010609060101010101" pitchFamily="49" charset="-122"/>
              </a:rPr>
              <a:t>，由于不知道</a:t>
            </a:r>
            <a:r>
              <a:rPr lang="en-US" altLang="zh-CN" sz="2000">
                <a:solidFill>
                  <a:schemeClr val="bg2"/>
                </a:solidFill>
                <a:latin typeface="Times New Roman" panose="02020603050405020304" pitchFamily="18" charset="0"/>
                <a:ea typeface="黑体" panose="02010609060101010101" pitchFamily="49" charset="-122"/>
              </a:rPr>
              <a:t>K</a:t>
            </a:r>
            <a:r>
              <a:rPr lang="zh-CN" altLang="en-US" sz="2000">
                <a:solidFill>
                  <a:schemeClr val="bg2"/>
                </a:solidFill>
                <a:latin typeface="Times New Roman" panose="02020603050405020304" pitchFamily="18" charset="0"/>
                <a:ea typeface="黑体" panose="02010609060101010101" pitchFamily="49" charset="-122"/>
              </a:rPr>
              <a:t>，无法再次生成正确的</a:t>
            </a:r>
            <a:r>
              <a:rPr lang="en-US" altLang="zh-CN" sz="2000">
                <a:solidFill>
                  <a:schemeClr val="bg2"/>
                </a:solidFill>
                <a:latin typeface="Times New Roman" panose="02020603050405020304" pitchFamily="18" charset="0"/>
                <a:ea typeface="黑体" panose="02010609060101010101" pitchFamily="49" charset="-122"/>
              </a:rPr>
              <a:t>MAC</a:t>
            </a:r>
            <a:r>
              <a:rPr lang="zh-CN" altLang="en-US" sz="2000">
                <a:solidFill>
                  <a:schemeClr val="bg2"/>
                </a:solidFill>
                <a:latin typeface="Times New Roman" panose="02020603050405020304" pitchFamily="18" charset="0"/>
                <a:ea typeface="黑体" panose="02010609060101010101" pitchFamily="49" charset="-122"/>
              </a:rPr>
              <a:t>。</a:t>
            </a:r>
            <a:endParaRPr lang="en-US" altLang="zh-CN" sz="2000">
              <a:solidFill>
                <a:schemeClr val="bg2"/>
              </a:solidFill>
              <a:latin typeface="Times New Roman" panose="02020603050405020304" pitchFamily="18" charset="0"/>
              <a:ea typeface="黑体" panose="02010609060101010101" pitchFamily="49" charset="-122"/>
            </a:endParaRPr>
          </a:p>
          <a:p>
            <a:pPr lvl="1">
              <a:lnSpc>
                <a:spcPts val="2800"/>
              </a:lnSpc>
              <a:buClr>
                <a:srgbClr val="FF0000"/>
              </a:buClr>
              <a:buFont typeface="Wingdings" pitchFamily="2" charset="2"/>
              <a:buChar char="u"/>
              <a:defRPr/>
            </a:pPr>
            <a:r>
              <a:rPr lang="zh-CN" altLang="en-US" sz="2000">
                <a:solidFill>
                  <a:schemeClr val="bg2"/>
                </a:solidFill>
                <a:latin typeface="Times New Roman" panose="02020603050405020304" pitchFamily="18" charset="0"/>
                <a:ea typeface="黑体" panose="02010609060101010101" pitchFamily="49" charset="-122"/>
              </a:rPr>
              <a:t>没有保密作用</a:t>
            </a:r>
          </a:p>
        </p:txBody>
      </p:sp>
    </p:spTree>
  </p:cSld>
  <p:clrMapOvr>
    <a:masterClrMapping/>
  </p:clrMapOvr>
  <p:transition spd="slow"/>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标题 1">
            <a:extLst>
              <a:ext uri="{FF2B5EF4-FFF2-40B4-BE49-F238E27FC236}">
                <a16:creationId xmlns:a16="http://schemas.microsoft.com/office/drawing/2014/main" id="{7A7DE0B0-6F25-834A-93D8-F44D44C4EBEC}"/>
              </a:ext>
            </a:extLst>
          </p:cNvPr>
          <p:cNvSpPr>
            <a:spLocks noGrp="1"/>
          </p:cNvSpPr>
          <p:nvPr>
            <p:ph type="title"/>
          </p:nvPr>
        </p:nvSpPr>
        <p:spPr>
          <a:xfrm>
            <a:off x="366713" y="685800"/>
            <a:ext cx="8229600" cy="1143000"/>
          </a:xfrm>
        </p:spPr>
        <p:txBody>
          <a:bodyPr vert="horz" wrap="square" lIns="91440" tIns="45720" rIns="91440" bIns="45720" numCol="1" anchor="t" anchorCtr="0" compatLnSpc="1">
            <a:prstTxWarp prst="textNoShape">
              <a:avLst/>
            </a:prstTxWarp>
          </a:bodyPr>
          <a:lstStyle/>
          <a:p>
            <a:pPr>
              <a:defRPr/>
            </a:pPr>
            <a:r>
              <a:rPr lang="zh-CN" altLang="en-US" sz="2800">
                <a:solidFill>
                  <a:srgbClr val="FF0000"/>
                </a:solidFill>
                <a:latin typeface="黑体" panose="02010609060101010101" pitchFamily="49" charset="-122"/>
                <a:ea typeface="黑体" panose="02010609060101010101" pitchFamily="49" charset="-122"/>
              </a:rPr>
              <a:t>消息认证码（</a:t>
            </a:r>
            <a:r>
              <a:rPr lang="en-US" altLang="zh-CN" sz="2800">
                <a:solidFill>
                  <a:srgbClr val="FF0000"/>
                </a:solidFill>
                <a:latin typeface="黑体" panose="02010609060101010101" pitchFamily="49" charset="-122"/>
                <a:ea typeface="黑体" panose="02010609060101010101" pitchFamily="49" charset="-122"/>
              </a:rPr>
              <a:t>MAC</a:t>
            </a:r>
            <a:r>
              <a:rPr lang="zh-CN" altLang="en-US" sz="2800">
                <a:solidFill>
                  <a:srgbClr val="FF0000"/>
                </a:solidFill>
                <a:latin typeface="黑体" panose="02010609060101010101" pitchFamily="49" charset="-122"/>
                <a:ea typeface="黑体" panose="02010609060101010101" pitchFamily="49" charset="-122"/>
              </a:rPr>
              <a:t>）的计算</a:t>
            </a:r>
          </a:p>
        </p:txBody>
      </p:sp>
      <p:sp>
        <p:nvSpPr>
          <p:cNvPr id="4100" name="内容占位符 2">
            <a:extLst>
              <a:ext uri="{FF2B5EF4-FFF2-40B4-BE49-F238E27FC236}">
                <a16:creationId xmlns:a16="http://schemas.microsoft.com/office/drawing/2014/main" id="{6E16231F-C484-FF4B-89C8-81E80DF18224}"/>
              </a:ext>
            </a:extLst>
          </p:cNvPr>
          <p:cNvSpPr>
            <a:spLocks noGrp="1"/>
          </p:cNvSpPr>
          <p:nvPr>
            <p:ph idx="1"/>
          </p:nvPr>
        </p:nvSpPr>
        <p:spPr>
          <a:xfrm>
            <a:off x="-1588" y="1257300"/>
            <a:ext cx="8932863" cy="1333500"/>
          </a:xfrm>
        </p:spPr>
        <p:txBody>
          <a:bodyPr vert="horz" wrap="square" lIns="91440" tIns="45720" rIns="91440" bIns="45720" numCol="1" anchor="t" anchorCtr="0" compatLnSpc="1">
            <a:prstTxWarp prst="textNoShape">
              <a:avLst/>
            </a:prstTxWarp>
          </a:bodyPr>
          <a:lstStyle/>
          <a:p>
            <a:pPr lvl="1">
              <a:lnSpc>
                <a:spcPts val="2400"/>
              </a:lnSpc>
              <a:buClr>
                <a:srgbClr val="FF0000"/>
              </a:buClr>
              <a:buFont typeface="Wingdings" pitchFamily="2" charset="2"/>
              <a:buChar char="u"/>
              <a:defRPr/>
            </a:pPr>
            <a:r>
              <a:rPr lang="zh-CN" altLang="en-US" sz="2000">
                <a:solidFill>
                  <a:schemeClr val="bg2"/>
                </a:solidFill>
                <a:latin typeface="Times New Roman" panose="02020603050405020304" pitchFamily="18" charset="0"/>
                <a:ea typeface="黑体" panose="02010609060101010101" pitchFamily="49" charset="-122"/>
              </a:rPr>
              <a:t>最后一轮迭代结束后，取结果的左边</a:t>
            </a:r>
            <a:r>
              <a:rPr lang="en-US" altLang="zh-CN" sz="2000">
                <a:solidFill>
                  <a:schemeClr val="bg2"/>
                </a:solidFill>
                <a:latin typeface="Times New Roman" panose="02020603050405020304" pitchFamily="18" charset="0"/>
                <a:ea typeface="黑体" panose="02010609060101010101" pitchFamily="49" charset="-122"/>
              </a:rPr>
              <a:t>n</a:t>
            </a:r>
            <a:r>
              <a:rPr lang="zh-CN" altLang="en-US" sz="2000">
                <a:solidFill>
                  <a:schemeClr val="bg2"/>
                </a:solidFill>
                <a:latin typeface="Times New Roman" panose="02020603050405020304" pitchFamily="18" charset="0"/>
                <a:ea typeface="黑体" panose="02010609060101010101" pitchFamily="49" charset="-122"/>
              </a:rPr>
              <a:t>位作为鉴别码。</a:t>
            </a:r>
            <a:endParaRPr lang="en-US" altLang="zh-CN" sz="2000">
              <a:solidFill>
                <a:schemeClr val="bg2"/>
              </a:solidFill>
              <a:latin typeface="Times New Roman" panose="02020603050405020304" pitchFamily="18" charset="0"/>
              <a:ea typeface="黑体" panose="02010609060101010101" pitchFamily="49" charset="-122"/>
            </a:endParaRPr>
          </a:p>
          <a:p>
            <a:pPr lvl="1">
              <a:lnSpc>
                <a:spcPts val="2400"/>
              </a:lnSpc>
              <a:buClr>
                <a:srgbClr val="FF0000"/>
              </a:buClr>
              <a:buFont typeface="Wingdings" pitchFamily="2" charset="2"/>
              <a:buChar char="u"/>
              <a:defRPr/>
            </a:pPr>
            <a:r>
              <a:rPr lang="zh-CN" altLang="en-US" sz="2000">
                <a:solidFill>
                  <a:schemeClr val="bg2"/>
                </a:solidFill>
                <a:latin typeface="Times New Roman" panose="02020603050405020304" pitchFamily="18" charset="0"/>
                <a:ea typeface="黑体" panose="02010609060101010101" pitchFamily="49" charset="-122"/>
              </a:rPr>
              <a:t>信息的有效率为</a:t>
            </a:r>
            <a:r>
              <a:rPr lang="en-US" altLang="zh-CN" sz="2000">
                <a:solidFill>
                  <a:schemeClr val="bg2"/>
                </a:solidFill>
                <a:latin typeface="Times New Roman" panose="02020603050405020304" pitchFamily="18" charset="0"/>
                <a:ea typeface="黑体" panose="02010609060101010101" pitchFamily="49" charset="-122"/>
              </a:rPr>
              <a:t>m/L</a:t>
            </a:r>
            <a:r>
              <a:rPr lang="zh-CN" altLang="en-US" sz="2000">
                <a:solidFill>
                  <a:schemeClr val="bg2"/>
                </a:solidFill>
                <a:latin typeface="Times New Roman" panose="02020603050405020304" pitchFamily="18" charset="0"/>
                <a:ea typeface="黑体" panose="02010609060101010101" pitchFamily="49" charset="-122"/>
              </a:rPr>
              <a:t>，其中</a:t>
            </a:r>
            <a:r>
              <a:rPr lang="en-US" altLang="zh-CN" sz="2000">
                <a:solidFill>
                  <a:schemeClr val="bg2"/>
                </a:solidFill>
                <a:latin typeface="Times New Roman" panose="02020603050405020304" pitchFamily="18" charset="0"/>
                <a:ea typeface="黑体" panose="02010609060101010101" pitchFamily="49" charset="-122"/>
              </a:rPr>
              <a:t>m</a:t>
            </a:r>
            <a:r>
              <a:rPr lang="zh-CN" altLang="en-US" sz="2000">
                <a:solidFill>
                  <a:schemeClr val="bg2"/>
                </a:solidFill>
                <a:latin typeface="Times New Roman" panose="02020603050405020304" pitchFamily="18" charset="0"/>
                <a:ea typeface="黑体" panose="02010609060101010101" pitchFamily="49" charset="-122"/>
              </a:rPr>
              <a:t>为信息长度，</a:t>
            </a:r>
            <a:r>
              <a:rPr lang="en-US" altLang="zh-CN" sz="2000">
                <a:solidFill>
                  <a:schemeClr val="bg2"/>
                </a:solidFill>
                <a:latin typeface="Times New Roman" panose="02020603050405020304" pitchFamily="18" charset="0"/>
                <a:ea typeface="黑体" panose="02010609060101010101" pitchFamily="49" charset="-122"/>
              </a:rPr>
              <a:t>n</a:t>
            </a:r>
            <a:r>
              <a:rPr lang="zh-CN" altLang="en-US" sz="2000">
                <a:solidFill>
                  <a:schemeClr val="bg2"/>
                </a:solidFill>
                <a:latin typeface="Times New Roman" panose="02020603050405020304" pitchFamily="18" charset="0"/>
                <a:ea typeface="黑体" panose="02010609060101010101" pitchFamily="49" charset="-122"/>
              </a:rPr>
              <a:t>为鉴别码长度，</a:t>
            </a:r>
            <a:r>
              <a:rPr lang="en-US" altLang="zh-CN" sz="2000">
                <a:solidFill>
                  <a:srgbClr val="FF0000"/>
                </a:solidFill>
                <a:latin typeface="Times New Roman" panose="02020603050405020304" pitchFamily="18" charset="0"/>
                <a:ea typeface="黑体" panose="02010609060101010101" pitchFamily="49" charset="-122"/>
              </a:rPr>
              <a:t>L=m+n</a:t>
            </a:r>
          </a:p>
          <a:p>
            <a:pPr lvl="1">
              <a:lnSpc>
                <a:spcPts val="2400"/>
              </a:lnSpc>
              <a:buClr>
                <a:srgbClr val="FF0000"/>
              </a:buClr>
              <a:buFont typeface="Wingdings" pitchFamily="2" charset="2"/>
              <a:buChar char="u"/>
              <a:defRPr/>
            </a:pPr>
            <a:r>
              <a:rPr lang="zh-CN" altLang="en-US" sz="2000">
                <a:solidFill>
                  <a:schemeClr val="bg2"/>
                </a:solidFill>
                <a:latin typeface="Times New Roman" panose="02020603050405020304" pitchFamily="18" charset="0"/>
                <a:ea typeface="黑体" panose="02010609060101010101" pitchFamily="49" charset="-122"/>
              </a:rPr>
              <a:t>缺点是：</a:t>
            </a:r>
            <a:r>
              <a:rPr lang="zh-CN" altLang="en-US" sz="2400">
                <a:solidFill>
                  <a:srgbClr val="FF0000"/>
                </a:solidFill>
                <a:latin typeface="Times New Roman" panose="02020603050405020304" pitchFamily="18" charset="0"/>
                <a:ea typeface="黑体" panose="02010609060101010101" pitchFamily="49" charset="-122"/>
              </a:rPr>
              <a:t>验证过程需要加密。</a:t>
            </a:r>
          </a:p>
        </p:txBody>
      </p:sp>
      <p:sp>
        <p:nvSpPr>
          <p:cNvPr id="91139" name="Rectangle 2">
            <a:extLst>
              <a:ext uri="{FF2B5EF4-FFF2-40B4-BE49-F238E27FC236}">
                <a16:creationId xmlns:a16="http://schemas.microsoft.com/office/drawing/2014/main" id="{94BE7C00-268D-E04E-A603-4FF00E32200E}"/>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endParaRPr lang="zh-CN" altLang="en-US" sz="2800" baseline="-25000">
              <a:solidFill>
                <a:schemeClr val="tx1"/>
              </a:solidFill>
              <a:latin typeface="Arial" panose="020B0604020202020204" pitchFamily="34" charset="0"/>
              <a:ea typeface="宋体" panose="02010600030101010101" pitchFamily="2" charset="-122"/>
            </a:endParaRPr>
          </a:p>
        </p:txBody>
      </p:sp>
      <p:graphicFrame>
        <p:nvGraphicFramePr>
          <p:cNvPr id="91140" name="Object 1">
            <a:extLst>
              <a:ext uri="{FF2B5EF4-FFF2-40B4-BE49-F238E27FC236}">
                <a16:creationId xmlns:a16="http://schemas.microsoft.com/office/drawing/2014/main" id="{9E0AEAA2-7AC3-0342-97CA-1F212618CD75}"/>
              </a:ext>
            </a:extLst>
          </p:cNvPr>
          <p:cNvGraphicFramePr>
            <a:graphicFrameLocks noChangeAspect="1"/>
          </p:cNvGraphicFramePr>
          <p:nvPr/>
        </p:nvGraphicFramePr>
        <p:xfrm>
          <a:off x="152400" y="2743200"/>
          <a:ext cx="8718550" cy="3500438"/>
        </p:xfrm>
        <a:graphic>
          <a:graphicData uri="http://schemas.openxmlformats.org/presentationml/2006/ole">
            <mc:AlternateContent xmlns:mc="http://schemas.openxmlformats.org/markup-compatibility/2006">
              <mc:Choice xmlns:v="urn:schemas-microsoft-com:vml" Requires="v">
                <p:oleObj r:id="rId2" imgW="6972300" imgH="2806700" progId="Visio.Drawing.11">
                  <p:embed/>
                </p:oleObj>
              </mc:Choice>
              <mc:Fallback>
                <p:oleObj r:id="rId2" imgW="6972300" imgH="2806700"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2743200"/>
                        <a:ext cx="8718550" cy="350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spd="slow"/>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a:extLst>
              <a:ext uri="{FF2B5EF4-FFF2-40B4-BE49-F238E27FC236}">
                <a16:creationId xmlns:a16="http://schemas.microsoft.com/office/drawing/2014/main" id="{DD9AE397-C6ED-0247-8FBD-3B4CC515E688}"/>
              </a:ext>
            </a:extLst>
          </p:cNvPr>
          <p:cNvSpPr>
            <a:spLocks noGrp="1"/>
          </p:cNvSpPr>
          <p:nvPr>
            <p:ph type="title"/>
          </p:nvPr>
        </p:nvSpPr>
        <p:spPr>
          <a:xfrm>
            <a:off x="249238" y="762000"/>
            <a:ext cx="8645525" cy="533400"/>
          </a:xfrm>
        </p:spPr>
        <p:txBody>
          <a:bodyPr vert="horz" wrap="square" lIns="91440" tIns="45720" rIns="91440" bIns="45720" numCol="1" anchor="t" anchorCtr="0" compatLnSpc="1">
            <a:prstTxWarp prst="textNoShape">
              <a:avLst/>
            </a:prstTxWarp>
          </a:bodyPr>
          <a:lstStyle/>
          <a:p>
            <a:pPr>
              <a:defRPr/>
            </a:pPr>
            <a:r>
              <a:rPr lang="zh-CN" altLang="en-US" sz="2800">
                <a:solidFill>
                  <a:srgbClr val="FF0000"/>
                </a:solidFill>
                <a:latin typeface="黑体" panose="02010609060101010101" pitchFamily="49" charset="-122"/>
                <a:ea typeface="黑体" panose="02010609060101010101" pitchFamily="49" charset="-122"/>
              </a:rPr>
              <a:t>（</a:t>
            </a:r>
            <a:r>
              <a:rPr lang="en-US" altLang="zh-CN" sz="2800">
                <a:solidFill>
                  <a:srgbClr val="FF0000"/>
                </a:solidFill>
                <a:latin typeface="黑体" panose="02010609060101010101" pitchFamily="49" charset="-122"/>
                <a:ea typeface="黑体" panose="02010609060101010101" pitchFamily="49" charset="-122"/>
              </a:rPr>
              <a:t>6</a:t>
            </a:r>
            <a:r>
              <a:rPr lang="zh-CN" altLang="en-US" sz="2800">
                <a:solidFill>
                  <a:srgbClr val="FF0000"/>
                </a:solidFill>
                <a:latin typeface="黑体" panose="02010609060101010101" pitchFamily="49" charset="-122"/>
                <a:ea typeface="黑体" panose="02010609060101010101" pitchFamily="49" charset="-122"/>
              </a:rPr>
              <a:t>）基于消息摘要的完整性验证机制</a:t>
            </a:r>
          </a:p>
        </p:txBody>
      </p:sp>
      <p:sp>
        <p:nvSpPr>
          <p:cNvPr id="29699" name="内容占位符 2">
            <a:extLst>
              <a:ext uri="{FF2B5EF4-FFF2-40B4-BE49-F238E27FC236}">
                <a16:creationId xmlns:a16="http://schemas.microsoft.com/office/drawing/2014/main" id="{3BC46B60-FEDB-1144-BC53-60721B7382B8}"/>
              </a:ext>
            </a:extLst>
          </p:cNvPr>
          <p:cNvSpPr>
            <a:spLocks noGrp="1"/>
          </p:cNvSpPr>
          <p:nvPr>
            <p:ph idx="1"/>
          </p:nvPr>
        </p:nvSpPr>
        <p:spPr>
          <a:xfrm>
            <a:off x="457200" y="1600200"/>
            <a:ext cx="8229600" cy="3429000"/>
          </a:xfrm>
        </p:spPr>
        <p:txBody>
          <a:bodyPr vert="horz" wrap="square" lIns="91440" tIns="45720" rIns="91440" bIns="45720" numCol="1" anchor="t" anchorCtr="0" compatLnSpc="1">
            <a:prstTxWarp prst="textNoShape">
              <a:avLst/>
            </a:prstTxWarp>
          </a:bodyPr>
          <a:lstStyle/>
          <a:p>
            <a:pPr marL="0" indent="0" eaLnBrk="1" hangingPunct="1">
              <a:lnSpc>
                <a:spcPts val="2875"/>
              </a:lnSpc>
              <a:buClr>
                <a:srgbClr val="FF0000"/>
              </a:buClr>
              <a:buFont typeface="Wingdings" pitchFamily="2" charset="2"/>
              <a:buNone/>
              <a:defRPr/>
            </a:pPr>
            <a:r>
              <a:rPr lang="zh-CN" altLang="en-US" sz="2400">
                <a:solidFill>
                  <a:schemeClr val="bg2"/>
                </a:solidFill>
                <a:latin typeface="Times New Roman" panose="02020603050405020304" pitchFamily="18" charset="0"/>
                <a:ea typeface="黑体" panose="02010609060101010101" pitchFamily="49" charset="-122"/>
              </a:rPr>
              <a:t>步骤</a:t>
            </a:r>
            <a:r>
              <a:rPr lang="en-US" altLang="zh-CN" sz="2400">
                <a:solidFill>
                  <a:schemeClr val="bg2"/>
                </a:solidFill>
                <a:latin typeface="Times New Roman" panose="02020603050405020304" pitchFamily="18" charset="0"/>
                <a:ea typeface="黑体" panose="02010609060101010101" pitchFamily="49" charset="-122"/>
              </a:rPr>
              <a:t>1</a:t>
            </a:r>
            <a:r>
              <a:rPr lang="zh-CN" altLang="en-US" sz="2400">
                <a:solidFill>
                  <a:schemeClr val="bg2"/>
                </a:solidFill>
                <a:latin typeface="Times New Roman" panose="02020603050405020304" pitchFamily="18" charset="0"/>
                <a:ea typeface="黑体" panose="02010609060101010101" pitchFamily="49" charset="-122"/>
              </a:rPr>
              <a:t>：</a:t>
            </a:r>
            <a:r>
              <a:rPr lang="en-US" altLang="zh-CN" sz="2400">
                <a:solidFill>
                  <a:schemeClr val="bg2"/>
                </a:solidFill>
                <a:latin typeface="Times New Roman" panose="02020603050405020304" pitchFamily="18" charset="0"/>
                <a:ea typeface="黑体" panose="02010609060101010101" pitchFamily="49" charset="-122"/>
              </a:rPr>
              <a:t>A</a:t>
            </a:r>
            <a:r>
              <a:rPr lang="zh-CN" altLang="en-US" sz="2400">
                <a:solidFill>
                  <a:schemeClr val="bg2"/>
                </a:solidFill>
                <a:latin typeface="Times New Roman" panose="02020603050405020304" pitchFamily="18" charset="0"/>
                <a:ea typeface="黑体" panose="02010609060101010101" pitchFamily="49" charset="-122"/>
              </a:rPr>
              <a:t>根据要发送的消息</a:t>
            </a:r>
            <a:r>
              <a:rPr lang="en-US" altLang="zh-CN" sz="2400">
                <a:solidFill>
                  <a:schemeClr val="bg2"/>
                </a:solidFill>
                <a:latin typeface="Times New Roman" panose="02020603050405020304" pitchFamily="18" charset="0"/>
                <a:ea typeface="黑体" panose="02010609060101010101" pitchFamily="49" charset="-122"/>
              </a:rPr>
              <a:t>M0</a:t>
            </a:r>
            <a:r>
              <a:rPr lang="zh-CN" altLang="en-US" sz="2400">
                <a:solidFill>
                  <a:schemeClr val="bg2"/>
                </a:solidFill>
                <a:latin typeface="Times New Roman" panose="02020603050405020304" pitchFamily="18" charset="0"/>
                <a:ea typeface="黑体" panose="02010609060101010101" pitchFamily="49" charset="-122"/>
              </a:rPr>
              <a:t>，利用</a:t>
            </a:r>
            <a:r>
              <a:rPr lang="en-US" altLang="zh-CN" sz="2400">
                <a:solidFill>
                  <a:schemeClr val="bg2"/>
                </a:solidFill>
                <a:latin typeface="Times New Roman" panose="02020603050405020304" pitchFamily="18" charset="0"/>
                <a:ea typeface="黑体" panose="02010609060101010101" pitchFamily="49" charset="-122"/>
              </a:rPr>
              <a:t>MD5</a:t>
            </a:r>
            <a:r>
              <a:rPr lang="zh-CN" altLang="en-US" sz="2400">
                <a:solidFill>
                  <a:schemeClr val="bg2"/>
                </a:solidFill>
                <a:latin typeface="Times New Roman" panose="02020603050405020304" pitchFamily="18" charset="0"/>
                <a:ea typeface="黑体" panose="02010609060101010101" pitchFamily="49" charset="-122"/>
              </a:rPr>
              <a:t>、</a:t>
            </a:r>
            <a:r>
              <a:rPr lang="en-US" altLang="zh-CN" sz="2400">
                <a:solidFill>
                  <a:schemeClr val="bg2"/>
                </a:solidFill>
                <a:latin typeface="Times New Roman" panose="02020603050405020304" pitchFamily="18" charset="0"/>
                <a:ea typeface="黑体" panose="02010609060101010101" pitchFamily="49" charset="-122"/>
              </a:rPr>
              <a:t>SHA-1</a:t>
            </a:r>
            <a:r>
              <a:rPr lang="zh-CN" altLang="en-US" sz="2400">
                <a:solidFill>
                  <a:schemeClr val="bg2"/>
                </a:solidFill>
                <a:latin typeface="Times New Roman" panose="02020603050405020304" pitchFamily="18" charset="0"/>
                <a:ea typeface="黑体" panose="02010609060101010101" pitchFamily="49" charset="-122"/>
              </a:rPr>
              <a:t>等哈希函数</a:t>
            </a:r>
            <a:r>
              <a:rPr lang="en-US" altLang="zh-CN" sz="2400">
                <a:solidFill>
                  <a:schemeClr val="bg2"/>
                </a:solidFill>
                <a:latin typeface="Times New Roman" panose="02020603050405020304" pitchFamily="18" charset="0"/>
                <a:ea typeface="黑体" panose="02010609060101010101" pitchFamily="49" charset="-122"/>
              </a:rPr>
              <a:t>H</a:t>
            </a:r>
            <a:r>
              <a:rPr lang="zh-CN" altLang="en-US" sz="2400">
                <a:solidFill>
                  <a:schemeClr val="bg2"/>
                </a:solidFill>
                <a:latin typeface="Times New Roman" panose="02020603050405020304" pitchFamily="18" charset="0"/>
                <a:ea typeface="黑体" panose="02010609060101010101" pitchFamily="49" charset="-122"/>
              </a:rPr>
              <a:t>（双方事先商定好的）产生消息摘要</a:t>
            </a:r>
            <a:r>
              <a:rPr lang="en-US" altLang="zh-CN" sz="2400">
                <a:solidFill>
                  <a:schemeClr val="bg2"/>
                </a:solidFill>
                <a:latin typeface="Times New Roman" panose="02020603050405020304" pitchFamily="18" charset="0"/>
                <a:ea typeface="黑体" panose="02010609060101010101" pitchFamily="49" charset="-122"/>
              </a:rPr>
              <a:t>MD0</a:t>
            </a:r>
            <a:r>
              <a:rPr lang="zh-CN" altLang="en-US" sz="2400">
                <a:solidFill>
                  <a:schemeClr val="bg2"/>
                </a:solidFill>
                <a:latin typeface="Times New Roman" panose="02020603050405020304" pitchFamily="18" charset="0"/>
                <a:ea typeface="黑体" panose="02010609060101010101" pitchFamily="49" charset="-122"/>
              </a:rPr>
              <a:t>；</a:t>
            </a:r>
          </a:p>
          <a:p>
            <a:pPr marL="0" indent="0" eaLnBrk="1" hangingPunct="1">
              <a:lnSpc>
                <a:spcPts val="2875"/>
              </a:lnSpc>
              <a:buClr>
                <a:srgbClr val="FF0000"/>
              </a:buClr>
              <a:buFont typeface="Wingdings" pitchFamily="2" charset="2"/>
              <a:buNone/>
              <a:defRPr/>
            </a:pPr>
            <a:r>
              <a:rPr lang="zh-CN" altLang="en-US" sz="2400">
                <a:solidFill>
                  <a:schemeClr val="bg2"/>
                </a:solidFill>
                <a:latin typeface="Times New Roman" panose="02020603050405020304" pitchFamily="18" charset="0"/>
                <a:ea typeface="黑体" panose="02010609060101010101" pitchFamily="49" charset="-122"/>
              </a:rPr>
              <a:t>步骤</a:t>
            </a:r>
            <a:r>
              <a:rPr lang="en-US" altLang="zh-CN" sz="2400">
                <a:solidFill>
                  <a:schemeClr val="bg2"/>
                </a:solidFill>
                <a:latin typeface="Times New Roman" panose="02020603050405020304" pitchFamily="18" charset="0"/>
                <a:ea typeface="黑体" panose="02010609060101010101" pitchFamily="49" charset="-122"/>
              </a:rPr>
              <a:t>2</a:t>
            </a:r>
            <a:r>
              <a:rPr lang="zh-CN" altLang="en-US" sz="2400">
                <a:solidFill>
                  <a:schemeClr val="bg2"/>
                </a:solidFill>
                <a:latin typeface="Times New Roman" panose="02020603050405020304" pitchFamily="18" charset="0"/>
                <a:ea typeface="黑体" panose="02010609060101010101" pitchFamily="49" charset="-122"/>
              </a:rPr>
              <a:t>：</a:t>
            </a:r>
            <a:r>
              <a:rPr lang="en-US" altLang="zh-CN" sz="2400">
                <a:solidFill>
                  <a:schemeClr val="bg2"/>
                </a:solidFill>
                <a:latin typeface="Times New Roman" panose="02020603050405020304" pitchFamily="18" charset="0"/>
                <a:ea typeface="黑体" panose="02010609060101010101" pitchFamily="49" charset="-122"/>
              </a:rPr>
              <a:t>A</a:t>
            </a:r>
            <a:r>
              <a:rPr lang="zh-CN" altLang="en-US" sz="2400">
                <a:solidFill>
                  <a:schemeClr val="bg2"/>
                </a:solidFill>
                <a:latin typeface="Times New Roman" panose="02020603050405020304" pitchFamily="18" charset="0"/>
                <a:ea typeface="黑体" panose="02010609060101010101" pitchFamily="49" charset="-122"/>
              </a:rPr>
              <a:t>通过网络将</a:t>
            </a:r>
            <a:r>
              <a:rPr lang="en-US" altLang="zh-CN" sz="2400">
                <a:solidFill>
                  <a:schemeClr val="bg2"/>
                </a:solidFill>
                <a:latin typeface="Times New Roman" panose="02020603050405020304" pitchFamily="18" charset="0"/>
                <a:ea typeface="黑体" panose="02010609060101010101" pitchFamily="49" charset="-122"/>
              </a:rPr>
              <a:t>M0</a:t>
            </a:r>
            <a:r>
              <a:rPr lang="zh-CN" altLang="en-US" sz="2400">
                <a:solidFill>
                  <a:schemeClr val="bg2"/>
                </a:solidFill>
                <a:latin typeface="Times New Roman" panose="02020603050405020304" pitchFamily="18" charset="0"/>
                <a:ea typeface="黑体" panose="02010609060101010101" pitchFamily="49" charset="-122"/>
              </a:rPr>
              <a:t>和</a:t>
            </a:r>
            <a:r>
              <a:rPr lang="en-US" altLang="zh-CN" sz="2400">
                <a:solidFill>
                  <a:schemeClr val="bg2"/>
                </a:solidFill>
                <a:latin typeface="Times New Roman" panose="02020603050405020304" pitchFamily="18" charset="0"/>
                <a:ea typeface="黑体" panose="02010609060101010101" pitchFamily="49" charset="-122"/>
              </a:rPr>
              <a:t>MD0</a:t>
            </a:r>
            <a:r>
              <a:rPr lang="zh-CN" altLang="en-US" sz="2400">
                <a:solidFill>
                  <a:schemeClr val="bg2"/>
                </a:solidFill>
                <a:latin typeface="Times New Roman" panose="02020603050405020304" pitchFamily="18" charset="0"/>
                <a:ea typeface="黑体" panose="02010609060101010101" pitchFamily="49" charset="-122"/>
              </a:rPr>
              <a:t>一起发送到</a:t>
            </a:r>
            <a:r>
              <a:rPr lang="en-US" altLang="zh-CN" sz="2400">
                <a:solidFill>
                  <a:schemeClr val="bg2"/>
                </a:solidFill>
                <a:latin typeface="Times New Roman" panose="02020603050405020304" pitchFamily="18" charset="0"/>
                <a:ea typeface="黑体" panose="02010609060101010101" pitchFamily="49" charset="-122"/>
              </a:rPr>
              <a:t>B</a:t>
            </a:r>
            <a:r>
              <a:rPr lang="zh-CN" altLang="en-US" sz="2400">
                <a:solidFill>
                  <a:schemeClr val="bg2"/>
                </a:solidFill>
                <a:latin typeface="Times New Roman" panose="02020603050405020304" pitchFamily="18" charset="0"/>
                <a:ea typeface="黑体" panose="02010609060101010101" pitchFamily="49" charset="-122"/>
              </a:rPr>
              <a:t>；</a:t>
            </a:r>
          </a:p>
          <a:p>
            <a:pPr marL="0" indent="0" eaLnBrk="1" hangingPunct="1">
              <a:lnSpc>
                <a:spcPts val="2875"/>
              </a:lnSpc>
              <a:buClr>
                <a:srgbClr val="FF0000"/>
              </a:buClr>
              <a:buFont typeface="Wingdings" pitchFamily="2" charset="2"/>
              <a:buNone/>
              <a:defRPr/>
            </a:pPr>
            <a:r>
              <a:rPr lang="zh-CN" altLang="en-US" sz="2400">
                <a:solidFill>
                  <a:schemeClr val="bg2"/>
                </a:solidFill>
                <a:latin typeface="Times New Roman" panose="02020603050405020304" pitchFamily="18" charset="0"/>
                <a:ea typeface="黑体" panose="02010609060101010101" pitchFamily="49" charset="-122"/>
              </a:rPr>
              <a:t>步骤</a:t>
            </a:r>
            <a:r>
              <a:rPr lang="en-US" altLang="zh-CN" sz="2400">
                <a:solidFill>
                  <a:schemeClr val="bg2"/>
                </a:solidFill>
                <a:latin typeface="Times New Roman" panose="02020603050405020304" pitchFamily="18" charset="0"/>
                <a:ea typeface="黑体" panose="02010609060101010101" pitchFamily="49" charset="-122"/>
              </a:rPr>
              <a:t>3</a:t>
            </a:r>
            <a:r>
              <a:rPr lang="zh-CN" altLang="en-US" sz="2400">
                <a:solidFill>
                  <a:schemeClr val="bg2"/>
                </a:solidFill>
                <a:latin typeface="Times New Roman" panose="02020603050405020304" pitchFamily="18" charset="0"/>
                <a:ea typeface="黑体" panose="02010609060101010101" pitchFamily="49" charset="-122"/>
              </a:rPr>
              <a:t>：</a:t>
            </a:r>
            <a:r>
              <a:rPr lang="en-US" altLang="zh-CN" sz="2400">
                <a:solidFill>
                  <a:schemeClr val="bg2"/>
                </a:solidFill>
                <a:latin typeface="Times New Roman" panose="02020603050405020304" pitchFamily="18" charset="0"/>
                <a:ea typeface="黑体" panose="02010609060101010101" pitchFamily="49" charset="-122"/>
              </a:rPr>
              <a:t>B</a:t>
            </a:r>
            <a:r>
              <a:rPr lang="zh-CN" altLang="en-US" sz="2400">
                <a:solidFill>
                  <a:schemeClr val="bg2"/>
                </a:solidFill>
                <a:latin typeface="Times New Roman" panose="02020603050405020304" pitchFamily="18" charset="0"/>
                <a:ea typeface="黑体" panose="02010609060101010101" pitchFamily="49" charset="-122"/>
              </a:rPr>
              <a:t>收到的信息设为</a:t>
            </a:r>
            <a:r>
              <a:rPr lang="en-US" altLang="zh-CN" sz="2400">
                <a:solidFill>
                  <a:schemeClr val="bg2"/>
                </a:solidFill>
                <a:latin typeface="Times New Roman" panose="02020603050405020304" pitchFamily="18" charset="0"/>
                <a:ea typeface="黑体" panose="02010609060101010101" pitchFamily="49" charset="-122"/>
              </a:rPr>
              <a:t>M1</a:t>
            </a:r>
            <a:r>
              <a:rPr lang="zh-CN" altLang="en-US" sz="2400">
                <a:solidFill>
                  <a:schemeClr val="bg2"/>
                </a:solidFill>
                <a:latin typeface="Times New Roman" panose="02020603050405020304" pitchFamily="18" charset="0"/>
                <a:ea typeface="黑体" panose="02010609060101010101" pitchFamily="49" charset="-122"/>
              </a:rPr>
              <a:t>，摘要设为</a:t>
            </a:r>
            <a:r>
              <a:rPr lang="en-US" altLang="zh-CN" sz="2400">
                <a:solidFill>
                  <a:schemeClr val="bg2"/>
                </a:solidFill>
                <a:latin typeface="Times New Roman" panose="02020603050405020304" pitchFamily="18" charset="0"/>
                <a:ea typeface="黑体" panose="02010609060101010101" pitchFamily="49" charset="-122"/>
              </a:rPr>
              <a:t>MD1</a:t>
            </a:r>
            <a:r>
              <a:rPr lang="zh-CN" altLang="en-US" sz="2400">
                <a:solidFill>
                  <a:schemeClr val="bg2"/>
                </a:solidFill>
                <a:latin typeface="Times New Roman" panose="02020603050405020304" pitchFamily="18" charset="0"/>
                <a:ea typeface="黑体" panose="02010609060101010101" pitchFamily="49" charset="-122"/>
              </a:rPr>
              <a:t>，</a:t>
            </a:r>
            <a:r>
              <a:rPr lang="en-US" altLang="zh-CN" sz="2400">
                <a:solidFill>
                  <a:schemeClr val="bg2"/>
                </a:solidFill>
                <a:latin typeface="Times New Roman" panose="02020603050405020304" pitchFamily="18" charset="0"/>
                <a:ea typeface="黑体" panose="02010609060101010101" pitchFamily="49" charset="-122"/>
              </a:rPr>
              <a:t>B</a:t>
            </a:r>
            <a:r>
              <a:rPr lang="zh-CN" altLang="en-US" sz="2400">
                <a:solidFill>
                  <a:schemeClr val="bg2"/>
                </a:solidFill>
                <a:latin typeface="Times New Roman" panose="02020603050405020304" pitchFamily="18" charset="0"/>
                <a:ea typeface="黑体" panose="02010609060101010101" pitchFamily="49" charset="-122"/>
              </a:rPr>
              <a:t>重新用</a:t>
            </a:r>
            <a:r>
              <a:rPr lang="en-US" altLang="zh-CN" sz="2400">
                <a:solidFill>
                  <a:schemeClr val="bg2"/>
                </a:solidFill>
                <a:latin typeface="Times New Roman" panose="02020603050405020304" pitchFamily="18" charset="0"/>
                <a:ea typeface="黑体" panose="02010609060101010101" pitchFamily="49" charset="-122"/>
              </a:rPr>
              <a:t>A</a:t>
            </a:r>
            <a:r>
              <a:rPr lang="zh-CN" altLang="en-US" sz="2400">
                <a:solidFill>
                  <a:schemeClr val="bg2"/>
                </a:solidFill>
                <a:latin typeface="Times New Roman" panose="02020603050405020304" pitchFamily="18" charset="0"/>
                <a:ea typeface="黑体" panose="02010609060101010101" pitchFamily="49" charset="-122"/>
              </a:rPr>
              <a:t>使用的产生摘要的函数</a:t>
            </a:r>
            <a:r>
              <a:rPr lang="en-US" altLang="zh-CN" sz="2400">
                <a:solidFill>
                  <a:schemeClr val="bg2"/>
                </a:solidFill>
                <a:latin typeface="Times New Roman" panose="02020603050405020304" pitchFamily="18" charset="0"/>
                <a:ea typeface="黑体" panose="02010609060101010101" pitchFamily="49" charset="-122"/>
              </a:rPr>
              <a:t>H</a:t>
            </a:r>
            <a:r>
              <a:rPr lang="zh-CN" altLang="en-US" sz="2400">
                <a:solidFill>
                  <a:schemeClr val="bg2"/>
                </a:solidFill>
                <a:latin typeface="Times New Roman" panose="02020603050405020304" pitchFamily="18" charset="0"/>
                <a:ea typeface="黑体" panose="02010609060101010101" pitchFamily="49" charset="-122"/>
              </a:rPr>
              <a:t>计算消息摘要，设为</a:t>
            </a:r>
            <a:r>
              <a:rPr lang="en-US" altLang="zh-CN" sz="2400">
                <a:solidFill>
                  <a:schemeClr val="bg2"/>
                </a:solidFill>
                <a:latin typeface="Times New Roman" panose="02020603050405020304" pitchFamily="18" charset="0"/>
                <a:ea typeface="黑体" panose="02010609060101010101" pitchFamily="49" charset="-122"/>
              </a:rPr>
              <a:t>MD2</a:t>
            </a:r>
            <a:endParaRPr lang="zh-CN" altLang="en-US" sz="2400">
              <a:solidFill>
                <a:schemeClr val="bg2"/>
              </a:solidFill>
              <a:latin typeface="Times New Roman" panose="02020603050405020304" pitchFamily="18" charset="0"/>
              <a:ea typeface="黑体" panose="02010609060101010101" pitchFamily="49" charset="-122"/>
            </a:endParaRPr>
          </a:p>
          <a:p>
            <a:pPr marL="0" indent="0" eaLnBrk="1" hangingPunct="1">
              <a:lnSpc>
                <a:spcPts val="2875"/>
              </a:lnSpc>
              <a:buClr>
                <a:srgbClr val="FF0000"/>
              </a:buClr>
              <a:buFont typeface="Wingdings" pitchFamily="2" charset="2"/>
              <a:buNone/>
              <a:defRPr/>
            </a:pPr>
            <a:r>
              <a:rPr lang="zh-CN" altLang="en-US" sz="2400">
                <a:solidFill>
                  <a:schemeClr val="bg2"/>
                </a:solidFill>
                <a:latin typeface="Times New Roman" panose="02020603050405020304" pitchFamily="18" charset="0"/>
                <a:ea typeface="黑体" panose="02010609060101010101" pitchFamily="49" charset="-122"/>
              </a:rPr>
              <a:t>步骤</a:t>
            </a:r>
            <a:r>
              <a:rPr lang="en-US" altLang="zh-CN" sz="2400">
                <a:solidFill>
                  <a:schemeClr val="bg2"/>
                </a:solidFill>
                <a:latin typeface="Times New Roman" panose="02020603050405020304" pitchFamily="18" charset="0"/>
                <a:ea typeface="黑体" panose="02010609060101010101" pitchFamily="49" charset="-122"/>
              </a:rPr>
              <a:t>4</a:t>
            </a:r>
            <a:r>
              <a:rPr lang="zh-CN" altLang="en-US" sz="2400">
                <a:solidFill>
                  <a:schemeClr val="bg2"/>
                </a:solidFill>
                <a:latin typeface="Times New Roman" panose="02020603050405020304" pitchFamily="18" charset="0"/>
                <a:ea typeface="黑体" panose="02010609060101010101" pitchFamily="49" charset="-122"/>
              </a:rPr>
              <a:t>：</a:t>
            </a:r>
            <a:r>
              <a:rPr lang="en-US" altLang="zh-CN" sz="2400">
                <a:solidFill>
                  <a:schemeClr val="bg2"/>
                </a:solidFill>
                <a:latin typeface="Times New Roman" panose="02020603050405020304" pitchFamily="18" charset="0"/>
                <a:ea typeface="黑体" panose="02010609060101010101" pitchFamily="49" charset="-122"/>
              </a:rPr>
              <a:t>B</a:t>
            </a:r>
            <a:r>
              <a:rPr lang="zh-CN" altLang="en-US" sz="2400">
                <a:solidFill>
                  <a:schemeClr val="bg2"/>
                </a:solidFill>
                <a:latin typeface="Times New Roman" panose="02020603050405020304" pitchFamily="18" charset="0"/>
                <a:ea typeface="黑体" panose="02010609060101010101" pitchFamily="49" charset="-122"/>
              </a:rPr>
              <a:t>比较</a:t>
            </a:r>
            <a:r>
              <a:rPr lang="en-US" altLang="zh-CN" sz="2400">
                <a:solidFill>
                  <a:schemeClr val="bg2"/>
                </a:solidFill>
                <a:latin typeface="Times New Roman" panose="02020603050405020304" pitchFamily="18" charset="0"/>
                <a:ea typeface="黑体" panose="02010609060101010101" pitchFamily="49" charset="-122"/>
              </a:rPr>
              <a:t>MD2</a:t>
            </a:r>
            <a:r>
              <a:rPr lang="zh-CN" altLang="en-US" sz="2400">
                <a:solidFill>
                  <a:schemeClr val="bg2"/>
                </a:solidFill>
                <a:latin typeface="Times New Roman" panose="02020603050405020304" pitchFamily="18" charset="0"/>
                <a:ea typeface="黑体" panose="02010609060101010101" pitchFamily="49" charset="-122"/>
              </a:rPr>
              <a:t>和</a:t>
            </a:r>
            <a:r>
              <a:rPr lang="en-US" altLang="zh-CN" sz="2400">
                <a:solidFill>
                  <a:schemeClr val="bg2"/>
                </a:solidFill>
                <a:latin typeface="Times New Roman" panose="02020603050405020304" pitchFamily="18" charset="0"/>
                <a:ea typeface="黑体" panose="02010609060101010101" pitchFamily="49" charset="-122"/>
              </a:rPr>
              <a:t>MD1</a:t>
            </a:r>
            <a:r>
              <a:rPr lang="zh-CN" altLang="en-US" sz="2400">
                <a:solidFill>
                  <a:schemeClr val="bg2"/>
                </a:solidFill>
                <a:latin typeface="Times New Roman" panose="02020603050405020304" pitchFamily="18" charset="0"/>
                <a:ea typeface="黑体" panose="02010609060101010101" pitchFamily="49" charset="-122"/>
              </a:rPr>
              <a:t>是否相同，如果相等，</a:t>
            </a:r>
            <a:r>
              <a:rPr lang="en-US" altLang="zh-CN" sz="2400">
                <a:solidFill>
                  <a:schemeClr val="bg2"/>
                </a:solidFill>
                <a:latin typeface="Times New Roman" panose="02020603050405020304" pitchFamily="18" charset="0"/>
                <a:ea typeface="黑体" panose="02010609060101010101" pitchFamily="49" charset="-122"/>
              </a:rPr>
              <a:t>B</a:t>
            </a:r>
            <a:r>
              <a:rPr lang="zh-CN" altLang="en-US" sz="2400">
                <a:solidFill>
                  <a:schemeClr val="bg2"/>
                </a:solidFill>
                <a:latin typeface="Times New Roman" panose="02020603050405020304" pitchFamily="18" charset="0"/>
                <a:ea typeface="黑体" panose="02010609060101010101" pitchFamily="49" charset="-122"/>
              </a:rPr>
              <a:t>断定数据是完整的，如果不相等，则</a:t>
            </a:r>
            <a:r>
              <a:rPr lang="en-US" altLang="zh-CN" sz="2400">
                <a:solidFill>
                  <a:schemeClr val="bg2"/>
                </a:solidFill>
                <a:latin typeface="Times New Roman" panose="02020603050405020304" pitchFamily="18" charset="0"/>
                <a:ea typeface="黑体" panose="02010609060101010101" pitchFamily="49" charset="-122"/>
              </a:rPr>
              <a:t>B</a:t>
            </a:r>
            <a:r>
              <a:rPr lang="zh-CN" altLang="en-US" sz="2400">
                <a:solidFill>
                  <a:schemeClr val="bg2"/>
                </a:solidFill>
                <a:latin typeface="Times New Roman" panose="02020603050405020304" pitchFamily="18" charset="0"/>
                <a:ea typeface="黑体" panose="02010609060101010101" pitchFamily="49" charset="-122"/>
              </a:rPr>
              <a:t>断定数据遭到篡改。</a:t>
            </a:r>
          </a:p>
        </p:txBody>
      </p:sp>
    </p:spTree>
  </p:cSld>
  <p:clrMapOvr>
    <a:masterClrMapping/>
  </p:clrMapOvr>
  <p:transition spd="slow"/>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a:extLst>
              <a:ext uri="{FF2B5EF4-FFF2-40B4-BE49-F238E27FC236}">
                <a16:creationId xmlns:a16="http://schemas.microsoft.com/office/drawing/2014/main" id="{EF6EB24A-7B5B-5B4C-84E7-195B0209EFF2}"/>
              </a:ext>
            </a:extLst>
          </p:cNvPr>
          <p:cNvSpPr>
            <a:spLocks noGrp="1"/>
          </p:cNvSpPr>
          <p:nvPr>
            <p:ph type="title"/>
          </p:nvPr>
        </p:nvSpPr>
        <p:spPr>
          <a:xfrm>
            <a:off x="460375" y="762000"/>
            <a:ext cx="8229600" cy="533400"/>
          </a:xfrm>
        </p:spPr>
        <p:txBody>
          <a:bodyPr vert="horz" wrap="square" lIns="91440" tIns="45720" rIns="91440" bIns="45720" numCol="1" anchor="t" anchorCtr="0" compatLnSpc="1">
            <a:prstTxWarp prst="textNoShape">
              <a:avLst/>
            </a:prstTxWarp>
          </a:bodyPr>
          <a:lstStyle/>
          <a:p>
            <a:pPr>
              <a:defRPr/>
            </a:pPr>
            <a:r>
              <a:rPr lang="zh-CN" altLang="en-US" sz="2800">
                <a:solidFill>
                  <a:srgbClr val="FF0000"/>
                </a:solidFill>
                <a:latin typeface="黑体" panose="02010609060101010101" pitchFamily="49" charset="-122"/>
                <a:ea typeface="黑体" panose="02010609060101010101" pitchFamily="49" charset="-122"/>
              </a:rPr>
              <a:t>评价</a:t>
            </a:r>
          </a:p>
        </p:txBody>
      </p:sp>
      <p:sp>
        <p:nvSpPr>
          <p:cNvPr id="30723" name="内容占位符 2">
            <a:extLst>
              <a:ext uri="{FF2B5EF4-FFF2-40B4-BE49-F238E27FC236}">
                <a16:creationId xmlns:a16="http://schemas.microsoft.com/office/drawing/2014/main" id="{C3D666A5-D631-6648-B5F7-9B81A5428DF0}"/>
              </a:ext>
            </a:extLst>
          </p:cNvPr>
          <p:cNvSpPr>
            <a:spLocks noGrp="1"/>
          </p:cNvSpPr>
          <p:nvPr>
            <p:ph idx="1"/>
          </p:nvPr>
        </p:nvSpPr>
        <p:spPr>
          <a:xfrm>
            <a:off x="7938" y="1447800"/>
            <a:ext cx="8682037" cy="3881438"/>
          </a:xfrm>
        </p:spPr>
        <p:txBody>
          <a:bodyPr vert="horz" wrap="square" lIns="91440" tIns="45720" rIns="91440" bIns="45720" numCol="1" anchor="t" anchorCtr="0" compatLnSpc="1">
            <a:prstTxWarp prst="textNoShape">
              <a:avLst/>
            </a:prstTxWarp>
          </a:bodyPr>
          <a:lstStyle/>
          <a:p>
            <a:pPr lvl="1">
              <a:lnSpc>
                <a:spcPts val="2800"/>
              </a:lnSpc>
              <a:buClr>
                <a:srgbClr val="FF0000"/>
              </a:buClr>
              <a:buFont typeface="Wingdings" pitchFamily="2" charset="2"/>
              <a:buChar char="u"/>
              <a:defRPr/>
            </a:pPr>
            <a:r>
              <a:rPr lang="zh-CN" altLang="en-US" sz="2000">
                <a:solidFill>
                  <a:schemeClr val="bg2"/>
                </a:solidFill>
                <a:latin typeface="Times New Roman" panose="02020603050405020304" pitchFamily="18" charset="0"/>
                <a:ea typeface="黑体" panose="02010609060101010101" pitchFamily="49" charset="-122"/>
              </a:rPr>
              <a:t>这个机制的优点是双方不需要共享密钥；</a:t>
            </a:r>
            <a:endParaRPr lang="en-US" altLang="zh-CN" sz="2000">
              <a:solidFill>
                <a:schemeClr val="bg2"/>
              </a:solidFill>
              <a:latin typeface="Times New Roman" panose="02020603050405020304" pitchFamily="18" charset="0"/>
              <a:ea typeface="黑体" panose="02010609060101010101" pitchFamily="49" charset="-122"/>
            </a:endParaRPr>
          </a:p>
          <a:p>
            <a:pPr lvl="1">
              <a:lnSpc>
                <a:spcPts val="2800"/>
              </a:lnSpc>
              <a:buClr>
                <a:srgbClr val="FF0000"/>
              </a:buClr>
              <a:buFont typeface="Wingdings" pitchFamily="2" charset="2"/>
              <a:buChar char="u"/>
              <a:defRPr/>
            </a:pPr>
            <a:r>
              <a:rPr lang="zh-CN" altLang="en-US" sz="2000">
                <a:solidFill>
                  <a:schemeClr val="bg2"/>
                </a:solidFill>
                <a:latin typeface="Times New Roman" panose="02020603050405020304" pitchFamily="18" charset="0"/>
                <a:ea typeface="黑体" panose="02010609060101010101" pitchFamily="49" charset="-122"/>
              </a:rPr>
              <a:t>接收者确信信息未被更改过；</a:t>
            </a:r>
            <a:endParaRPr lang="en-US" altLang="zh-CN" sz="2000">
              <a:solidFill>
                <a:schemeClr val="bg2"/>
              </a:solidFill>
              <a:latin typeface="Times New Roman" panose="02020603050405020304" pitchFamily="18" charset="0"/>
              <a:ea typeface="黑体" panose="02010609060101010101" pitchFamily="49" charset="-122"/>
            </a:endParaRPr>
          </a:p>
          <a:p>
            <a:pPr lvl="1">
              <a:lnSpc>
                <a:spcPts val="2800"/>
              </a:lnSpc>
              <a:buClr>
                <a:srgbClr val="FF0000"/>
              </a:buClr>
              <a:buFont typeface="Wingdings" pitchFamily="2" charset="2"/>
              <a:buChar char="u"/>
              <a:defRPr/>
            </a:pPr>
            <a:r>
              <a:rPr lang="zh-CN" altLang="en-US" sz="2000">
                <a:solidFill>
                  <a:schemeClr val="bg2"/>
                </a:solidFill>
                <a:latin typeface="Times New Roman" panose="02020603050405020304" pitchFamily="18" charset="0"/>
                <a:ea typeface="黑体" panose="02010609060101010101" pitchFamily="49" charset="-122"/>
              </a:rPr>
              <a:t>信息的有效率高。</a:t>
            </a:r>
            <a:endParaRPr lang="en-US" altLang="zh-CN" sz="2000">
              <a:solidFill>
                <a:schemeClr val="bg2"/>
              </a:solidFill>
              <a:latin typeface="Times New Roman" panose="02020603050405020304" pitchFamily="18" charset="0"/>
              <a:ea typeface="黑体" panose="02010609060101010101" pitchFamily="49" charset="-122"/>
            </a:endParaRPr>
          </a:p>
          <a:p>
            <a:pPr lvl="1">
              <a:lnSpc>
                <a:spcPts val="2800"/>
              </a:lnSpc>
              <a:buClr>
                <a:srgbClr val="FF0000"/>
              </a:buClr>
              <a:buFont typeface="Wingdings" pitchFamily="2" charset="2"/>
              <a:buChar char="u"/>
              <a:defRPr/>
            </a:pPr>
            <a:r>
              <a:rPr lang="zh-CN" altLang="en-US" sz="2000">
                <a:solidFill>
                  <a:schemeClr val="bg2"/>
                </a:solidFill>
                <a:latin typeface="Times New Roman" panose="02020603050405020304" pitchFamily="18" charset="0"/>
                <a:ea typeface="黑体" panose="02010609060101010101" pitchFamily="49" charset="-122"/>
              </a:rPr>
              <a:t>消息摘要算法通常产生长度为</a:t>
            </a:r>
            <a:r>
              <a:rPr lang="en-US" altLang="zh-CN" sz="2000">
                <a:solidFill>
                  <a:schemeClr val="bg2"/>
                </a:solidFill>
                <a:latin typeface="Times New Roman" panose="02020603050405020304" pitchFamily="18" charset="0"/>
                <a:ea typeface="黑体" panose="02010609060101010101" pitchFamily="49" charset="-122"/>
              </a:rPr>
              <a:t>128</a:t>
            </a:r>
            <a:r>
              <a:rPr lang="zh-CN" altLang="en-US" sz="2000">
                <a:solidFill>
                  <a:schemeClr val="bg2"/>
                </a:solidFill>
                <a:latin typeface="Times New Roman" panose="02020603050405020304" pitchFamily="18" charset="0"/>
                <a:ea typeface="黑体" panose="02010609060101010101" pitchFamily="49" charset="-122"/>
              </a:rPr>
              <a:t>位或</a:t>
            </a:r>
            <a:r>
              <a:rPr lang="en-US" altLang="zh-CN" sz="2000">
                <a:solidFill>
                  <a:schemeClr val="bg2"/>
                </a:solidFill>
                <a:latin typeface="Times New Roman" panose="02020603050405020304" pitchFamily="18" charset="0"/>
                <a:ea typeface="黑体" panose="02010609060101010101" pitchFamily="49" charset="-122"/>
              </a:rPr>
              <a:t>160</a:t>
            </a:r>
            <a:r>
              <a:rPr lang="zh-CN" altLang="en-US" sz="2000">
                <a:solidFill>
                  <a:schemeClr val="bg2"/>
                </a:solidFill>
                <a:latin typeface="Times New Roman" panose="02020603050405020304" pitchFamily="18" charset="0"/>
                <a:ea typeface="黑体" panose="02010609060101010101" pitchFamily="49" charset="-122"/>
              </a:rPr>
              <a:t>位的消息摘要，即任何两个消息摘要相同的概率分别为</a:t>
            </a:r>
            <a:r>
              <a:rPr lang="en-US" altLang="zh-CN" sz="2000">
                <a:solidFill>
                  <a:schemeClr val="bg2"/>
                </a:solidFill>
                <a:latin typeface="Times New Roman" panose="02020603050405020304" pitchFamily="18" charset="0"/>
                <a:ea typeface="黑体" panose="02010609060101010101" pitchFamily="49" charset="-122"/>
              </a:rPr>
              <a:t>2128</a:t>
            </a:r>
            <a:r>
              <a:rPr lang="zh-CN" altLang="en-US" sz="2000">
                <a:solidFill>
                  <a:schemeClr val="bg2"/>
                </a:solidFill>
                <a:latin typeface="Times New Roman" panose="02020603050405020304" pitchFamily="18" charset="0"/>
                <a:ea typeface="黑体" panose="02010609060101010101" pitchFamily="49" charset="-122"/>
              </a:rPr>
              <a:t>或</a:t>
            </a:r>
            <a:r>
              <a:rPr lang="en-US" altLang="zh-CN" sz="2000">
                <a:solidFill>
                  <a:schemeClr val="bg2"/>
                </a:solidFill>
                <a:latin typeface="Times New Roman" panose="02020603050405020304" pitchFamily="18" charset="0"/>
                <a:ea typeface="黑体" panose="02010609060101010101" pitchFamily="49" charset="-122"/>
              </a:rPr>
              <a:t>2160</a:t>
            </a:r>
            <a:r>
              <a:rPr lang="zh-CN" altLang="en-US" sz="2000">
                <a:solidFill>
                  <a:schemeClr val="bg2"/>
                </a:solidFill>
                <a:latin typeface="Times New Roman" panose="02020603050405020304" pitchFamily="18" charset="0"/>
                <a:ea typeface="黑体" panose="02010609060101010101" pitchFamily="49" charset="-122"/>
              </a:rPr>
              <a:t>分之一，显然，这在实际上冲突的可能性极小。</a:t>
            </a:r>
            <a:endParaRPr lang="en-US" altLang="zh-CN" sz="2000">
              <a:solidFill>
                <a:schemeClr val="bg2"/>
              </a:solidFill>
              <a:latin typeface="Times New Roman" panose="02020603050405020304" pitchFamily="18" charset="0"/>
              <a:ea typeface="黑体" panose="02010609060101010101" pitchFamily="49" charset="-122"/>
            </a:endParaRPr>
          </a:p>
          <a:p>
            <a:pPr lvl="1">
              <a:lnSpc>
                <a:spcPts val="2800"/>
              </a:lnSpc>
              <a:buClr>
                <a:srgbClr val="FF0000"/>
              </a:buClr>
              <a:buFont typeface="Wingdings" pitchFamily="2" charset="2"/>
              <a:buChar char="u"/>
              <a:defRPr/>
            </a:pPr>
            <a:r>
              <a:rPr lang="zh-CN" altLang="en-US" sz="2000">
                <a:solidFill>
                  <a:schemeClr val="bg2"/>
                </a:solidFill>
                <a:latin typeface="Times New Roman" panose="02020603050405020304" pitchFamily="18" charset="0"/>
                <a:ea typeface="黑体" panose="02010609060101010101" pitchFamily="49" charset="-122"/>
              </a:rPr>
              <a:t>如果攻击者同时修改信息及其摘要，接收者就无法判断其完整性，为此要将摘要与加密结合。这样网络截获者不能同时修改消息</a:t>
            </a:r>
            <a:r>
              <a:rPr lang="en-US" altLang="zh-CN" sz="2000">
                <a:solidFill>
                  <a:schemeClr val="bg2"/>
                </a:solidFill>
                <a:latin typeface="Times New Roman" panose="02020603050405020304" pitchFamily="18" charset="0"/>
                <a:ea typeface="黑体" panose="02010609060101010101" pitchFamily="49" charset="-122"/>
              </a:rPr>
              <a:t>M</a:t>
            </a:r>
            <a:r>
              <a:rPr lang="zh-CN" altLang="en-US" sz="2000">
                <a:solidFill>
                  <a:schemeClr val="bg2"/>
                </a:solidFill>
                <a:latin typeface="Times New Roman" panose="02020603050405020304" pitchFamily="18" charset="0"/>
                <a:ea typeface="黑体" panose="02010609060101010101" pitchFamily="49" charset="-122"/>
              </a:rPr>
              <a:t>和摘要</a:t>
            </a:r>
            <a:r>
              <a:rPr lang="en-US" altLang="zh-CN" sz="2000">
                <a:solidFill>
                  <a:schemeClr val="bg2"/>
                </a:solidFill>
                <a:latin typeface="Times New Roman" panose="02020603050405020304" pitchFamily="18" charset="0"/>
                <a:ea typeface="黑体" panose="02010609060101010101" pitchFamily="49" charset="-122"/>
              </a:rPr>
              <a:t>D</a:t>
            </a:r>
            <a:r>
              <a:rPr lang="zh-CN" altLang="en-US" sz="2000">
                <a:solidFill>
                  <a:schemeClr val="bg2"/>
                </a:solidFill>
                <a:latin typeface="Times New Roman" panose="02020603050405020304" pitchFamily="18" charset="0"/>
                <a:ea typeface="黑体" panose="02010609060101010101" pitchFamily="49" charset="-122"/>
              </a:rPr>
              <a:t>。</a:t>
            </a:r>
          </a:p>
        </p:txBody>
      </p:sp>
    </p:spTree>
  </p:cSld>
  <p:clrMapOvr>
    <a:masterClrMapping/>
  </p:clrMapOvr>
  <p:transition spd="slow"/>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BE959249-F234-2843-937C-78099904797C}"/>
              </a:ext>
            </a:extLst>
          </p:cNvPr>
          <p:cNvSpPr/>
          <p:nvPr/>
        </p:nvSpPr>
        <p:spPr>
          <a:xfrm>
            <a:off x="381000" y="739775"/>
            <a:ext cx="6248400" cy="479425"/>
          </a:xfrm>
          <a:prstGeom prst="rect">
            <a:avLst/>
          </a:prstGeom>
        </p:spPr>
        <p:txBody>
          <a:bodyPr>
            <a:spAutoFit/>
          </a:bodyPr>
          <a:lstStyle/>
          <a:p>
            <a:pPr eaLnBrk="1" hangingPunct="1">
              <a:lnSpc>
                <a:spcPct val="90000"/>
              </a:lnSpc>
              <a:defRPr/>
            </a:pPr>
            <a:r>
              <a:rPr lang="en-US" altLang="zh-CN" sz="2800">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49" charset="-122"/>
              </a:rPr>
              <a:t>4.6.5  </a:t>
            </a:r>
            <a:r>
              <a:rPr lang="zh-CN" altLang="en-US" sz="2800">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49" charset="-122"/>
              </a:rPr>
              <a:t>鉴别交换机制</a:t>
            </a:r>
          </a:p>
        </p:txBody>
      </p:sp>
      <p:sp>
        <p:nvSpPr>
          <p:cNvPr id="3" name="内容占位符 2">
            <a:extLst>
              <a:ext uri="{FF2B5EF4-FFF2-40B4-BE49-F238E27FC236}">
                <a16:creationId xmlns:a16="http://schemas.microsoft.com/office/drawing/2014/main" id="{F635FB0E-56F4-3C4B-AC2E-0CBC5D076BE5}"/>
              </a:ext>
            </a:extLst>
          </p:cNvPr>
          <p:cNvSpPr txBox="1">
            <a:spLocks noChangeArrowheads="1"/>
          </p:cNvSpPr>
          <p:nvPr/>
        </p:nvSpPr>
        <p:spPr>
          <a:xfrm>
            <a:off x="304800" y="2971800"/>
            <a:ext cx="8763000" cy="2895600"/>
          </a:xfrm>
          <a:prstGeom prst="rect">
            <a:avLst/>
          </a:prstGeom>
        </p:spPr>
        <p:txBody>
          <a:bodyPr/>
          <a:lstStyle>
            <a:lvl1pPr marL="571500" indent="-571500">
              <a:defRPr sz="4800" b="1">
                <a:solidFill>
                  <a:srgbClr val="FF0000"/>
                </a:solidFill>
                <a:latin typeface="隶书" pitchFamily="49" charset="-122"/>
                <a:ea typeface="隶书" pitchFamily="49" charset="-122"/>
              </a:defRPr>
            </a:lvl1pPr>
            <a:lvl2pPr marL="800100" indent="-342900">
              <a:defRPr sz="4800" b="1">
                <a:solidFill>
                  <a:srgbClr val="FF0000"/>
                </a:solidFill>
                <a:latin typeface="隶书" pitchFamily="49" charset="-122"/>
                <a:ea typeface="隶书" pitchFamily="49" charset="-122"/>
              </a:defRPr>
            </a:lvl2pPr>
            <a:lvl3pPr>
              <a:defRPr sz="4800" b="1">
                <a:solidFill>
                  <a:srgbClr val="FF0000"/>
                </a:solidFill>
                <a:latin typeface="隶书" pitchFamily="49" charset="-122"/>
                <a:ea typeface="隶书" pitchFamily="49" charset="-122"/>
              </a:defRPr>
            </a:lvl3pPr>
            <a:lvl4pPr>
              <a:defRPr sz="4800" b="1">
                <a:solidFill>
                  <a:srgbClr val="FF0000"/>
                </a:solidFill>
                <a:latin typeface="隶书" pitchFamily="49" charset="-122"/>
                <a:ea typeface="隶书" pitchFamily="49" charset="-122"/>
              </a:defRPr>
            </a:lvl4pPr>
            <a:lvl5pPr>
              <a:defRPr sz="4800" b="1">
                <a:solidFill>
                  <a:srgbClr val="FF0000"/>
                </a:solidFill>
                <a:latin typeface="隶书" pitchFamily="49" charset="-122"/>
                <a:ea typeface="隶书" pitchFamily="49" charset="-122"/>
              </a:defRPr>
            </a:lvl5pPr>
            <a:lvl6pPr fontAlgn="base">
              <a:spcBef>
                <a:spcPct val="0"/>
              </a:spcBef>
              <a:spcAft>
                <a:spcPct val="0"/>
              </a:spcAft>
              <a:defRPr sz="4800" b="1">
                <a:solidFill>
                  <a:srgbClr val="FF0000"/>
                </a:solidFill>
                <a:latin typeface="隶书" pitchFamily="49" charset="-122"/>
                <a:ea typeface="隶书" pitchFamily="49" charset="-122"/>
              </a:defRPr>
            </a:lvl6pPr>
            <a:lvl7pPr fontAlgn="base">
              <a:spcBef>
                <a:spcPct val="0"/>
              </a:spcBef>
              <a:spcAft>
                <a:spcPct val="0"/>
              </a:spcAft>
              <a:defRPr sz="4800" b="1">
                <a:solidFill>
                  <a:srgbClr val="FF0000"/>
                </a:solidFill>
                <a:latin typeface="隶书" pitchFamily="49" charset="-122"/>
                <a:ea typeface="隶书" pitchFamily="49" charset="-122"/>
              </a:defRPr>
            </a:lvl7pPr>
            <a:lvl8pPr fontAlgn="base">
              <a:spcBef>
                <a:spcPct val="0"/>
              </a:spcBef>
              <a:spcAft>
                <a:spcPct val="0"/>
              </a:spcAft>
              <a:defRPr sz="4800" b="1">
                <a:solidFill>
                  <a:srgbClr val="FF0000"/>
                </a:solidFill>
                <a:latin typeface="隶书" pitchFamily="49" charset="-122"/>
                <a:ea typeface="隶书" pitchFamily="49" charset="-122"/>
              </a:defRPr>
            </a:lvl8pPr>
            <a:lvl9pPr fontAlgn="base">
              <a:spcBef>
                <a:spcPct val="0"/>
              </a:spcBef>
              <a:spcAft>
                <a:spcPct val="0"/>
              </a:spcAft>
              <a:defRPr sz="4800" b="1">
                <a:solidFill>
                  <a:srgbClr val="FF0000"/>
                </a:solidFill>
                <a:latin typeface="隶书" pitchFamily="49" charset="-122"/>
                <a:ea typeface="隶书" pitchFamily="49" charset="-122"/>
              </a:defRPr>
            </a:lvl9pPr>
          </a:lstStyle>
          <a:p>
            <a:pPr eaLnBrk="1" hangingPunct="1">
              <a:spcBef>
                <a:spcPct val="30000"/>
              </a:spcBef>
              <a:buClr>
                <a:srgbClr val="FF0000"/>
              </a:buClr>
              <a:buSzPct val="75000"/>
              <a:buFont typeface="Wingdings" pitchFamily="2" charset="2"/>
              <a:buChar char="n"/>
              <a:defRPr/>
            </a:pPr>
            <a:r>
              <a:rPr lang="zh-CN" altLang="en-US" sz="18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鉴别机制是以交换信息的方式，确认实体真实身份的一种安全机制。验证实体身份的合法性。鉴别机制用来对抗假冒威胁。</a:t>
            </a:r>
          </a:p>
          <a:p>
            <a:pPr eaLnBrk="1" hangingPunct="1">
              <a:spcBef>
                <a:spcPct val="30000"/>
              </a:spcBef>
              <a:buClr>
                <a:srgbClr val="FF0000"/>
              </a:buClr>
              <a:buSzPct val="75000"/>
              <a:buFont typeface="Wingdings" pitchFamily="2" charset="2"/>
              <a:buChar char="n"/>
              <a:defRPr/>
            </a:pPr>
            <a:r>
              <a:rPr lang="zh-CN" altLang="en-US" sz="18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确认实体是它所声明的，提供了关于某个实体身份的保证，某一实体确信与之打交道的实体正是所需要的实体</a:t>
            </a:r>
            <a:endParaRPr lang="en-US" altLang="zh-CN" sz="18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endParaRPr>
          </a:p>
          <a:p>
            <a:pPr lvl="1">
              <a:spcBef>
                <a:spcPct val="30000"/>
              </a:spcBef>
              <a:buClr>
                <a:srgbClr val="FF0000"/>
              </a:buClr>
              <a:buSzPct val="75000"/>
              <a:buFont typeface="Wingdings" pitchFamily="2" charset="2"/>
              <a:buChar char="p"/>
              <a:defRPr/>
            </a:pPr>
            <a:r>
              <a:rPr lang="zh-CN" altLang="en-US" sz="18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口令、挑战</a:t>
            </a:r>
            <a:r>
              <a:rPr lang="en-US" altLang="zh-CN" sz="18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a:t>
            </a:r>
            <a:r>
              <a:rPr lang="zh-CN" altLang="en-US" sz="18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应答、生物特征鉴别</a:t>
            </a:r>
            <a:endParaRPr lang="en-US" altLang="zh-CN" sz="18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endParaRPr>
          </a:p>
          <a:p>
            <a:pPr eaLnBrk="1" hangingPunct="1">
              <a:spcBef>
                <a:spcPct val="30000"/>
              </a:spcBef>
              <a:buClr>
                <a:srgbClr val="FF0000"/>
              </a:buClr>
              <a:buSzPct val="75000"/>
              <a:buFont typeface="Wingdings" pitchFamily="2" charset="2"/>
              <a:buChar char="n"/>
              <a:defRPr/>
            </a:pPr>
            <a:r>
              <a:rPr lang="zh-CN" altLang="en-US" sz="18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所有其它的安全服务都依赖于该服务</a:t>
            </a:r>
            <a:endParaRPr lang="en-US" altLang="zh-CN" sz="18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endParaRPr>
          </a:p>
          <a:p>
            <a:pPr eaLnBrk="1" hangingPunct="1">
              <a:spcBef>
                <a:spcPct val="30000"/>
              </a:spcBef>
              <a:buClr>
                <a:srgbClr val="FF0000"/>
              </a:buClr>
              <a:buSzPct val="75000"/>
              <a:buFont typeface="Wingdings" pitchFamily="2" charset="2"/>
              <a:buChar char="n"/>
              <a:defRPr/>
            </a:pPr>
            <a:r>
              <a:rPr lang="zh-CN" altLang="en-US" sz="18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需求：某一成员（声称者）提交一个主体的身份并声称它是那个主体</a:t>
            </a:r>
            <a:endParaRPr lang="en-US" altLang="zh-CN" sz="18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endParaRPr>
          </a:p>
          <a:p>
            <a:pPr eaLnBrk="1" hangingPunct="1">
              <a:spcBef>
                <a:spcPct val="30000"/>
              </a:spcBef>
              <a:buClr>
                <a:srgbClr val="FF0000"/>
              </a:buClr>
              <a:buSzPct val="75000"/>
              <a:buFont typeface="Wingdings" pitchFamily="2" charset="2"/>
              <a:buChar char="n"/>
              <a:defRPr/>
            </a:pPr>
            <a:r>
              <a:rPr lang="zh-CN" altLang="en-US" sz="18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目的：使别的成员（验证者）获得对声称者所声称的事实的信任</a:t>
            </a:r>
            <a:endParaRPr lang="en-US" altLang="zh-CN" sz="18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endParaRPr>
          </a:p>
          <a:p>
            <a:pPr eaLnBrk="1" hangingPunct="1">
              <a:lnSpc>
                <a:spcPts val="3000"/>
              </a:lnSpc>
              <a:spcBef>
                <a:spcPct val="30000"/>
              </a:spcBef>
              <a:buClr>
                <a:srgbClr val="FF0000"/>
              </a:buClr>
              <a:buSzPct val="75000"/>
              <a:buFont typeface="Wingdings" pitchFamily="2" charset="2"/>
              <a:buChar char="n"/>
              <a:defRPr/>
            </a:pPr>
            <a:endParaRPr lang="zh-CN" altLang="en-US" sz="2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endParaRPr>
          </a:p>
          <a:p>
            <a:pPr>
              <a:lnSpc>
                <a:spcPct val="90000"/>
              </a:lnSpc>
              <a:spcBef>
                <a:spcPct val="30000"/>
              </a:spcBef>
              <a:buClr>
                <a:schemeClr val="tx2"/>
              </a:buClr>
              <a:buSzPct val="75000"/>
              <a:buFont typeface="Wingdings" pitchFamily="2" charset="2"/>
              <a:buChar char="v"/>
              <a:defRPr/>
            </a:pPr>
            <a:endParaRPr lang="zh-CN" altLang="en-US" sz="2800">
              <a:solidFill>
                <a:schemeClr val="tx1"/>
              </a:solidFill>
              <a:effectLst>
                <a:outerShdw blurRad="38100" dist="38100" dir="2700000" algn="tl">
                  <a:srgbClr val="C0C0C0"/>
                </a:outerShdw>
              </a:effectLst>
              <a:latin typeface="Arial" panose="020B0604020202020204" pitchFamily="34" charset="0"/>
            </a:endParaRPr>
          </a:p>
          <a:p>
            <a:pPr>
              <a:lnSpc>
                <a:spcPct val="90000"/>
              </a:lnSpc>
              <a:spcBef>
                <a:spcPct val="30000"/>
              </a:spcBef>
              <a:buClr>
                <a:schemeClr val="tx2"/>
              </a:buClr>
              <a:buSzPct val="75000"/>
              <a:buFont typeface="Wingdings" pitchFamily="2" charset="2"/>
              <a:buChar char="l"/>
              <a:defRPr/>
            </a:pPr>
            <a:endParaRPr lang="zh-CN" altLang="en-US" sz="2800">
              <a:solidFill>
                <a:schemeClr val="tx1"/>
              </a:solidFill>
              <a:effectLst>
                <a:outerShdw blurRad="38100" dist="38100" dir="2700000" algn="tl">
                  <a:srgbClr val="C0C0C0"/>
                </a:outerShdw>
              </a:effectLst>
              <a:latin typeface="Arial" panose="020B0604020202020204" pitchFamily="34" charset="0"/>
            </a:endParaRPr>
          </a:p>
        </p:txBody>
      </p:sp>
      <p:sp>
        <p:nvSpPr>
          <p:cNvPr id="94211" name="矩形 3">
            <a:extLst>
              <a:ext uri="{FF2B5EF4-FFF2-40B4-BE49-F238E27FC236}">
                <a16:creationId xmlns:a16="http://schemas.microsoft.com/office/drawing/2014/main" id="{49FE4604-7E1F-174A-8910-6E820995F1EE}"/>
              </a:ext>
            </a:extLst>
          </p:cNvPr>
          <p:cNvSpPr>
            <a:spLocks noChangeArrowheads="1"/>
          </p:cNvSpPr>
          <p:nvPr/>
        </p:nvSpPr>
        <p:spPr bwMode="auto">
          <a:xfrm>
            <a:off x="457200" y="1219200"/>
            <a:ext cx="24812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r>
              <a:rPr lang="en-US" altLang="zh-CN" sz="2800">
                <a:latin typeface="Times New Roman" panose="02020603050405020304" pitchFamily="18" charset="0"/>
              </a:rPr>
              <a:t>Authentication</a:t>
            </a:r>
            <a:endParaRPr lang="zh-CN" altLang="en-US" sz="2800">
              <a:latin typeface="Times New Roman" panose="02020603050405020304" pitchFamily="18" charset="0"/>
            </a:endParaRPr>
          </a:p>
        </p:txBody>
      </p:sp>
      <p:sp>
        <p:nvSpPr>
          <p:cNvPr id="94212" name="矩形 4">
            <a:extLst>
              <a:ext uri="{FF2B5EF4-FFF2-40B4-BE49-F238E27FC236}">
                <a16:creationId xmlns:a16="http://schemas.microsoft.com/office/drawing/2014/main" id="{2C7B909B-342E-3F44-AFC0-B622DB905C5D}"/>
              </a:ext>
            </a:extLst>
          </p:cNvPr>
          <p:cNvSpPr>
            <a:spLocks noChangeArrowheads="1"/>
          </p:cNvSpPr>
          <p:nvPr/>
        </p:nvSpPr>
        <p:spPr bwMode="auto">
          <a:xfrm>
            <a:off x="457200" y="1743075"/>
            <a:ext cx="8305800" cy="1014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r>
              <a:rPr lang="en-US" altLang="zh-CN" sz="2000">
                <a:solidFill>
                  <a:schemeClr val="bg2"/>
                </a:solidFill>
                <a:latin typeface="Times New Roman" panose="02020603050405020304" pitchFamily="18" charset="0"/>
              </a:rPr>
              <a:t>The property that ensures that the identity of a subject or resource is the one claimed. Authenticity applies to entities such as users, processes, systems and information.</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5">
            <a:extLst>
              <a:ext uri="{FF2B5EF4-FFF2-40B4-BE49-F238E27FC236}">
                <a16:creationId xmlns:a16="http://schemas.microsoft.com/office/drawing/2014/main" id="{9DDDC9D4-E7D9-214D-9151-527F10A0073D}"/>
              </a:ext>
            </a:extLst>
          </p:cNvPr>
          <p:cNvSpPr txBox="1">
            <a:spLocks noChangeArrowheads="1"/>
          </p:cNvSpPr>
          <p:nvPr/>
        </p:nvSpPr>
        <p:spPr bwMode="auto">
          <a:xfrm>
            <a:off x="152400" y="1084263"/>
            <a:ext cx="8077200" cy="94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sz="4800" b="1">
                <a:solidFill>
                  <a:srgbClr val="FF0000"/>
                </a:solidFill>
                <a:latin typeface="隶书" pitchFamily="49" charset="-122"/>
                <a:ea typeface="隶书" pitchFamily="49" charset="-122"/>
              </a:defRPr>
            </a:lvl1pPr>
            <a:lvl2pPr>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lvl="1" eaLnBrk="1" hangingPunct="1">
              <a:lnSpc>
                <a:spcPct val="115000"/>
              </a:lnSpc>
              <a:spcBef>
                <a:spcPct val="20000"/>
              </a:spcBef>
              <a:buSzPct val="95000"/>
            </a:pPr>
            <a:r>
              <a:rPr lang="zh-CN" altLang="en-US" sz="2400">
                <a:ea typeface="黑体" panose="02010609060101010101" pitchFamily="49" charset="-122"/>
              </a:rPr>
              <a:t>身份鉴别协议：</a:t>
            </a:r>
            <a:r>
              <a:rPr lang="zh-CN" altLang="en-US" sz="2400">
                <a:solidFill>
                  <a:schemeClr val="bg2"/>
                </a:solidFill>
                <a:ea typeface="黑体" panose="02010609060101010101" pitchFamily="49" charset="-122"/>
              </a:rPr>
              <a:t>通信参与者为完成相互的身份鉴别或识别而采用的规程、约定、约束和交换信息的总和。</a:t>
            </a:r>
          </a:p>
        </p:txBody>
      </p:sp>
      <p:grpSp>
        <p:nvGrpSpPr>
          <p:cNvPr id="92163" name="组合 66">
            <a:extLst>
              <a:ext uri="{FF2B5EF4-FFF2-40B4-BE49-F238E27FC236}">
                <a16:creationId xmlns:a16="http://schemas.microsoft.com/office/drawing/2014/main" id="{7C65615F-8098-1C4B-A47F-BAAA89725F63}"/>
              </a:ext>
            </a:extLst>
          </p:cNvPr>
          <p:cNvGrpSpPr>
            <a:grpSpLocks/>
          </p:cNvGrpSpPr>
          <p:nvPr/>
        </p:nvGrpSpPr>
        <p:grpSpPr bwMode="auto">
          <a:xfrm>
            <a:off x="762000" y="2890838"/>
            <a:ext cx="7239000" cy="3257550"/>
            <a:chOff x="762000" y="3276944"/>
            <a:chExt cx="7239000" cy="2952406"/>
          </a:xfrm>
        </p:grpSpPr>
        <p:grpSp>
          <p:nvGrpSpPr>
            <p:cNvPr id="95236" name="组合 68">
              <a:extLst>
                <a:ext uri="{FF2B5EF4-FFF2-40B4-BE49-F238E27FC236}">
                  <a16:creationId xmlns:a16="http://schemas.microsoft.com/office/drawing/2014/main" id="{5FCB47A9-0369-F64F-AED6-708E2F659E21}"/>
                </a:ext>
              </a:extLst>
            </p:cNvPr>
            <p:cNvGrpSpPr>
              <a:grpSpLocks/>
            </p:cNvGrpSpPr>
            <p:nvPr/>
          </p:nvGrpSpPr>
          <p:grpSpPr bwMode="auto">
            <a:xfrm>
              <a:off x="762000" y="3276944"/>
              <a:ext cx="7239000" cy="1929809"/>
              <a:chOff x="762000" y="1534038"/>
              <a:chExt cx="7239000" cy="2876037"/>
            </a:xfrm>
          </p:grpSpPr>
          <p:sp>
            <p:nvSpPr>
              <p:cNvPr id="95242" name="Text Box 4">
                <a:extLst>
                  <a:ext uri="{FF2B5EF4-FFF2-40B4-BE49-F238E27FC236}">
                    <a16:creationId xmlns:a16="http://schemas.microsoft.com/office/drawing/2014/main" id="{85C34266-FD50-C84E-81A4-04B9BF690BD9}"/>
                  </a:ext>
                </a:extLst>
              </p:cNvPr>
              <p:cNvSpPr txBox="1">
                <a:spLocks noChangeArrowheads="1"/>
              </p:cNvSpPr>
              <p:nvPr/>
            </p:nvSpPr>
            <p:spPr bwMode="auto">
              <a:xfrm>
                <a:off x="1143000" y="3810000"/>
                <a:ext cx="1752600" cy="523875"/>
              </a:xfrm>
              <a:prstGeom prst="rect">
                <a:avLst/>
              </a:prstGeom>
              <a:solidFill>
                <a:schemeClr val="hlink"/>
              </a:solidFill>
              <a:ln w="9525">
                <a:solidFill>
                  <a:schemeClr val="tx1"/>
                </a:solidFill>
                <a:miter lim="800000"/>
                <a:headEnd/>
                <a:tailEnd/>
              </a:ln>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algn="ctr" eaLnBrk="1" hangingPunct="1">
                  <a:spcBef>
                    <a:spcPct val="50000"/>
                  </a:spcBef>
                </a:pPr>
                <a:r>
                  <a:rPr lang="en-US" altLang="zh-CN" sz="2800">
                    <a:solidFill>
                      <a:srgbClr val="000066"/>
                    </a:solidFill>
                    <a:latin typeface="Times New Roman" panose="02020603050405020304" pitchFamily="18" charset="0"/>
                    <a:ea typeface="宋体" panose="02010600030101010101" pitchFamily="2" charset="-122"/>
                  </a:rPr>
                  <a:t>P(Prover)</a:t>
                </a:r>
              </a:p>
            </p:txBody>
          </p:sp>
          <p:sp>
            <p:nvSpPr>
              <p:cNvPr id="95243" name="Text Box 5">
                <a:extLst>
                  <a:ext uri="{FF2B5EF4-FFF2-40B4-BE49-F238E27FC236}">
                    <a16:creationId xmlns:a16="http://schemas.microsoft.com/office/drawing/2014/main" id="{B3245AA8-2583-054A-B2CE-3349E672B32C}"/>
                  </a:ext>
                </a:extLst>
              </p:cNvPr>
              <p:cNvSpPr txBox="1">
                <a:spLocks noChangeArrowheads="1"/>
              </p:cNvSpPr>
              <p:nvPr/>
            </p:nvSpPr>
            <p:spPr bwMode="auto">
              <a:xfrm>
                <a:off x="3962400" y="2143125"/>
                <a:ext cx="990600" cy="528638"/>
              </a:xfrm>
              <a:prstGeom prst="rect">
                <a:avLst/>
              </a:prstGeom>
              <a:solidFill>
                <a:schemeClr val="hlink"/>
              </a:solidFill>
              <a:ln w="9525">
                <a:solidFill>
                  <a:schemeClr val="tx1"/>
                </a:solidFill>
                <a:miter lim="800000"/>
                <a:headEnd/>
                <a:tailEnd/>
              </a:ln>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algn="ctr" eaLnBrk="1" hangingPunct="1">
                  <a:spcBef>
                    <a:spcPct val="50000"/>
                  </a:spcBef>
                </a:pPr>
                <a:r>
                  <a:rPr lang="en-US" altLang="zh-CN" sz="2800">
                    <a:solidFill>
                      <a:srgbClr val="000066"/>
                    </a:solidFill>
                    <a:latin typeface="Times New Roman" panose="02020603050405020304" pitchFamily="18" charset="0"/>
                    <a:ea typeface="宋体" panose="02010600030101010101" pitchFamily="2" charset="-122"/>
                  </a:rPr>
                  <a:t>TP</a:t>
                </a:r>
              </a:p>
            </p:txBody>
          </p:sp>
          <p:sp>
            <p:nvSpPr>
              <p:cNvPr id="95244" name="Text Box 6">
                <a:extLst>
                  <a:ext uri="{FF2B5EF4-FFF2-40B4-BE49-F238E27FC236}">
                    <a16:creationId xmlns:a16="http://schemas.microsoft.com/office/drawing/2014/main" id="{7942F5A1-F7FA-704C-A976-21A6C5FCE32A}"/>
                  </a:ext>
                </a:extLst>
              </p:cNvPr>
              <p:cNvSpPr txBox="1">
                <a:spLocks noChangeArrowheads="1"/>
              </p:cNvSpPr>
              <p:nvPr/>
            </p:nvSpPr>
            <p:spPr bwMode="auto">
              <a:xfrm>
                <a:off x="6096000" y="3886200"/>
                <a:ext cx="1905000" cy="523875"/>
              </a:xfrm>
              <a:prstGeom prst="rect">
                <a:avLst/>
              </a:prstGeom>
              <a:solidFill>
                <a:schemeClr val="hlink"/>
              </a:solidFill>
              <a:ln w="9525">
                <a:solidFill>
                  <a:schemeClr val="tx1"/>
                </a:solidFill>
                <a:miter lim="800000"/>
                <a:headEnd/>
                <a:tailEnd/>
              </a:ln>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algn="ctr" eaLnBrk="1" hangingPunct="1">
                  <a:spcBef>
                    <a:spcPct val="50000"/>
                  </a:spcBef>
                </a:pPr>
                <a:r>
                  <a:rPr lang="en-US" altLang="zh-CN" sz="2800">
                    <a:solidFill>
                      <a:srgbClr val="000066"/>
                    </a:solidFill>
                    <a:latin typeface="Times New Roman" panose="02020603050405020304" pitchFamily="18" charset="0"/>
                    <a:ea typeface="宋体" panose="02010600030101010101" pitchFamily="2" charset="-122"/>
                  </a:rPr>
                  <a:t>V(Verifer)</a:t>
                </a:r>
              </a:p>
            </p:txBody>
          </p:sp>
          <p:sp>
            <p:nvSpPr>
              <p:cNvPr id="8" name="Line 7">
                <a:extLst>
                  <a:ext uri="{FF2B5EF4-FFF2-40B4-BE49-F238E27FC236}">
                    <a16:creationId xmlns:a16="http://schemas.microsoft.com/office/drawing/2014/main" id="{BE1ACC12-8735-A944-9AAE-36EEB1252158}"/>
                  </a:ext>
                </a:extLst>
              </p:cNvPr>
              <p:cNvSpPr>
                <a:spLocks noChangeShapeType="1"/>
              </p:cNvSpPr>
              <p:nvPr/>
            </p:nvSpPr>
            <p:spPr bwMode="auto">
              <a:xfrm flipV="1">
                <a:off x="2209800" y="2372446"/>
                <a:ext cx="1752600" cy="1522430"/>
              </a:xfrm>
              <a:prstGeom prst="line">
                <a:avLst/>
              </a:prstGeom>
              <a:noFill/>
              <a:ln w="28575">
                <a:solidFill>
                  <a:srgbClr val="000066"/>
                </a:solidFill>
                <a:round/>
                <a:headEnd type="triangle" w="med" len="med"/>
                <a:tailEnd type="triangle" w="med" len="med"/>
              </a:ln>
              <a:effectLst/>
            </p:spPr>
            <p:txBody>
              <a:bodyPr/>
              <a:lstStyle/>
              <a:p>
                <a:pPr eaLnBrk="1" hangingPunct="1">
                  <a:lnSpc>
                    <a:spcPct val="90000"/>
                  </a:lnSpc>
                  <a:defRPr/>
                </a:pPr>
                <a:endParaRPr kumimoji="1" lang="zh-CN" altLang="en-US">
                  <a:effectLst>
                    <a:outerShdw blurRad="38100" dist="38100" dir="2700000" algn="tl">
                      <a:srgbClr val="000000">
                        <a:alpha val="43137"/>
                      </a:srgbClr>
                    </a:outerShdw>
                  </a:effectLst>
                </a:endParaRPr>
              </a:p>
            </p:txBody>
          </p:sp>
          <p:sp>
            <p:nvSpPr>
              <p:cNvPr id="9" name="Line 9">
                <a:extLst>
                  <a:ext uri="{FF2B5EF4-FFF2-40B4-BE49-F238E27FC236}">
                    <a16:creationId xmlns:a16="http://schemas.microsoft.com/office/drawing/2014/main" id="{CF4B7475-D8B1-5E46-AE4D-F28C43CA3F8F}"/>
                  </a:ext>
                </a:extLst>
              </p:cNvPr>
              <p:cNvSpPr>
                <a:spLocks noChangeShapeType="1"/>
              </p:cNvSpPr>
              <p:nvPr/>
            </p:nvSpPr>
            <p:spPr bwMode="auto">
              <a:xfrm>
                <a:off x="4953000" y="2372446"/>
                <a:ext cx="1676400" cy="1522430"/>
              </a:xfrm>
              <a:prstGeom prst="line">
                <a:avLst/>
              </a:prstGeom>
              <a:noFill/>
              <a:ln w="28575">
                <a:solidFill>
                  <a:srgbClr val="000066"/>
                </a:solidFill>
                <a:round/>
                <a:headEnd type="triangle" w="med" len="med"/>
                <a:tailEnd type="triangle" w="med" len="med"/>
              </a:ln>
              <a:effectLst/>
            </p:spPr>
            <p:txBody>
              <a:bodyPr/>
              <a:lstStyle/>
              <a:p>
                <a:pPr eaLnBrk="1" hangingPunct="1">
                  <a:lnSpc>
                    <a:spcPct val="90000"/>
                  </a:lnSpc>
                  <a:defRPr/>
                </a:pPr>
                <a:endParaRPr kumimoji="1" lang="zh-CN" altLang="en-US">
                  <a:effectLst>
                    <a:outerShdw blurRad="38100" dist="38100" dir="2700000" algn="tl">
                      <a:srgbClr val="000000">
                        <a:alpha val="43137"/>
                      </a:srgbClr>
                    </a:outerShdw>
                  </a:effectLst>
                </a:endParaRPr>
              </a:p>
            </p:txBody>
          </p:sp>
          <p:pic>
            <p:nvPicPr>
              <p:cNvPr id="95247" name="Picture 218" descr="EndUserFemalephone">
                <a:extLst>
                  <a:ext uri="{FF2B5EF4-FFF2-40B4-BE49-F238E27FC236}">
                    <a16:creationId xmlns:a16="http://schemas.microsoft.com/office/drawing/2014/main" id="{4D4FE823-4A88-5644-95DC-6F6AACB5EE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2895600"/>
                <a:ext cx="9144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5248" name="Group 212">
                <a:extLst>
                  <a:ext uri="{FF2B5EF4-FFF2-40B4-BE49-F238E27FC236}">
                    <a16:creationId xmlns:a16="http://schemas.microsoft.com/office/drawing/2014/main" id="{18E66B9F-4A54-EB4A-9D41-0BA1347788CF}"/>
                  </a:ext>
                </a:extLst>
              </p:cNvPr>
              <p:cNvGrpSpPr>
                <a:grpSpLocks/>
              </p:cNvGrpSpPr>
              <p:nvPr/>
            </p:nvGrpSpPr>
            <p:grpSpPr bwMode="auto">
              <a:xfrm>
                <a:off x="6629400" y="3048000"/>
                <a:ext cx="684213" cy="1042988"/>
                <a:chOff x="2544" y="2208"/>
                <a:chExt cx="431" cy="657"/>
              </a:xfrm>
            </p:grpSpPr>
            <p:grpSp>
              <p:nvGrpSpPr>
                <p:cNvPr id="95251" name="Group 182">
                  <a:extLst>
                    <a:ext uri="{FF2B5EF4-FFF2-40B4-BE49-F238E27FC236}">
                      <a16:creationId xmlns:a16="http://schemas.microsoft.com/office/drawing/2014/main" id="{E13BA6E3-0E7B-5042-A88F-507730B85E7A}"/>
                    </a:ext>
                  </a:extLst>
                </p:cNvPr>
                <p:cNvGrpSpPr>
                  <a:grpSpLocks/>
                </p:cNvGrpSpPr>
                <p:nvPr/>
              </p:nvGrpSpPr>
              <p:grpSpPr bwMode="auto">
                <a:xfrm>
                  <a:off x="2544" y="2266"/>
                  <a:ext cx="248" cy="225"/>
                  <a:chOff x="1115" y="2348"/>
                  <a:chExt cx="220" cy="199"/>
                </a:xfrm>
              </p:grpSpPr>
              <p:sp>
                <p:nvSpPr>
                  <p:cNvPr id="95265" name="Arc 183">
                    <a:extLst>
                      <a:ext uri="{FF2B5EF4-FFF2-40B4-BE49-F238E27FC236}">
                        <a16:creationId xmlns:a16="http://schemas.microsoft.com/office/drawing/2014/main" id="{22A70DBF-8897-9541-80F8-EC734DB1FD4B}"/>
                      </a:ext>
                    </a:extLst>
                  </p:cNvPr>
                  <p:cNvSpPr>
                    <a:spLocks noChangeArrowheads="1"/>
                  </p:cNvSpPr>
                  <p:nvPr/>
                </p:nvSpPr>
                <p:spPr bwMode="auto">
                  <a:xfrm>
                    <a:off x="1266" y="2484"/>
                    <a:ext cx="44" cy="32"/>
                  </a:xfrm>
                  <a:custGeom>
                    <a:avLst/>
                    <a:gdLst>
                      <a:gd name="T0" fmla="*/ 0 w 38364"/>
                      <a:gd name="T1" fmla="*/ 0 h 34984"/>
                      <a:gd name="T2" fmla="*/ 0 w 38364"/>
                      <a:gd name="T3" fmla="*/ 0 h 34984"/>
                      <a:gd name="T4" fmla="*/ 0 w 38364"/>
                      <a:gd name="T5" fmla="*/ 0 h 34984"/>
                      <a:gd name="T6" fmla="*/ 0 w 38364"/>
                      <a:gd name="T7" fmla="*/ 0 h 34984"/>
                      <a:gd name="T8" fmla="*/ 0 w 38364"/>
                      <a:gd name="T9" fmla="*/ 0 h 34984"/>
                      <a:gd name="T10" fmla="*/ 0 w 38364"/>
                      <a:gd name="T11" fmla="*/ 0 h 34984"/>
                      <a:gd name="T12" fmla="*/ 0 w 38364"/>
                      <a:gd name="T13" fmla="*/ 0 h 34984"/>
                      <a:gd name="T14" fmla="*/ 0 w 38364"/>
                      <a:gd name="T15" fmla="*/ 0 h 34984"/>
                      <a:gd name="T16" fmla="*/ 0 w 38364"/>
                      <a:gd name="T17" fmla="*/ 0 h 34984"/>
                      <a:gd name="T18" fmla="*/ 0 w 38364"/>
                      <a:gd name="T19" fmla="*/ 0 h 3498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8364" h="34984" fill="none">
                        <a:moveTo>
                          <a:pt x="0" y="7979"/>
                        </a:moveTo>
                        <a:cubicBezTo>
                          <a:pt x="4101" y="2931"/>
                          <a:pt x="10259" y="-1"/>
                          <a:pt x="16764" y="0"/>
                        </a:cubicBezTo>
                        <a:cubicBezTo>
                          <a:pt x="28693" y="0"/>
                          <a:pt x="38364" y="9670"/>
                          <a:pt x="38364" y="21600"/>
                        </a:cubicBezTo>
                        <a:cubicBezTo>
                          <a:pt x="38364" y="26456"/>
                          <a:pt x="36727" y="31172"/>
                          <a:pt x="33717" y="34984"/>
                        </a:cubicBezTo>
                      </a:path>
                      <a:path w="38364" h="34984" stroke="0">
                        <a:moveTo>
                          <a:pt x="0" y="7979"/>
                        </a:moveTo>
                        <a:cubicBezTo>
                          <a:pt x="4101" y="2931"/>
                          <a:pt x="10259" y="-1"/>
                          <a:pt x="16764" y="0"/>
                        </a:cubicBezTo>
                        <a:cubicBezTo>
                          <a:pt x="28693" y="0"/>
                          <a:pt x="38364" y="9670"/>
                          <a:pt x="38364" y="21600"/>
                        </a:cubicBezTo>
                        <a:cubicBezTo>
                          <a:pt x="38364" y="26456"/>
                          <a:pt x="36727" y="31172"/>
                          <a:pt x="33717" y="34984"/>
                        </a:cubicBezTo>
                        <a:lnTo>
                          <a:pt x="16764" y="21600"/>
                        </a:lnTo>
                        <a:lnTo>
                          <a:pt x="0" y="7979"/>
                        </a:lnTo>
                        <a:close/>
                      </a:path>
                    </a:pathLst>
                  </a:custGeom>
                  <a:noFill/>
                  <a:ln w="12699" cap="rnd">
                    <a:solidFill>
                      <a:srgbClr val="494936"/>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5266" name="Arc 184">
                    <a:extLst>
                      <a:ext uri="{FF2B5EF4-FFF2-40B4-BE49-F238E27FC236}">
                        <a16:creationId xmlns:a16="http://schemas.microsoft.com/office/drawing/2014/main" id="{D3901143-7A30-6444-8C3F-3FF4DE85B89D}"/>
                      </a:ext>
                    </a:extLst>
                  </p:cNvPr>
                  <p:cNvSpPr>
                    <a:spLocks noChangeArrowheads="1"/>
                  </p:cNvSpPr>
                  <p:nvPr/>
                </p:nvSpPr>
                <p:spPr bwMode="auto">
                  <a:xfrm>
                    <a:off x="1267" y="2483"/>
                    <a:ext cx="44" cy="29"/>
                  </a:xfrm>
                  <a:custGeom>
                    <a:avLst/>
                    <a:gdLst>
                      <a:gd name="T0" fmla="*/ 0 w 37828"/>
                      <a:gd name="T1" fmla="*/ 0 h 34119"/>
                      <a:gd name="T2" fmla="*/ 0 w 37828"/>
                      <a:gd name="T3" fmla="*/ 0 h 34119"/>
                      <a:gd name="T4" fmla="*/ 0 w 37828"/>
                      <a:gd name="T5" fmla="*/ 0 h 34119"/>
                      <a:gd name="T6" fmla="*/ 0 w 37828"/>
                      <a:gd name="T7" fmla="*/ 0 h 34119"/>
                      <a:gd name="T8" fmla="*/ 0 w 37828"/>
                      <a:gd name="T9" fmla="*/ 0 h 34119"/>
                      <a:gd name="T10" fmla="*/ 0 w 37828"/>
                      <a:gd name="T11" fmla="*/ 0 h 34119"/>
                      <a:gd name="T12" fmla="*/ 0 w 37828"/>
                      <a:gd name="T13" fmla="*/ 0 h 34119"/>
                      <a:gd name="T14" fmla="*/ 0 w 37828"/>
                      <a:gd name="T15" fmla="*/ 0 h 34119"/>
                      <a:gd name="T16" fmla="*/ 0 w 37828"/>
                      <a:gd name="T17" fmla="*/ 0 h 34119"/>
                      <a:gd name="T18" fmla="*/ 0 w 37828"/>
                      <a:gd name="T19" fmla="*/ 0 h 3411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7828" h="34119" fill="none">
                        <a:moveTo>
                          <a:pt x="-1" y="7344"/>
                        </a:moveTo>
                        <a:cubicBezTo>
                          <a:pt x="4100" y="2676"/>
                          <a:pt x="10013" y="-1"/>
                          <a:pt x="16228" y="0"/>
                        </a:cubicBezTo>
                        <a:cubicBezTo>
                          <a:pt x="28157" y="0"/>
                          <a:pt x="37828" y="9670"/>
                          <a:pt x="37828" y="21600"/>
                        </a:cubicBezTo>
                        <a:cubicBezTo>
                          <a:pt x="37828" y="26086"/>
                          <a:pt x="36430" y="30462"/>
                          <a:pt x="33830" y="34119"/>
                        </a:cubicBezTo>
                      </a:path>
                      <a:path w="37828" h="34119" stroke="0">
                        <a:moveTo>
                          <a:pt x="-1" y="7344"/>
                        </a:moveTo>
                        <a:cubicBezTo>
                          <a:pt x="4100" y="2676"/>
                          <a:pt x="10013" y="-1"/>
                          <a:pt x="16228" y="0"/>
                        </a:cubicBezTo>
                        <a:cubicBezTo>
                          <a:pt x="28157" y="0"/>
                          <a:pt x="37828" y="9670"/>
                          <a:pt x="37828" y="21600"/>
                        </a:cubicBezTo>
                        <a:cubicBezTo>
                          <a:pt x="37828" y="26086"/>
                          <a:pt x="36430" y="30462"/>
                          <a:pt x="33830" y="34119"/>
                        </a:cubicBezTo>
                        <a:lnTo>
                          <a:pt x="16228" y="21600"/>
                        </a:lnTo>
                        <a:lnTo>
                          <a:pt x="-1" y="7344"/>
                        </a:lnTo>
                        <a:close/>
                      </a:path>
                    </a:pathLst>
                  </a:custGeom>
                  <a:noFill/>
                  <a:ln w="12699" cap="rnd">
                    <a:solidFill>
                      <a:srgbClr val="DBDBCE"/>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95267" name="Group 185">
                    <a:extLst>
                      <a:ext uri="{FF2B5EF4-FFF2-40B4-BE49-F238E27FC236}">
                        <a16:creationId xmlns:a16="http://schemas.microsoft.com/office/drawing/2014/main" id="{13121F29-AB76-9042-B875-ADD28939E0BA}"/>
                      </a:ext>
                    </a:extLst>
                  </p:cNvPr>
                  <p:cNvGrpSpPr>
                    <a:grpSpLocks/>
                  </p:cNvGrpSpPr>
                  <p:nvPr/>
                </p:nvGrpSpPr>
                <p:grpSpPr bwMode="auto">
                  <a:xfrm>
                    <a:off x="1302" y="2510"/>
                    <a:ext cx="33" cy="35"/>
                    <a:chOff x="1302" y="2510"/>
                    <a:chExt cx="33" cy="35"/>
                  </a:xfrm>
                </p:grpSpPr>
                <p:sp>
                  <p:nvSpPr>
                    <p:cNvPr id="95288" name="Freeform 186">
                      <a:extLst>
                        <a:ext uri="{FF2B5EF4-FFF2-40B4-BE49-F238E27FC236}">
                          <a16:creationId xmlns:a16="http://schemas.microsoft.com/office/drawing/2014/main" id="{818431F2-31CA-294F-BBB8-854ECE198CBF}"/>
                        </a:ext>
                      </a:extLst>
                    </p:cNvPr>
                    <p:cNvSpPr>
                      <a:spLocks noChangeArrowheads="1"/>
                    </p:cNvSpPr>
                    <p:nvPr/>
                  </p:nvSpPr>
                  <p:spPr bwMode="auto">
                    <a:xfrm>
                      <a:off x="1302" y="2510"/>
                      <a:ext cx="33" cy="19"/>
                    </a:xfrm>
                    <a:custGeom>
                      <a:avLst/>
                      <a:gdLst>
                        <a:gd name="T0" fmla="*/ 32 w 33"/>
                        <a:gd name="T1" fmla="*/ 18 h 19"/>
                        <a:gd name="T2" fmla="*/ 20 w 33"/>
                        <a:gd name="T3" fmla="*/ 0 h 19"/>
                        <a:gd name="T4" fmla="*/ 0 w 33"/>
                        <a:gd name="T5" fmla="*/ 0 h 19"/>
                        <a:gd name="T6" fmla="*/ 13 w 33"/>
                        <a:gd name="T7" fmla="*/ 18 h 19"/>
                        <a:gd name="T8" fmla="*/ 32 w 33"/>
                        <a:gd name="T9" fmla="*/ 18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3" h="19">
                          <a:moveTo>
                            <a:pt x="32" y="18"/>
                          </a:moveTo>
                          <a:lnTo>
                            <a:pt x="20" y="0"/>
                          </a:lnTo>
                          <a:lnTo>
                            <a:pt x="0" y="0"/>
                          </a:lnTo>
                          <a:lnTo>
                            <a:pt x="13" y="18"/>
                          </a:lnTo>
                          <a:lnTo>
                            <a:pt x="32" y="18"/>
                          </a:lnTo>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289" name="Freeform 187">
                      <a:extLst>
                        <a:ext uri="{FF2B5EF4-FFF2-40B4-BE49-F238E27FC236}">
                          <a16:creationId xmlns:a16="http://schemas.microsoft.com/office/drawing/2014/main" id="{9E3D8122-8C7A-E641-A052-4C008C989767}"/>
                        </a:ext>
                      </a:extLst>
                    </p:cNvPr>
                    <p:cNvSpPr>
                      <a:spLocks noChangeArrowheads="1"/>
                    </p:cNvSpPr>
                    <p:nvPr/>
                  </p:nvSpPr>
                  <p:spPr bwMode="auto">
                    <a:xfrm>
                      <a:off x="1302" y="2510"/>
                      <a:ext cx="33" cy="19"/>
                    </a:xfrm>
                    <a:custGeom>
                      <a:avLst/>
                      <a:gdLst>
                        <a:gd name="T0" fmla="*/ 32 w 33"/>
                        <a:gd name="T1" fmla="*/ 18 h 19"/>
                        <a:gd name="T2" fmla="*/ 20 w 33"/>
                        <a:gd name="T3" fmla="*/ 0 h 19"/>
                        <a:gd name="T4" fmla="*/ 0 w 33"/>
                        <a:gd name="T5" fmla="*/ 0 h 19"/>
                        <a:gd name="T6" fmla="*/ 13 w 33"/>
                        <a:gd name="T7" fmla="*/ 18 h 19"/>
                        <a:gd name="T8" fmla="*/ 32 w 33"/>
                        <a:gd name="T9" fmla="*/ 18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3" h="19">
                          <a:moveTo>
                            <a:pt x="32" y="18"/>
                          </a:moveTo>
                          <a:lnTo>
                            <a:pt x="20" y="0"/>
                          </a:lnTo>
                          <a:lnTo>
                            <a:pt x="0" y="0"/>
                          </a:lnTo>
                          <a:lnTo>
                            <a:pt x="13" y="18"/>
                          </a:lnTo>
                          <a:lnTo>
                            <a:pt x="32" y="18"/>
                          </a:lnTo>
                        </a:path>
                      </a:pathLst>
                    </a:custGeom>
                    <a:solidFill>
                      <a:srgbClr val="C9C9B6"/>
                    </a:solidFill>
                    <a:ln w="12699" cap="rnd">
                      <a:solidFill>
                        <a:srgbClr val="494936"/>
                      </a:solidFill>
                      <a:round/>
                      <a:headEnd/>
                      <a:tailEnd/>
                    </a:ln>
                  </p:spPr>
                  <p:txBody>
                    <a:bodyPr/>
                    <a:lstStyle/>
                    <a:p>
                      <a:endParaRPr lang="zh-CN" altLang="en-US"/>
                    </a:p>
                  </p:txBody>
                </p:sp>
                <p:sp>
                  <p:nvSpPr>
                    <p:cNvPr id="95290" name="Freeform 188">
                      <a:extLst>
                        <a:ext uri="{FF2B5EF4-FFF2-40B4-BE49-F238E27FC236}">
                          <a16:creationId xmlns:a16="http://schemas.microsoft.com/office/drawing/2014/main" id="{E215756C-D63E-6A4D-9395-F43C09DC3A2A}"/>
                        </a:ext>
                      </a:extLst>
                    </p:cNvPr>
                    <p:cNvSpPr>
                      <a:spLocks noChangeArrowheads="1"/>
                    </p:cNvSpPr>
                    <p:nvPr/>
                  </p:nvSpPr>
                  <p:spPr bwMode="auto">
                    <a:xfrm>
                      <a:off x="1302" y="2510"/>
                      <a:ext cx="17" cy="24"/>
                    </a:xfrm>
                    <a:custGeom>
                      <a:avLst/>
                      <a:gdLst>
                        <a:gd name="T0" fmla="*/ 16 w 17"/>
                        <a:gd name="T1" fmla="*/ 23 h 24"/>
                        <a:gd name="T2" fmla="*/ 0 w 17"/>
                        <a:gd name="T3" fmla="*/ 13 h 24"/>
                        <a:gd name="T4" fmla="*/ 0 w 17"/>
                        <a:gd name="T5" fmla="*/ 0 h 24"/>
                        <a:gd name="T6" fmla="*/ 16 w 17"/>
                        <a:gd name="T7" fmla="*/ 18 h 24"/>
                        <a:gd name="T8" fmla="*/ 16 w 17"/>
                        <a:gd name="T9" fmla="*/ 23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24">
                          <a:moveTo>
                            <a:pt x="16" y="23"/>
                          </a:moveTo>
                          <a:lnTo>
                            <a:pt x="0" y="13"/>
                          </a:lnTo>
                          <a:lnTo>
                            <a:pt x="0" y="0"/>
                          </a:lnTo>
                          <a:lnTo>
                            <a:pt x="16" y="18"/>
                          </a:lnTo>
                          <a:lnTo>
                            <a:pt x="16" y="23"/>
                          </a:lnTo>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291" name="Freeform 189">
                      <a:extLst>
                        <a:ext uri="{FF2B5EF4-FFF2-40B4-BE49-F238E27FC236}">
                          <a16:creationId xmlns:a16="http://schemas.microsoft.com/office/drawing/2014/main" id="{EA3B574D-208D-FA4E-871A-293623D2279B}"/>
                        </a:ext>
                      </a:extLst>
                    </p:cNvPr>
                    <p:cNvSpPr>
                      <a:spLocks noChangeArrowheads="1"/>
                    </p:cNvSpPr>
                    <p:nvPr/>
                  </p:nvSpPr>
                  <p:spPr bwMode="auto">
                    <a:xfrm>
                      <a:off x="1302" y="2510"/>
                      <a:ext cx="17" cy="24"/>
                    </a:xfrm>
                    <a:custGeom>
                      <a:avLst/>
                      <a:gdLst>
                        <a:gd name="T0" fmla="*/ 16 w 17"/>
                        <a:gd name="T1" fmla="*/ 23 h 24"/>
                        <a:gd name="T2" fmla="*/ 0 w 17"/>
                        <a:gd name="T3" fmla="*/ 13 h 24"/>
                        <a:gd name="T4" fmla="*/ 0 w 17"/>
                        <a:gd name="T5" fmla="*/ 0 h 24"/>
                        <a:gd name="T6" fmla="*/ 16 w 17"/>
                        <a:gd name="T7" fmla="*/ 18 h 24"/>
                        <a:gd name="T8" fmla="*/ 16 w 17"/>
                        <a:gd name="T9" fmla="*/ 23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24">
                          <a:moveTo>
                            <a:pt x="16" y="23"/>
                          </a:moveTo>
                          <a:lnTo>
                            <a:pt x="0" y="13"/>
                          </a:lnTo>
                          <a:lnTo>
                            <a:pt x="0" y="0"/>
                          </a:lnTo>
                          <a:lnTo>
                            <a:pt x="16" y="18"/>
                          </a:lnTo>
                          <a:lnTo>
                            <a:pt x="16" y="23"/>
                          </a:lnTo>
                        </a:path>
                      </a:pathLst>
                    </a:custGeom>
                    <a:solidFill>
                      <a:srgbClr val="7A7A5A"/>
                    </a:solidFill>
                    <a:ln w="12699" cap="rnd">
                      <a:solidFill>
                        <a:srgbClr val="494936"/>
                      </a:solidFill>
                      <a:round/>
                      <a:headEnd/>
                      <a:tailEnd/>
                    </a:ln>
                  </p:spPr>
                  <p:txBody>
                    <a:bodyPr/>
                    <a:lstStyle/>
                    <a:p>
                      <a:endParaRPr lang="zh-CN" altLang="en-US"/>
                    </a:p>
                  </p:txBody>
                </p:sp>
                <p:sp>
                  <p:nvSpPr>
                    <p:cNvPr id="95292" name="Freeform 190">
                      <a:extLst>
                        <a:ext uri="{FF2B5EF4-FFF2-40B4-BE49-F238E27FC236}">
                          <a16:creationId xmlns:a16="http://schemas.microsoft.com/office/drawing/2014/main" id="{E26E49B7-5DE6-0240-ABD2-43192F78EDAE}"/>
                        </a:ext>
                      </a:extLst>
                    </p:cNvPr>
                    <p:cNvSpPr>
                      <a:spLocks noChangeArrowheads="1"/>
                    </p:cNvSpPr>
                    <p:nvPr/>
                  </p:nvSpPr>
                  <p:spPr bwMode="auto">
                    <a:xfrm>
                      <a:off x="1315" y="2528"/>
                      <a:ext cx="20" cy="17"/>
                    </a:xfrm>
                    <a:custGeom>
                      <a:avLst/>
                      <a:gdLst>
                        <a:gd name="T0" fmla="*/ 19 w 20"/>
                        <a:gd name="T1" fmla="*/ 0 h 17"/>
                        <a:gd name="T2" fmla="*/ 0 w 20"/>
                        <a:gd name="T3" fmla="*/ 0 h 17"/>
                        <a:gd name="T4" fmla="*/ 0 w 20"/>
                        <a:gd name="T5" fmla="*/ 16 h 17"/>
                        <a:gd name="T6" fmla="*/ 19 w 20"/>
                        <a:gd name="T7" fmla="*/ 16 h 17"/>
                        <a:gd name="T8" fmla="*/ 19 w 20"/>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 h="17">
                          <a:moveTo>
                            <a:pt x="19" y="0"/>
                          </a:moveTo>
                          <a:lnTo>
                            <a:pt x="0" y="0"/>
                          </a:lnTo>
                          <a:lnTo>
                            <a:pt x="0" y="16"/>
                          </a:lnTo>
                          <a:lnTo>
                            <a:pt x="19" y="16"/>
                          </a:lnTo>
                          <a:lnTo>
                            <a:pt x="19" y="0"/>
                          </a:lnTo>
                        </a:path>
                      </a:pathLst>
                    </a:custGeom>
                    <a:solidFill>
                      <a:srgbClr val="B7B79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293" name="Freeform 191">
                      <a:extLst>
                        <a:ext uri="{FF2B5EF4-FFF2-40B4-BE49-F238E27FC236}">
                          <a16:creationId xmlns:a16="http://schemas.microsoft.com/office/drawing/2014/main" id="{B192099E-63CE-3E47-8E40-81D5468C5CA8}"/>
                        </a:ext>
                      </a:extLst>
                    </p:cNvPr>
                    <p:cNvSpPr>
                      <a:spLocks noChangeArrowheads="1"/>
                    </p:cNvSpPr>
                    <p:nvPr/>
                  </p:nvSpPr>
                  <p:spPr bwMode="auto">
                    <a:xfrm>
                      <a:off x="1315" y="2528"/>
                      <a:ext cx="20" cy="17"/>
                    </a:xfrm>
                    <a:custGeom>
                      <a:avLst/>
                      <a:gdLst>
                        <a:gd name="T0" fmla="*/ 19 w 20"/>
                        <a:gd name="T1" fmla="*/ 0 h 17"/>
                        <a:gd name="T2" fmla="*/ 0 w 20"/>
                        <a:gd name="T3" fmla="*/ 0 h 17"/>
                        <a:gd name="T4" fmla="*/ 0 w 20"/>
                        <a:gd name="T5" fmla="*/ 16 h 17"/>
                        <a:gd name="T6" fmla="*/ 19 w 20"/>
                        <a:gd name="T7" fmla="*/ 16 h 17"/>
                        <a:gd name="T8" fmla="*/ 19 w 20"/>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 h="17">
                          <a:moveTo>
                            <a:pt x="19" y="0"/>
                          </a:moveTo>
                          <a:lnTo>
                            <a:pt x="0" y="0"/>
                          </a:lnTo>
                          <a:lnTo>
                            <a:pt x="0" y="16"/>
                          </a:lnTo>
                          <a:lnTo>
                            <a:pt x="19" y="16"/>
                          </a:lnTo>
                          <a:lnTo>
                            <a:pt x="19" y="0"/>
                          </a:lnTo>
                        </a:path>
                      </a:pathLst>
                    </a:custGeom>
                    <a:solidFill>
                      <a:srgbClr val="B7B79D"/>
                    </a:solidFill>
                    <a:ln w="12699" cap="rnd">
                      <a:solidFill>
                        <a:srgbClr val="494936"/>
                      </a:solidFill>
                      <a:round/>
                      <a:headEnd/>
                      <a:tailEnd/>
                    </a:ln>
                  </p:spPr>
                  <p:txBody>
                    <a:bodyPr/>
                    <a:lstStyle/>
                    <a:p>
                      <a:endParaRPr lang="zh-CN" altLang="en-US"/>
                    </a:p>
                  </p:txBody>
                </p:sp>
              </p:grpSp>
              <p:sp>
                <p:nvSpPr>
                  <p:cNvPr id="95268" name="Freeform 192">
                    <a:extLst>
                      <a:ext uri="{FF2B5EF4-FFF2-40B4-BE49-F238E27FC236}">
                        <a16:creationId xmlns:a16="http://schemas.microsoft.com/office/drawing/2014/main" id="{AFA6B18E-51C1-1642-8138-5E035656D21A}"/>
                      </a:ext>
                    </a:extLst>
                  </p:cNvPr>
                  <p:cNvSpPr>
                    <a:spLocks noChangeArrowheads="1"/>
                  </p:cNvSpPr>
                  <p:nvPr/>
                </p:nvSpPr>
                <p:spPr bwMode="auto">
                  <a:xfrm>
                    <a:off x="1125" y="2503"/>
                    <a:ext cx="26" cy="33"/>
                  </a:xfrm>
                  <a:custGeom>
                    <a:avLst/>
                    <a:gdLst>
                      <a:gd name="T0" fmla="*/ 25 w 26"/>
                      <a:gd name="T1" fmla="*/ 32 h 33"/>
                      <a:gd name="T2" fmla="*/ 0 w 26"/>
                      <a:gd name="T3" fmla="*/ 10 h 33"/>
                      <a:gd name="T4" fmla="*/ 0 w 26"/>
                      <a:gd name="T5" fmla="*/ 0 h 33"/>
                      <a:gd name="T6" fmla="*/ 25 w 26"/>
                      <a:gd name="T7" fmla="*/ 27 h 33"/>
                      <a:gd name="T8" fmla="*/ 25 w 26"/>
                      <a:gd name="T9" fmla="*/ 32 h 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 h="33">
                        <a:moveTo>
                          <a:pt x="25" y="32"/>
                        </a:moveTo>
                        <a:lnTo>
                          <a:pt x="0" y="10"/>
                        </a:lnTo>
                        <a:lnTo>
                          <a:pt x="0" y="0"/>
                        </a:lnTo>
                        <a:lnTo>
                          <a:pt x="25" y="27"/>
                        </a:lnTo>
                        <a:lnTo>
                          <a:pt x="25" y="32"/>
                        </a:lnTo>
                      </a:path>
                    </a:pathLst>
                  </a:custGeom>
                  <a:solidFill>
                    <a:srgbClr val="DBDBC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269" name="Freeform 193">
                    <a:extLst>
                      <a:ext uri="{FF2B5EF4-FFF2-40B4-BE49-F238E27FC236}">
                        <a16:creationId xmlns:a16="http://schemas.microsoft.com/office/drawing/2014/main" id="{EB1D1391-BF4E-1642-AB60-B4A7233E88AB}"/>
                      </a:ext>
                    </a:extLst>
                  </p:cNvPr>
                  <p:cNvSpPr>
                    <a:spLocks noChangeArrowheads="1"/>
                  </p:cNvSpPr>
                  <p:nvPr/>
                </p:nvSpPr>
                <p:spPr bwMode="auto">
                  <a:xfrm>
                    <a:off x="1125" y="2503"/>
                    <a:ext cx="26" cy="33"/>
                  </a:xfrm>
                  <a:custGeom>
                    <a:avLst/>
                    <a:gdLst>
                      <a:gd name="T0" fmla="*/ 25 w 26"/>
                      <a:gd name="T1" fmla="*/ 32 h 33"/>
                      <a:gd name="T2" fmla="*/ 0 w 26"/>
                      <a:gd name="T3" fmla="*/ 10 h 33"/>
                      <a:gd name="T4" fmla="*/ 0 w 26"/>
                      <a:gd name="T5" fmla="*/ 0 h 33"/>
                      <a:gd name="T6" fmla="*/ 25 w 26"/>
                      <a:gd name="T7" fmla="*/ 27 h 33"/>
                      <a:gd name="T8" fmla="*/ 25 w 26"/>
                      <a:gd name="T9" fmla="*/ 32 h 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 h="33">
                        <a:moveTo>
                          <a:pt x="25" y="32"/>
                        </a:moveTo>
                        <a:lnTo>
                          <a:pt x="0" y="10"/>
                        </a:lnTo>
                        <a:lnTo>
                          <a:pt x="0" y="0"/>
                        </a:lnTo>
                        <a:lnTo>
                          <a:pt x="25" y="27"/>
                        </a:lnTo>
                        <a:lnTo>
                          <a:pt x="25" y="32"/>
                        </a:lnTo>
                      </a:path>
                    </a:pathLst>
                  </a:custGeom>
                  <a:solidFill>
                    <a:srgbClr val="DBDBCE"/>
                  </a:solidFill>
                  <a:ln w="12699" cap="rnd">
                    <a:solidFill>
                      <a:srgbClr val="494936"/>
                    </a:solidFill>
                    <a:round/>
                    <a:headEnd/>
                    <a:tailEnd/>
                  </a:ln>
                </p:spPr>
                <p:txBody>
                  <a:bodyPr/>
                  <a:lstStyle/>
                  <a:p>
                    <a:endParaRPr lang="zh-CN" altLang="en-US"/>
                  </a:p>
                </p:txBody>
              </p:sp>
              <p:sp>
                <p:nvSpPr>
                  <p:cNvPr id="95270" name="Freeform 194">
                    <a:extLst>
                      <a:ext uri="{FF2B5EF4-FFF2-40B4-BE49-F238E27FC236}">
                        <a16:creationId xmlns:a16="http://schemas.microsoft.com/office/drawing/2014/main" id="{64D62ECA-918E-5E40-B239-62DA2B6A7161}"/>
                      </a:ext>
                    </a:extLst>
                  </p:cNvPr>
                  <p:cNvSpPr>
                    <a:spLocks noChangeArrowheads="1"/>
                  </p:cNvSpPr>
                  <p:nvPr/>
                </p:nvSpPr>
                <p:spPr bwMode="auto">
                  <a:xfrm>
                    <a:off x="1115" y="2463"/>
                    <a:ext cx="161" cy="21"/>
                  </a:xfrm>
                  <a:custGeom>
                    <a:avLst/>
                    <a:gdLst>
                      <a:gd name="T0" fmla="*/ 160 w 161"/>
                      <a:gd name="T1" fmla="*/ 20 h 21"/>
                      <a:gd name="T2" fmla="*/ 142 w 161"/>
                      <a:gd name="T3" fmla="*/ 0 h 21"/>
                      <a:gd name="T4" fmla="*/ 0 w 161"/>
                      <a:gd name="T5" fmla="*/ 0 h 21"/>
                      <a:gd name="T6" fmla="*/ 18 w 161"/>
                      <a:gd name="T7" fmla="*/ 20 h 21"/>
                      <a:gd name="T8" fmla="*/ 160 w 161"/>
                      <a:gd name="T9" fmla="*/ 20 h 2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61" h="21">
                        <a:moveTo>
                          <a:pt x="160" y="20"/>
                        </a:moveTo>
                        <a:lnTo>
                          <a:pt x="142" y="0"/>
                        </a:lnTo>
                        <a:lnTo>
                          <a:pt x="0" y="0"/>
                        </a:lnTo>
                        <a:lnTo>
                          <a:pt x="18" y="20"/>
                        </a:lnTo>
                        <a:lnTo>
                          <a:pt x="160" y="20"/>
                        </a:lnTo>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271" name="Freeform 195">
                    <a:extLst>
                      <a:ext uri="{FF2B5EF4-FFF2-40B4-BE49-F238E27FC236}">
                        <a16:creationId xmlns:a16="http://schemas.microsoft.com/office/drawing/2014/main" id="{8B9EB579-51E4-E24B-9D60-50FF2FD4A32E}"/>
                      </a:ext>
                    </a:extLst>
                  </p:cNvPr>
                  <p:cNvSpPr>
                    <a:spLocks noChangeArrowheads="1"/>
                  </p:cNvSpPr>
                  <p:nvPr/>
                </p:nvSpPr>
                <p:spPr bwMode="auto">
                  <a:xfrm>
                    <a:off x="1115" y="2463"/>
                    <a:ext cx="161" cy="21"/>
                  </a:xfrm>
                  <a:custGeom>
                    <a:avLst/>
                    <a:gdLst>
                      <a:gd name="T0" fmla="*/ 160 w 161"/>
                      <a:gd name="T1" fmla="*/ 20 h 21"/>
                      <a:gd name="T2" fmla="*/ 142 w 161"/>
                      <a:gd name="T3" fmla="*/ 0 h 21"/>
                      <a:gd name="T4" fmla="*/ 0 w 161"/>
                      <a:gd name="T5" fmla="*/ 0 h 21"/>
                      <a:gd name="T6" fmla="*/ 18 w 161"/>
                      <a:gd name="T7" fmla="*/ 20 h 21"/>
                      <a:gd name="T8" fmla="*/ 160 w 161"/>
                      <a:gd name="T9" fmla="*/ 20 h 2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61" h="21">
                        <a:moveTo>
                          <a:pt x="160" y="20"/>
                        </a:moveTo>
                        <a:lnTo>
                          <a:pt x="142" y="0"/>
                        </a:lnTo>
                        <a:lnTo>
                          <a:pt x="0" y="0"/>
                        </a:lnTo>
                        <a:lnTo>
                          <a:pt x="18" y="20"/>
                        </a:lnTo>
                        <a:lnTo>
                          <a:pt x="160" y="20"/>
                        </a:lnTo>
                      </a:path>
                    </a:pathLst>
                  </a:custGeom>
                  <a:solidFill>
                    <a:srgbClr val="C9C9B6"/>
                  </a:solidFill>
                  <a:ln w="12699" cap="rnd">
                    <a:solidFill>
                      <a:srgbClr val="494936"/>
                    </a:solidFill>
                    <a:round/>
                    <a:headEnd/>
                    <a:tailEnd/>
                  </a:ln>
                </p:spPr>
                <p:txBody>
                  <a:bodyPr/>
                  <a:lstStyle/>
                  <a:p>
                    <a:endParaRPr lang="zh-CN" altLang="en-US"/>
                  </a:p>
                </p:txBody>
              </p:sp>
              <p:sp>
                <p:nvSpPr>
                  <p:cNvPr id="95272" name="Freeform 196">
                    <a:extLst>
                      <a:ext uri="{FF2B5EF4-FFF2-40B4-BE49-F238E27FC236}">
                        <a16:creationId xmlns:a16="http://schemas.microsoft.com/office/drawing/2014/main" id="{0DFC2E86-A50A-BF4D-830A-4A95311276B8}"/>
                      </a:ext>
                    </a:extLst>
                  </p:cNvPr>
                  <p:cNvSpPr>
                    <a:spLocks noChangeArrowheads="1"/>
                  </p:cNvSpPr>
                  <p:nvPr/>
                </p:nvSpPr>
                <p:spPr bwMode="auto">
                  <a:xfrm>
                    <a:off x="1133" y="2483"/>
                    <a:ext cx="143" cy="26"/>
                  </a:xfrm>
                  <a:custGeom>
                    <a:avLst/>
                    <a:gdLst>
                      <a:gd name="T0" fmla="*/ 142 w 143"/>
                      <a:gd name="T1" fmla="*/ 0 h 26"/>
                      <a:gd name="T2" fmla="*/ 0 w 143"/>
                      <a:gd name="T3" fmla="*/ 0 h 26"/>
                      <a:gd name="T4" fmla="*/ 0 w 143"/>
                      <a:gd name="T5" fmla="*/ 25 h 26"/>
                      <a:gd name="T6" fmla="*/ 142 w 143"/>
                      <a:gd name="T7" fmla="*/ 25 h 26"/>
                      <a:gd name="T8" fmla="*/ 142 w 143"/>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3" h="26">
                        <a:moveTo>
                          <a:pt x="142" y="0"/>
                        </a:moveTo>
                        <a:lnTo>
                          <a:pt x="0" y="0"/>
                        </a:lnTo>
                        <a:lnTo>
                          <a:pt x="0" y="25"/>
                        </a:lnTo>
                        <a:lnTo>
                          <a:pt x="142" y="25"/>
                        </a:lnTo>
                        <a:lnTo>
                          <a:pt x="142" y="0"/>
                        </a:lnTo>
                      </a:path>
                    </a:pathLst>
                  </a:custGeom>
                  <a:solidFill>
                    <a:srgbClr val="B7B79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273" name="Freeform 197">
                    <a:extLst>
                      <a:ext uri="{FF2B5EF4-FFF2-40B4-BE49-F238E27FC236}">
                        <a16:creationId xmlns:a16="http://schemas.microsoft.com/office/drawing/2014/main" id="{5D3BE091-8C4F-5D49-B9AD-C7C07B777C48}"/>
                      </a:ext>
                    </a:extLst>
                  </p:cNvPr>
                  <p:cNvSpPr>
                    <a:spLocks noChangeArrowheads="1"/>
                  </p:cNvSpPr>
                  <p:nvPr/>
                </p:nvSpPr>
                <p:spPr bwMode="auto">
                  <a:xfrm>
                    <a:off x="1133" y="2483"/>
                    <a:ext cx="143" cy="26"/>
                  </a:xfrm>
                  <a:custGeom>
                    <a:avLst/>
                    <a:gdLst>
                      <a:gd name="T0" fmla="*/ 142 w 143"/>
                      <a:gd name="T1" fmla="*/ 0 h 26"/>
                      <a:gd name="T2" fmla="*/ 0 w 143"/>
                      <a:gd name="T3" fmla="*/ 0 h 26"/>
                      <a:gd name="T4" fmla="*/ 0 w 143"/>
                      <a:gd name="T5" fmla="*/ 25 h 26"/>
                      <a:gd name="T6" fmla="*/ 142 w 143"/>
                      <a:gd name="T7" fmla="*/ 25 h 26"/>
                      <a:gd name="T8" fmla="*/ 142 w 143"/>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3" h="26">
                        <a:moveTo>
                          <a:pt x="142" y="0"/>
                        </a:moveTo>
                        <a:lnTo>
                          <a:pt x="0" y="0"/>
                        </a:lnTo>
                        <a:lnTo>
                          <a:pt x="0" y="25"/>
                        </a:lnTo>
                        <a:lnTo>
                          <a:pt x="142" y="25"/>
                        </a:lnTo>
                        <a:lnTo>
                          <a:pt x="142" y="0"/>
                        </a:lnTo>
                      </a:path>
                    </a:pathLst>
                  </a:custGeom>
                  <a:solidFill>
                    <a:srgbClr val="B7B79D"/>
                  </a:solidFill>
                  <a:ln w="12699" cap="rnd">
                    <a:solidFill>
                      <a:srgbClr val="494936"/>
                    </a:solidFill>
                    <a:round/>
                    <a:headEnd/>
                    <a:tailEnd/>
                  </a:ln>
                </p:spPr>
                <p:txBody>
                  <a:bodyPr/>
                  <a:lstStyle/>
                  <a:p>
                    <a:endParaRPr lang="zh-CN" altLang="en-US"/>
                  </a:p>
                </p:txBody>
              </p:sp>
              <p:sp>
                <p:nvSpPr>
                  <p:cNvPr id="95274" name="Freeform 198">
                    <a:extLst>
                      <a:ext uri="{FF2B5EF4-FFF2-40B4-BE49-F238E27FC236}">
                        <a16:creationId xmlns:a16="http://schemas.microsoft.com/office/drawing/2014/main" id="{A991C22C-0177-2042-9EAB-77B4C8E85F47}"/>
                      </a:ext>
                    </a:extLst>
                  </p:cNvPr>
                  <p:cNvSpPr>
                    <a:spLocks noChangeArrowheads="1"/>
                  </p:cNvSpPr>
                  <p:nvPr/>
                </p:nvSpPr>
                <p:spPr bwMode="auto">
                  <a:xfrm>
                    <a:off x="1115" y="2463"/>
                    <a:ext cx="19" cy="46"/>
                  </a:xfrm>
                  <a:custGeom>
                    <a:avLst/>
                    <a:gdLst>
                      <a:gd name="T0" fmla="*/ 18 w 19"/>
                      <a:gd name="T1" fmla="*/ 45 h 46"/>
                      <a:gd name="T2" fmla="*/ 0 w 19"/>
                      <a:gd name="T3" fmla="*/ 27 h 46"/>
                      <a:gd name="T4" fmla="*/ 0 w 19"/>
                      <a:gd name="T5" fmla="*/ 0 h 46"/>
                      <a:gd name="T6" fmla="*/ 18 w 19"/>
                      <a:gd name="T7" fmla="*/ 20 h 46"/>
                      <a:gd name="T8" fmla="*/ 18 w 19"/>
                      <a:gd name="T9" fmla="*/ 45 h 4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46">
                        <a:moveTo>
                          <a:pt x="18" y="45"/>
                        </a:moveTo>
                        <a:lnTo>
                          <a:pt x="0" y="27"/>
                        </a:lnTo>
                        <a:lnTo>
                          <a:pt x="0" y="0"/>
                        </a:lnTo>
                        <a:lnTo>
                          <a:pt x="18" y="20"/>
                        </a:lnTo>
                        <a:lnTo>
                          <a:pt x="18" y="45"/>
                        </a:lnTo>
                      </a:path>
                    </a:pathLst>
                  </a:custGeom>
                  <a:solidFill>
                    <a:srgbClr val="DBDBC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275" name="Freeform 199">
                    <a:extLst>
                      <a:ext uri="{FF2B5EF4-FFF2-40B4-BE49-F238E27FC236}">
                        <a16:creationId xmlns:a16="http://schemas.microsoft.com/office/drawing/2014/main" id="{F9EED3A4-00DF-864C-851D-B49C034E8C90}"/>
                      </a:ext>
                    </a:extLst>
                  </p:cNvPr>
                  <p:cNvSpPr>
                    <a:spLocks noChangeArrowheads="1"/>
                  </p:cNvSpPr>
                  <p:nvPr/>
                </p:nvSpPr>
                <p:spPr bwMode="auto">
                  <a:xfrm>
                    <a:off x="1115" y="2463"/>
                    <a:ext cx="19" cy="46"/>
                  </a:xfrm>
                  <a:custGeom>
                    <a:avLst/>
                    <a:gdLst>
                      <a:gd name="T0" fmla="*/ 18 w 19"/>
                      <a:gd name="T1" fmla="*/ 45 h 46"/>
                      <a:gd name="T2" fmla="*/ 0 w 19"/>
                      <a:gd name="T3" fmla="*/ 27 h 46"/>
                      <a:gd name="T4" fmla="*/ 0 w 19"/>
                      <a:gd name="T5" fmla="*/ 0 h 46"/>
                      <a:gd name="T6" fmla="*/ 18 w 19"/>
                      <a:gd name="T7" fmla="*/ 20 h 46"/>
                      <a:gd name="T8" fmla="*/ 18 w 19"/>
                      <a:gd name="T9" fmla="*/ 45 h 4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46">
                        <a:moveTo>
                          <a:pt x="18" y="45"/>
                        </a:moveTo>
                        <a:lnTo>
                          <a:pt x="0" y="27"/>
                        </a:lnTo>
                        <a:lnTo>
                          <a:pt x="0" y="0"/>
                        </a:lnTo>
                        <a:lnTo>
                          <a:pt x="18" y="20"/>
                        </a:lnTo>
                        <a:lnTo>
                          <a:pt x="18" y="45"/>
                        </a:lnTo>
                      </a:path>
                    </a:pathLst>
                  </a:custGeom>
                  <a:solidFill>
                    <a:srgbClr val="DBDBCE"/>
                  </a:solidFill>
                  <a:ln w="12699" cap="rnd">
                    <a:solidFill>
                      <a:srgbClr val="494936"/>
                    </a:solidFill>
                    <a:round/>
                    <a:headEnd/>
                    <a:tailEnd/>
                  </a:ln>
                </p:spPr>
                <p:txBody>
                  <a:bodyPr/>
                  <a:lstStyle/>
                  <a:p>
                    <a:endParaRPr lang="zh-CN" altLang="en-US"/>
                  </a:p>
                </p:txBody>
              </p:sp>
              <p:sp>
                <p:nvSpPr>
                  <p:cNvPr id="95276" name="Freeform 200">
                    <a:extLst>
                      <a:ext uri="{FF2B5EF4-FFF2-40B4-BE49-F238E27FC236}">
                        <a16:creationId xmlns:a16="http://schemas.microsoft.com/office/drawing/2014/main" id="{25AD12D0-B04C-5E4E-91B0-6E9F75C92CEE}"/>
                      </a:ext>
                    </a:extLst>
                  </p:cNvPr>
                  <p:cNvSpPr>
                    <a:spLocks noChangeArrowheads="1"/>
                  </p:cNvSpPr>
                  <p:nvPr/>
                </p:nvSpPr>
                <p:spPr bwMode="auto">
                  <a:xfrm>
                    <a:off x="1118" y="2463"/>
                    <a:ext cx="155" cy="17"/>
                  </a:xfrm>
                  <a:custGeom>
                    <a:avLst/>
                    <a:gdLst>
                      <a:gd name="T0" fmla="*/ 154 w 155"/>
                      <a:gd name="T1" fmla="*/ 16 h 17"/>
                      <a:gd name="T2" fmla="*/ 139 w 155"/>
                      <a:gd name="T3" fmla="*/ 0 h 17"/>
                      <a:gd name="T4" fmla="*/ 0 w 155"/>
                      <a:gd name="T5" fmla="*/ 0 h 17"/>
                      <a:gd name="T6" fmla="*/ 15 w 155"/>
                      <a:gd name="T7" fmla="*/ 16 h 17"/>
                      <a:gd name="T8" fmla="*/ 154 w 155"/>
                      <a:gd name="T9" fmla="*/ 16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5" h="17">
                        <a:moveTo>
                          <a:pt x="154" y="16"/>
                        </a:moveTo>
                        <a:lnTo>
                          <a:pt x="139" y="0"/>
                        </a:lnTo>
                        <a:lnTo>
                          <a:pt x="0" y="0"/>
                        </a:lnTo>
                        <a:lnTo>
                          <a:pt x="15" y="16"/>
                        </a:lnTo>
                        <a:lnTo>
                          <a:pt x="154" y="16"/>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277" name="Freeform 201">
                    <a:extLst>
                      <a:ext uri="{FF2B5EF4-FFF2-40B4-BE49-F238E27FC236}">
                        <a16:creationId xmlns:a16="http://schemas.microsoft.com/office/drawing/2014/main" id="{F11F7679-BDB2-6240-A1AD-3A0464713483}"/>
                      </a:ext>
                    </a:extLst>
                  </p:cNvPr>
                  <p:cNvSpPr>
                    <a:spLocks noChangeArrowheads="1"/>
                  </p:cNvSpPr>
                  <p:nvPr/>
                </p:nvSpPr>
                <p:spPr bwMode="auto">
                  <a:xfrm>
                    <a:off x="1118" y="2463"/>
                    <a:ext cx="155" cy="17"/>
                  </a:xfrm>
                  <a:custGeom>
                    <a:avLst/>
                    <a:gdLst>
                      <a:gd name="T0" fmla="*/ 154 w 155"/>
                      <a:gd name="T1" fmla="*/ 16 h 17"/>
                      <a:gd name="T2" fmla="*/ 139 w 155"/>
                      <a:gd name="T3" fmla="*/ 0 h 17"/>
                      <a:gd name="T4" fmla="*/ 0 w 155"/>
                      <a:gd name="T5" fmla="*/ 0 h 17"/>
                      <a:gd name="T6" fmla="*/ 15 w 155"/>
                      <a:gd name="T7" fmla="*/ 16 h 17"/>
                      <a:gd name="T8" fmla="*/ 154 w 155"/>
                      <a:gd name="T9" fmla="*/ 16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5" h="17">
                        <a:moveTo>
                          <a:pt x="154" y="16"/>
                        </a:moveTo>
                        <a:lnTo>
                          <a:pt x="139" y="0"/>
                        </a:lnTo>
                        <a:lnTo>
                          <a:pt x="0" y="0"/>
                        </a:lnTo>
                        <a:lnTo>
                          <a:pt x="15" y="16"/>
                        </a:lnTo>
                        <a:lnTo>
                          <a:pt x="154" y="16"/>
                        </a:lnTo>
                      </a:path>
                    </a:pathLst>
                  </a:custGeom>
                  <a:solidFill>
                    <a:srgbClr val="000000"/>
                  </a:solidFill>
                  <a:ln w="12699" cap="rnd">
                    <a:solidFill>
                      <a:srgbClr val="000000"/>
                    </a:solidFill>
                    <a:round/>
                    <a:headEnd/>
                    <a:tailEnd/>
                  </a:ln>
                </p:spPr>
                <p:txBody>
                  <a:bodyPr/>
                  <a:lstStyle/>
                  <a:p>
                    <a:endParaRPr lang="zh-CN" altLang="en-US"/>
                  </a:p>
                </p:txBody>
              </p:sp>
              <p:sp>
                <p:nvSpPr>
                  <p:cNvPr id="95278" name="Freeform 202">
                    <a:extLst>
                      <a:ext uri="{FF2B5EF4-FFF2-40B4-BE49-F238E27FC236}">
                        <a16:creationId xmlns:a16="http://schemas.microsoft.com/office/drawing/2014/main" id="{993A7F7C-2A30-8A42-AA62-6FDBC3C03CE1}"/>
                      </a:ext>
                    </a:extLst>
                  </p:cNvPr>
                  <p:cNvSpPr>
                    <a:spLocks noChangeArrowheads="1"/>
                  </p:cNvSpPr>
                  <p:nvPr/>
                </p:nvSpPr>
                <p:spPr bwMode="auto">
                  <a:xfrm>
                    <a:off x="1118" y="2348"/>
                    <a:ext cx="158" cy="17"/>
                  </a:xfrm>
                  <a:custGeom>
                    <a:avLst/>
                    <a:gdLst>
                      <a:gd name="T0" fmla="*/ 157 w 158"/>
                      <a:gd name="T1" fmla="*/ 16 h 17"/>
                      <a:gd name="T2" fmla="*/ 142 w 158"/>
                      <a:gd name="T3" fmla="*/ 0 h 17"/>
                      <a:gd name="T4" fmla="*/ 0 w 158"/>
                      <a:gd name="T5" fmla="*/ 0 h 17"/>
                      <a:gd name="T6" fmla="*/ 15 w 158"/>
                      <a:gd name="T7" fmla="*/ 16 h 17"/>
                      <a:gd name="T8" fmla="*/ 157 w 158"/>
                      <a:gd name="T9" fmla="*/ 16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8" h="17">
                        <a:moveTo>
                          <a:pt x="157" y="16"/>
                        </a:moveTo>
                        <a:lnTo>
                          <a:pt x="142" y="0"/>
                        </a:lnTo>
                        <a:lnTo>
                          <a:pt x="0" y="0"/>
                        </a:lnTo>
                        <a:lnTo>
                          <a:pt x="15" y="16"/>
                        </a:lnTo>
                        <a:lnTo>
                          <a:pt x="157" y="16"/>
                        </a:lnTo>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279" name="Freeform 203">
                    <a:extLst>
                      <a:ext uri="{FF2B5EF4-FFF2-40B4-BE49-F238E27FC236}">
                        <a16:creationId xmlns:a16="http://schemas.microsoft.com/office/drawing/2014/main" id="{A186B8FF-C2FD-A743-AE01-2E65130A7B61}"/>
                      </a:ext>
                    </a:extLst>
                  </p:cNvPr>
                  <p:cNvSpPr>
                    <a:spLocks noChangeArrowheads="1"/>
                  </p:cNvSpPr>
                  <p:nvPr/>
                </p:nvSpPr>
                <p:spPr bwMode="auto">
                  <a:xfrm>
                    <a:off x="1118" y="2348"/>
                    <a:ext cx="158" cy="17"/>
                  </a:xfrm>
                  <a:custGeom>
                    <a:avLst/>
                    <a:gdLst>
                      <a:gd name="T0" fmla="*/ 157 w 158"/>
                      <a:gd name="T1" fmla="*/ 16 h 17"/>
                      <a:gd name="T2" fmla="*/ 142 w 158"/>
                      <a:gd name="T3" fmla="*/ 0 h 17"/>
                      <a:gd name="T4" fmla="*/ 0 w 158"/>
                      <a:gd name="T5" fmla="*/ 0 h 17"/>
                      <a:gd name="T6" fmla="*/ 15 w 158"/>
                      <a:gd name="T7" fmla="*/ 16 h 17"/>
                      <a:gd name="T8" fmla="*/ 157 w 158"/>
                      <a:gd name="T9" fmla="*/ 16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8" h="17">
                        <a:moveTo>
                          <a:pt x="157" y="16"/>
                        </a:moveTo>
                        <a:lnTo>
                          <a:pt x="142" y="0"/>
                        </a:lnTo>
                        <a:lnTo>
                          <a:pt x="0" y="0"/>
                        </a:lnTo>
                        <a:lnTo>
                          <a:pt x="15" y="16"/>
                        </a:lnTo>
                        <a:lnTo>
                          <a:pt x="157" y="16"/>
                        </a:lnTo>
                      </a:path>
                    </a:pathLst>
                  </a:custGeom>
                  <a:solidFill>
                    <a:srgbClr val="C9C9B6"/>
                  </a:solidFill>
                  <a:ln w="12699" cap="rnd">
                    <a:solidFill>
                      <a:srgbClr val="494936"/>
                    </a:solidFill>
                    <a:round/>
                    <a:headEnd/>
                    <a:tailEnd/>
                  </a:ln>
                </p:spPr>
                <p:txBody>
                  <a:bodyPr/>
                  <a:lstStyle/>
                  <a:p>
                    <a:endParaRPr lang="zh-CN" altLang="en-US"/>
                  </a:p>
                </p:txBody>
              </p:sp>
              <p:sp>
                <p:nvSpPr>
                  <p:cNvPr id="95280" name="Rectangle 204">
                    <a:extLst>
                      <a:ext uri="{FF2B5EF4-FFF2-40B4-BE49-F238E27FC236}">
                        <a16:creationId xmlns:a16="http://schemas.microsoft.com/office/drawing/2014/main" id="{0D282AA4-4D28-7A46-82C0-A59863FBCD42}"/>
                      </a:ext>
                    </a:extLst>
                  </p:cNvPr>
                  <p:cNvSpPr>
                    <a:spLocks noChangeArrowheads="1"/>
                  </p:cNvSpPr>
                  <p:nvPr/>
                </p:nvSpPr>
                <p:spPr bwMode="auto">
                  <a:xfrm>
                    <a:off x="1137" y="2367"/>
                    <a:ext cx="136" cy="104"/>
                  </a:xfrm>
                  <a:prstGeom prst="rect">
                    <a:avLst/>
                  </a:prstGeom>
                  <a:solidFill>
                    <a:srgbClr val="B7B79D"/>
                  </a:solidFill>
                  <a:ln w="12699">
                    <a:solidFill>
                      <a:srgbClr val="494936"/>
                    </a:solidFill>
                    <a:miter lim="800000"/>
                    <a:headEnd/>
                    <a:tailEnd/>
                  </a:ln>
                </p:spPr>
                <p:txBody>
                  <a:bodyPr wrap="none" anchor="ct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95281" name="Rectangle 205">
                    <a:extLst>
                      <a:ext uri="{FF2B5EF4-FFF2-40B4-BE49-F238E27FC236}">
                        <a16:creationId xmlns:a16="http://schemas.microsoft.com/office/drawing/2014/main" id="{264693FD-A768-1B4F-983D-8F0040A8F0C6}"/>
                      </a:ext>
                    </a:extLst>
                  </p:cNvPr>
                  <p:cNvSpPr>
                    <a:spLocks noChangeArrowheads="1"/>
                  </p:cNvSpPr>
                  <p:nvPr/>
                </p:nvSpPr>
                <p:spPr bwMode="auto">
                  <a:xfrm>
                    <a:off x="1149" y="2382"/>
                    <a:ext cx="112" cy="79"/>
                  </a:xfrm>
                  <a:prstGeom prst="rect">
                    <a:avLst/>
                  </a:prstGeom>
                  <a:solidFill>
                    <a:srgbClr val="FFFFFF"/>
                  </a:solidFill>
                  <a:ln w="12699">
                    <a:solidFill>
                      <a:srgbClr val="494936"/>
                    </a:solidFill>
                    <a:miter lim="800000"/>
                    <a:headEnd/>
                    <a:tailEnd/>
                  </a:ln>
                </p:spPr>
                <p:txBody>
                  <a:bodyPr wrap="none" anchor="ct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lnSpc>
                        <a:spcPct val="90000"/>
                      </a:lnSpc>
                    </a:pPr>
                    <a:endParaRPr lang="zh-CN" altLang="en-US"/>
                  </a:p>
                </p:txBody>
              </p:sp>
              <p:sp>
                <p:nvSpPr>
                  <p:cNvPr id="95282" name="Freeform 206">
                    <a:extLst>
                      <a:ext uri="{FF2B5EF4-FFF2-40B4-BE49-F238E27FC236}">
                        <a16:creationId xmlns:a16="http://schemas.microsoft.com/office/drawing/2014/main" id="{C403866B-A00D-F940-98E7-DF63B5873690}"/>
                      </a:ext>
                    </a:extLst>
                  </p:cNvPr>
                  <p:cNvSpPr>
                    <a:spLocks noChangeArrowheads="1"/>
                  </p:cNvSpPr>
                  <p:nvPr/>
                </p:nvSpPr>
                <p:spPr bwMode="auto">
                  <a:xfrm>
                    <a:off x="1118" y="2348"/>
                    <a:ext cx="17" cy="128"/>
                  </a:xfrm>
                  <a:custGeom>
                    <a:avLst/>
                    <a:gdLst>
                      <a:gd name="T0" fmla="*/ 16 w 17"/>
                      <a:gd name="T1" fmla="*/ 127 h 128"/>
                      <a:gd name="T2" fmla="*/ 0 w 17"/>
                      <a:gd name="T3" fmla="*/ 112 h 128"/>
                      <a:gd name="T4" fmla="*/ 0 w 17"/>
                      <a:gd name="T5" fmla="*/ 0 h 128"/>
                      <a:gd name="T6" fmla="*/ 16 w 17"/>
                      <a:gd name="T7" fmla="*/ 15 h 128"/>
                      <a:gd name="T8" fmla="*/ 16 w 17"/>
                      <a:gd name="T9" fmla="*/ 127 h 1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28">
                        <a:moveTo>
                          <a:pt x="16" y="127"/>
                        </a:moveTo>
                        <a:lnTo>
                          <a:pt x="0" y="112"/>
                        </a:lnTo>
                        <a:lnTo>
                          <a:pt x="0" y="0"/>
                        </a:lnTo>
                        <a:lnTo>
                          <a:pt x="16" y="15"/>
                        </a:lnTo>
                        <a:lnTo>
                          <a:pt x="16" y="127"/>
                        </a:lnTo>
                      </a:path>
                    </a:pathLst>
                  </a:custGeom>
                  <a:solidFill>
                    <a:srgbClr val="DBDBC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283" name="Freeform 207">
                    <a:extLst>
                      <a:ext uri="{FF2B5EF4-FFF2-40B4-BE49-F238E27FC236}">
                        <a16:creationId xmlns:a16="http://schemas.microsoft.com/office/drawing/2014/main" id="{367CD46B-DE92-E44E-BF24-48700580B443}"/>
                      </a:ext>
                    </a:extLst>
                  </p:cNvPr>
                  <p:cNvSpPr>
                    <a:spLocks noChangeArrowheads="1"/>
                  </p:cNvSpPr>
                  <p:nvPr/>
                </p:nvSpPr>
                <p:spPr bwMode="auto">
                  <a:xfrm>
                    <a:off x="1118" y="2348"/>
                    <a:ext cx="17" cy="128"/>
                  </a:xfrm>
                  <a:custGeom>
                    <a:avLst/>
                    <a:gdLst>
                      <a:gd name="T0" fmla="*/ 16 w 17"/>
                      <a:gd name="T1" fmla="*/ 127 h 128"/>
                      <a:gd name="T2" fmla="*/ 0 w 17"/>
                      <a:gd name="T3" fmla="*/ 112 h 128"/>
                      <a:gd name="T4" fmla="*/ 0 w 17"/>
                      <a:gd name="T5" fmla="*/ 0 h 128"/>
                      <a:gd name="T6" fmla="*/ 16 w 17"/>
                      <a:gd name="T7" fmla="*/ 15 h 128"/>
                      <a:gd name="T8" fmla="*/ 16 w 17"/>
                      <a:gd name="T9" fmla="*/ 127 h 1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28">
                        <a:moveTo>
                          <a:pt x="16" y="127"/>
                        </a:moveTo>
                        <a:lnTo>
                          <a:pt x="0" y="112"/>
                        </a:lnTo>
                        <a:lnTo>
                          <a:pt x="0" y="0"/>
                        </a:lnTo>
                        <a:lnTo>
                          <a:pt x="16" y="15"/>
                        </a:lnTo>
                        <a:lnTo>
                          <a:pt x="16" y="127"/>
                        </a:lnTo>
                      </a:path>
                    </a:pathLst>
                  </a:custGeom>
                  <a:solidFill>
                    <a:srgbClr val="DBDBCE"/>
                  </a:solidFill>
                  <a:ln w="12699" cap="rnd">
                    <a:solidFill>
                      <a:srgbClr val="494936"/>
                    </a:solidFill>
                    <a:round/>
                    <a:headEnd/>
                    <a:tailEnd/>
                  </a:ln>
                </p:spPr>
                <p:txBody>
                  <a:bodyPr/>
                  <a:lstStyle/>
                  <a:p>
                    <a:endParaRPr lang="zh-CN" altLang="en-US"/>
                  </a:p>
                </p:txBody>
              </p:sp>
              <p:sp>
                <p:nvSpPr>
                  <p:cNvPr id="95284" name="Freeform 208">
                    <a:extLst>
                      <a:ext uri="{FF2B5EF4-FFF2-40B4-BE49-F238E27FC236}">
                        <a16:creationId xmlns:a16="http://schemas.microsoft.com/office/drawing/2014/main" id="{E972A307-01A4-F74F-8982-1237ABA3E19B}"/>
                      </a:ext>
                    </a:extLst>
                  </p:cNvPr>
                  <p:cNvSpPr>
                    <a:spLocks noChangeArrowheads="1"/>
                  </p:cNvSpPr>
                  <p:nvPr/>
                </p:nvSpPr>
                <p:spPr bwMode="auto">
                  <a:xfrm>
                    <a:off x="1125" y="2503"/>
                    <a:ext cx="181" cy="28"/>
                  </a:xfrm>
                  <a:custGeom>
                    <a:avLst/>
                    <a:gdLst>
                      <a:gd name="T0" fmla="*/ 180 w 181"/>
                      <a:gd name="T1" fmla="*/ 27 h 28"/>
                      <a:gd name="T2" fmla="*/ 157 w 181"/>
                      <a:gd name="T3" fmla="*/ 0 h 28"/>
                      <a:gd name="T4" fmla="*/ 0 w 181"/>
                      <a:gd name="T5" fmla="*/ 0 h 28"/>
                      <a:gd name="T6" fmla="*/ 23 w 181"/>
                      <a:gd name="T7" fmla="*/ 27 h 28"/>
                      <a:gd name="T8" fmla="*/ 180 w 181"/>
                      <a:gd name="T9" fmla="*/ 27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1" h="28">
                        <a:moveTo>
                          <a:pt x="180" y="27"/>
                        </a:moveTo>
                        <a:lnTo>
                          <a:pt x="157" y="0"/>
                        </a:lnTo>
                        <a:lnTo>
                          <a:pt x="0" y="0"/>
                        </a:lnTo>
                        <a:lnTo>
                          <a:pt x="23" y="27"/>
                        </a:lnTo>
                        <a:lnTo>
                          <a:pt x="180" y="27"/>
                        </a:lnTo>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285" name="Freeform 209">
                    <a:extLst>
                      <a:ext uri="{FF2B5EF4-FFF2-40B4-BE49-F238E27FC236}">
                        <a16:creationId xmlns:a16="http://schemas.microsoft.com/office/drawing/2014/main" id="{B067113D-88A3-4D44-90E0-32274DB1C6A9}"/>
                      </a:ext>
                    </a:extLst>
                  </p:cNvPr>
                  <p:cNvSpPr>
                    <a:spLocks noChangeArrowheads="1"/>
                  </p:cNvSpPr>
                  <p:nvPr/>
                </p:nvSpPr>
                <p:spPr bwMode="auto">
                  <a:xfrm>
                    <a:off x="1125" y="2503"/>
                    <a:ext cx="181" cy="28"/>
                  </a:xfrm>
                  <a:custGeom>
                    <a:avLst/>
                    <a:gdLst>
                      <a:gd name="T0" fmla="*/ 180 w 181"/>
                      <a:gd name="T1" fmla="*/ 27 h 28"/>
                      <a:gd name="T2" fmla="*/ 157 w 181"/>
                      <a:gd name="T3" fmla="*/ 0 h 28"/>
                      <a:gd name="T4" fmla="*/ 0 w 181"/>
                      <a:gd name="T5" fmla="*/ 0 h 28"/>
                      <a:gd name="T6" fmla="*/ 23 w 181"/>
                      <a:gd name="T7" fmla="*/ 27 h 28"/>
                      <a:gd name="T8" fmla="*/ 180 w 181"/>
                      <a:gd name="T9" fmla="*/ 27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1" h="28">
                        <a:moveTo>
                          <a:pt x="180" y="27"/>
                        </a:moveTo>
                        <a:lnTo>
                          <a:pt x="157" y="0"/>
                        </a:lnTo>
                        <a:lnTo>
                          <a:pt x="0" y="0"/>
                        </a:lnTo>
                        <a:lnTo>
                          <a:pt x="23" y="27"/>
                        </a:lnTo>
                        <a:lnTo>
                          <a:pt x="180" y="27"/>
                        </a:lnTo>
                      </a:path>
                    </a:pathLst>
                  </a:custGeom>
                  <a:solidFill>
                    <a:srgbClr val="C9C9B6"/>
                  </a:solidFill>
                  <a:ln w="12699" cap="rnd">
                    <a:solidFill>
                      <a:srgbClr val="494936"/>
                    </a:solidFill>
                    <a:round/>
                    <a:headEnd/>
                    <a:tailEnd/>
                  </a:ln>
                </p:spPr>
                <p:txBody>
                  <a:bodyPr/>
                  <a:lstStyle/>
                  <a:p>
                    <a:endParaRPr lang="zh-CN" altLang="en-US"/>
                  </a:p>
                </p:txBody>
              </p:sp>
              <p:sp>
                <p:nvSpPr>
                  <p:cNvPr id="95286" name="Freeform 210">
                    <a:extLst>
                      <a:ext uri="{FF2B5EF4-FFF2-40B4-BE49-F238E27FC236}">
                        <a16:creationId xmlns:a16="http://schemas.microsoft.com/office/drawing/2014/main" id="{FDD811A0-A3FA-BC41-95CF-9964DA5ADDF4}"/>
                      </a:ext>
                    </a:extLst>
                  </p:cNvPr>
                  <p:cNvSpPr>
                    <a:spLocks noChangeArrowheads="1"/>
                  </p:cNvSpPr>
                  <p:nvPr/>
                </p:nvSpPr>
                <p:spPr bwMode="auto">
                  <a:xfrm>
                    <a:off x="1148" y="2530"/>
                    <a:ext cx="158" cy="17"/>
                  </a:xfrm>
                  <a:custGeom>
                    <a:avLst/>
                    <a:gdLst>
                      <a:gd name="T0" fmla="*/ 157 w 158"/>
                      <a:gd name="T1" fmla="*/ 0 h 17"/>
                      <a:gd name="T2" fmla="*/ 0 w 158"/>
                      <a:gd name="T3" fmla="*/ 0 h 17"/>
                      <a:gd name="T4" fmla="*/ 0 w 158"/>
                      <a:gd name="T5" fmla="*/ 16 h 17"/>
                      <a:gd name="T6" fmla="*/ 157 w 158"/>
                      <a:gd name="T7" fmla="*/ 16 h 17"/>
                      <a:gd name="T8" fmla="*/ 157 w 158"/>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8" h="17">
                        <a:moveTo>
                          <a:pt x="157" y="0"/>
                        </a:moveTo>
                        <a:lnTo>
                          <a:pt x="0" y="0"/>
                        </a:lnTo>
                        <a:lnTo>
                          <a:pt x="0" y="16"/>
                        </a:lnTo>
                        <a:lnTo>
                          <a:pt x="157" y="16"/>
                        </a:lnTo>
                        <a:lnTo>
                          <a:pt x="157" y="0"/>
                        </a:lnTo>
                      </a:path>
                    </a:pathLst>
                  </a:custGeom>
                  <a:solidFill>
                    <a:srgbClr val="B7B79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287" name="Freeform 211">
                    <a:extLst>
                      <a:ext uri="{FF2B5EF4-FFF2-40B4-BE49-F238E27FC236}">
                        <a16:creationId xmlns:a16="http://schemas.microsoft.com/office/drawing/2014/main" id="{249F1D7A-D113-8941-8BA6-57E03B802048}"/>
                      </a:ext>
                    </a:extLst>
                  </p:cNvPr>
                  <p:cNvSpPr>
                    <a:spLocks noChangeArrowheads="1"/>
                  </p:cNvSpPr>
                  <p:nvPr/>
                </p:nvSpPr>
                <p:spPr bwMode="auto">
                  <a:xfrm>
                    <a:off x="1148" y="2530"/>
                    <a:ext cx="158" cy="17"/>
                  </a:xfrm>
                  <a:custGeom>
                    <a:avLst/>
                    <a:gdLst>
                      <a:gd name="T0" fmla="*/ 157 w 158"/>
                      <a:gd name="T1" fmla="*/ 0 h 17"/>
                      <a:gd name="T2" fmla="*/ 0 w 158"/>
                      <a:gd name="T3" fmla="*/ 0 h 17"/>
                      <a:gd name="T4" fmla="*/ 0 w 158"/>
                      <a:gd name="T5" fmla="*/ 16 h 17"/>
                      <a:gd name="T6" fmla="*/ 157 w 158"/>
                      <a:gd name="T7" fmla="*/ 16 h 17"/>
                      <a:gd name="T8" fmla="*/ 157 w 158"/>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8" h="17">
                        <a:moveTo>
                          <a:pt x="157" y="0"/>
                        </a:moveTo>
                        <a:lnTo>
                          <a:pt x="0" y="0"/>
                        </a:lnTo>
                        <a:lnTo>
                          <a:pt x="0" y="16"/>
                        </a:lnTo>
                        <a:lnTo>
                          <a:pt x="157" y="16"/>
                        </a:lnTo>
                        <a:lnTo>
                          <a:pt x="157" y="0"/>
                        </a:lnTo>
                      </a:path>
                    </a:pathLst>
                  </a:custGeom>
                  <a:solidFill>
                    <a:srgbClr val="B7B79D"/>
                  </a:solidFill>
                  <a:ln w="12699" cap="rnd">
                    <a:solidFill>
                      <a:srgbClr val="494936"/>
                    </a:solidFill>
                    <a:round/>
                    <a:headEnd/>
                    <a:tailEnd/>
                  </a:ln>
                </p:spPr>
                <p:txBody>
                  <a:bodyPr/>
                  <a:lstStyle/>
                  <a:p>
                    <a:endParaRPr lang="zh-CN" altLang="en-US"/>
                  </a:p>
                </p:txBody>
              </p:sp>
            </p:grpSp>
            <p:grpSp>
              <p:nvGrpSpPr>
                <p:cNvPr id="95252" name="Group 169">
                  <a:extLst>
                    <a:ext uri="{FF2B5EF4-FFF2-40B4-BE49-F238E27FC236}">
                      <a16:creationId xmlns:a16="http://schemas.microsoft.com/office/drawing/2014/main" id="{FDB5786B-0FE7-0144-869C-B4F62AC3286A}"/>
                    </a:ext>
                  </a:extLst>
                </p:cNvPr>
                <p:cNvGrpSpPr>
                  <a:grpSpLocks/>
                </p:cNvGrpSpPr>
                <p:nvPr/>
              </p:nvGrpSpPr>
              <p:grpSpPr bwMode="auto">
                <a:xfrm>
                  <a:off x="2602" y="2210"/>
                  <a:ext cx="386" cy="658"/>
                  <a:chOff x="1083" y="2300"/>
                  <a:chExt cx="340" cy="584"/>
                </a:xfrm>
              </p:grpSpPr>
              <p:sp>
                <p:nvSpPr>
                  <p:cNvPr id="95253" name="Freeform 170">
                    <a:extLst>
                      <a:ext uri="{FF2B5EF4-FFF2-40B4-BE49-F238E27FC236}">
                        <a16:creationId xmlns:a16="http://schemas.microsoft.com/office/drawing/2014/main" id="{DF6EC31D-51B6-EB4D-A979-484AEBF2F9BD}"/>
                      </a:ext>
                    </a:extLst>
                  </p:cNvPr>
                  <p:cNvSpPr>
                    <a:spLocks noChangeArrowheads="1"/>
                  </p:cNvSpPr>
                  <p:nvPr/>
                </p:nvSpPr>
                <p:spPr bwMode="auto">
                  <a:xfrm>
                    <a:off x="1178" y="2485"/>
                    <a:ext cx="68" cy="31"/>
                  </a:xfrm>
                  <a:custGeom>
                    <a:avLst/>
                    <a:gdLst>
                      <a:gd name="T0" fmla="*/ 67 w 68"/>
                      <a:gd name="T1" fmla="*/ 13 h 31"/>
                      <a:gd name="T2" fmla="*/ 47 w 68"/>
                      <a:gd name="T3" fmla="*/ 13 h 31"/>
                      <a:gd name="T4" fmla="*/ 32 w 68"/>
                      <a:gd name="T5" fmla="*/ 0 h 31"/>
                      <a:gd name="T6" fmla="*/ 12 w 68"/>
                      <a:gd name="T7" fmla="*/ 8 h 31"/>
                      <a:gd name="T8" fmla="*/ 7 w 68"/>
                      <a:gd name="T9" fmla="*/ 10 h 31"/>
                      <a:gd name="T10" fmla="*/ 0 w 68"/>
                      <a:gd name="T11" fmla="*/ 15 h 31"/>
                      <a:gd name="T12" fmla="*/ 2 w 68"/>
                      <a:gd name="T13" fmla="*/ 25 h 31"/>
                      <a:gd name="T14" fmla="*/ 7 w 68"/>
                      <a:gd name="T15" fmla="*/ 25 h 31"/>
                      <a:gd name="T16" fmla="*/ 10 w 68"/>
                      <a:gd name="T17" fmla="*/ 18 h 31"/>
                      <a:gd name="T18" fmla="*/ 12 w 68"/>
                      <a:gd name="T19" fmla="*/ 15 h 31"/>
                      <a:gd name="T20" fmla="*/ 22 w 68"/>
                      <a:gd name="T21" fmla="*/ 18 h 31"/>
                      <a:gd name="T22" fmla="*/ 15 w 68"/>
                      <a:gd name="T23" fmla="*/ 20 h 31"/>
                      <a:gd name="T24" fmla="*/ 12 w 68"/>
                      <a:gd name="T25" fmla="*/ 20 h 31"/>
                      <a:gd name="T26" fmla="*/ 12 w 68"/>
                      <a:gd name="T27" fmla="*/ 25 h 31"/>
                      <a:gd name="T28" fmla="*/ 35 w 68"/>
                      <a:gd name="T29" fmla="*/ 30 h 31"/>
                      <a:gd name="T30" fmla="*/ 50 w 68"/>
                      <a:gd name="T31" fmla="*/ 25 h 31"/>
                      <a:gd name="T32" fmla="*/ 64 w 68"/>
                      <a:gd name="T33" fmla="*/ 25 h 31"/>
                      <a:gd name="T34" fmla="*/ 67 w 68"/>
                      <a:gd name="T35" fmla="*/ 13 h 3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68" h="31">
                        <a:moveTo>
                          <a:pt x="67" y="13"/>
                        </a:moveTo>
                        <a:lnTo>
                          <a:pt x="47" y="13"/>
                        </a:lnTo>
                        <a:lnTo>
                          <a:pt x="32" y="0"/>
                        </a:lnTo>
                        <a:lnTo>
                          <a:pt x="12" y="8"/>
                        </a:lnTo>
                        <a:lnTo>
                          <a:pt x="7" y="10"/>
                        </a:lnTo>
                        <a:lnTo>
                          <a:pt x="0" y="15"/>
                        </a:lnTo>
                        <a:lnTo>
                          <a:pt x="2" y="25"/>
                        </a:lnTo>
                        <a:lnTo>
                          <a:pt x="7" y="25"/>
                        </a:lnTo>
                        <a:lnTo>
                          <a:pt x="10" y="18"/>
                        </a:lnTo>
                        <a:lnTo>
                          <a:pt x="12" y="15"/>
                        </a:lnTo>
                        <a:lnTo>
                          <a:pt x="22" y="18"/>
                        </a:lnTo>
                        <a:lnTo>
                          <a:pt x="15" y="20"/>
                        </a:lnTo>
                        <a:lnTo>
                          <a:pt x="12" y="20"/>
                        </a:lnTo>
                        <a:lnTo>
                          <a:pt x="12" y="25"/>
                        </a:lnTo>
                        <a:lnTo>
                          <a:pt x="35" y="30"/>
                        </a:lnTo>
                        <a:lnTo>
                          <a:pt x="50" y="25"/>
                        </a:lnTo>
                        <a:lnTo>
                          <a:pt x="64" y="25"/>
                        </a:lnTo>
                        <a:lnTo>
                          <a:pt x="67" y="13"/>
                        </a:lnTo>
                      </a:path>
                    </a:pathLst>
                  </a:custGeom>
                  <a:solidFill>
                    <a:srgbClr val="FBDFAF"/>
                  </a:solidFill>
                  <a:ln w="12699" cap="rnd">
                    <a:solidFill>
                      <a:srgbClr val="000000"/>
                    </a:solidFill>
                    <a:round/>
                    <a:headEnd/>
                    <a:tailEnd/>
                  </a:ln>
                </p:spPr>
                <p:txBody>
                  <a:bodyPr/>
                  <a:lstStyle/>
                  <a:p>
                    <a:endParaRPr lang="zh-CN" altLang="en-US"/>
                  </a:p>
                </p:txBody>
              </p:sp>
              <p:sp>
                <p:nvSpPr>
                  <p:cNvPr id="95254" name="Freeform 171">
                    <a:extLst>
                      <a:ext uri="{FF2B5EF4-FFF2-40B4-BE49-F238E27FC236}">
                        <a16:creationId xmlns:a16="http://schemas.microsoft.com/office/drawing/2014/main" id="{07903709-3161-B646-A7B6-05B6077175BF}"/>
                      </a:ext>
                    </a:extLst>
                  </p:cNvPr>
                  <p:cNvSpPr>
                    <a:spLocks noChangeArrowheads="1"/>
                  </p:cNvSpPr>
                  <p:nvPr/>
                </p:nvSpPr>
                <p:spPr bwMode="auto">
                  <a:xfrm>
                    <a:off x="1158" y="2678"/>
                    <a:ext cx="63" cy="78"/>
                  </a:xfrm>
                  <a:custGeom>
                    <a:avLst/>
                    <a:gdLst>
                      <a:gd name="T0" fmla="*/ 27 w 63"/>
                      <a:gd name="T1" fmla="*/ 0 h 78"/>
                      <a:gd name="T2" fmla="*/ 25 w 63"/>
                      <a:gd name="T3" fmla="*/ 35 h 78"/>
                      <a:gd name="T4" fmla="*/ 20 w 63"/>
                      <a:gd name="T5" fmla="*/ 37 h 78"/>
                      <a:gd name="T6" fmla="*/ 2 w 63"/>
                      <a:gd name="T7" fmla="*/ 50 h 78"/>
                      <a:gd name="T8" fmla="*/ 0 w 63"/>
                      <a:gd name="T9" fmla="*/ 70 h 78"/>
                      <a:gd name="T10" fmla="*/ 17 w 63"/>
                      <a:gd name="T11" fmla="*/ 70 h 78"/>
                      <a:gd name="T12" fmla="*/ 30 w 63"/>
                      <a:gd name="T13" fmla="*/ 70 h 78"/>
                      <a:gd name="T14" fmla="*/ 30 w 63"/>
                      <a:gd name="T15" fmla="*/ 75 h 78"/>
                      <a:gd name="T16" fmla="*/ 50 w 63"/>
                      <a:gd name="T17" fmla="*/ 77 h 78"/>
                      <a:gd name="T18" fmla="*/ 57 w 63"/>
                      <a:gd name="T19" fmla="*/ 77 h 78"/>
                      <a:gd name="T20" fmla="*/ 62 w 63"/>
                      <a:gd name="T21" fmla="*/ 77 h 78"/>
                      <a:gd name="T22" fmla="*/ 62 w 63"/>
                      <a:gd name="T23" fmla="*/ 60 h 78"/>
                      <a:gd name="T24" fmla="*/ 60 w 63"/>
                      <a:gd name="T25" fmla="*/ 55 h 78"/>
                      <a:gd name="T26" fmla="*/ 55 w 63"/>
                      <a:gd name="T27" fmla="*/ 42 h 78"/>
                      <a:gd name="T28" fmla="*/ 57 w 63"/>
                      <a:gd name="T29" fmla="*/ 7 h 78"/>
                      <a:gd name="T30" fmla="*/ 27 w 63"/>
                      <a:gd name="T31" fmla="*/ 0 h 7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63" h="78">
                        <a:moveTo>
                          <a:pt x="27" y="0"/>
                        </a:moveTo>
                        <a:lnTo>
                          <a:pt x="25" y="35"/>
                        </a:lnTo>
                        <a:lnTo>
                          <a:pt x="20" y="37"/>
                        </a:lnTo>
                        <a:lnTo>
                          <a:pt x="2" y="50"/>
                        </a:lnTo>
                        <a:lnTo>
                          <a:pt x="0" y="70"/>
                        </a:lnTo>
                        <a:lnTo>
                          <a:pt x="17" y="70"/>
                        </a:lnTo>
                        <a:lnTo>
                          <a:pt x="30" y="70"/>
                        </a:lnTo>
                        <a:lnTo>
                          <a:pt x="30" y="75"/>
                        </a:lnTo>
                        <a:lnTo>
                          <a:pt x="50" y="77"/>
                        </a:lnTo>
                        <a:lnTo>
                          <a:pt x="57" y="77"/>
                        </a:lnTo>
                        <a:lnTo>
                          <a:pt x="62" y="77"/>
                        </a:lnTo>
                        <a:lnTo>
                          <a:pt x="62" y="60"/>
                        </a:lnTo>
                        <a:lnTo>
                          <a:pt x="60" y="55"/>
                        </a:lnTo>
                        <a:lnTo>
                          <a:pt x="55" y="42"/>
                        </a:lnTo>
                        <a:lnTo>
                          <a:pt x="57" y="7"/>
                        </a:lnTo>
                        <a:lnTo>
                          <a:pt x="27" y="0"/>
                        </a:lnTo>
                      </a:path>
                    </a:pathLst>
                  </a:custGeom>
                  <a:solidFill>
                    <a:schemeClr val="bg2"/>
                  </a:solidFill>
                  <a:ln w="12699" cap="rnd">
                    <a:solidFill>
                      <a:srgbClr val="000000"/>
                    </a:solidFill>
                    <a:round/>
                    <a:headEnd/>
                    <a:tailEnd/>
                  </a:ln>
                </p:spPr>
                <p:txBody>
                  <a:bodyPr/>
                  <a:lstStyle/>
                  <a:p>
                    <a:endParaRPr lang="zh-CN" altLang="en-US"/>
                  </a:p>
                </p:txBody>
              </p:sp>
              <p:sp>
                <p:nvSpPr>
                  <p:cNvPr id="95255" name="Freeform 172">
                    <a:extLst>
                      <a:ext uri="{FF2B5EF4-FFF2-40B4-BE49-F238E27FC236}">
                        <a16:creationId xmlns:a16="http://schemas.microsoft.com/office/drawing/2014/main" id="{EBF83192-A81E-CB43-98A3-A648F7DECA97}"/>
                      </a:ext>
                    </a:extLst>
                  </p:cNvPr>
                  <p:cNvSpPr>
                    <a:spLocks noChangeArrowheads="1"/>
                  </p:cNvSpPr>
                  <p:nvPr/>
                </p:nvSpPr>
                <p:spPr bwMode="auto">
                  <a:xfrm>
                    <a:off x="1083" y="2725"/>
                    <a:ext cx="96" cy="79"/>
                  </a:xfrm>
                  <a:custGeom>
                    <a:avLst/>
                    <a:gdLst>
                      <a:gd name="T0" fmla="*/ 47 w 96"/>
                      <a:gd name="T1" fmla="*/ 0 h 79"/>
                      <a:gd name="T2" fmla="*/ 52 w 96"/>
                      <a:gd name="T3" fmla="*/ 25 h 79"/>
                      <a:gd name="T4" fmla="*/ 45 w 96"/>
                      <a:gd name="T5" fmla="*/ 25 h 79"/>
                      <a:gd name="T6" fmla="*/ 30 w 96"/>
                      <a:gd name="T7" fmla="*/ 35 h 79"/>
                      <a:gd name="T8" fmla="*/ 10 w 96"/>
                      <a:gd name="T9" fmla="*/ 35 h 79"/>
                      <a:gd name="T10" fmla="*/ 3 w 96"/>
                      <a:gd name="T11" fmla="*/ 38 h 79"/>
                      <a:gd name="T12" fmla="*/ 0 w 96"/>
                      <a:gd name="T13" fmla="*/ 45 h 79"/>
                      <a:gd name="T14" fmla="*/ 3 w 96"/>
                      <a:gd name="T15" fmla="*/ 53 h 79"/>
                      <a:gd name="T16" fmla="*/ 23 w 96"/>
                      <a:gd name="T17" fmla="*/ 65 h 79"/>
                      <a:gd name="T18" fmla="*/ 30 w 96"/>
                      <a:gd name="T19" fmla="*/ 68 h 79"/>
                      <a:gd name="T20" fmla="*/ 43 w 96"/>
                      <a:gd name="T21" fmla="*/ 68 h 79"/>
                      <a:gd name="T22" fmla="*/ 62 w 96"/>
                      <a:gd name="T23" fmla="*/ 70 h 79"/>
                      <a:gd name="T24" fmla="*/ 62 w 96"/>
                      <a:gd name="T25" fmla="*/ 78 h 79"/>
                      <a:gd name="T26" fmla="*/ 70 w 96"/>
                      <a:gd name="T27" fmla="*/ 78 h 79"/>
                      <a:gd name="T28" fmla="*/ 80 w 96"/>
                      <a:gd name="T29" fmla="*/ 78 h 79"/>
                      <a:gd name="T30" fmla="*/ 87 w 96"/>
                      <a:gd name="T31" fmla="*/ 75 h 79"/>
                      <a:gd name="T32" fmla="*/ 95 w 96"/>
                      <a:gd name="T33" fmla="*/ 70 h 79"/>
                      <a:gd name="T34" fmla="*/ 95 w 96"/>
                      <a:gd name="T35" fmla="*/ 58 h 79"/>
                      <a:gd name="T36" fmla="*/ 90 w 96"/>
                      <a:gd name="T37" fmla="*/ 45 h 79"/>
                      <a:gd name="T38" fmla="*/ 87 w 96"/>
                      <a:gd name="T39" fmla="*/ 38 h 79"/>
                      <a:gd name="T40" fmla="*/ 82 w 96"/>
                      <a:gd name="T41" fmla="*/ 30 h 79"/>
                      <a:gd name="T42" fmla="*/ 77 w 96"/>
                      <a:gd name="T43" fmla="*/ 5 h 79"/>
                      <a:gd name="T44" fmla="*/ 47 w 96"/>
                      <a:gd name="T45" fmla="*/ 0 h 7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96" h="79">
                        <a:moveTo>
                          <a:pt x="47" y="0"/>
                        </a:moveTo>
                        <a:lnTo>
                          <a:pt x="52" y="25"/>
                        </a:lnTo>
                        <a:lnTo>
                          <a:pt x="45" y="25"/>
                        </a:lnTo>
                        <a:lnTo>
                          <a:pt x="30" y="35"/>
                        </a:lnTo>
                        <a:lnTo>
                          <a:pt x="10" y="35"/>
                        </a:lnTo>
                        <a:lnTo>
                          <a:pt x="3" y="38"/>
                        </a:lnTo>
                        <a:lnTo>
                          <a:pt x="0" y="45"/>
                        </a:lnTo>
                        <a:lnTo>
                          <a:pt x="3" y="53"/>
                        </a:lnTo>
                        <a:lnTo>
                          <a:pt x="23" y="65"/>
                        </a:lnTo>
                        <a:lnTo>
                          <a:pt x="30" y="68"/>
                        </a:lnTo>
                        <a:lnTo>
                          <a:pt x="43" y="68"/>
                        </a:lnTo>
                        <a:lnTo>
                          <a:pt x="62" y="70"/>
                        </a:lnTo>
                        <a:lnTo>
                          <a:pt x="62" y="78"/>
                        </a:lnTo>
                        <a:lnTo>
                          <a:pt x="70" y="78"/>
                        </a:lnTo>
                        <a:lnTo>
                          <a:pt x="80" y="78"/>
                        </a:lnTo>
                        <a:lnTo>
                          <a:pt x="87" y="75"/>
                        </a:lnTo>
                        <a:lnTo>
                          <a:pt x="95" y="70"/>
                        </a:lnTo>
                        <a:lnTo>
                          <a:pt x="95" y="58"/>
                        </a:lnTo>
                        <a:lnTo>
                          <a:pt x="90" y="45"/>
                        </a:lnTo>
                        <a:lnTo>
                          <a:pt x="87" y="38"/>
                        </a:lnTo>
                        <a:lnTo>
                          <a:pt x="82" y="30"/>
                        </a:lnTo>
                        <a:lnTo>
                          <a:pt x="77" y="5"/>
                        </a:lnTo>
                        <a:lnTo>
                          <a:pt x="47" y="0"/>
                        </a:lnTo>
                      </a:path>
                    </a:pathLst>
                  </a:custGeom>
                  <a:solidFill>
                    <a:schemeClr val="bg2"/>
                  </a:solidFill>
                  <a:ln w="12699" cap="rnd">
                    <a:solidFill>
                      <a:srgbClr val="000000"/>
                    </a:solidFill>
                    <a:round/>
                    <a:headEnd/>
                    <a:tailEnd/>
                  </a:ln>
                </p:spPr>
                <p:txBody>
                  <a:bodyPr/>
                  <a:lstStyle/>
                  <a:p>
                    <a:endParaRPr lang="zh-CN" altLang="en-US"/>
                  </a:p>
                </p:txBody>
              </p:sp>
              <p:sp>
                <p:nvSpPr>
                  <p:cNvPr id="95256" name="Freeform 173">
                    <a:extLst>
                      <a:ext uri="{FF2B5EF4-FFF2-40B4-BE49-F238E27FC236}">
                        <a16:creationId xmlns:a16="http://schemas.microsoft.com/office/drawing/2014/main" id="{071BA081-84CA-B947-96CE-C7B0C773DECE}"/>
                      </a:ext>
                    </a:extLst>
                  </p:cNvPr>
                  <p:cNvSpPr>
                    <a:spLocks noChangeArrowheads="1"/>
                  </p:cNvSpPr>
                  <p:nvPr/>
                </p:nvSpPr>
                <p:spPr bwMode="auto">
                  <a:xfrm>
                    <a:off x="1208" y="2717"/>
                    <a:ext cx="187" cy="167"/>
                  </a:xfrm>
                  <a:custGeom>
                    <a:avLst/>
                    <a:gdLst>
                      <a:gd name="T0" fmla="*/ 74 w 187"/>
                      <a:gd name="T1" fmla="*/ 0 h 167"/>
                      <a:gd name="T2" fmla="*/ 72 w 187"/>
                      <a:gd name="T3" fmla="*/ 56 h 167"/>
                      <a:gd name="T4" fmla="*/ 7 w 187"/>
                      <a:gd name="T5" fmla="*/ 31 h 167"/>
                      <a:gd name="T6" fmla="*/ 2 w 187"/>
                      <a:gd name="T7" fmla="*/ 33 h 167"/>
                      <a:gd name="T8" fmla="*/ 0 w 187"/>
                      <a:gd name="T9" fmla="*/ 51 h 167"/>
                      <a:gd name="T10" fmla="*/ 5 w 187"/>
                      <a:gd name="T11" fmla="*/ 51 h 167"/>
                      <a:gd name="T12" fmla="*/ 5 w 187"/>
                      <a:gd name="T13" fmla="*/ 58 h 167"/>
                      <a:gd name="T14" fmla="*/ 7 w 187"/>
                      <a:gd name="T15" fmla="*/ 63 h 167"/>
                      <a:gd name="T16" fmla="*/ 10 w 187"/>
                      <a:gd name="T17" fmla="*/ 63 h 167"/>
                      <a:gd name="T18" fmla="*/ 15 w 187"/>
                      <a:gd name="T19" fmla="*/ 61 h 167"/>
                      <a:gd name="T20" fmla="*/ 17 w 187"/>
                      <a:gd name="T21" fmla="*/ 56 h 167"/>
                      <a:gd name="T22" fmla="*/ 17 w 187"/>
                      <a:gd name="T23" fmla="*/ 51 h 167"/>
                      <a:gd name="T24" fmla="*/ 67 w 187"/>
                      <a:gd name="T25" fmla="*/ 71 h 167"/>
                      <a:gd name="T26" fmla="*/ 22 w 187"/>
                      <a:gd name="T27" fmla="*/ 121 h 167"/>
                      <a:gd name="T28" fmla="*/ 20 w 187"/>
                      <a:gd name="T29" fmla="*/ 141 h 167"/>
                      <a:gd name="T30" fmla="*/ 22 w 187"/>
                      <a:gd name="T31" fmla="*/ 148 h 167"/>
                      <a:gd name="T32" fmla="*/ 22 w 187"/>
                      <a:gd name="T33" fmla="*/ 153 h 167"/>
                      <a:gd name="T34" fmla="*/ 24 w 187"/>
                      <a:gd name="T35" fmla="*/ 161 h 167"/>
                      <a:gd name="T36" fmla="*/ 27 w 187"/>
                      <a:gd name="T37" fmla="*/ 163 h 167"/>
                      <a:gd name="T38" fmla="*/ 29 w 187"/>
                      <a:gd name="T39" fmla="*/ 163 h 167"/>
                      <a:gd name="T40" fmla="*/ 34 w 187"/>
                      <a:gd name="T41" fmla="*/ 166 h 167"/>
                      <a:gd name="T42" fmla="*/ 37 w 187"/>
                      <a:gd name="T43" fmla="*/ 163 h 167"/>
                      <a:gd name="T44" fmla="*/ 39 w 187"/>
                      <a:gd name="T45" fmla="*/ 156 h 167"/>
                      <a:gd name="T46" fmla="*/ 42 w 187"/>
                      <a:gd name="T47" fmla="*/ 153 h 167"/>
                      <a:gd name="T48" fmla="*/ 37 w 187"/>
                      <a:gd name="T49" fmla="*/ 148 h 167"/>
                      <a:gd name="T50" fmla="*/ 34 w 187"/>
                      <a:gd name="T51" fmla="*/ 146 h 167"/>
                      <a:gd name="T52" fmla="*/ 34 w 187"/>
                      <a:gd name="T53" fmla="*/ 141 h 167"/>
                      <a:gd name="T54" fmla="*/ 32 w 187"/>
                      <a:gd name="T55" fmla="*/ 141 h 167"/>
                      <a:gd name="T56" fmla="*/ 29 w 187"/>
                      <a:gd name="T57" fmla="*/ 136 h 167"/>
                      <a:gd name="T58" fmla="*/ 82 w 187"/>
                      <a:gd name="T59" fmla="*/ 76 h 167"/>
                      <a:gd name="T60" fmla="*/ 169 w 187"/>
                      <a:gd name="T61" fmla="*/ 126 h 167"/>
                      <a:gd name="T62" fmla="*/ 169 w 187"/>
                      <a:gd name="T63" fmla="*/ 133 h 167"/>
                      <a:gd name="T64" fmla="*/ 171 w 187"/>
                      <a:gd name="T65" fmla="*/ 136 h 167"/>
                      <a:gd name="T66" fmla="*/ 171 w 187"/>
                      <a:gd name="T67" fmla="*/ 148 h 167"/>
                      <a:gd name="T68" fmla="*/ 174 w 187"/>
                      <a:gd name="T69" fmla="*/ 151 h 167"/>
                      <a:gd name="T70" fmla="*/ 176 w 187"/>
                      <a:gd name="T71" fmla="*/ 153 h 167"/>
                      <a:gd name="T72" fmla="*/ 181 w 187"/>
                      <a:gd name="T73" fmla="*/ 153 h 167"/>
                      <a:gd name="T74" fmla="*/ 186 w 187"/>
                      <a:gd name="T75" fmla="*/ 148 h 167"/>
                      <a:gd name="T76" fmla="*/ 181 w 187"/>
                      <a:gd name="T77" fmla="*/ 136 h 167"/>
                      <a:gd name="T78" fmla="*/ 181 w 187"/>
                      <a:gd name="T79" fmla="*/ 131 h 167"/>
                      <a:gd name="T80" fmla="*/ 176 w 187"/>
                      <a:gd name="T81" fmla="*/ 123 h 167"/>
                      <a:gd name="T82" fmla="*/ 179 w 187"/>
                      <a:gd name="T83" fmla="*/ 108 h 167"/>
                      <a:gd name="T84" fmla="*/ 97 w 187"/>
                      <a:gd name="T85" fmla="*/ 66 h 167"/>
                      <a:gd name="T86" fmla="*/ 124 w 187"/>
                      <a:gd name="T87" fmla="*/ 41 h 167"/>
                      <a:gd name="T88" fmla="*/ 129 w 187"/>
                      <a:gd name="T89" fmla="*/ 46 h 167"/>
                      <a:gd name="T90" fmla="*/ 131 w 187"/>
                      <a:gd name="T91" fmla="*/ 51 h 167"/>
                      <a:gd name="T92" fmla="*/ 136 w 187"/>
                      <a:gd name="T93" fmla="*/ 56 h 167"/>
                      <a:gd name="T94" fmla="*/ 146 w 187"/>
                      <a:gd name="T95" fmla="*/ 48 h 167"/>
                      <a:gd name="T96" fmla="*/ 146 w 187"/>
                      <a:gd name="T97" fmla="*/ 46 h 167"/>
                      <a:gd name="T98" fmla="*/ 144 w 187"/>
                      <a:gd name="T99" fmla="*/ 41 h 167"/>
                      <a:gd name="T100" fmla="*/ 136 w 187"/>
                      <a:gd name="T101" fmla="*/ 38 h 167"/>
                      <a:gd name="T102" fmla="*/ 134 w 187"/>
                      <a:gd name="T103" fmla="*/ 31 h 167"/>
                      <a:gd name="T104" fmla="*/ 121 w 187"/>
                      <a:gd name="T105" fmla="*/ 21 h 167"/>
                      <a:gd name="T106" fmla="*/ 92 w 187"/>
                      <a:gd name="T107" fmla="*/ 48 h 167"/>
                      <a:gd name="T108" fmla="*/ 93 w 187"/>
                      <a:gd name="T109" fmla="*/ 5 h 167"/>
                      <a:gd name="T110" fmla="*/ 74 w 187"/>
                      <a:gd name="T111" fmla="*/ 0 h 167"/>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187" h="167">
                        <a:moveTo>
                          <a:pt x="74" y="0"/>
                        </a:moveTo>
                        <a:lnTo>
                          <a:pt x="72" y="56"/>
                        </a:lnTo>
                        <a:lnTo>
                          <a:pt x="7" y="31"/>
                        </a:lnTo>
                        <a:lnTo>
                          <a:pt x="2" y="33"/>
                        </a:lnTo>
                        <a:lnTo>
                          <a:pt x="0" y="51"/>
                        </a:lnTo>
                        <a:lnTo>
                          <a:pt x="5" y="51"/>
                        </a:lnTo>
                        <a:lnTo>
                          <a:pt x="5" y="58"/>
                        </a:lnTo>
                        <a:lnTo>
                          <a:pt x="7" y="63"/>
                        </a:lnTo>
                        <a:lnTo>
                          <a:pt x="10" y="63"/>
                        </a:lnTo>
                        <a:lnTo>
                          <a:pt x="15" y="61"/>
                        </a:lnTo>
                        <a:lnTo>
                          <a:pt x="17" y="56"/>
                        </a:lnTo>
                        <a:lnTo>
                          <a:pt x="17" y="51"/>
                        </a:lnTo>
                        <a:lnTo>
                          <a:pt x="67" y="71"/>
                        </a:lnTo>
                        <a:lnTo>
                          <a:pt x="22" y="121"/>
                        </a:lnTo>
                        <a:lnTo>
                          <a:pt x="20" y="141"/>
                        </a:lnTo>
                        <a:lnTo>
                          <a:pt x="22" y="148"/>
                        </a:lnTo>
                        <a:lnTo>
                          <a:pt x="22" y="153"/>
                        </a:lnTo>
                        <a:lnTo>
                          <a:pt x="24" y="161"/>
                        </a:lnTo>
                        <a:lnTo>
                          <a:pt x="27" y="163"/>
                        </a:lnTo>
                        <a:lnTo>
                          <a:pt x="29" y="163"/>
                        </a:lnTo>
                        <a:lnTo>
                          <a:pt x="34" y="166"/>
                        </a:lnTo>
                        <a:lnTo>
                          <a:pt x="37" y="163"/>
                        </a:lnTo>
                        <a:lnTo>
                          <a:pt x="39" y="156"/>
                        </a:lnTo>
                        <a:lnTo>
                          <a:pt x="42" y="153"/>
                        </a:lnTo>
                        <a:lnTo>
                          <a:pt x="37" y="148"/>
                        </a:lnTo>
                        <a:lnTo>
                          <a:pt x="34" y="146"/>
                        </a:lnTo>
                        <a:lnTo>
                          <a:pt x="34" y="141"/>
                        </a:lnTo>
                        <a:lnTo>
                          <a:pt x="32" y="141"/>
                        </a:lnTo>
                        <a:lnTo>
                          <a:pt x="29" y="136"/>
                        </a:lnTo>
                        <a:lnTo>
                          <a:pt x="82" y="76"/>
                        </a:lnTo>
                        <a:lnTo>
                          <a:pt x="169" y="126"/>
                        </a:lnTo>
                        <a:lnTo>
                          <a:pt x="169" y="133"/>
                        </a:lnTo>
                        <a:lnTo>
                          <a:pt x="171" y="136"/>
                        </a:lnTo>
                        <a:lnTo>
                          <a:pt x="171" y="148"/>
                        </a:lnTo>
                        <a:lnTo>
                          <a:pt x="174" y="151"/>
                        </a:lnTo>
                        <a:lnTo>
                          <a:pt x="176" y="153"/>
                        </a:lnTo>
                        <a:lnTo>
                          <a:pt x="181" y="153"/>
                        </a:lnTo>
                        <a:lnTo>
                          <a:pt x="186" y="148"/>
                        </a:lnTo>
                        <a:lnTo>
                          <a:pt x="181" y="136"/>
                        </a:lnTo>
                        <a:lnTo>
                          <a:pt x="181" y="131"/>
                        </a:lnTo>
                        <a:lnTo>
                          <a:pt x="176" y="123"/>
                        </a:lnTo>
                        <a:lnTo>
                          <a:pt x="179" y="108"/>
                        </a:lnTo>
                        <a:lnTo>
                          <a:pt x="97" y="66"/>
                        </a:lnTo>
                        <a:lnTo>
                          <a:pt x="124" y="41"/>
                        </a:lnTo>
                        <a:lnTo>
                          <a:pt x="129" y="46"/>
                        </a:lnTo>
                        <a:lnTo>
                          <a:pt x="131" y="51"/>
                        </a:lnTo>
                        <a:lnTo>
                          <a:pt x="136" y="56"/>
                        </a:lnTo>
                        <a:lnTo>
                          <a:pt x="146" y="48"/>
                        </a:lnTo>
                        <a:lnTo>
                          <a:pt x="146" y="46"/>
                        </a:lnTo>
                        <a:lnTo>
                          <a:pt x="144" y="41"/>
                        </a:lnTo>
                        <a:lnTo>
                          <a:pt x="136" y="38"/>
                        </a:lnTo>
                        <a:lnTo>
                          <a:pt x="134" y="31"/>
                        </a:lnTo>
                        <a:lnTo>
                          <a:pt x="121" y="21"/>
                        </a:lnTo>
                        <a:lnTo>
                          <a:pt x="92" y="48"/>
                        </a:lnTo>
                        <a:lnTo>
                          <a:pt x="93" y="5"/>
                        </a:lnTo>
                        <a:lnTo>
                          <a:pt x="74" y="0"/>
                        </a:lnTo>
                      </a:path>
                    </a:pathLst>
                  </a:custGeom>
                  <a:solidFill>
                    <a:srgbClr val="DDDDDD"/>
                  </a:solidFill>
                  <a:ln w="12699" cap="rnd">
                    <a:solidFill>
                      <a:srgbClr val="000000"/>
                    </a:solidFill>
                    <a:round/>
                    <a:headEnd/>
                    <a:tailEnd/>
                  </a:ln>
                </p:spPr>
                <p:txBody>
                  <a:bodyPr/>
                  <a:lstStyle/>
                  <a:p>
                    <a:endParaRPr lang="zh-CN" altLang="en-US"/>
                  </a:p>
                </p:txBody>
              </p:sp>
              <p:sp>
                <p:nvSpPr>
                  <p:cNvPr id="95257" name="Freeform 174">
                    <a:extLst>
                      <a:ext uri="{FF2B5EF4-FFF2-40B4-BE49-F238E27FC236}">
                        <a16:creationId xmlns:a16="http://schemas.microsoft.com/office/drawing/2014/main" id="{9146A08E-E46D-5F49-A366-45D8C8807889}"/>
                      </a:ext>
                    </a:extLst>
                  </p:cNvPr>
                  <p:cNvSpPr>
                    <a:spLocks noChangeArrowheads="1"/>
                  </p:cNvSpPr>
                  <p:nvPr/>
                </p:nvSpPr>
                <p:spPr bwMode="auto">
                  <a:xfrm>
                    <a:off x="1173" y="2663"/>
                    <a:ext cx="224" cy="77"/>
                  </a:xfrm>
                  <a:custGeom>
                    <a:avLst/>
                    <a:gdLst>
                      <a:gd name="T0" fmla="*/ 72 w 224"/>
                      <a:gd name="T1" fmla="*/ 30 h 77"/>
                      <a:gd name="T2" fmla="*/ 2 w 224"/>
                      <a:gd name="T3" fmla="*/ 0 h 77"/>
                      <a:gd name="T4" fmla="*/ 0 w 224"/>
                      <a:gd name="T5" fmla="*/ 6 h 77"/>
                      <a:gd name="T6" fmla="*/ 0 w 224"/>
                      <a:gd name="T7" fmla="*/ 14 h 77"/>
                      <a:gd name="T8" fmla="*/ 2 w 224"/>
                      <a:gd name="T9" fmla="*/ 20 h 77"/>
                      <a:gd name="T10" fmla="*/ 83 w 224"/>
                      <a:gd name="T11" fmla="*/ 59 h 77"/>
                      <a:gd name="T12" fmla="*/ 142 w 224"/>
                      <a:gd name="T13" fmla="*/ 76 h 77"/>
                      <a:gd name="T14" fmla="*/ 169 w 224"/>
                      <a:gd name="T15" fmla="*/ 74 h 77"/>
                      <a:gd name="T16" fmla="*/ 196 w 224"/>
                      <a:gd name="T17" fmla="*/ 59 h 77"/>
                      <a:gd name="T18" fmla="*/ 223 w 224"/>
                      <a:gd name="T19" fmla="*/ 41 h 77"/>
                      <a:gd name="T20" fmla="*/ 223 w 224"/>
                      <a:gd name="T21" fmla="*/ 26 h 77"/>
                      <a:gd name="T22" fmla="*/ 72 w 224"/>
                      <a:gd name="T23" fmla="*/ 30 h 7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24" h="77">
                        <a:moveTo>
                          <a:pt x="72" y="30"/>
                        </a:moveTo>
                        <a:lnTo>
                          <a:pt x="2" y="0"/>
                        </a:lnTo>
                        <a:lnTo>
                          <a:pt x="0" y="6"/>
                        </a:lnTo>
                        <a:lnTo>
                          <a:pt x="0" y="14"/>
                        </a:lnTo>
                        <a:lnTo>
                          <a:pt x="2" y="20"/>
                        </a:lnTo>
                        <a:lnTo>
                          <a:pt x="83" y="59"/>
                        </a:lnTo>
                        <a:lnTo>
                          <a:pt x="142" y="76"/>
                        </a:lnTo>
                        <a:lnTo>
                          <a:pt x="169" y="74"/>
                        </a:lnTo>
                        <a:lnTo>
                          <a:pt x="196" y="59"/>
                        </a:lnTo>
                        <a:lnTo>
                          <a:pt x="223" y="41"/>
                        </a:lnTo>
                        <a:lnTo>
                          <a:pt x="223" y="26"/>
                        </a:lnTo>
                        <a:lnTo>
                          <a:pt x="72" y="30"/>
                        </a:lnTo>
                      </a:path>
                    </a:pathLst>
                  </a:custGeom>
                  <a:solidFill>
                    <a:srgbClr val="2E7FE8"/>
                  </a:solidFill>
                  <a:ln w="12699" cap="rnd">
                    <a:solidFill>
                      <a:srgbClr val="000000"/>
                    </a:solidFill>
                    <a:round/>
                    <a:headEnd/>
                    <a:tailEnd/>
                  </a:ln>
                </p:spPr>
                <p:txBody>
                  <a:bodyPr/>
                  <a:lstStyle/>
                  <a:p>
                    <a:endParaRPr lang="zh-CN" altLang="en-US"/>
                  </a:p>
                </p:txBody>
              </p:sp>
              <p:sp>
                <p:nvSpPr>
                  <p:cNvPr id="95258" name="Freeform 175">
                    <a:extLst>
                      <a:ext uri="{FF2B5EF4-FFF2-40B4-BE49-F238E27FC236}">
                        <a16:creationId xmlns:a16="http://schemas.microsoft.com/office/drawing/2014/main" id="{4783A02E-6BCA-6E49-A41C-0B4A839FA0C3}"/>
                      </a:ext>
                    </a:extLst>
                  </p:cNvPr>
                  <p:cNvSpPr>
                    <a:spLocks noChangeArrowheads="1"/>
                  </p:cNvSpPr>
                  <p:nvPr/>
                </p:nvSpPr>
                <p:spPr bwMode="auto">
                  <a:xfrm>
                    <a:off x="1111" y="2584"/>
                    <a:ext cx="243" cy="155"/>
                  </a:xfrm>
                  <a:custGeom>
                    <a:avLst/>
                    <a:gdLst>
                      <a:gd name="T0" fmla="*/ 202 w 243"/>
                      <a:gd name="T1" fmla="*/ 30 h 155"/>
                      <a:gd name="T2" fmla="*/ 88 w 243"/>
                      <a:gd name="T3" fmla="*/ 0 h 155"/>
                      <a:gd name="T4" fmla="*/ 61 w 243"/>
                      <a:gd name="T5" fmla="*/ 9 h 155"/>
                      <a:gd name="T6" fmla="*/ 65 w 243"/>
                      <a:gd name="T7" fmla="*/ 22 h 155"/>
                      <a:gd name="T8" fmla="*/ 41 w 243"/>
                      <a:gd name="T9" fmla="*/ 24 h 155"/>
                      <a:gd name="T10" fmla="*/ 12 w 243"/>
                      <a:gd name="T11" fmla="*/ 29 h 155"/>
                      <a:gd name="T12" fmla="*/ 0 w 243"/>
                      <a:gd name="T13" fmla="*/ 51 h 155"/>
                      <a:gd name="T14" fmla="*/ 2 w 243"/>
                      <a:gd name="T15" fmla="*/ 119 h 155"/>
                      <a:gd name="T16" fmla="*/ 5 w 243"/>
                      <a:gd name="T17" fmla="*/ 144 h 155"/>
                      <a:gd name="T18" fmla="*/ 29 w 243"/>
                      <a:gd name="T19" fmla="*/ 154 h 155"/>
                      <a:gd name="T20" fmla="*/ 57 w 243"/>
                      <a:gd name="T21" fmla="*/ 151 h 155"/>
                      <a:gd name="T22" fmla="*/ 53 w 243"/>
                      <a:gd name="T23" fmla="*/ 75 h 155"/>
                      <a:gd name="T24" fmla="*/ 77 w 243"/>
                      <a:gd name="T25" fmla="*/ 90 h 155"/>
                      <a:gd name="T26" fmla="*/ 155 w 243"/>
                      <a:gd name="T27" fmla="*/ 117 h 155"/>
                      <a:gd name="T28" fmla="*/ 197 w 243"/>
                      <a:gd name="T29" fmla="*/ 123 h 155"/>
                      <a:gd name="T30" fmla="*/ 242 w 243"/>
                      <a:gd name="T31" fmla="*/ 93 h 155"/>
                      <a:gd name="T32" fmla="*/ 202 w 243"/>
                      <a:gd name="T33" fmla="*/ 30 h 15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43" h="155">
                        <a:moveTo>
                          <a:pt x="202" y="30"/>
                        </a:moveTo>
                        <a:lnTo>
                          <a:pt x="88" y="0"/>
                        </a:lnTo>
                        <a:lnTo>
                          <a:pt x="61" y="9"/>
                        </a:lnTo>
                        <a:lnTo>
                          <a:pt x="65" y="22"/>
                        </a:lnTo>
                        <a:lnTo>
                          <a:pt x="41" y="24"/>
                        </a:lnTo>
                        <a:lnTo>
                          <a:pt x="12" y="29"/>
                        </a:lnTo>
                        <a:lnTo>
                          <a:pt x="0" y="51"/>
                        </a:lnTo>
                        <a:lnTo>
                          <a:pt x="2" y="119"/>
                        </a:lnTo>
                        <a:lnTo>
                          <a:pt x="5" y="144"/>
                        </a:lnTo>
                        <a:lnTo>
                          <a:pt x="29" y="154"/>
                        </a:lnTo>
                        <a:lnTo>
                          <a:pt x="57" y="151"/>
                        </a:lnTo>
                        <a:lnTo>
                          <a:pt x="53" y="75"/>
                        </a:lnTo>
                        <a:lnTo>
                          <a:pt x="77" y="90"/>
                        </a:lnTo>
                        <a:lnTo>
                          <a:pt x="155" y="117"/>
                        </a:lnTo>
                        <a:lnTo>
                          <a:pt x="197" y="123"/>
                        </a:lnTo>
                        <a:lnTo>
                          <a:pt x="242" y="93"/>
                        </a:lnTo>
                        <a:lnTo>
                          <a:pt x="202" y="30"/>
                        </a:lnTo>
                      </a:path>
                    </a:pathLst>
                  </a:custGeom>
                  <a:solidFill>
                    <a:srgbClr val="006C88"/>
                  </a:solidFill>
                  <a:ln w="12699" cap="rnd">
                    <a:solidFill>
                      <a:srgbClr val="000000"/>
                    </a:solidFill>
                    <a:round/>
                    <a:headEnd/>
                    <a:tailEnd/>
                  </a:ln>
                </p:spPr>
                <p:txBody>
                  <a:bodyPr/>
                  <a:lstStyle/>
                  <a:p>
                    <a:endParaRPr lang="zh-CN" altLang="en-US"/>
                  </a:p>
                </p:txBody>
              </p:sp>
              <p:sp>
                <p:nvSpPr>
                  <p:cNvPr id="95259" name="Freeform 176">
                    <a:extLst>
                      <a:ext uri="{FF2B5EF4-FFF2-40B4-BE49-F238E27FC236}">
                        <a16:creationId xmlns:a16="http://schemas.microsoft.com/office/drawing/2014/main" id="{364C2292-1215-E24E-8C91-338296AB294A}"/>
                      </a:ext>
                    </a:extLst>
                  </p:cNvPr>
                  <p:cNvSpPr>
                    <a:spLocks noChangeArrowheads="1"/>
                  </p:cNvSpPr>
                  <p:nvPr/>
                </p:nvSpPr>
                <p:spPr bwMode="auto">
                  <a:xfrm>
                    <a:off x="1113" y="2515"/>
                    <a:ext cx="56" cy="44"/>
                  </a:xfrm>
                  <a:custGeom>
                    <a:avLst/>
                    <a:gdLst>
                      <a:gd name="T0" fmla="*/ 55 w 56"/>
                      <a:gd name="T1" fmla="*/ 28 h 44"/>
                      <a:gd name="T2" fmla="*/ 37 w 56"/>
                      <a:gd name="T3" fmla="*/ 18 h 44"/>
                      <a:gd name="T4" fmla="*/ 37 w 56"/>
                      <a:gd name="T5" fmla="*/ 5 h 44"/>
                      <a:gd name="T6" fmla="*/ 25 w 56"/>
                      <a:gd name="T7" fmla="*/ 0 h 44"/>
                      <a:gd name="T8" fmla="*/ 22 w 56"/>
                      <a:gd name="T9" fmla="*/ 0 h 44"/>
                      <a:gd name="T10" fmla="*/ 22 w 56"/>
                      <a:gd name="T11" fmla="*/ 5 h 44"/>
                      <a:gd name="T12" fmla="*/ 13 w 56"/>
                      <a:gd name="T13" fmla="*/ 3 h 44"/>
                      <a:gd name="T14" fmla="*/ 3 w 56"/>
                      <a:gd name="T15" fmla="*/ 0 h 44"/>
                      <a:gd name="T16" fmla="*/ 0 w 56"/>
                      <a:gd name="T17" fmla="*/ 5 h 44"/>
                      <a:gd name="T18" fmla="*/ 3 w 56"/>
                      <a:gd name="T19" fmla="*/ 8 h 44"/>
                      <a:gd name="T20" fmla="*/ 3 w 56"/>
                      <a:gd name="T21" fmla="*/ 30 h 44"/>
                      <a:gd name="T22" fmla="*/ 20 w 56"/>
                      <a:gd name="T23" fmla="*/ 40 h 44"/>
                      <a:gd name="T24" fmla="*/ 25 w 56"/>
                      <a:gd name="T25" fmla="*/ 40 h 44"/>
                      <a:gd name="T26" fmla="*/ 35 w 56"/>
                      <a:gd name="T27" fmla="*/ 43 h 44"/>
                      <a:gd name="T28" fmla="*/ 55 w 56"/>
                      <a:gd name="T29" fmla="*/ 28 h 4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56" h="44">
                        <a:moveTo>
                          <a:pt x="55" y="28"/>
                        </a:moveTo>
                        <a:lnTo>
                          <a:pt x="37" y="18"/>
                        </a:lnTo>
                        <a:lnTo>
                          <a:pt x="37" y="5"/>
                        </a:lnTo>
                        <a:lnTo>
                          <a:pt x="25" y="0"/>
                        </a:lnTo>
                        <a:lnTo>
                          <a:pt x="22" y="0"/>
                        </a:lnTo>
                        <a:lnTo>
                          <a:pt x="22" y="5"/>
                        </a:lnTo>
                        <a:lnTo>
                          <a:pt x="13" y="3"/>
                        </a:lnTo>
                        <a:lnTo>
                          <a:pt x="3" y="0"/>
                        </a:lnTo>
                        <a:lnTo>
                          <a:pt x="0" y="5"/>
                        </a:lnTo>
                        <a:lnTo>
                          <a:pt x="3" y="8"/>
                        </a:lnTo>
                        <a:lnTo>
                          <a:pt x="3" y="30"/>
                        </a:lnTo>
                        <a:lnTo>
                          <a:pt x="20" y="40"/>
                        </a:lnTo>
                        <a:lnTo>
                          <a:pt x="25" y="40"/>
                        </a:lnTo>
                        <a:lnTo>
                          <a:pt x="35" y="43"/>
                        </a:lnTo>
                        <a:lnTo>
                          <a:pt x="55" y="28"/>
                        </a:lnTo>
                      </a:path>
                    </a:pathLst>
                  </a:custGeom>
                  <a:solidFill>
                    <a:srgbClr val="FBDFAF"/>
                  </a:solidFill>
                  <a:ln w="12699" cap="rnd">
                    <a:solidFill>
                      <a:srgbClr val="000000"/>
                    </a:solidFill>
                    <a:round/>
                    <a:headEnd/>
                    <a:tailEnd/>
                  </a:ln>
                </p:spPr>
                <p:txBody>
                  <a:bodyPr/>
                  <a:lstStyle/>
                  <a:p>
                    <a:endParaRPr lang="zh-CN" altLang="en-US"/>
                  </a:p>
                </p:txBody>
              </p:sp>
              <p:sp>
                <p:nvSpPr>
                  <p:cNvPr id="95260" name="Freeform 177">
                    <a:extLst>
                      <a:ext uri="{FF2B5EF4-FFF2-40B4-BE49-F238E27FC236}">
                        <a16:creationId xmlns:a16="http://schemas.microsoft.com/office/drawing/2014/main" id="{744A3518-BC39-4C40-BB06-50800CBE0538}"/>
                      </a:ext>
                    </a:extLst>
                  </p:cNvPr>
                  <p:cNvSpPr>
                    <a:spLocks noChangeArrowheads="1"/>
                  </p:cNvSpPr>
                  <p:nvPr/>
                </p:nvSpPr>
                <p:spPr bwMode="auto">
                  <a:xfrm>
                    <a:off x="1268" y="2317"/>
                    <a:ext cx="88" cy="119"/>
                  </a:xfrm>
                  <a:custGeom>
                    <a:avLst/>
                    <a:gdLst>
                      <a:gd name="T0" fmla="*/ 8 w 88"/>
                      <a:gd name="T1" fmla="*/ 10 h 119"/>
                      <a:gd name="T2" fmla="*/ 8 w 88"/>
                      <a:gd name="T3" fmla="*/ 33 h 119"/>
                      <a:gd name="T4" fmla="*/ 8 w 88"/>
                      <a:gd name="T5" fmla="*/ 38 h 119"/>
                      <a:gd name="T6" fmla="*/ 0 w 88"/>
                      <a:gd name="T7" fmla="*/ 55 h 119"/>
                      <a:gd name="T8" fmla="*/ 3 w 88"/>
                      <a:gd name="T9" fmla="*/ 60 h 119"/>
                      <a:gd name="T10" fmla="*/ 8 w 88"/>
                      <a:gd name="T11" fmla="*/ 60 h 119"/>
                      <a:gd name="T12" fmla="*/ 8 w 88"/>
                      <a:gd name="T13" fmla="*/ 70 h 119"/>
                      <a:gd name="T14" fmla="*/ 13 w 88"/>
                      <a:gd name="T15" fmla="*/ 70 h 119"/>
                      <a:gd name="T16" fmla="*/ 10 w 88"/>
                      <a:gd name="T17" fmla="*/ 73 h 119"/>
                      <a:gd name="T18" fmla="*/ 13 w 88"/>
                      <a:gd name="T19" fmla="*/ 83 h 119"/>
                      <a:gd name="T20" fmla="*/ 15 w 88"/>
                      <a:gd name="T21" fmla="*/ 90 h 119"/>
                      <a:gd name="T22" fmla="*/ 20 w 88"/>
                      <a:gd name="T23" fmla="*/ 93 h 119"/>
                      <a:gd name="T24" fmla="*/ 28 w 88"/>
                      <a:gd name="T25" fmla="*/ 93 h 119"/>
                      <a:gd name="T26" fmla="*/ 38 w 88"/>
                      <a:gd name="T27" fmla="*/ 100 h 119"/>
                      <a:gd name="T28" fmla="*/ 48 w 88"/>
                      <a:gd name="T29" fmla="*/ 118 h 119"/>
                      <a:gd name="T30" fmla="*/ 87 w 88"/>
                      <a:gd name="T31" fmla="*/ 83 h 119"/>
                      <a:gd name="T32" fmla="*/ 68 w 88"/>
                      <a:gd name="T33" fmla="*/ 0 h 119"/>
                      <a:gd name="T34" fmla="*/ 8 w 88"/>
                      <a:gd name="T35" fmla="*/ 10 h 11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88" h="119">
                        <a:moveTo>
                          <a:pt x="8" y="10"/>
                        </a:moveTo>
                        <a:lnTo>
                          <a:pt x="8" y="33"/>
                        </a:lnTo>
                        <a:lnTo>
                          <a:pt x="8" y="38"/>
                        </a:lnTo>
                        <a:lnTo>
                          <a:pt x="0" y="55"/>
                        </a:lnTo>
                        <a:lnTo>
                          <a:pt x="3" y="60"/>
                        </a:lnTo>
                        <a:lnTo>
                          <a:pt x="8" y="60"/>
                        </a:lnTo>
                        <a:lnTo>
                          <a:pt x="8" y="70"/>
                        </a:lnTo>
                        <a:lnTo>
                          <a:pt x="13" y="70"/>
                        </a:lnTo>
                        <a:lnTo>
                          <a:pt x="10" y="73"/>
                        </a:lnTo>
                        <a:lnTo>
                          <a:pt x="13" y="83"/>
                        </a:lnTo>
                        <a:lnTo>
                          <a:pt x="15" y="90"/>
                        </a:lnTo>
                        <a:lnTo>
                          <a:pt x="20" y="93"/>
                        </a:lnTo>
                        <a:lnTo>
                          <a:pt x="28" y="93"/>
                        </a:lnTo>
                        <a:lnTo>
                          <a:pt x="38" y="100"/>
                        </a:lnTo>
                        <a:lnTo>
                          <a:pt x="48" y="118"/>
                        </a:lnTo>
                        <a:lnTo>
                          <a:pt x="87" y="83"/>
                        </a:lnTo>
                        <a:lnTo>
                          <a:pt x="68" y="0"/>
                        </a:lnTo>
                        <a:lnTo>
                          <a:pt x="8" y="10"/>
                        </a:lnTo>
                      </a:path>
                    </a:pathLst>
                  </a:custGeom>
                  <a:solidFill>
                    <a:srgbClr val="FBDFAF"/>
                  </a:solidFill>
                  <a:ln w="12699" cap="rnd">
                    <a:solidFill>
                      <a:srgbClr val="000000"/>
                    </a:solidFill>
                    <a:round/>
                    <a:headEnd/>
                    <a:tailEnd/>
                  </a:ln>
                </p:spPr>
                <p:txBody>
                  <a:bodyPr/>
                  <a:lstStyle/>
                  <a:p>
                    <a:endParaRPr lang="zh-CN" altLang="en-US"/>
                  </a:p>
                </p:txBody>
              </p:sp>
              <p:sp>
                <p:nvSpPr>
                  <p:cNvPr id="95261" name="Freeform 178">
                    <a:extLst>
                      <a:ext uri="{FF2B5EF4-FFF2-40B4-BE49-F238E27FC236}">
                        <a16:creationId xmlns:a16="http://schemas.microsoft.com/office/drawing/2014/main" id="{9098130F-DCD2-274A-97B9-7BAA97D5D360}"/>
                      </a:ext>
                    </a:extLst>
                  </p:cNvPr>
                  <p:cNvSpPr>
                    <a:spLocks noChangeArrowheads="1"/>
                  </p:cNvSpPr>
                  <p:nvPr/>
                </p:nvSpPr>
                <p:spPr bwMode="auto">
                  <a:xfrm>
                    <a:off x="1268" y="2300"/>
                    <a:ext cx="106" cy="102"/>
                  </a:xfrm>
                  <a:custGeom>
                    <a:avLst/>
                    <a:gdLst>
                      <a:gd name="T0" fmla="*/ 45 w 106"/>
                      <a:gd name="T1" fmla="*/ 69 h 102"/>
                      <a:gd name="T2" fmla="*/ 53 w 106"/>
                      <a:gd name="T3" fmla="*/ 78 h 102"/>
                      <a:gd name="T4" fmla="*/ 60 w 106"/>
                      <a:gd name="T5" fmla="*/ 98 h 102"/>
                      <a:gd name="T6" fmla="*/ 82 w 106"/>
                      <a:gd name="T7" fmla="*/ 101 h 102"/>
                      <a:gd name="T8" fmla="*/ 92 w 106"/>
                      <a:gd name="T9" fmla="*/ 98 h 102"/>
                      <a:gd name="T10" fmla="*/ 105 w 106"/>
                      <a:gd name="T11" fmla="*/ 52 h 102"/>
                      <a:gd name="T12" fmla="*/ 105 w 106"/>
                      <a:gd name="T13" fmla="*/ 36 h 102"/>
                      <a:gd name="T14" fmla="*/ 92 w 106"/>
                      <a:gd name="T15" fmla="*/ 12 h 102"/>
                      <a:gd name="T16" fmla="*/ 75 w 106"/>
                      <a:gd name="T17" fmla="*/ 0 h 102"/>
                      <a:gd name="T18" fmla="*/ 48 w 106"/>
                      <a:gd name="T19" fmla="*/ 0 h 102"/>
                      <a:gd name="T20" fmla="*/ 20 w 106"/>
                      <a:gd name="T21" fmla="*/ 7 h 102"/>
                      <a:gd name="T22" fmla="*/ 18 w 106"/>
                      <a:gd name="T23" fmla="*/ 15 h 102"/>
                      <a:gd name="T24" fmla="*/ 0 w 106"/>
                      <a:gd name="T25" fmla="*/ 26 h 102"/>
                      <a:gd name="T26" fmla="*/ 0 w 106"/>
                      <a:gd name="T27" fmla="*/ 33 h 102"/>
                      <a:gd name="T28" fmla="*/ 10 w 106"/>
                      <a:gd name="T29" fmla="*/ 41 h 102"/>
                      <a:gd name="T30" fmla="*/ 20 w 106"/>
                      <a:gd name="T31" fmla="*/ 43 h 102"/>
                      <a:gd name="T32" fmla="*/ 28 w 106"/>
                      <a:gd name="T33" fmla="*/ 52 h 102"/>
                      <a:gd name="T34" fmla="*/ 30 w 106"/>
                      <a:gd name="T35" fmla="*/ 69 h 102"/>
                      <a:gd name="T36" fmla="*/ 38 w 106"/>
                      <a:gd name="T37" fmla="*/ 74 h 102"/>
                      <a:gd name="T38" fmla="*/ 45 w 106"/>
                      <a:gd name="T39" fmla="*/ 69 h 102"/>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106" h="102">
                        <a:moveTo>
                          <a:pt x="45" y="69"/>
                        </a:moveTo>
                        <a:lnTo>
                          <a:pt x="53" y="78"/>
                        </a:lnTo>
                        <a:lnTo>
                          <a:pt x="60" y="98"/>
                        </a:lnTo>
                        <a:lnTo>
                          <a:pt x="82" y="101"/>
                        </a:lnTo>
                        <a:lnTo>
                          <a:pt x="92" y="98"/>
                        </a:lnTo>
                        <a:lnTo>
                          <a:pt x="105" y="52"/>
                        </a:lnTo>
                        <a:lnTo>
                          <a:pt x="105" y="36"/>
                        </a:lnTo>
                        <a:lnTo>
                          <a:pt x="92" y="12"/>
                        </a:lnTo>
                        <a:lnTo>
                          <a:pt x="75" y="0"/>
                        </a:lnTo>
                        <a:lnTo>
                          <a:pt x="48" y="0"/>
                        </a:lnTo>
                        <a:lnTo>
                          <a:pt x="20" y="7"/>
                        </a:lnTo>
                        <a:lnTo>
                          <a:pt x="18" y="15"/>
                        </a:lnTo>
                        <a:lnTo>
                          <a:pt x="0" y="26"/>
                        </a:lnTo>
                        <a:lnTo>
                          <a:pt x="0" y="33"/>
                        </a:lnTo>
                        <a:lnTo>
                          <a:pt x="10" y="41"/>
                        </a:lnTo>
                        <a:lnTo>
                          <a:pt x="20" y="43"/>
                        </a:lnTo>
                        <a:lnTo>
                          <a:pt x="28" y="52"/>
                        </a:lnTo>
                        <a:lnTo>
                          <a:pt x="30" y="69"/>
                        </a:lnTo>
                        <a:lnTo>
                          <a:pt x="38" y="74"/>
                        </a:lnTo>
                        <a:lnTo>
                          <a:pt x="45" y="69"/>
                        </a:lnTo>
                      </a:path>
                    </a:pathLst>
                  </a:custGeom>
                  <a:solidFill>
                    <a:srgbClr val="656346"/>
                  </a:solidFill>
                  <a:ln w="12699" cap="rnd">
                    <a:solidFill>
                      <a:srgbClr val="000000"/>
                    </a:solidFill>
                    <a:round/>
                    <a:headEnd/>
                    <a:tailEnd/>
                  </a:ln>
                </p:spPr>
                <p:txBody>
                  <a:bodyPr/>
                  <a:lstStyle/>
                  <a:p>
                    <a:endParaRPr lang="zh-CN" altLang="en-US"/>
                  </a:p>
                </p:txBody>
              </p:sp>
              <p:sp>
                <p:nvSpPr>
                  <p:cNvPr id="95262" name="Freeform 179">
                    <a:extLst>
                      <a:ext uri="{FF2B5EF4-FFF2-40B4-BE49-F238E27FC236}">
                        <a16:creationId xmlns:a16="http://schemas.microsoft.com/office/drawing/2014/main" id="{D97DC14D-1A79-6B4A-BFA1-830FA368FC09}"/>
                      </a:ext>
                    </a:extLst>
                  </p:cNvPr>
                  <p:cNvSpPr>
                    <a:spLocks noChangeArrowheads="1"/>
                  </p:cNvSpPr>
                  <p:nvPr/>
                </p:nvSpPr>
                <p:spPr bwMode="auto">
                  <a:xfrm>
                    <a:off x="1143" y="2400"/>
                    <a:ext cx="260" cy="284"/>
                  </a:xfrm>
                  <a:custGeom>
                    <a:avLst/>
                    <a:gdLst>
                      <a:gd name="T0" fmla="*/ 204 w 260"/>
                      <a:gd name="T1" fmla="*/ 0 h 284"/>
                      <a:gd name="T2" fmla="*/ 189 w 260"/>
                      <a:gd name="T3" fmla="*/ 5 h 284"/>
                      <a:gd name="T4" fmla="*/ 179 w 260"/>
                      <a:gd name="T5" fmla="*/ 13 h 284"/>
                      <a:gd name="T6" fmla="*/ 153 w 260"/>
                      <a:gd name="T7" fmla="*/ 35 h 284"/>
                      <a:gd name="T8" fmla="*/ 139 w 260"/>
                      <a:gd name="T9" fmla="*/ 58 h 284"/>
                      <a:gd name="T10" fmla="*/ 134 w 260"/>
                      <a:gd name="T11" fmla="*/ 70 h 284"/>
                      <a:gd name="T12" fmla="*/ 129 w 260"/>
                      <a:gd name="T13" fmla="*/ 88 h 284"/>
                      <a:gd name="T14" fmla="*/ 107 w 260"/>
                      <a:gd name="T15" fmla="*/ 139 h 284"/>
                      <a:gd name="T16" fmla="*/ 50 w 260"/>
                      <a:gd name="T17" fmla="*/ 143 h 284"/>
                      <a:gd name="T18" fmla="*/ 16 w 260"/>
                      <a:gd name="T19" fmla="*/ 137 h 284"/>
                      <a:gd name="T20" fmla="*/ 7 w 260"/>
                      <a:gd name="T21" fmla="*/ 155 h 284"/>
                      <a:gd name="T22" fmla="*/ 0 w 260"/>
                      <a:gd name="T23" fmla="*/ 165 h 284"/>
                      <a:gd name="T24" fmla="*/ 41 w 260"/>
                      <a:gd name="T25" fmla="*/ 176 h 284"/>
                      <a:gd name="T26" fmla="*/ 85 w 260"/>
                      <a:gd name="T27" fmla="*/ 182 h 284"/>
                      <a:gd name="T28" fmla="*/ 121 w 260"/>
                      <a:gd name="T29" fmla="*/ 184 h 284"/>
                      <a:gd name="T30" fmla="*/ 152 w 260"/>
                      <a:gd name="T31" fmla="*/ 128 h 284"/>
                      <a:gd name="T32" fmla="*/ 128 w 260"/>
                      <a:gd name="T33" fmla="*/ 173 h 284"/>
                      <a:gd name="T34" fmla="*/ 125 w 260"/>
                      <a:gd name="T35" fmla="*/ 226 h 284"/>
                      <a:gd name="T36" fmla="*/ 135 w 260"/>
                      <a:gd name="T37" fmla="*/ 253 h 284"/>
                      <a:gd name="T38" fmla="*/ 149 w 260"/>
                      <a:gd name="T39" fmla="*/ 265 h 284"/>
                      <a:gd name="T40" fmla="*/ 161 w 260"/>
                      <a:gd name="T41" fmla="*/ 271 h 284"/>
                      <a:gd name="T42" fmla="*/ 176 w 260"/>
                      <a:gd name="T43" fmla="*/ 272 h 284"/>
                      <a:gd name="T44" fmla="*/ 206 w 260"/>
                      <a:gd name="T45" fmla="*/ 283 h 284"/>
                      <a:gd name="T46" fmla="*/ 225 w 260"/>
                      <a:gd name="T47" fmla="*/ 272 h 284"/>
                      <a:gd name="T48" fmla="*/ 234 w 260"/>
                      <a:gd name="T49" fmla="*/ 278 h 284"/>
                      <a:gd name="T50" fmla="*/ 249 w 260"/>
                      <a:gd name="T51" fmla="*/ 233 h 284"/>
                      <a:gd name="T52" fmla="*/ 256 w 260"/>
                      <a:gd name="T53" fmla="*/ 178 h 284"/>
                      <a:gd name="T54" fmla="*/ 259 w 260"/>
                      <a:gd name="T55" fmla="*/ 125 h 284"/>
                      <a:gd name="T56" fmla="*/ 259 w 260"/>
                      <a:gd name="T57" fmla="*/ 118 h 284"/>
                      <a:gd name="T58" fmla="*/ 256 w 260"/>
                      <a:gd name="T59" fmla="*/ 63 h 284"/>
                      <a:gd name="T60" fmla="*/ 246 w 260"/>
                      <a:gd name="T61" fmla="*/ 30 h 284"/>
                      <a:gd name="T62" fmla="*/ 229 w 260"/>
                      <a:gd name="T63" fmla="*/ 13 h 284"/>
                      <a:gd name="T64" fmla="*/ 214 w 260"/>
                      <a:gd name="T65" fmla="*/ 10 h 284"/>
                      <a:gd name="T66" fmla="*/ 204 w 260"/>
                      <a:gd name="T67" fmla="*/ 0 h 28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260" h="284">
                        <a:moveTo>
                          <a:pt x="204" y="0"/>
                        </a:moveTo>
                        <a:lnTo>
                          <a:pt x="189" y="5"/>
                        </a:lnTo>
                        <a:lnTo>
                          <a:pt x="179" y="13"/>
                        </a:lnTo>
                        <a:lnTo>
                          <a:pt x="153" y="35"/>
                        </a:lnTo>
                        <a:lnTo>
                          <a:pt x="139" y="58"/>
                        </a:lnTo>
                        <a:lnTo>
                          <a:pt x="134" y="70"/>
                        </a:lnTo>
                        <a:lnTo>
                          <a:pt x="129" y="88"/>
                        </a:lnTo>
                        <a:lnTo>
                          <a:pt x="107" y="139"/>
                        </a:lnTo>
                        <a:lnTo>
                          <a:pt x="50" y="143"/>
                        </a:lnTo>
                        <a:lnTo>
                          <a:pt x="16" y="137"/>
                        </a:lnTo>
                        <a:lnTo>
                          <a:pt x="7" y="155"/>
                        </a:lnTo>
                        <a:lnTo>
                          <a:pt x="0" y="165"/>
                        </a:lnTo>
                        <a:lnTo>
                          <a:pt x="41" y="176"/>
                        </a:lnTo>
                        <a:lnTo>
                          <a:pt x="85" y="182"/>
                        </a:lnTo>
                        <a:lnTo>
                          <a:pt x="121" y="184"/>
                        </a:lnTo>
                        <a:lnTo>
                          <a:pt x="152" y="128"/>
                        </a:lnTo>
                        <a:lnTo>
                          <a:pt x="128" y="173"/>
                        </a:lnTo>
                        <a:lnTo>
                          <a:pt x="125" y="226"/>
                        </a:lnTo>
                        <a:lnTo>
                          <a:pt x="135" y="253"/>
                        </a:lnTo>
                        <a:lnTo>
                          <a:pt x="149" y="265"/>
                        </a:lnTo>
                        <a:lnTo>
                          <a:pt x="161" y="271"/>
                        </a:lnTo>
                        <a:lnTo>
                          <a:pt x="176" y="272"/>
                        </a:lnTo>
                        <a:lnTo>
                          <a:pt x="206" y="283"/>
                        </a:lnTo>
                        <a:lnTo>
                          <a:pt x="225" y="272"/>
                        </a:lnTo>
                        <a:lnTo>
                          <a:pt x="234" y="278"/>
                        </a:lnTo>
                        <a:lnTo>
                          <a:pt x="249" y="233"/>
                        </a:lnTo>
                        <a:lnTo>
                          <a:pt x="256" y="178"/>
                        </a:lnTo>
                        <a:lnTo>
                          <a:pt x="259" y="125"/>
                        </a:lnTo>
                        <a:lnTo>
                          <a:pt x="259" y="118"/>
                        </a:lnTo>
                        <a:lnTo>
                          <a:pt x="256" y="63"/>
                        </a:lnTo>
                        <a:lnTo>
                          <a:pt x="246" y="30"/>
                        </a:lnTo>
                        <a:lnTo>
                          <a:pt x="229" y="13"/>
                        </a:lnTo>
                        <a:lnTo>
                          <a:pt x="214" y="10"/>
                        </a:lnTo>
                        <a:lnTo>
                          <a:pt x="204" y="0"/>
                        </a:lnTo>
                      </a:path>
                    </a:pathLst>
                  </a:custGeom>
                  <a:solidFill>
                    <a:srgbClr val="006C88"/>
                  </a:solidFill>
                  <a:ln w="12699" cap="rnd">
                    <a:solidFill>
                      <a:srgbClr val="000000"/>
                    </a:solidFill>
                    <a:round/>
                    <a:headEnd/>
                    <a:tailEnd/>
                  </a:ln>
                </p:spPr>
                <p:txBody>
                  <a:bodyPr/>
                  <a:lstStyle/>
                  <a:p>
                    <a:endParaRPr lang="zh-CN" altLang="en-US"/>
                  </a:p>
                </p:txBody>
              </p:sp>
              <p:sp>
                <p:nvSpPr>
                  <p:cNvPr id="95263" name="Freeform 180">
                    <a:extLst>
                      <a:ext uri="{FF2B5EF4-FFF2-40B4-BE49-F238E27FC236}">
                        <a16:creationId xmlns:a16="http://schemas.microsoft.com/office/drawing/2014/main" id="{B3794E4D-5EC3-8541-960C-A6BCFB06A475}"/>
                      </a:ext>
                    </a:extLst>
                  </p:cNvPr>
                  <p:cNvSpPr>
                    <a:spLocks noChangeArrowheads="1"/>
                  </p:cNvSpPr>
                  <p:nvPr/>
                </p:nvSpPr>
                <p:spPr bwMode="auto">
                  <a:xfrm>
                    <a:off x="1269" y="2531"/>
                    <a:ext cx="154" cy="195"/>
                  </a:xfrm>
                  <a:custGeom>
                    <a:avLst/>
                    <a:gdLst>
                      <a:gd name="T0" fmla="*/ 47 w 154"/>
                      <a:gd name="T1" fmla="*/ 89 h 195"/>
                      <a:gd name="T2" fmla="*/ 60 w 154"/>
                      <a:gd name="T3" fmla="*/ 54 h 195"/>
                      <a:gd name="T4" fmla="*/ 86 w 154"/>
                      <a:gd name="T5" fmla="*/ 21 h 195"/>
                      <a:gd name="T6" fmla="*/ 114 w 154"/>
                      <a:gd name="T7" fmla="*/ 2 h 195"/>
                      <a:gd name="T8" fmla="*/ 137 w 154"/>
                      <a:gd name="T9" fmla="*/ 0 h 195"/>
                      <a:gd name="T10" fmla="*/ 147 w 154"/>
                      <a:gd name="T11" fmla="*/ 2 h 195"/>
                      <a:gd name="T12" fmla="*/ 153 w 154"/>
                      <a:gd name="T13" fmla="*/ 24 h 195"/>
                      <a:gd name="T14" fmla="*/ 150 w 154"/>
                      <a:gd name="T15" fmla="*/ 77 h 195"/>
                      <a:gd name="T16" fmla="*/ 131 w 154"/>
                      <a:gd name="T17" fmla="*/ 153 h 195"/>
                      <a:gd name="T18" fmla="*/ 72 w 154"/>
                      <a:gd name="T19" fmla="*/ 191 h 195"/>
                      <a:gd name="T20" fmla="*/ 42 w 154"/>
                      <a:gd name="T21" fmla="*/ 194 h 195"/>
                      <a:gd name="T22" fmla="*/ 0 w 154"/>
                      <a:gd name="T23" fmla="*/ 179 h 195"/>
                      <a:gd name="T24" fmla="*/ 33 w 154"/>
                      <a:gd name="T25" fmla="*/ 122 h 195"/>
                      <a:gd name="T26" fmla="*/ 47 w 154"/>
                      <a:gd name="T27" fmla="*/ 89 h 19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54" h="195">
                        <a:moveTo>
                          <a:pt x="47" y="89"/>
                        </a:moveTo>
                        <a:lnTo>
                          <a:pt x="60" y="54"/>
                        </a:lnTo>
                        <a:lnTo>
                          <a:pt x="86" y="21"/>
                        </a:lnTo>
                        <a:lnTo>
                          <a:pt x="114" y="2"/>
                        </a:lnTo>
                        <a:lnTo>
                          <a:pt x="137" y="0"/>
                        </a:lnTo>
                        <a:lnTo>
                          <a:pt x="147" y="2"/>
                        </a:lnTo>
                        <a:lnTo>
                          <a:pt x="153" y="24"/>
                        </a:lnTo>
                        <a:lnTo>
                          <a:pt x="150" y="77"/>
                        </a:lnTo>
                        <a:lnTo>
                          <a:pt x="131" y="153"/>
                        </a:lnTo>
                        <a:lnTo>
                          <a:pt x="72" y="191"/>
                        </a:lnTo>
                        <a:lnTo>
                          <a:pt x="42" y="194"/>
                        </a:lnTo>
                        <a:lnTo>
                          <a:pt x="0" y="179"/>
                        </a:lnTo>
                        <a:lnTo>
                          <a:pt x="33" y="122"/>
                        </a:lnTo>
                        <a:lnTo>
                          <a:pt x="47" y="89"/>
                        </a:lnTo>
                      </a:path>
                    </a:pathLst>
                  </a:custGeom>
                  <a:solidFill>
                    <a:srgbClr val="2E7FE8"/>
                  </a:solidFill>
                  <a:ln w="12699" cap="rnd">
                    <a:solidFill>
                      <a:srgbClr val="000000"/>
                    </a:solidFill>
                    <a:round/>
                    <a:headEnd/>
                    <a:tailEnd/>
                  </a:ln>
                </p:spPr>
                <p:txBody>
                  <a:bodyPr/>
                  <a:lstStyle/>
                  <a:p>
                    <a:endParaRPr lang="zh-CN" altLang="en-US"/>
                  </a:p>
                </p:txBody>
              </p:sp>
              <p:sp>
                <p:nvSpPr>
                  <p:cNvPr id="95264" name="Line 181">
                    <a:extLst>
                      <a:ext uri="{FF2B5EF4-FFF2-40B4-BE49-F238E27FC236}">
                        <a16:creationId xmlns:a16="http://schemas.microsoft.com/office/drawing/2014/main" id="{57EC04B8-96F1-E347-A63B-1EBC315BCC89}"/>
                      </a:ext>
                    </a:extLst>
                  </p:cNvPr>
                  <p:cNvSpPr>
                    <a:spLocks noChangeShapeType="1"/>
                  </p:cNvSpPr>
                  <p:nvPr/>
                </p:nvSpPr>
                <p:spPr bwMode="auto">
                  <a:xfrm>
                    <a:off x="1177" y="2609"/>
                    <a:ext cx="82" cy="14"/>
                  </a:xfrm>
                  <a:prstGeom prst="line">
                    <a:avLst/>
                  </a:prstGeom>
                  <a:noFill/>
                  <a:ln w="12699">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grpSp>
          </p:grpSp>
          <p:graphicFrame>
            <p:nvGraphicFramePr>
              <p:cNvPr id="95249" name="Object 10">
                <a:hlinkClick r:id="" action="ppaction://ole?verb=1"/>
                <a:extLst>
                  <a:ext uri="{FF2B5EF4-FFF2-40B4-BE49-F238E27FC236}">
                    <a16:creationId xmlns:a16="http://schemas.microsoft.com/office/drawing/2014/main" id="{67F82C01-5578-594C-8DBE-B90FCDD9EE12}"/>
                  </a:ext>
                </a:extLst>
              </p:cNvPr>
              <p:cNvGraphicFramePr>
                <a:graphicFrameLocks/>
              </p:cNvGraphicFramePr>
              <p:nvPr/>
            </p:nvGraphicFramePr>
            <p:xfrm>
              <a:off x="3962400" y="1534038"/>
              <a:ext cx="776288" cy="731837"/>
            </p:xfrm>
            <a:graphic>
              <a:graphicData uri="http://schemas.openxmlformats.org/presentationml/2006/ole">
                <mc:AlternateContent xmlns:mc="http://schemas.openxmlformats.org/markup-compatibility/2006">
                  <mc:Choice xmlns:v="urn:schemas-microsoft-com:vml" Requires="v">
                    <p:oleObj r:id="rId3" imgW="18389600" imgH="21590000" progId="MS_ClipArt_Gallery.2">
                      <p:embed/>
                    </p:oleObj>
                  </mc:Choice>
                  <mc:Fallback>
                    <p:oleObj r:id="rId3" imgW="18389600" imgH="21590000" progId="MS_ClipArt_Gallery.2">
                      <p:embed/>
                      <p:pic>
                        <p:nvPicPr>
                          <p:cNvPr id="0" name="Object 10"/>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62400" y="1534038"/>
                            <a:ext cx="7762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3" name="Line 8">
                <a:extLst>
                  <a:ext uri="{FF2B5EF4-FFF2-40B4-BE49-F238E27FC236}">
                    <a16:creationId xmlns:a16="http://schemas.microsoft.com/office/drawing/2014/main" id="{5D30EF89-D5B4-C447-B620-0272FA2F3AE3}"/>
                  </a:ext>
                </a:extLst>
              </p:cNvPr>
              <p:cNvSpPr>
                <a:spLocks noChangeShapeType="1"/>
              </p:cNvSpPr>
              <p:nvPr/>
            </p:nvSpPr>
            <p:spPr bwMode="auto">
              <a:xfrm>
                <a:off x="2819400" y="4190784"/>
                <a:ext cx="3429000" cy="0"/>
              </a:xfrm>
              <a:prstGeom prst="line">
                <a:avLst/>
              </a:prstGeom>
              <a:noFill/>
              <a:ln w="28575">
                <a:solidFill>
                  <a:srgbClr val="000066"/>
                </a:solidFill>
                <a:round/>
                <a:headEnd type="triangle" w="med" len="med"/>
                <a:tailEnd type="triangle" w="med" len="med"/>
              </a:ln>
              <a:effectLst/>
            </p:spPr>
            <p:txBody>
              <a:bodyPr/>
              <a:lstStyle/>
              <a:p>
                <a:pPr eaLnBrk="1" hangingPunct="1">
                  <a:lnSpc>
                    <a:spcPct val="90000"/>
                  </a:lnSpc>
                  <a:defRPr/>
                </a:pPr>
                <a:endParaRPr kumimoji="1" lang="zh-CN" altLang="en-US">
                  <a:effectLst>
                    <a:outerShdw blurRad="38100" dist="38100" dir="2700000" algn="tl">
                      <a:srgbClr val="000000">
                        <a:alpha val="43137"/>
                      </a:srgbClr>
                    </a:outerShdw>
                  </a:effectLst>
                </a:endParaRPr>
              </a:p>
            </p:txBody>
          </p:sp>
        </p:grpSp>
        <p:sp>
          <p:nvSpPr>
            <p:cNvPr id="95237" name="Text Box 5">
              <a:extLst>
                <a:ext uri="{FF2B5EF4-FFF2-40B4-BE49-F238E27FC236}">
                  <a16:creationId xmlns:a16="http://schemas.microsoft.com/office/drawing/2014/main" id="{823CEED4-81CF-9E49-B54A-F26218B3824D}"/>
                </a:ext>
              </a:extLst>
            </p:cNvPr>
            <p:cNvSpPr txBox="1">
              <a:spLocks noChangeArrowheads="1"/>
            </p:cNvSpPr>
            <p:nvPr/>
          </p:nvSpPr>
          <p:spPr bwMode="auto">
            <a:xfrm>
              <a:off x="3733800" y="5877832"/>
              <a:ext cx="1981200" cy="351518"/>
            </a:xfrm>
            <a:prstGeom prst="rect">
              <a:avLst/>
            </a:prstGeom>
            <a:solidFill>
              <a:schemeClr val="hlink"/>
            </a:solidFill>
            <a:ln w="9525">
              <a:solidFill>
                <a:schemeClr val="tx1"/>
              </a:solidFill>
              <a:miter lim="800000"/>
              <a:headEnd/>
              <a:tailEnd/>
            </a:ln>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algn="ctr" eaLnBrk="1" hangingPunct="1">
                <a:spcBef>
                  <a:spcPct val="50000"/>
                </a:spcBef>
              </a:pPr>
              <a:r>
                <a:rPr lang="en-US" altLang="zh-CN" sz="2800">
                  <a:solidFill>
                    <a:srgbClr val="000066"/>
                  </a:solidFill>
                  <a:latin typeface="Times New Roman" panose="02020603050405020304" pitchFamily="18" charset="0"/>
                  <a:ea typeface="宋体" panose="02010600030101010101" pitchFamily="2" charset="-122"/>
                </a:rPr>
                <a:t>Attacker</a:t>
              </a:r>
            </a:p>
          </p:txBody>
        </p:sp>
        <p:pic>
          <p:nvPicPr>
            <p:cNvPr id="95238" name="图片 14">
              <a:extLst>
                <a:ext uri="{FF2B5EF4-FFF2-40B4-BE49-F238E27FC236}">
                  <a16:creationId xmlns:a16="http://schemas.microsoft.com/office/drawing/2014/main" id="{B3C07DB8-5751-1D4B-8652-4B84EEFFF8F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14800" y="5366534"/>
              <a:ext cx="812800" cy="5464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95239" name="直接箭头连接符 57">
              <a:extLst>
                <a:ext uri="{FF2B5EF4-FFF2-40B4-BE49-F238E27FC236}">
                  <a16:creationId xmlns:a16="http://schemas.microsoft.com/office/drawing/2014/main" id="{A325B454-0EAB-4A4E-8B0C-88E072C9049B}"/>
                </a:ext>
              </a:extLst>
            </p:cNvPr>
            <p:cNvCxnSpPr>
              <a:cxnSpLocks noChangeShapeType="1"/>
            </p:cNvCxnSpPr>
            <p:nvPr/>
          </p:nvCxnSpPr>
          <p:spPr bwMode="auto">
            <a:xfrm rot="16200000" flipV="1">
              <a:off x="3823164" y="4668498"/>
              <a:ext cx="1332572" cy="63500"/>
            </a:xfrm>
            <a:prstGeom prst="straightConnector1">
              <a:avLst/>
            </a:prstGeom>
            <a:noFill/>
            <a:ln w="28575">
              <a:solidFill>
                <a:srgbClr val="0000FF"/>
              </a:solidFill>
              <a:round/>
              <a:headEnd/>
              <a:tailEnd type="triangle" w="med" len="med"/>
            </a:ln>
            <a:extLst>
              <a:ext uri="{909E8E84-426E-40DD-AFC4-6F175D3DCCD1}">
                <a14:hiddenFill xmlns:a14="http://schemas.microsoft.com/office/drawing/2010/main">
                  <a:noFill/>
                </a14:hiddenFill>
              </a:ext>
            </a:extLst>
          </p:spPr>
        </p:cxnSp>
        <p:cxnSp>
          <p:nvCxnSpPr>
            <p:cNvPr id="95240" name="直接箭头连接符 58">
              <a:extLst>
                <a:ext uri="{FF2B5EF4-FFF2-40B4-BE49-F238E27FC236}">
                  <a16:creationId xmlns:a16="http://schemas.microsoft.com/office/drawing/2014/main" id="{9530A9B0-0DFD-3D4B-8C8E-38363A499B16}"/>
                </a:ext>
              </a:extLst>
            </p:cNvPr>
            <p:cNvCxnSpPr>
              <a:cxnSpLocks noChangeShapeType="1"/>
            </p:cNvCxnSpPr>
            <p:nvPr/>
          </p:nvCxnSpPr>
          <p:spPr bwMode="auto">
            <a:xfrm flipH="1" flipV="1">
              <a:off x="1981200" y="5266141"/>
              <a:ext cx="2133600" cy="373619"/>
            </a:xfrm>
            <a:prstGeom prst="straightConnector1">
              <a:avLst/>
            </a:prstGeom>
            <a:noFill/>
            <a:ln w="28575">
              <a:solidFill>
                <a:srgbClr val="0000FF"/>
              </a:solidFill>
              <a:round/>
              <a:headEnd/>
              <a:tailEnd type="triangle" w="med" len="med"/>
            </a:ln>
            <a:extLst>
              <a:ext uri="{909E8E84-426E-40DD-AFC4-6F175D3DCCD1}">
                <a14:hiddenFill xmlns:a14="http://schemas.microsoft.com/office/drawing/2010/main">
                  <a:noFill/>
                </a14:hiddenFill>
              </a:ext>
            </a:extLst>
          </p:spPr>
        </p:cxnSp>
        <p:cxnSp>
          <p:nvCxnSpPr>
            <p:cNvPr id="95241" name="直接箭头连接符 59">
              <a:extLst>
                <a:ext uri="{FF2B5EF4-FFF2-40B4-BE49-F238E27FC236}">
                  <a16:creationId xmlns:a16="http://schemas.microsoft.com/office/drawing/2014/main" id="{14CB0D68-4511-CE41-A260-3D154002FD1F}"/>
                </a:ext>
              </a:extLst>
            </p:cNvPr>
            <p:cNvCxnSpPr>
              <a:cxnSpLocks noChangeShapeType="1"/>
            </p:cNvCxnSpPr>
            <p:nvPr/>
          </p:nvCxnSpPr>
          <p:spPr bwMode="auto">
            <a:xfrm flipV="1">
              <a:off x="4927600" y="5266141"/>
              <a:ext cx="1562100" cy="373618"/>
            </a:xfrm>
            <a:prstGeom prst="straightConnector1">
              <a:avLst/>
            </a:prstGeom>
            <a:noFill/>
            <a:ln w="28575">
              <a:solidFill>
                <a:srgbClr val="0000FF"/>
              </a:solidFill>
              <a:round/>
              <a:headEnd/>
              <a:tailEnd type="triangle" w="med" len="med"/>
            </a:ln>
            <a:extLst>
              <a:ext uri="{909E8E84-426E-40DD-AFC4-6F175D3DCCD1}">
                <a14:hiddenFill xmlns:a14="http://schemas.microsoft.com/office/drawing/2010/main">
                  <a:noFill/>
                </a14:hiddenFill>
              </a:ext>
            </a:extLst>
          </p:spPr>
        </p:cxnSp>
      </p:grpSp>
      <p:sp>
        <p:nvSpPr>
          <p:cNvPr id="64" name="Rectangle 2">
            <a:extLst>
              <a:ext uri="{FF2B5EF4-FFF2-40B4-BE49-F238E27FC236}">
                <a16:creationId xmlns:a16="http://schemas.microsoft.com/office/drawing/2014/main" id="{5AA4ED02-8FB3-2848-9CA0-FFCEB25BB693}"/>
              </a:ext>
            </a:extLst>
          </p:cNvPr>
          <p:cNvSpPr txBox="1">
            <a:spLocks noChangeArrowheads="1"/>
          </p:cNvSpPr>
          <p:nvPr/>
        </p:nvSpPr>
        <p:spPr bwMode="auto">
          <a:xfrm>
            <a:off x="647700" y="2235200"/>
            <a:ext cx="2667000" cy="655638"/>
          </a:xfrm>
          <a:prstGeom prst="rect">
            <a:avLst/>
          </a:prstGeom>
          <a:solidFill>
            <a:srgbClr val="FFFFFF"/>
          </a:solidFill>
          <a:ln>
            <a:solidFill>
              <a:srgbClr val="FFFFFF"/>
            </a:solidFill>
            <a:miter lim="800000"/>
          </a:ln>
        </p:spPr>
        <p:txBody>
          <a:bodyPr/>
          <a:lstStyle/>
          <a:p>
            <a:pPr eaLnBrk="1" hangingPunct="1">
              <a:lnSpc>
                <a:spcPct val="90000"/>
              </a:lnSpc>
              <a:defRPr/>
            </a:pPr>
            <a:r>
              <a:rPr lang="zh-CN" altLang="en-US" sz="2800">
                <a:effectLst>
                  <a:outerShdw blurRad="38100" dist="38100" dir="2700000" algn="tl">
                    <a:srgbClr val="C0C0C0"/>
                  </a:outerShdw>
                </a:effectLst>
                <a:latin typeface="黑体" panose="02010609060101010101" pitchFamily="49" charset="-122"/>
                <a:ea typeface="黑体" panose="02010609060101010101" pitchFamily="49" charset="-122"/>
              </a:rPr>
              <a:t>鉴别模型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par>
                          <p:cTn id="10" fill="hold" nodeType="afterGroup">
                            <p:stCondLst>
                              <p:cond delay="500"/>
                            </p:stCondLst>
                            <p:childTnLst>
                              <p:par>
                                <p:cTn id="11" presetID="2" presetClass="entr" presetSubtype="8" fill="hold" grpId="0" nodeType="afterEffect">
                                  <p:stCondLst>
                                    <p:cond delay="0"/>
                                  </p:stCondLst>
                                  <p:childTnLst>
                                    <p:set>
                                      <p:cBhvr>
                                        <p:cTn id="12" dur="1" fill="hold">
                                          <p:stCondLst>
                                            <p:cond delay="0"/>
                                          </p:stCondLst>
                                        </p:cTn>
                                        <p:tgtEl>
                                          <p:spTgt spid="64"/>
                                        </p:tgtEl>
                                        <p:attrNameLst>
                                          <p:attrName>style.visibility</p:attrName>
                                        </p:attrNameLst>
                                      </p:cBhvr>
                                      <p:to>
                                        <p:strVal val="visible"/>
                                      </p:to>
                                    </p:set>
                                    <p:anim calcmode="lin" valueType="num">
                                      <p:cBhvr additive="base">
                                        <p:cTn id="13" dur="500" fill="hold"/>
                                        <p:tgtEl>
                                          <p:spTgt spid="64"/>
                                        </p:tgtEl>
                                        <p:attrNameLst>
                                          <p:attrName>ppt_x</p:attrName>
                                        </p:attrNameLst>
                                      </p:cBhvr>
                                      <p:tavLst>
                                        <p:tav tm="0">
                                          <p:val>
                                            <p:strVal val="0-#ppt_w/2"/>
                                          </p:val>
                                        </p:tav>
                                        <p:tav tm="100000">
                                          <p:val>
                                            <p:strVal val="#ppt_x"/>
                                          </p:val>
                                        </p:tav>
                                      </p:tavLst>
                                    </p:anim>
                                    <p:anim calcmode="lin" valueType="num">
                                      <p:cBhvr additive="base">
                                        <p:cTn id="14" dur="500" fill="hold"/>
                                        <p:tgtEl>
                                          <p:spTgt spid="64"/>
                                        </p:tgtEl>
                                        <p:attrNameLst>
                                          <p:attrName>ppt_y</p:attrName>
                                        </p:attrNameLst>
                                      </p:cBhvr>
                                      <p:tavLst>
                                        <p:tav tm="0">
                                          <p:val>
                                            <p:strVal val="#ppt_y"/>
                                          </p:val>
                                        </p:tav>
                                        <p:tav tm="100000">
                                          <p:val>
                                            <p:strVal val="#ppt_y"/>
                                          </p:val>
                                        </p:tav>
                                      </p:tavLst>
                                    </p:anim>
                                  </p:childTnLst>
                                </p:cTn>
                              </p:par>
                            </p:childTnLst>
                          </p:cTn>
                        </p:par>
                        <p:par>
                          <p:cTn id="15" fill="hold" nodeType="afterGroup">
                            <p:stCondLst>
                              <p:cond delay="1000"/>
                            </p:stCondLst>
                            <p:childTnLst>
                              <p:par>
                                <p:cTn id="16" presetID="2" presetClass="entr" presetSubtype="4" fill="hold" nodeType="afterEffect">
                                  <p:stCondLst>
                                    <p:cond delay="0"/>
                                  </p:stCondLst>
                                  <p:childTnLst>
                                    <p:set>
                                      <p:cBhvr>
                                        <p:cTn id="17" dur="1" fill="hold">
                                          <p:stCondLst>
                                            <p:cond delay="0"/>
                                          </p:stCondLst>
                                        </p:cTn>
                                        <p:tgtEl>
                                          <p:spTgt spid="92163"/>
                                        </p:tgtEl>
                                        <p:attrNameLst>
                                          <p:attrName>style.visibility</p:attrName>
                                        </p:attrNameLst>
                                      </p:cBhvr>
                                      <p:to>
                                        <p:strVal val="visible"/>
                                      </p:to>
                                    </p:set>
                                    <p:anim calcmode="lin" valueType="num">
                                      <p:cBhvr additive="base">
                                        <p:cTn id="18" dur="500" fill="hold"/>
                                        <p:tgtEl>
                                          <p:spTgt spid="92163"/>
                                        </p:tgtEl>
                                        <p:attrNameLst>
                                          <p:attrName>ppt_x</p:attrName>
                                        </p:attrNameLst>
                                      </p:cBhvr>
                                      <p:tavLst>
                                        <p:tav tm="0">
                                          <p:val>
                                            <p:strVal val="#ppt_x"/>
                                          </p:val>
                                        </p:tav>
                                        <p:tav tm="100000">
                                          <p:val>
                                            <p:strVal val="#ppt_x"/>
                                          </p:val>
                                        </p:tav>
                                      </p:tavLst>
                                    </p:anim>
                                    <p:anim calcmode="lin" valueType="num">
                                      <p:cBhvr additive="base">
                                        <p:cTn id="19" dur="500" fill="hold"/>
                                        <p:tgtEl>
                                          <p:spTgt spid="9216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4"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0DD1BB-07D3-F846-BE01-6C2F6F97C957}"/>
              </a:ext>
            </a:extLst>
          </p:cNvPr>
          <p:cNvSpPr txBox="1">
            <a:spLocks noChangeArrowheads="1"/>
          </p:cNvSpPr>
          <p:nvPr/>
        </p:nvSpPr>
        <p:spPr>
          <a:xfrm>
            <a:off x="533400" y="838200"/>
            <a:ext cx="6513513" cy="487363"/>
          </a:xfrm>
          <a:prstGeom prst="rect">
            <a:avLst/>
          </a:prstGeom>
        </p:spPr>
        <p:txBody>
          <a:bodyPr anchor="ctr"/>
          <a:lstStyle/>
          <a:p>
            <a:pPr eaLnBrk="1" hangingPunct="1">
              <a:lnSpc>
                <a:spcPct val="90000"/>
              </a:lnSpc>
              <a:defRPr/>
            </a:pPr>
            <a:r>
              <a:rPr lang="zh-CN" altLang="en-US" sz="2800">
                <a:effectLst>
                  <a:outerShdw blurRad="38100" dist="38100" dir="2700000" algn="tl">
                    <a:srgbClr val="C0C0C0"/>
                  </a:outerShdw>
                </a:effectLst>
                <a:latin typeface="黑体" panose="02010609060101010101" pitchFamily="49" charset="-122"/>
                <a:ea typeface="黑体" panose="02010609060101010101" pitchFamily="49" charset="-122"/>
              </a:rPr>
              <a:t>鉴别的类型</a:t>
            </a:r>
          </a:p>
        </p:txBody>
      </p:sp>
      <p:sp>
        <p:nvSpPr>
          <p:cNvPr id="3" name="内容占位符 2">
            <a:extLst>
              <a:ext uri="{FF2B5EF4-FFF2-40B4-BE49-F238E27FC236}">
                <a16:creationId xmlns:a16="http://schemas.microsoft.com/office/drawing/2014/main" id="{BCC53EFE-E641-D64F-AE35-086126936467}"/>
              </a:ext>
            </a:extLst>
          </p:cNvPr>
          <p:cNvSpPr txBox="1">
            <a:spLocks noChangeArrowheads="1"/>
          </p:cNvSpPr>
          <p:nvPr/>
        </p:nvSpPr>
        <p:spPr>
          <a:xfrm>
            <a:off x="533400" y="1524000"/>
            <a:ext cx="8458200" cy="4343400"/>
          </a:xfrm>
          <a:prstGeom prst="rect">
            <a:avLst/>
          </a:prstGeom>
        </p:spPr>
        <p:txBody>
          <a:bodyPr/>
          <a:lstStyle>
            <a:lvl1pPr marL="571500" indent="-571500">
              <a:defRPr sz="4800" b="1">
                <a:solidFill>
                  <a:srgbClr val="FF0000"/>
                </a:solidFill>
                <a:latin typeface="隶书" pitchFamily="49" charset="-122"/>
                <a:ea typeface="隶书" pitchFamily="49" charset="-122"/>
              </a:defRPr>
            </a:lvl1pPr>
            <a:lvl2pPr marL="800100" indent="-342900">
              <a:defRPr sz="4800" b="1">
                <a:solidFill>
                  <a:srgbClr val="FF0000"/>
                </a:solidFill>
                <a:latin typeface="隶书" pitchFamily="49" charset="-122"/>
                <a:ea typeface="隶书" pitchFamily="49" charset="-122"/>
              </a:defRPr>
            </a:lvl2pPr>
            <a:lvl3pPr>
              <a:defRPr sz="4800" b="1">
                <a:solidFill>
                  <a:srgbClr val="FF0000"/>
                </a:solidFill>
                <a:latin typeface="隶书" pitchFamily="49" charset="-122"/>
                <a:ea typeface="隶书" pitchFamily="49" charset="-122"/>
              </a:defRPr>
            </a:lvl3pPr>
            <a:lvl4pPr>
              <a:defRPr sz="4800" b="1">
                <a:solidFill>
                  <a:srgbClr val="FF0000"/>
                </a:solidFill>
                <a:latin typeface="隶书" pitchFamily="49" charset="-122"/>
                <a:ea typeface="隶书" pitchFamily="49" charset="-122"/>
              </a:defRPr>
            </a:lvl4pPr>
            <a:lvl5pPr>
              <a:defRPr sz="4800" b="1">
                <a:solidFill>
                  <a:srgbClr val="FF0000"/>
                </a:solidFill>
                <a:latin typeface="隶书" pitchFamily="49" charset="-122"/>
                <a:ea typeface="隶书" pitchFamily="49" charset="-122"/>
              </a:defRPr>
            </a:lvl5pPr>
            <a:lvl6pPr fontAlgn="base">
              <a:spcBef>
                <a:spcPct val="0"/>
              </a:spcBef>
              <a:spcAft>
                <a:spcPct val="0"/>
              </a:spcAft>
              <a:defRPr sz="4800" b="1">
                <a:solidFill>
                  <a:srgbClr val="FF0000"/>
                </a:solidFill>
                <a:latin typeface="隶书" pitchFamily="49" charset="-122"/>
                <a:ea typeface="隶书" pitchFamily="49" charset="-122"/>
              </a:defRPr>
            </a:lvl6pPr>
            <a:lvl7pPr fontAlgn="base">
              <a:spcBef>
                <a:spcPct val="0"/>
              </a:spcBef>
              <a:spcAft>
                <a:spcPct val="0"/>
              </a:spcAft>
              <a:defRPr sz="4800" b="1">
                <a:solidFill>
                  <a:srgbClr val="FF0000"/>
                </a:solidFill>
                <a:latin typeface="隶书" pitchFamily="49" charset="-122"/>
                <a:ea typeface="隶书" pitchFamily="49" charset="-122"/>
              </a:defRPr>
            </a:lvl7pPr>
            <a:lvl8pPr fontAlgn="base">
              <a:spcBef>
                <a:spcPct val="0"/>
              </a:spcBef>
              <a:spcAft>
                <a:spcPct val="0"/>
              </a:spcAft>
              <a:defRPr sz="4800" b="1">
                <a:solidFill>
                  <a:srgbClr val="FF0000"/>
                </a:solidFill>
                <a:latin typeface="隶书" pitchFamily="49" charset="-122"/>
                <a:ea typeface="隶书" pitchFamily="49" charset="-122"/>
              </a:defRPr>
            </a:lvl8pPr>
            <a:lvl9pPr fontAlgn="base">
              <a:spcBef>
                <a:spcPct val="0"/>
              </a:spcBef>
              <a:spcAft>
                <a:spcPct val="0"/>
              </a:spcAft>
              <a:defRPr sz="4800" b="1">
                <a:solidFill>
                  <a:srgbClr val="FF0000"/>
                </a:solidFill>
                <a:latin typeface="隶书" pitchFamily="49" charset="-122"/>
                <a:ea typeface="隶书" pitchFamily="49" charset="-122"/>
              </a:defRPr>
            </a:lvl9pPr>
          </a:lstStyle>
          <a:p>
            <a:pPr>
              <a:lnSpc>
                <a:spcPct val="90000"/>
              </a:lnSpc>
              <a:spcBef>
                <a:spcPct val="30000"/>
              </a:spcBef>
              <a:buClr>
                <a:srgbClr val="FF0000"/>
              </a:buClr>
              <a:buSzPct val="75000"/>
              <a:buFont typeface="Wingdings" pitchFamily="2" charset="2"/>
              <a:buChar char="u"/>
              <a:defRPr/>
            </a:pPr>
            <a:r>
              <a:rPr lang="zh-CN" altLang="en-US" sz="2400">
                <a:solidFill>
                  <a:schemeClr val="bg2"/>
                </a:solidFill>
                <a:effectLst>
                  <a:outerShdw blurRad="38100" dist="38100" dir="2700000" algn="tl">
                    <a:srgbClr val="C0C0C0"/>
                  </a:outerShdw>
                </a:effectLst>
                <a:latin typeface="Arial" panose="020B0604020202020204" pitchFamily="34" charset="0"/>
              </a:rPr>
              <a:t>单向鉴别和双向鉴别</a:t>
            </a:r>
            <a:endParaRPr lang="en-US" altLang="zh-CN" sz="2400">
              <a:solidFill>
                <a:schemeClr val="bg2"/>
              </a:solidFill>
              <a:effectLst>
                <a:outerShdw blurRad="38100" dist="38100" dir="2700000" algn="tl">
                  <a:srgbClr val="C0C0C0"/>
                </a:outerShdw>
              </a:effectLst>
              <a:latin typeface="Arial" panose="020B0604020202020204" pitchFamily="34" charset="0"/>
            </a:endParaRPr>
          </a:p>
          <a:p>
            <a:pPr lvl="1">
              <a:lnSpc>
                <a:spcPct val="90000"/>
              </a:lnSpc>
              <a:spcBef>
                <a:spcPct val="30000"/>
              </a:spcBef>
              <a:buClr>
                <a:srgbClr val="D98725"/>
              </a:buClr>
              <a:buSzPct val="75000"/>
              <a:buFont typeface="Wingdings" pitchFamily="2" charset="2"/>
              <a:buChar char="n"/>
              <a:defRPr/>
            </a:pPr>
            <a:r>
              <a:rPr lang="zh-CN" altLang="en-US" sz="2000">
                <a:effectLst>
                  <a:outerShdw blurRad="38100" dist="38100" dir="2700000" algn="tl">
                    <a:srgbClr val="C0C0C0"/>
                  </a:outerShdw>
                </a:effectLst>
                <a:latin typeface="黑体" panose="02010609060101010101" pitchFamily="49" charset="-122"/>
                <a:ea typeface="黑体" panose="02010609060101010101" pitchFamily="49" charset="-122"/>
              </a:rPr>
              <a:t>单向鉴别：</a:t>
            </a:r>
            <a:r>
              <a:rPr lang="zh-CN" altLang="en-US" sz="20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通信双方中只有一方向另一方进行鉴别</a:t>
            </a:r>
            <a:endParaRPr lang="en-US" altLang="zh-CN" sz="20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endParaRPr>
          </a:p>
          <a:p>
            <a:pPr lvl="1">
              <a:lnSpc>
                <a:spcPct val="90000"/>
              </a:lnSpc>
              <a:spcBef>
                <a:spcPct val="30000"/>
              </a:spcBef>
              <a:buClr>
                <a:srgbClr val="D98725"/>
              </a:buClr>
              <a:buSzPct val="75000"/>
              <a:buFont typeface="Wingdings" pitchFamily="2" charset="2"/>
              <a:buChar char="n"/>
              <a:defRPr/>
            </a:pPr>
            <a:r>
              <a:rPr lang="zh-CN" altLang="en-US" sz="2000">
                <a:effectLst>
                  <a:outerShdw blurRad="38100" dist="38100" dir="2700000" algn="tl">
                    <a:srgbClr val="C0C0C0"/>
                  </a:outerShdw>
                </a:effectLst>
                <a:latin typeface="黑体" panose="02010609060101010101" pitchFamily="49" charset="-122"/>
                <a:ea typeface="黑体" panose="02010609060101010101" pitchFamily="49" charset="-122"/>
              </a:rPr>
              <a:t>双向鉴别：</a:t>
            </a:r>
            <a:r>
              <a:rPr lang="zh-CN" altLang="en-US" sz="20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通信双方相互进行鉴别</a:t>
            </a:r>
            <a:endParaRPr lang="en-US" altLang="zh-CN" sz="20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endParaRPr>
          </a:p>
          <a:p>
            <a:pPr lvl="1">
              <a:lnSpc>
                <a:spcPct val="90000"/>
              </a:lnSpc>
              <a:spcBef>
                <a:spcPct val="30000"/>
              </a:spcBef>
              <a:buClr>
                <a:srgbClr val="D98725"/>
              </a:buClr>
              <a:buSzPct val="75000"/>
              <a:buFont typeface="Wingdings" pitchFamily="2" charset="2"/>
              <a:buChar char="n"/>
              <a:defRPr/>
            </a:pPr>
            <a:r>
              <a:rPr lang="zh-CN" altLang="en-US" sz="2000">
                <a:effectLst>
                  <a:outerShdw blurRad="38100" dist="38100" dir="2700000" algn="tl">
                    <a:srgbClr val="C0C0C0"/>
                  </a:outerShdw>
                </a:effectLst>
                <a:latin typeface="黑体" panose="02010609060101010101" pitchFamily="49" charset="-122"/>
                <a:ea typeface="黑体" panose="02010609060101010101" pitchFamily="49" charset="-122"/>
              </a:rPr>
              <a:t>第三方鉴别：</a:t>
            </a:r>
            <a:r>
              <a:rPr lang="zh-CN" altLang="en-US" sz="20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由可信第三方来确认身份</a:t>
            </a:r>
            <a:endParaRPr lang="en-US" altLang="zh-CN" sz="20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endParaRPr>
          </a:p>
          <a:p>
            <a:pPr>
              <a:lnSpc>
                <a:spcPct val="90000"/>
              </a:lnSpc>
              <a:spcBef>
                <a:spcPct val="30000"/>
              </a:spcBef>
              <a:buClr>
                <a:srgbClr val="FF0000"/>
              </a:buClr>
              <a:buSzPct val="75000"/>
              <a:buFont typeface="Wingdings" pitchFamily="2" charset="2"/>
              <a:buChar char="u"/>
              <a:defRPr/>
            </a:pPr>
            <a:r>
              <a:rPr lang="zh-CN" altLang="en-US" sz="2400">
                <a:solidFill>
                  <a:schemeClr val="bg2"/>
                </a:solidFill>
                <a:effectLst>
                  <a:outerShdw blurRad="38100" dist="38100" dir="2700000" algn="tl">
                    <a:srgbClr val="C0C0C0"/>
                  </a:outerShdw>
                </a:effectLst>
                <a:latin typeface="Arial" panose="020B0604020202020204" pitchFamily="34" charset="0"/>
              </a:rPr>
              <a:t>本地鉴别和远程鉴别</a:t>
            </a:r>
            <a:endParaRPr lang="en-US" altLang="zh-CN" sz="2400">
              <a:solidFill>
                <a:schemeClr val="bg2"/>
              </a:solidFill>
              <a:effectLst>
                <a:outerShdw blurRad="38100" dist="38100" dir="2700000" algn="tl">
                  <a:srgbClr val="C0C0C0"/>
                </a:outerShdw>
              </a:effectLst>
              <a:latin typeface="Arial" panose="020B0604020202020204" pitchFamily="34" charset="0"/>
            </a:endParaRPr>
          </a:p>
          <a:p>
            <a:pPr lvl="1">
              <a:lnSpc>
                <a:spcPct val="90000"/>
              </a:lnSpc>
              <a:spcBef>
                <a:spcPct val="30000"/>
              </a:spcBef>
              <a:buClr>
                <a:srgbClr val="D98725"/>
              </a:buClr>
              <a:buSzPct val="75000"/>
              <a:buFont typeface="Wingdings" pitchFamily="2" charset="2"/>
              <a:buChar char="n"/>
              <a:defRPr/>
            </a:pPr>
            <a:r>
              <a:rPr lang="zh-CN" altLang="en-US" sz="2000">
                <a:effectLst>
                  <a:outerShdw blurRad="38100" dist="38100" dir="2700000" algn="tl">
                    <a:srgbClr val="C0C0C0"/>
                  </a:outerShdw>
                </a:effectLst>
                <a:latin typeface="黑体" panose="02010609060101010101" pitchFamily="49" charset="-122"/>
                <a:ea typeface="黑体" panose="02010609060101010101" pitchFamily="49" charset="-122"/>
              </a:rPr>
              <a:t>本地鉴别：</a:t>
            </a:r>
            <a:r>
              <a:rPr lang="zh-CN" altLang="en-US" sz="20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实体在本地环境的初始化鉴别</a:t>
            </a:r>
            <a:endParaRPr lang="en-US" altLang="zh-CN" sz="20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endParaRPr>
          </a:p>
          <a:p>
            <a:pPr lvl="1">
              <a:lnSpc>
                <a:spcPct val="90000"/>
              </a:lnSpc>
              <a:spcBef>
                <a:spcPct val="30000"/>
              </a:spcBef>
              <a:buClr>
                <a:srgbClr val="D98725"/>
              </a:buClr>
              <a:buSzPct val="75000"/>
              <a:buFont typeface="Wingdings" pitchFamily="2" charset="2"/>
              <a:buChar char="n"/>
              <a:defRPr/>
            </a:pPr>
            <a:r>
              <a:rPr lang="zh-CN" altLang="en-US" sz="2000">
                <a:effectLst>
                  <a:outerShdw blurRad="38100" dist="38100" dir="2700000" algn="tl">
                    <a:srgbClr val="C0C0C0"/>
                  </a:outerShdw>
                </a:effectLst>
                <a:latin typeface="黑体" panose="02010609060101010101" pitchFamily="49" charset="-122"/>
                <a:ea typeface="黑体" panose="02010609060101010101" pitchFamily="49" charset="-122"/>
              </a:rPr>
              <a:t>远程鉴别：</a:t>
            </a:r>
            <a:r>
              <a:rPr lang="zh-CN" altLang="en-US" sz="20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连接远程设备的实体鉴别</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CB48AB49-8B61-7F45-B3A3-F2730AB684DE}"/>
              </a:ext>
            </a:extLst>
          </p:cNvPr>
          <p:cNvSpPr txBox="1">
            <a:spLocks noChangeArrowheads="1"/>
          </p:cNvSpPr>
          <p:nvPr/>
        </p:nvSpPr>
        <p:spPr bwMode="auto">
          <a:xfrm>
            <a:off x="990600" y="1752600"/>
            <a:ext cx="6729413" cy="3352800"/>
          </a:xfrm>
          <a:prstGeom prst="rect">
            <a:avLst/>
          </a:prstGeom>
          <a:solidFill>
            <a:srgbClr val="FFFFFF"/>
          </a:solidFill>
          <a:ln>
            <a:solidFill>
              <a:srgbClr val="FFFFFF"/>
            </a:solidFill>
            <a:miter lim="800000"/>
          </a:ln>
        </p:spPr>
        <p:txBody>
          <a:bodyPr/>
          <a:lstStyle>
            <a:lvl1pPr marL="571500" indent="-571500">
              <a:defRPr sz="4800" b="1">
                <a:solidFill>
                  <a:srgbClr val="FF0000"/>
                </a:solidFill>
                <a:latin typeface="隶书" pitchFamily="49" charset="-122"/>
                <a:ea typeface="隶书" pitchFamily="49" charset="-122"/>
              </a:defRPr>
            </a:lvl1pPr>
            <a:lvl2pPr marL="1028700" indent="-455613">
              <a:defRPr sz="4800" b="1">
                <a:solidFill>
                  <a:srgbClr val="FF0000"/>
                </a:solidFill>
                <a:latin typeface="隶书" pitchFamily="49" charset="-122"/>
                <a:ea typeface="隶书" pitchFamily="49" charset="-122"/>
              </a:defRPr>
            </a:lvl2pPr>
            <a:lvl3pPr>
              <a:defRPr sz="4800" b="1">
                <a:solidFill>
                  <a:srgbClr val="FF0000"/>
                </a:solidFill>
                <a:latin typeface="隶书" pitchFamily="49" charset="-122"/>
                <a:ea typeface="隶书" pitchFamily="49" charset="-122"/>
              </a:defRPr>
            </a:lvl3pPr>
            <a:lvl4pPr>
              <a:defRPr sz="4800" b="1">
                <a:solidFill>
                  <a:srgbClr val="FF0000"/>
                </a:solidFill>
                <a:latin typeface="隶书" pitchFamily="49" charset="-122"/>
                <a:ea typeface="隶书" pitchFamily="49" charset="-122"/>
              </a:defRPr>
            </a:lvl4pPr>
            <a:lvl5pPr>
              <a:defRPr sz="4800" b="1">
                <a:solidFill>
                  <a:srgbClr val="FF0000"/>
                </a:solidFill>
                <a:latin typeface="隶书" pitchFamily="49" charset="-122"/>
                <a:ea typeface="隶书" pitchFamily="49" charset="-122"/>
              </a:defRPr>
            </a:lvl5pPr>
            <a:lvl6pPr fontAlgn="base">
              <a:spcBef>
                <a:spcPct val="0"/>
              </a:spcBef>
              <a:spcAft>
                <a:spcPct val="0"/>
              </a:spcAft>
              <a:defRPr sz="4800" b="1">
                <a:solidFill>
                  <a:srgbClr val="FF0000"/>
                </a:solidFill>
                <a:latin typeface="隶书" pitchFamily="49" charset="-122"/>
                <a:ea typeface="隶书" pitchFamily="49" charset="-122"/>
              </a:defRPr>
            </a:lvl6pPr>
            <a:lvl7pPr fontAlgn="base">
              <a:spcBef>
                <a:spcPct val="0"/>
              </a:spcBef>
              <a:spcAft>
                <a:spcPct val="0"/>
              </a:spcAft>
              <a:defRPr sz="4800" b="1">
                <a:solidFill>
                  <a:srgbClr val="FF0000"/>
                </a:solidFill>
                <a:latin typeface="隶书" pitchFamily="49" charset="-122"/>
                <a:ea typeface="隶书" pitchFamily="49" charset="-122"/>
              </a:defRPr>
            </a:lvl7pPr>
            <a:lvl8pPr fontAlgn="base">
              <a:spcBef>
                <a:spcPct val="0"/>
              </a:spcBef>
              <a:spcAft>
                <a:spcPct val="0"/>
              </a:spcAft>
              <a:defRPr sz="4800" b="1">
                <a:solidFill>
                  <a:srgbClr val="FF0000"/>
                </a:solidFill>
                <a:latin typeface="隶书" pitchFamily="49" charset="-122"/>
                <a:ea typeface="隶书" pitchFamily="49" charset="-122"/>
              </a:defRPr>
            </a:lvl8pPr>
            <a:lvl9pPr fontAlgn="base">
              <a:spcBef>
                <a:spcPct val="0"/>
              </a:spcBef>
              <a:spcAft>
                <a:spcPct val="0"/>
              </a:spcAft>
              <a:defRPr sz="4800" b="1">
                <a:solidFill>
                  <a:srgbClr val="FF0000"/>
                </a:solidFill>
                <a:latin typeface="隶书" pitchFamily="49" charset="-122"/>
                <a:ea typeface="隶书" pitchFamily="49" charset="-122"/>
              </a:defRPr>
            </a:lvl9pPr>
          </a:lstStyle>
          <a:p>
            <a:pPr eaLnBrk="1" hangingPunct="1">
              <a:lnSpc>
                <a:spcPct val="90000"/>
              </a:lnSpc>
              <a:spcBef>
                <a:spcPct val="30000"/>
              </a:spcBef>
              <a:buClr>
                <a:srgbClr val="FF0000"/>
              </a:buClr>
              <a:buSzPct val="75000"/>
              <a:buFont typeface="Wingdings" pitchFamily="2" charset="2"/>
              <a:buChar char="u"/>
              <a:defRPr/>
            </a:pPr>
            <a:r>
              <a:rPr lang="zh-CN" altLang="en-US" sz="2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非密码的鉴别机制</a:t>
            </a:r>
          </a:p>
          <a:p>
            <a:pPr eaLnBrk="1" hangingPunct="1">
              <a:lnSpc>
                <a:spcPct val="90000"/>
              </a:lnSpc>
              <a:spcBef>
                <a:spcPct val="30000"/>
              </a:spcBef>
              <a:buClr>
                <a:srgbClr val="FF0000"/>
              </a:buClr>
              <a:buSzPct val="75000"/>
              <a:buFont typeface="Wingdings" pitchFamily="2" charset="2"/>
              <a:buChar char="u"/>
              <a:defRPr/>
            </a:pPr>
            <a:r>
              <a:rPr lang="zh-CN" altLang="en-US" sz="2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基于密码算法的鉴别</a:t>
            </a:r>
          </a:p>
          <a:p>
            <a:pPr lvl="1" eaLnBrk="1" hangingPunct="1">
              <a:lnSpc>
                <a:spcPct val="90000"/>
              </a:lnSpc>
              <a:spcBef>
                <a:spcPct val="30000"/>
              </a:spcBef>
              <a:buClr>
                <a:srgbClr val="D98725"/>
              </a:buClr>
              <a:buSzPct val="75000"/>
              <a:buFont typeface="Wingdings" pitchFamily="2" charset="2"/>
              <a:buChar char="n"/>
              <a:defRPr/>
            </a:pPr>
            <a:r>
              <a:rPr lang="zh-CN" altLang="en-US" sz="20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采用对称密码算法的机制</a:t>
            </a:r>
          </a:p>
          <a:p>
            <a:pPr lvl="1" eaLnBrk="1" hangingPunct="1">
              <a:lnSpc>
                <a:spcPct val="90000"/>
              </a:lnSpc>
              <a:spcBef>
                <a:spcPct val="30000"/>
              </a:spcBef>
              <a:buClr>
                <a:srgbClr val="D98725"/>
              </a:buClr>
              <a:buSzPct val="75000"/>
              <a:buFont typeface="Wingdings" pitchFamily="2" charset="2"/>
              <a:buChar char="n"/>
              <a:defRPr/>
            </a:pPr>
            <a:r>
              <a:rPr lang="zh-CN" altLang="en-US" sz="20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采用公开密码算法的机制</a:t>
            </a:r>
          </a:p>
          <a:p>
            <a:pPr lvl="1" eaLnBrk="1" hangingPunct="1">
              <a:lnSpc>
                <a:spcPct val="90000"/>
              </a:lnSpc>
              <a:spcBef>
                <a:spcPct val="30000"/>
              </a:spcBef>
              <a:buClr>
                <a:srgbClr val="D98725"/>
              </a:buClr>
              <a:buSzPct val="75000"/>
              <a:buFont typeface="Wingdings" pitchFamily="2" charset="2"/>
              <a:buChar char="n"/>
              <a:defRPr/>
            </a:pPr>
            <a:r>
              <a:rPr lang="zh-CN" altLang="en-US" sz="20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采用密码校验函数的机制</a:t>
            </a:r>
          </a:p>
          <a:p>
            <a:pPr eaLnBrk="1" hangingPunct="1">
              <a:lnSpc>
                <a:spcPct val="90000"/>
              </a:lnSpc>
              <a:spcBef>
                <a:spcPct val="30000"/>
              </a:spcBef>
              <a:buClr>
                <a:srgbClr val="FF0000"/>
              </a:buClr>
              <a:buSzPct val="75000"/>
              <a:buFont typeface="Wingdings" pitchFamily="2" charset="2"/>
              <a:buChar char="u"/>
              <a:defRPr/>
            </a:pPr>
            <a:r>
              <a:rPr lang="zh-CN" altLang="en-US" sz="2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零知识证明协议</a:t>
            </a:r>
          </a:p>
          <a:p>
            <a:pPr eaLnBrk="1" hangingPunct="1">
              <a:lnSpc>
                <a:spcPct val="90000"/>
              </a:lnSpc>
              <a:spcBef>
                <a:spcPct val="30000"/>
              </a:spcBef>
              <a:buClr>
                <a:schemeClr val="tx2"/>
              </a:buClr>
              <a:buSzPct val="75000"/>
              <a:buFont typeface="Wingdings" pitchFamily="2" charset="2"/>
              <a:buChar char="l"/>
              <a:defRPr/>
            </a:pPr>
            <a:endParaRPr lang="zh-CN" altLang="en-US" sz="2800">
              <a:solidFill>
                <a:schemeClr val="bg2"/>
              </a:solidFill>
              <a:effectLst>
                <a:outerShdw blurRad="38100" dist="38100" dir="2700000" algn="tl">
                  <a:srgbClr val="C0C0C0"/>
                </a:outerShdw>
              </a:effectLst>
              <a:latin typeface="Arial" panose="020B0604020202020204" pitchFamily="34" charset="0"/>
              <a:ea typeface="宋体" panose="02010600030101010101" pitchFamily="2" charset="-122"/>
            </a:endParaRPr>
          </a:p>
          <a:p>
            <a:pPr eaLnBrk="1" hangingPunct="1">
              <a:lnSpc>
                <a:spcPct val="90000"/>
              </a:lnSpc>
              <a:spcBef>
                <a:spcPct val="30000"/>
              </a:spcBef>
              <a:buClr>
                <a:schemeClr val="tx2"/>
              </a:buClr>
              <a:buSzPct val="75000"/>
              <a:buFont typeface="Wingdings" pitchFamily="2" charset="2"/>
              <a:buChar char="l"/>
              <a:defRPr/>
            </a:pPr>
            <a:endParaRPr lang="zh-CN" altLang="en-US" sz="2800">
              <a:solidFill>
                <a:schemeClr val="bg2"/>
              </a:solidFill>
              <a:effectLst>
                <a:outerShdw blurRad="38100" dist="38100" dir="2700000" algn="tl">
                  <a:srgbClr val="C0C0C0"/>
                </a:outerShdw>
              </a:effectLst>
              <a:latin typeface="Arial" panose="020B0604020202020204" pitchFamily="34" charset="0"/>
              <a:ea typeface="宋体" panose="02010600030101010101" pitchFamily="2" charset="-122"/>
            </a:endParaRPr>
          </a:p>
        </p:txBody>
      </p:sp>
      <p:sp>
        <p:nvSpPr>
          <p:cNvPr id="3" name="矩形 2">
            <a:extLst>
              <a:ext uri="{FF2B5EF4-FFF2-40B4-BE49-F238E27FC236}">
                <a16:creationId xmlns:a16="http://schemas.microsoft.com/office/drawing/2014/main" id="{E8D8CC6A-E03C-444A-9062-C1428490881C}"/>
              </a:ext>
            </a:extLst>
          </p:cNvPr>
          <p:cNvSpPr/>
          <p:nvPr/>
        </p:nvSpPr>
        <p:spPr>
          <a:xfrm>
            <a:off x="533400" y="914400"/>
            <a:ext cx="1627188" cy="479425"/>
          </a:xfrm>
          <a:prstGeom prst="rect">
            <a:avLst/>
          </a:prstGeom>
        </p:spPr>
        <p:txBody>
          <a:bodyPr wrap="none">
            <a:spAutoFit/>
          </a:bodyPr>
          <a:lstStyle/>
          <a:p>
            <a:pPr eaLnBrk="1" hangingPunct="1">
              <a:lnSpc>
                <a:spcPct val="90000"/>
              </a:lnSpc>
              <a:defRPr/>
            </a:pPr>
            <a:r>
              <a:rPr lang="zh-CN" altLang="en-US" sz="2800">
                <a:effectLst>
                  <a:outerShdw blurRad="38100" dist="38100" dir="2700000" algn="tl">
                    <a:srgbClr val="C0C0C0"/>
                  </a:outerShdw>
                </a:effectLst>
                <a:latin typeface="黑体" panose="02010609060101010101" pitchFamily="49" charset="-122"/>
                <a:ea typeface="黑体" panose="02010609060101010101" pitchFamily="49" charset="-122"/>
              </a:rPr>
              <a:t>鉴别机制</a:t>
            </a:r>
          </a:p>
        </p:txBody>
      </p:sp>
      <p:pic>
        <p:nvPicPr>
          <p:cNvPr id="97283" name="图片 4">
            <a:extLst>
              <a:ext uri="{FF2B5EF4-FFF2-40B4-BE49-F238E27FC236}">
                <a16:creationId xmlns:a16="http://schemas.microsoft.com/office/drawing/2014/main" id="{DA2BD986-FBC1-0940-8677-F30E4DF94C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67400" y="3276600"/>
            <a:ext cx="2895600"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4DBE2BA-E029-5B46-90A0-B1FB4020D601}"/>
              </a:ext>
            </a:extLst>
          </p:cNvPr>
          <p:cNvSpPr/>
          <p:nvPr/>
        </p:nvSpPr>
        <p:spPr>
          <a:xfrm>
            <a:off x="533400" y="838200"/>
            <a:ext cx="3070225" cy="479425"/>
          </a:xfrm>
          <a:prstGeom prst="rect">
            <a:avLst/>
          </a:prstGeom>
        </p:spPr>
        <p:txBody>
          <a:bodyPr wrap="none">
            <a:spAutoFit/>
          </a:bodyPr>
          <a:lstStyle/>
          <a:p>
            <a:pPr eaLnBrk="1" hangingPunct="1">
              <a:lnSpc>
                <a:spcPct val="90000"/>
              </a:lnSpc>
              <a:buClr>
                <a:srgbClr val="FF0000"/>
              </a:buClr>
              <a:defRPr/>
            </a:pPr>
            <a:r>
              <a:rPr lang="zh-CN" altLang="en-US" sz="2800">
                <a:effectLst>
                  <a:outerShdw blurRad="38100" dist="38100" dir="2700000" algn="tl">
                    <a:srgbClr val="C0C0C0"/>
                  </a:outerShdw>
                </a:effectLst>
                <a:latin typeface="黑体" panose="02010609060101010101" pitchFamily="49" charset="-122"/>
                <a:ea typeface="黑体" panose="02010609060101010101" pitchFamily="49" charset="-122"/>
              </a:rPr>
              <a:t>非密码的鉴别机制</a:t>
            </a:r>
          </a:p>
        </p:txBody>
      </p:sp>
      <p:sp>
        <p:nvSpPr>
          <p:cNvPr id="3" name="内容占位符 2">
            <a:extLst>
              <a:ext uri="{FF2B5EF4-FFF2-40B4-BE49-F238E27FC236}">
                <a16:creationId xmlns:a16="http://schemas.microsoft.com/office/drawing/2014/main" id="{DB0F25E6-117E-2546-8F51-A623D1ABDFCB}"/>
              </a:ext>
            </a:extLst>
          </p:cNvPr>
          <p:cNvSpPr txBox="1">
            <a:spLocks noChangeArrowheads="1"/>
          </p:cNvSpPr>
          <p:nvPr/>
        </p:nvSpPr>
        <p:spPr>
          <a:xfrm>
            <a:off x="762000" y="1676400"/>
            <a:ext cx="8763000" cy="3886200"/>
          </a:xfrm>
          <a:prstGeom prst="rect">
            <a:avLst/>
          </a:prstGeom>
        </p:spPr>
        <p:txBody>
          <a:bodyPr/>
          <a:lstStyle>
            <a:lvl1pPr marL="571500" indent="-571500">
              <a:defRPr sz="4800" b="1">
                <a:solidFill>
                  <a:srgbClr val="FF0000"/>
                </a:solidFill>
                <a:latin typeface="隶书" pitchFamily="49" charset="-122"/>
                <a:ea typeface="隶书" pitchFamily="49" charset="-122"/>
              </a:defRPr>
            </a:lvl1pPr>
            <a:lvl2pPr marL="800100" indent="-342900">
              <a:defRPr sz="4800" b="1">
                <a:solidFill>
                  <a:srgbClr val="FF0000"/>
                </a:solidFill>
                <a:latin typeface="隶书" pitchFamily="49" charset="-122"/>
                <a:ea typeface="隶书" pitchFamily="49" charset="-122"/>
              </a:defRPr>
            </a:lvl2pPr>
            <a:lvl3pPr>
              <a:defRPr sz="4800" b="1">
                <a:solidFill>
                  <a:srgbClr val="FF0000"/>
                </a:solidFill>
                <a:latin typeface="隶书" pitchFamily="49" charset="-122"/>
                <a:ea typeface="隶书" pitchFamily="49" charset="-122"/>
              </a:defRPr>
            </a:lvl3pPr>
            <a:lvl4pPr>
              <a:defRPr sz="4800" b="1">
                <a:solidFill>
                  <a:srgbClr val="FF0000"/>
                </a:solidFill>
                <a:latin typeface="隶书" pitchFamily="49" charset="-122"/>
                <a:ea typeface="隶书" pitchFamily="49" charset="-122"/>
              </a:defRPr>
            </a:lvl4pPr>
            <a:lvl5pPr>
              <a:defRPr sz="4800" b="1">
                <a:solidFill>
                  <a:srgbClr val="FF0000"/>
                </a:solidFill>
                <a:latin typeface="隶书" pitchFamily="49" charset="-122"/>
                <a:ea typeface="隶书" pitchFamily="49" charset="-122"/>
              </a:defRPr>
            </a:lvl5pPr>
            <a:lvl6pPr fontAlgn="base">
              <a:spcBef>
                <a:spcPct val="0"/>
              </a:spcBef>
              <a:spcAft>
                <a:spcPct val="0"/>
              </a:spcAft>
              <a:defRPr sz="4800" b="1">
                <a:solidFill>
                  <a:srgbClr val="FF0000"/>
                </a:solidFill>
                <a:latin typeface="隶书" pitchFamily="49" charset="-122"/>
                <a:ea typeface="隶书" pitchFamily="49" charset="-122"/>
              </a:defRPr>
            </a:lvl6pPr>
            <a:lvl7pPr fontAlgn="base">
              <a:spcBef>
                <a:spcPct val="0"/>
              </a:spcBef>
              <a:spcAft>
                <a:spcPct val="0"/>
              </a:spcAft>
              <a:defRPr sz="4800" b="1">
                <a:solidFill>
                  <a:srgbClr val="FF0000"/>
                </a:solidFill>
                <a:latin typeface="隶书" pitchFamily="49" charset="-122"/>
                <a:ea typeface="隶书" pitchFamily="49" charset="-122"/>
              </a:defRPr>
            </a:lvl7pPr>
            <a:lvl8pPr fontAlgn="base">
              <a:spcBef>
                <a:spcPct val="0"/>
              </a:spcBef>
              <a:spcAft>
                <a:spcPct val="0"/>
              </a:spcAft>
              <a:defRPr sz="4800" b="1">
                <a:solidFill>
                  <a:srgbClr val="FF0000"/>
                </a:solidFill>
                <a:latin typeface="隶书" pitchFamily="49" charset="-122"/>
                <a:ea typeface="隶书" pitchFamily="49" charset="-122"/>
              </a:defRPr>
            </a:lvl8pPr>
            <a:lvl9pPr fontAlgn="base">
              <a:spcBef>
                <a:spcPct val="0"/>
              </a:spcBef>
              <a:spcAft>
                <a:spcPct val="0"/>
              </a:spcAft>
              <a:defRPr sz="4800" b="1">
                <a:solidFill>
                  <a:srgbClr val="FF0000"/>
                </a:solidFill>
                <a:latin typeface="隶书" pitchFamily="49" charset="-122"/>
                <a:ea typeface="隶书" pitchFamily="49" charset="-122"/>
              </a:defRPr>
            </a:lvl9pPr>
          </a:lstStyle>
          <a:p>
            <a:pPr>
              <a:lnSpc>
                <a:spcPct val="90000"/>
              </a:lnSpc>
              <a:spcBef>
                <a:spcPct val="30000"/>
              </a:spcBef>
              <a:buClr>
                <a:schemeClr val="bg2"/>
              </a:buClr>
              <a:buSzPct val="75000"/>
              <a:buFont typeface="Wingdings" pitchFamily="2" charset="2"/>
              <a:buChar char="u"/>
              <a:defRPr/>
            </a:pPr>
            <a:r>
              <a:rPr lang="zh-CN" altLang="en-US" sz="2400">
                <a:solidFill>
                  <a:schemeClr val="bg2"/>
                </a:solidFill>
                <a:effectLst>
                  <a:outerShdw blurRad="38100" dist="38100" dir="2700000" algn="tl">
                    <a:srgbClr val="C0C0C0"/>
                  </a:outerShdw>
                </a:effectLst>
                <a:latin typeface="Arial" panose="020B0604020202020204" pitchFamily="34" charset="0"/>
              </a:rPr>
              <a:t>基于你所</a:t>
            </a:r>
            <a:r>
              <a:rPr lang="zh-CN" altLang="en-US" sz="2800">
                <a:effectLst>
                  <a:outerShdw blurRad="38100" dist="38100" dir="2700000" algn="tl">
                    <a:srgbClr val="C0C0C0"/>
                  </a:outerShdw>
                </a:effectLst>
                <a:latin typeface="Arial" panose="020B0604020202020204" pitchFamily="34" charset="0"/>
              </a:rPr>
              <a:t>知道</a:t>
            </a:r>
            <a:r>
              <a:rPr lang="zh-CN" altLang="en-US" sz="2400">
                <a:solidFill>
                  <a:schemeClr val="bg2"/>
                </a:solidFill>
                <a:effectLst>
                  <a:outerShdw blurRad="38100" dist="38100" dir="2700000" algn="tl">
                    <a:srgbClr val="C0C0C0"/>
                  </a:outerShdw>
                </a:effectLst>
                <a:latin typeface="Arial" panose="020B0604020202020204" pitchFamily="34" charset="0"/>
              </a:rPr>
              <a:t>的（</a:t>
            </a:r>
            <a:r>
              <a:rPr lang="en-US" altLang="zh-CN" sz="2400">
                <a:solidFill>
                  <a:schemeClr val="bg2"/>
                </a:solidFill>
                <a:effectLst>
                  <a:outerShdw blurRad="38100" dist="38100" dir="2700000" algn="tl">
                    <a:srgbClr val="C0C0C0"/>
                  </a:outerShdw>
                </a:effectLst>
                <a:latin typeface="Arial" panose="020B0604020202020204" pitchFamily="34" charset="0"/>
              </a:rPr>
              <a:t>What you know </a:t>
            </a:r>
            <a:r>
              <a:rPr lang="zh-CN" altLang="en-US" sz="2400">
                <a:solidFill>
                  <a:schemeClr val="bg2"/>
                </a:solidFill>
                <a:effectLst>
                  <a:outerShdw blurRad="38100" dist="38100" dir="2700000" algn="tl">
                    <a:srgbClr val="C0C0C0"/>
                  </a:outerShdw>
                </a:effectLst>
                <a:latin typeface="Arial" panose="020B0604020202020204" pitchFamily="34" charset="0"/>
              </a:rPr>
              <a:t>）</a:t>
            </a:r>
          </a:p>
          <a:p>
            <a:pPr lvl="1">
              <a:lnSpc>
                <a:spcPct val="90000"/>
              </a:lnSpc>
              <a:spcBef>
                <a:spcPct val="30000"/>
              </a:spcBef>
              <a:buClr>
                <a:srgbClr val="2C6993"/>
              </a:buClr>
              <a:buSzPct val="75000"/>
              <a:buFont typeface="Wingdings" pitchFamily="2" charset="2"/>
              <a:buChar char="u"/>
              <a:defRPr/>
            </a:pPr>
            <a:r>
              <a:rPr lang="zh-CN" altLang="en-US" sz="2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知识、口令、密码</a:t>
            </a:r>
          </a:p>
          <a:p>
            <a:pPr>
              <a:lnSpc>
                <a:spcPct val="90000"/>
              </a:lnSpc>
              <a:spcBef>
                <a:spcPct val="30000"/>
              </a:spcBef>
              <a:buClr>
                <a:schemeClr val="bg2"/>
              </a:buClr>
              <a:buSzPct val="75000"/>
              <a:buFont typeface="Wingdings" pitchFamily="2" charset="2"/>
              <a:buChar char="u"/>
              <a:defRPr/>
            </a:pPr>
            <a:r>
              <a:rPr lang="zh-CN" altLang="en-US" sz="2400">
                <a:solidFill>
                  <a:schemeClr val="bg2"/>
                </a:solidFill>
                <a:effectLst>
                  <a:outerShdw blurRad="38100" dist="38100" dir="2700000" algn="tl">
                    <a:srgbClr val="C0C0C0"/>
                  </a:outerShdw>
                </a:effectLst>
                <a:latin typeface="Arial" panose="020B0604020202020204" pitchFamily="34" charset="0"/>
              </a:rPr>
              <a:t>基于你所</a:t>
            </a:r>
            <a:r>
              <a:rPr lang="zh-CN" altLang="en-US" sz="2800">
                <a:effectLst>
                  <a:outerShdw blurRad="38100" dist="38100" dir="2700000" algn="tl">
                    <a:srgbClr val="C0C0C0"/>
                  </a:outerShdw>
                </a:effectLst>
                <a:latin typeface="Arial" panose="020B0604020202020204" pitchFamily="34" charset="0"/>
              </a:rPr>
              <a:t>拥有</a:t>
            </a:r>
            <a:r>
              <a:rPr lang="zh-CN" altLang="en-US" sz="2400">
                <a:solidFill>
                  <a:schemeClr val="bg2"/>
                </a:solidFill>
                <a:effectLst>
                  <a:outerShdw blurRad="38100" dist="38100" dir="2700000" algn="tl">
                    <a:srgbClr val="C0C0C0"/>
                  </a:outerShdw>
                </a:effectLst>
                <a:latin typeface="Arial" panose="020B0604020202020204" pitchFamily="34" charset="0"/>
              </a:rPr>
              <a:t>的（</a:t>
            </a:r>
            <a:r>
              <a:rPr lang="en-US" altLang="zh-CN" sz="2400">
                <a:solidFill>
                  <a:schemeClr val="bg2"/>
                </a:solidFill>
                <a:effectLst>
                  <a:outerShdw blurRad="38100" dist="38100" dir="2700000" algn="tl">
                    <a:srgbClr val="C0C0C0"/>
                  </a:outerShdw>
                </a:effectLst>
                <a:latin typeface="Arial" panose="020B0604020202020204" pitchFamily="34" charset="0"/>
              </a:rPr>
              <a:t>What you have </a:t>
            </a:r>
            <a:r>
              <a:rPr lang="zh-CN" altLang="en-US" sz="2400">
                <a:solidFill>
                  <a:schemeClr val="bg2"/>
                </a:solidFill>
                <a:effectLst>
                  <a:outerShdw blurRad="38100" dist="38100" dir="2700000" algn="tl">
                    <a:srgbClr val="C0C0C0"/>
                  </a:outerShdw>
                </a:effectLst>
                <a:latin typeface="Arial" panose="020B0604020202020204" pitchFamily="34" charset="0"/>
              </a:rPr>
              <a:t>）</a:t>
            </a:r>
          </a:p>
          <a:p>
            <a:pPr lvl="1">
              <a:lnSpc>
                <a:spcPct val="90000"/>
              </a:lnSpc>
              <a:spcBef>
                <a:spcPct val="30000"/>
              </a:spcBef>
              <a:buClr>
                <a:srgbClr val="2C6993"/>
              </a:buClr>
              <a:buSzPct val="75000"/>
              <a:buFont typeface="Wingdings" pitchFamily="2" charset="2"/>
              <a:buChar char="u"/>
              <a:defRPr/>
            </a:pPr>
            <a:r>
              <a:rPr lang="zh-CN" altLang="en-US" sz="2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身份证、信用卡、钥匙、智能卡、令牌等</a:t>
            </a:r>
          </a:p>
          <a:p>
            <a:pPr>
              <a:lnSpc>
                <a:spcPct val="90000"/>
              </a:lnSpc>
              <a:spcBef>
                <a:spcPct val="30000"/>
              </a:spcBef>
              <a:buClr>
                <a:schemeClr val="bg2"/>
              </a:buClr>
              <a:buSzPct val="75000"/>
              <a:buFont typeface="Wingdings" pitchFamily="2" charset="2"/>
              <a:buChar char="u"/>
              <a:defRPr/>
            </a:pPr>
            <a:r>
              <a:rPr lang="zh-CN" altLang="en-US" sz="2400">
                <a:solidFill>
                  <a:schemeClr val="bg2"/>
                </a:solidFill>
                <a:effectLst>
                  <a:outerShdw blurRad="38100" dist="38100" dir="2700000" algn="tl">
                    <a:srgbClr val="C0C0C0"/>
                  </a:outerShdw>
                </a:effectLst>
                <a:latin typeface="Arial" panose="020B0604020202020204" pitchFamily="34" charset="0"/>
              </a:rPr>
              <a:t>基于你的</a:t>
            </a:r>
            <a:r>
              <a:rPr lang="zh-CN" altLang="en-US" sz="2800">
                <a:effectLst>
                  <a:outerShdw blurRad="38100" dist="38100" dir="2700000" algn="tl">
                    <a:srgbClr val="C0C0C0"/>
                  </a:outerShdw>
                </a:effectLst>
                <a:latin typeface="Arial" panose="020B0604020202020204" pitchFamily="34" charset="0"/>
              </a:rPr>
              <a:t>个人特征</a:t>
            </a:r>
            <a:r>
              <a:rPr lang="zh-CN" altLang="en-US" sz="2400">
                <a:solidFill>
                  <a:schemeClr val="bg2"/>
                </a:solidFill>
                <a:effectLst>
                  <a:outerShdw blurRad="38100" dist="38100" dir="2700000" algn="tl">
                    <a:srgbClr val="C0C0C0"/>
                  </a:outerShdw>
                </a:effectLst>
                <a:latin typeface="Arial" panose="020B0604020202020204" pitchFamily="34" charset="0"/>
              </a:rPr>
              <a:t>（</a:t>
            </a:r>
            <a:r>
              <a:rPr lang="en-US" altLang="zh-CN" sz="2400">
                <a:solidFill>
                  <a:schemeClr val="bg2"/>
                </a:solidFill>
                <a:effectLst>
                  <a:outerShdw blurRad="38100" dist="38100" dir="2700000" algn="tl">
                    <a:srgbClr val="C0C0C0"/>
                  </a:outerShdw>
                </a:effectLst>
                <a:latin typeface="Arial" panose="020B0604020202020204" pitchFamily="34" charset="0"/>
              </a:rPr>
              <a:t>What you are</a:t>
            </a:r>
            <a:r>
              <a:rPr lang="zh-CN" altLang="en-US" sz="2400">
                <a:solidFill>
                  <a:schemeClr val="bg2"/>
                </a:solidFill>
                <a:effectLst>
                  <a:outerShdw blurRad="38100" dist="38100" dir="2700000" algn="tl">
                    <a:srgbClr val="C0C0C0"/>
                  </a:outerShdw>
                </a:effectLst>
                <a:latin typeface="Arial" panose="020B0604020202020204" pitchFamily="34" charset="0"/>
              </a:rPr>
              <a:t>）</a:t>
            </a:r>
          </a:p>
          <a:p>
            <a:pPr lvl="1">
              <a:lnSpc>
                <a:spcPct val="90000"/>
              </a:lnSpc>
              <a:spcBef>
                <a:spcPct val="30000"/>
              </a:spcBef>
              <a:buClr>
                <a:srgbClr val="2C6993"/>
              </a:buClr>
              <a:buSzPct val="75000"/>
              <a:buFont typeface="Wingdings" pitchFamily="2" charset="2"/>
              <a:buChar char="u"/>
              <a:defRPr/>
            </a:pPr>
            <a:r>
              <a:rPr lang="zh-CN" altLang="en-US" sz="2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指纹，笔迹，声音，手型，脸型，视网膜，虹膜</a:t>
            </a:r>
          </a:p>
          <a:p>
            <a:pPr>
              <a:lnSpc>
                <a:spcPct val="90000"/>
              </a:lnSpc>
              <a:spcBef>
                <a:spcPct val="30000"/>
              </a:spcBef>
              <a:buClr>
                <a:schemeClr val="bg2"/>
              </a:buClr>
              <a:buSzPct val="75000"/>
              <a:buFont typeface="Wingdings" pitchFamily="2" charset="2"/>
              <a:buChar char="u"/>
              <a:defRPr/>
            </a:pPr>
            <a:r>
              <a:rPr lang="zh-CN" altLang="en-US" sz="2400">
                <a:solidFill>
                  <a:schemeClr val="bg2"/>
                </a:solidFill>
                <a:effectLst>
                  <a:outerShdw blurRad="38100" dist="38100" dir="2700000" algn="tl">
                    <a:srgbClr val="C0C0C0"/>
                  </a:outerShdw>
                </a:effectLst>
                <a:latin typeface="Arial" panose="020B0604020202020204" pitchFamily="34" charset="0"/>
              </a:rPr>
              <a:t>双因素、多因素认证</a:t>
            </a:r>
            <a:endParaRPr lang="en-US" altLang="zh-CN" sz="2400">
              <a:solidFill>
                <a:schemeClr val="bg2"/>
              </a:solidFill>
              <a:effectLst>
                <a:outerShdw blurRad="38100" dist="38100" dir="2700000" algn="tl">
                  <a:srgbClr val="C0C0C0"/>
                </a:outerShdw>
              </a:effectLst>
              <a:latin typeface="Arial" panose="020B0604020202020204" pitchFamily="34" charset="0"/>
            </a:endParaRPr>
          </a:p>
          <a:p>
            <a:pPr>
              <a:lnSpc>
                <a:spcPct val="90000"/>
              </a:lnSpc>
              <a:spcBef>
                <a:spcPct val="30000"/>
              </a:spcBef>
              <a:buClr>
                <a:schemeClr val="bg2"/>
              </a:buClr>
              <a:buSzPct val="75000"/>
              <a:buFont typeface="Wingdings" pitchFamily="2" charset="2"/>
              <a:buChar char="u"/>
              <a:defRPr/>
            </a:pPr>
            <a:endParaRPr lang="zh-CN" altLang="en-US" sz="2400">
              <a:solidFill>
                <a:schemeClr val="bg2"/>
              </a:solidFill>
              <a:effectLst>
                <a:outerShdw blurRad="38100" dist="38100" dir="2700000" algn="tl">
                  <a:srgbClr val="C0C0C0"/>
                </a:outerShdw>
              </a:effectLst>
              <a:latin typeface="Arial" panose="020B0604020202020204" pitchFamily="34" charset="0"/>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A500883B-2BDA-684A-B904-FA97E96BBA88}"/>
              </a:ext>
            </a:extLst>
          </p:cNvPr>
          <p:cNvSpPr txBox="1">
            <a:spLocks noChangeArrowheads="1"/>
          </p:cNvSpPr>
          <p:nvPr/>
        </p:nvSpPr>
        <p:spPr>
          <a:xfrm>
            <a:off x="685800" y="914400"/>
            <a:ext cx="3810000" cy="533400"/>
          </a:xfrm>
          <a:prstGeom prst="rect">
            <a:avLst/>
          </a:prstGeom>
        </p:spPr>
        <p:txBody>
          <a:bodyPr/>
          <a:lstStyle/>
          <a:p>
            <a:pPr eaLnBrk="1" hangingPunct="1">
              <a:lnSpc>
                <a:spcPct val="90000"/>
              </a:lnSpc>
              <a:defRPr/>
            </a:pPr>
            <a:r>
              <a:rPr lang="zh-CN" altLang="en-US" sz="2800">
                <a:effectLst>
                  <a:outerShdw blurRad="38100" dist="38100" dir="2700000" algn="tl">
                    <a:srgbClr val="C0C0C0"/>
                  </a:outerShdw>
                </a:effectLst>
                <a:latin typeface="黑体" panose="02010609060101010101" pitchFamily="49" charset="-122"/>
                <a:ea typeface="黑体" panose="02010609060101010101" pitchFamily="49" charset="-122"/>
              </a:rPr>
              <a:t>鉴别和认证</a:t>
            </a:r>
          </a:p>
        </p:txBody>
      </p:sp>
      <p:sp>
        <p:nvSpPr>
          <p:cNvPr id="3" name="Rectangle 3">
            <a:extLst>
              <a:ext uri="{FF2B5EF4-FFF2-40B4-BE49-F238E27FC236}">
                <a16:creationId xmlns:a16="http://schemas.microsoft.com/office/drawing/2014/main" id="{274DF280-E470-B245-8C7D-1EC3F1612CC2}"/>
              </a:ext>
            </a:extLst>
          </p:cNvPr>
          <p:cNvSpPr txBox="1">
            <a:spLocks noChangeArrowheads="1"/>
          </p:cNvSpPr>
          <p:nvPr/>
        </p:nvSpPr>
        <p:spPr bwMode="auto">
          <a:xfrm>
            <a:off x="457200" y="1600200"/>
            <a:ext cx="8305800" cy="3743325"/>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a:lstStyle>
            <a:lvl1pPr marL="342900" indent="-342900">
              <a:defRPr sz="4800" b="1">
                <a:solidFill>
                  <a:srgbClr val="FF0000"/>
                </a:solidFill>
                <a:latin typeface="隶书" pitchFamily="49" charset="-122"/>
                <a:ea typeface="隶书" pitchFamily="49" charset="-122"/>
              </a:defRPr>
            </a:lvl1pPr>
            <a:lvl2pPr>
              <a:defRPr sz="4800" b="1">
                <a:solidFill>
                  <a:srgbClr val="FF0000"/>
                </a:solidFill>
                <a:latin typeface="隶书" pitchFamily="49" charset="-122"/>
                <a:ea typeface="隶书" pitchFamily="49" charset="-122"/>
              </a:defRPr>
            </a:lvl2pPr>
            <a:lvl3pPr>
              <a:defRPr sz="4800" b="1">
                <a:solidFill>
                  <a:srgbClr val="FF0000"/>
                </a:solidFill>
                <a:latin typeface="隶书" pitchFamily="49" charset="-122"/>
                <a:ea typeface="隶书" pitchFamily="49" charset="-122"/>
              </a:defRPr>
            </a:lvl3pPr>
            <a:lvl4pPr>
              <a:defRPr sz="4800" b="1">
                <a:solidFill>
                  <a:srgbClr val="FF0000"/>
                </a:solidFill>
                <a:latin typeface="隶书" pitchFamily="49" charset="-122"/>
                <a:ea typeface="隶书" pitchFamily="49" charset="-122"/>
              </a:defRPr>
            </a:lvl4pPr>
            <a:lvl5pPr>
              <a:defRPr sz="4800" b="1">
                <a:solidFill>
                  <a:srgbClr val="FF0000"/>
                </a:solidFill>
                <a:latin typeface="隶书" pitchFamily="49" charset="-122"/>
                <a:ea typeface="隶书" pitchFamily="49" charset="-122"/>
              </a:defRPr>
            </a:lvl5pPr>
            <a:lvl6pPr fontAlgn="base">
              <a:spcBef>
                <a:spcPct val="0"/>
              </a:spcBef>
              <a:spcAft>
                <a:spcPct val="0"/>
              </a:spcAft>
              <a:defRPr sz="4800" b="1">
                <a:solidFill>
                  <a:srgbClr val="FF0000"/>
                </a:solidFill>
                <a:latin typeface="隶书" pitchFamily="49" charset="-122"/>
                <a:ea typeface="隶书" pitchFamily="49" charset="-122"/>
              </a:defRPr>
            </a:lvl6pPr>
            <a:lvl7pPr fontAlgn="base">
              <a:spcBef>
                <a:spcPct val="0"/>
              </a:spcBef>
              <a:spcAft>
                <a:spcPct val="0"/>
              </a:spcAft>
              <a:defRPr sz="4800" b="1">
                <a:solidFill>
                  <a:srgbClr val="FF0000"/>
                </a:solidFill>
                <a:latin typeface="隶书" pitchFamily="49" charset="-122"/>
                <a:ea typeface="隶书" pitchFamily="49" charset="-122"/>
              </a:defRPr>
            </a:lvl7pPr>
            <a:lvl8pPr fontAlgn="base">
              <a:spcBef>
                <a:spcPct val="0"/>
              </a:spcBef>
              <a:spcAft>
                <a:spcPct val="0"/>
              </a:spcAft>
              <a:defRPr sz="4800" b="1">
                <a:solidFill>
                  <a:srgbClr val="FF0000"/>
                </a:solidFill>
                <a:latin typeface="隶书" pitchFamily="49" charset="-122"/>
                <a:ea typeface="隶书" pitchFamily="49" charset="-122"/>
              </a:defRPr>
            </a:lvl8pPr>
            <a:lvl9pPr fontAlgn="base">
              <a:spcBef>
                <a:spcPct val="0"/>
              </a:spcBef>
              <a:spcAft>
                <a:spcPct val="0"/>
              </a:spcAft>
              <a:defRPr sz="4800" b="1">
                <a:solidFill>
                  <a:srgbClr val="FF0000"/>
                </a:solidFill>
                <a:latin typeface="隶书" pitchFamily="49" charset="-122"/>
                <a:ea typeface="隶书" pitchFamily="49" charset="-122"/>
              </a:defRPr>
            </a:lvl9pPr>
          </a:lstStyle>
          <a:p>
            <a:pPr eaLnBrk="1" hangingPunct="1">
              <a:lnSpc>
                <a:spcPct val="130000"/>
              </a:lnSpc>
              <a:spcBef>
                <a:spcPct val="20000"/>
              </a:spcBef>
              <a:buClr>
                <a:srgbClr val="3333CC"/>
              </a:buClr>
              <a:buSzPct val="150000"/>
              <a:buFont typeface="Wingdings" pitchFamily="2" charset="2"/>
              <a:buChar char="§"/>
              <a:defRPr/>
            </a:pPr>
            <a:r>
              <a:rPr lang="zh-CN" altLang="en-US" sz="2800" dirty="0">
                <a:latin typeface="黑体" panose="02010609060101010101" pitchFamily="49" charset="-122"/>
                <a:ea typeface="黑体" panose="02010609060101010101" pitchFamily="49" charset="-122"/>
              </a:rPr>
              <a:t>鉴别</a:t>
            </a:r>
            <a:r>
              <a:rPr lang="zh-CN" altLang="en-US" sz="2800" dirty="0">
                <a:latin typeface="Tahoma" panose="020B0604030504040204" pitchFamily="34" charset="0"/>
                <a:ea typeface="宋体" panose="02010600030101010101" pitchFamily="2" charset="-122"/>
              </a:rPr>
              <a:t>：</a:t>
            </a:r>
            <a:r>
              <a:rPr lang="en-US" altLang="zh-CN" sz="2800" dirty="0">
                <a:solidFill>
                  <a:srgbClr val="000000"/>
                </a:solidFill>
                <a:latin typeface="Times New Roman" panose="02020603050405020304" pitchFamily="18" charset="0"/>
                <a:ea typeface="宋体" panose="02010600030101010101" pitchFamily="2" charset="-122"/>
              </a:rPr>
              <a:t>Authentication </a:t>
            </a:r>
            <a:r>
              <a:rPr lang="en-US" altLang="zh-CN" sz="2800" dirty="0">
                <a:solidFill>
                  <a:srgbClr val="000000"/>
                </a:solidFill>
                <a:latin typeface="Tahoma" panose="020B0604030504040204" pitchFamily="34" charset="0"/>
                <a:ea typeface="宋体" panose="02010600030101010101" pitchFamily="2" charset="-122"/>
              </a:rPr>
              <a:t>  </a:t>
            </a:r>
            <a:r>
              <a:rPr lang="zh-CN" altLang="en-US" sz="2800" dirty="0">
                <a:solidFill>
                  <a:srgbClr val="0000FF"/>
                </a:solidFill>
                <a:latin typeface="黑体" panose="02010609060101010101" pitchFamily="49" charset="-122"/>
                <a:ea typeface="黑体" panose="02010609060101010101" pitchFamily="49" charset="-122"/>
              </a:rPr>
              <a:t>真伪性</a:t>
            </a:r>
          </a:p>
          <a:p>
            <a:pPr eaLnBrk="1" hangingPunct="1">
              <a:lnSpc>
                <a:spcPct val="90000"/>
              </a:lnSpc>
              <a:buClr>
                <a:srgbClr val="3333CC"/>
              </a:buClr>
              <a:buSzPct val="150000"/>
              <a:defRPr/>
            </a:pPr>
            <a:r>
              <a:rPr lang="zh-CN" altLang="en-US" sz="1800" dirty="0">
                <a:solidFill>
                  <a:srgbClr val="000000"/>
                </a:solidFill>
                <a:latin typeface="Times New Roman" panose="02020603050405020304" pitchFamily="18" charset="0"/>
                <a:ea typeface="宋体" panose="02010600030101010101" pitchFamily="2" charset="-122"/>
              </a:rPr>
              <a:t>  </a:t>
            </a:r>
            <a:r>
              <a:rPr lang="en-US" altLang="zh-CN" sz="1800" dirty="0">
                <a:solidFill>
                  <a:srgbClr val="000000"/>
                </a:solidFill>
                <a:latin typeface="Times New Roman" panose="02020603050405020304" pitchFamily="18" charset="0"/>
                <a:ea typeface="宋体" panose="02010600030101010101" pitchFamily="2" charset="-122"/>
              </a:rPr>
              <a:t>(1)  A process used to verify the integrity of transmitted data, especially a message</a:t>
            </a:r>
          </a:p>
          <a:p>
            <a:pPr eaLnBrk="1" hangingPunct="1">
              <a:lnSpc>
                <a:spcPct val="90000"/>
              </a:lnSpc>
              <a:buClr>
                <a:srgbClr val="3333CC"/>
              </a:buClr>
              <a:buSzPct val="150000"/>
              <a:defRPr/>
            </a:pPr>
            <a:r>
              <a:rPr lang="en-US" altLang="zh-CN" sz="1600" b="0" dirty="0">
                <a:solidFill>
                  <a:srgbClr val="000000"/>
                </a:solidFill>
                <a:latin typeface="Tahoma" panose="020B0604030504040204" pitchFamily="34" charset="0"/>
                <a:ea typeface="宋体" panose="02010600030101010101" pitchFamily="2" charset="-122"/>
              </a:rPr>
              <a:t>         </a:t>
            </a:r>
            <a:r>
              <a:rPr lang="zh-CN" altLang="en-US" sz="1600" b="0" dirty="0">
                <a:solidFill>
                  <a:srgbClr val="000000"/>
                </a:solidFill>
                <a:latin typeface="Tahoma" panose="020B0604030504040204" pitchFamily="34" charset="0"/>
                <a:ea typeface="宋体" panose="02010600030101010101" pitchFamily="2" charset="-122"/>
              </a:rPr>
              <a:t>用来验证发送的数据</a:t>
            </a:r>
            <a:r>
              <a:rPr lang="en-US" altLang="zh-CN" sz="1600" b="0" dirty="0">
                <a:solidFill>
                  <a:srgbClr val="000000"/>
                </a:solidFill>
                <a:latin typeface="Tahoma" panose="020B0604030504040204" pitchFamily="34" charset="0"/>
                <a:ea typeface="宋体" panose="02010600030101010101" pitchFamily="2" charset="-122"/>
              </a:rPr>
              <a:t>,</a:t>
            </a:r>
            <a:r>
              <a:rPr lang="zh-CN" altLang="en-US" sz="1600" b="0" dirty="0">
                <a:solidFill>
                  <a:srgbClr val="000000"/>
                </a:solidFill>
                <a:latin typeface="Tahoma" panose="020B0604030504040204" pitchFamily="34" charset="0"/>
                <a:ea typeface="宋体" panose="02010600030101010101" pitchFamily="2" charset="-122"/>
              </a:rPr>
              <a:t>特别是一个信息的完整性的过程</a:t>
            </a:r>
          </a:p>
          <a:p>
            <a:pPr eaLnBrk="1" hangingPunct="1">
              <a:lnSpc>
                <a:spcPct val="90000"/>
              </a:lnSpc>
              <a:buClr>
                <a:srgbClr val="3333CC"/>
              </a:buClr>
              <a:buSzPct val="150000"/>
              <a:defRPr/>
            </a:pPr>
            <a:r>
              <a:rPr lang="zh-CN" altLang="en-US" sz="1800" dirty="0">
                <a:solidFill>
                  <a:srgbClr val="000000"/>
                </a:solidFill>
                <a:latin typeface="Times New Roman" panose="02020603050405020304" pitchFamily="18" charset="0"/>
                <a:ea typeface="宋体" panose="02010600030101010101" pitchFamily="2" charset="-122"/>
              </a:rPr>
              <a:t>  </a:t>
            </a:r>
            <a:r>
              <a:rPr lang="en-US" altLang="zh-CN" sz="1800" dirty="0">
                <a:solidFill>
                  <a:srgbClr val="000000"/>
                </a:solidFill>
                <a:latin typeface="Times New Roman" panose="02020603050405020304" pitchFamily="18" charset="0"/>
                <a:ea typeface="宋体" panose="02010600030101010101" pitchFamily="2" charset="-122"/>
              </a:rPr>
              <a:t>(2) The act of establishing the identity of users when they start to use the system</a:t>
            </a:r>
          </a:p>
          <a:p>
            <a:pPr eaLnBrk="1" hangingPunct="1">
              <a:lnSpc>
                <a:spcPct val="90000"/>
              </a:lnSpc>
              <a:buClr>
                <a:srgbClr val="3333CC"/>
              </a:buClr>
              <a:buSzPct val="150000"/>
              <a:defRPr/>
            </a:pPr>
            <a:r>
              <a:rPr lang="en-US" altLang="zh-CN" sz="1600" b="0" dirty="0">
                <a:solidFill>
                  <a:srgbClr val="000000"/>
                </a:solidFill>
                <a:latin typeface="Tahoma" panose="020B0604030504040204" pitchFamily="34" charset="0"/>
                <a:ea typeface="宋体" panose="02010600030101010101" pitchFamily="2" charset="-122"/>
              </a:rPr>
              <a:t>        </a:t>
            </a:r>
            <a:r>
              <a:rPr lang="zh-CN" altLang="en-US" sz="1600" b="0" dirty="0">
                <a:solidFill>
                  <a:srgbClr val="000000"/>
                </a:solidFill>
                <a:latin typeface="Tahoma" panose="020B0604030504040204" pitchFamily="34" charset="0"/>
                <a:ea typeface="宋体" panose="02010600030101010101" pitchFamily="2" charset="-122"/>
              </a:rPr>
              <a:t>在用户开始使用系统时对其身份进行的确认</a:t>
            </a:r>
            <a:endParaRPr lang="zh-CN" altLang="en-US" sz="2800" b="0" dirty="0">
              <a:solidFill>
                <a:srgbClr val="000000"/>
              </a:solidFill>
              <a:latin typeface="Tahoma" panose="020B0604030504040204" pitchFamily="34" charset="0"/>
              <a:ea typeface="宋体" panose="02010600030101010101" pitchFamily="2" charset="-122"/>
            </a:endParaRPr>
          </a:p>
          <a:p>
            <a:pPr eaLnBrk="1" hangingPunct="1">
              <a:lnSpc>
                <a:spcPct val="130000"/>
              </a:lnSpc>
              <a:spcBef>
                <a:spcPct val="20000"/>
              </a:spcBef>
              <a:buClr>
                <a:srgbClr val="3333CC"/>
              </a:buClr>
              <a:buSzPct val="150000"/>
              <a:buFont typeface="Wingdings" pitchFamily="2" charset="2"/>
              <a:buChar char="§"/>
              <a:defRPr/>
            </a:pPr>
            <a:r>
              <a:rPr lang="zh-CN" altLang="en-US" sz="2800" dirty="0">
                <a:latin typeface="黑体" panose="02010609060101010101" pitchFamily="49" charset="-122"/>
                <a:ea typeface="黑体" panose="02010609060101010101" pitchFamily="49" charset="-122"/>
              </a:rPr>
              <a:t>认证</a:t>
            </a:r>
            <a:r>
              <a:rPr lang="zh-CN" altLang="en-US" sz="2800" dirty="0">
                <a:latin typeface="Tahoma" panose="020B0604030504040204" pitchFamily="34" charset="0"/>
                <a:ea typeface="宋体" panose="02010600030101010101" pitchFamily="2" charset="-122"/>
              </a:rPr>
              <a:t>：</a:t>
            </a:r>
            <a:r>
              <a:rPr lang="en-US" altLang="zh-CN" sz="2800" dirty="0">
                <a:solidFill>
                  <a:srgbClr val="000000"/>
                </a:solidFill>
                <a:latin typeface="Times New Roman" panose="02020603050405020304" pitchFamily="18" charset="0"/>
                <a:ea typeface="宋体" panose="02010600030101010101" pitchFamily="2" charset="-122"/>
              </a:rPr>
              <a:t>Certification </a:t>
            </a:r>
            <a:r>
              <a:rPr lang="en-US" altLang="zh-CN" sz="2800" dirty="0">
                <a:solidFill>
                  <a:srgbClr val="000000"/>
                </a:solidFill>
                <a:latin typeface="Tahoma" panose="020B0604030504040204" pitchFamily="34" charset="0"/>
                <a:ea typeface="宋体" panose="02010600030101010101" pitchFamily="2" charset="-122"/>
              </a:rPr>
              <a:t>      </a:t>
            </a:r>
            <a:r>
              <a:rPr lang="zh-CN" altLang="en-US" sz="2800" dirty="0">
                <a:solidFill>
                  <a:srgbClr val="0000FF"/>
                </a:solidFill>
                <a:latin typeface="黑体" panose="02010609060101010101" pitchFamily="49" charset="-122"/>
                <a:ea typeface="黑体" panose="02010609060101010101" pitchFamily="49" charset="-122"/>
              </a:rPr>
              <a:t>资格审查</a:t>
            </a:r>
          </a:p>
          <a:p>
            <a:pPr eaLnBrk="1" hangingPunct="1">
              <a:lnSpc>
                <a:spcPct val="90000"/>
              </a:lnSpc>
              <a:buClr>
                <a:srgbClr val="3333CC"/>
              </a:buClr>
              <a:buSzPct val="150000"/>
              <a:defRPr/>
            </a:pPr>
            <a:r>
              <a:rPr lang="zh-CN" altLang="en-US" sz="1800" dirty="0">
                <a:solidFill>
                  <a:srgbClr val="000000"/>
                </a:solidFill>
                <a:latin typeface="Times New Roman" panose="02020603050405020304" pitchFamily="18" charset="0"/>
                <a:ea typeface="宋体" panose="02010600030101010101" pitchFamily="2" charset="-122"/>
              </a:rPr>
              <a:t>      </a:t>
            </a:r>
            <a:r>
              <a:rPr lang="en-US" altLang="zh-CN" sz="1800" dirty="0">
                <a:solidFill>
                  <a:srgbClr val="000000"/>
                </a:solidFill>
                <a:latin typeface="Times New Roman" panose="02020603050405020304" pitchFamily="18" charset="0"/>
                <a:ea typeface="宋体" panose="02010600030101010101" pitchFamily="2" charset="-122"/>
              </a:rPr>
              <a:t>In computer security, the technical evaluation made as part of and in support of the accreditation process, that established the extent to which a particular computer system or network design and implementation meet prespecified security requirements</a:t>
            </a:r>
          </a:p>
          <a:p>
            <a:pPr eaLnBrk="1" hangingPunct="1">
              <a:buClr>
                <a:srgbClr val="3333CC"/>
              </a:buClr>
              <a:buSzPct val="150000"/>
              <a:defRPr/>
            </a:pPr>
            <a:r>
              <a:rPr lang="en-US" altLang="zh-CN" sz="1600" b="0" dirty="0">
                <a:solidFill>
                  <a:srgbClr val="000000"/>
                </a:solidFill>
                <a:latin typeface="Tahoma" panose="020B0604030504040204" pitchFamily="34" charset="0"/>
                <a:ea typeface="宋体" panose="02010600030101010101" pitchFamily="2" charset="-122"/>
              </a:rPr>
              <a:t>      </a:t>
            </a:r>
            <a:r>
              <a:rPr lang="zh-CN" altLang="en-US" sz="1600" b="0" dirty="0">
                <a:solidFill>
                  <a:srgbClr val="000000"/>
                </a:solidFill>
                <a:latin typeface="Tahoma" panose="020B0604030504040204" pitchFamily="34" charset="0"/>
                <a:ea typeface="宋体" panose="02010600030101010101" pitchFamily="2" charset="-122"/>
              </a:rPr>
              <a:t>计算安全学用语</a:t>
            </a:r>
            <a:r>
              <a:rPr lang="en-US" altLang="zh-CN" sz="1600" b="0" dirty="0">
                <a:solidFill>
                  <a:srgbClr val="000000"/>
                </a:solidFill>
                <a:latin typeface="Tahoma" panose="020B0604030504040204" pitchFamily="34" charset="0"/>
                <a:ea typeface="宋体" panose="02010600030101010101" pitchFamily="2" charset="-122"/>
              </a:rPr>
              <a:t>,</a:t>
            </a:r>
            <a:r>
              <a:rPr lang="zh-CN" altLang="en-US" sz="1600" b="0" dirty="0">
                <a:solidFill>
                  <a:srgbClr val="000000"/>
                </a:solidFill>
                <a:latin typeface="Tahoma" panose="020B0604030504040204" pitchFamily="34" charset="0"/>
                <a:ea typeface="宋体" panose="02010600030101010101" pitchFamily="2" charset="-122"/>
              </a:rPr>
              <a:t>指为了鉴定一个计算机系统或网络的设计和它提供的手段在多大程度上能满足预定的安全要求而进行的技术评估</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D36A414-D77A-E146-89DF-A579AA0EA994}"/>
              </a:ext>
            </a:extLst>
          </p:cNvPr>
          <p:cNvSpPr/>
          <p:nvPr/>
        </p:nvSpPr>
        <p:spPr>
          <a:xfrm>
            <a:off x="381000" y="739775"/>
            <a:ext cx="6248400" cy="479425"/>
          </a:xfrm>
          <a:prstGeom prst="rect">
            <a:avLst/>
          </a:prstGeom>
        </p:spPr>
        <p:txBody>
          <a:bodyPr>
            <a:spAutoFit/>
          </a:bodyPr>
          <a:lstStyle/>
          <a:p>
            <a:pPr eaLnBrk="1" hangingPunct="1">
              <a:lnSpc>
                <a:spcPct val="90000"/>
              </a:lnSpc>
              <a:defRPr/>
            </a:pPr>
            <a:r>
              <a:rPr lang="en-US" altLang="zh-CN" sz="2800">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49" charset="-122"/>
              </a:rPr>
              <a:t>4.6.6  </a:t>
            </a:r>
            <a:r>
              <a:rPr lang="zh-CN" altLang="en-US" sz="2800">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49" charset="-122"/>
              </a:rPr>
              <a:t>通信业务流填充机制</a:t>
            </a:r>
          </a:p>
        </p:txBody>
      </p:sp>
      <p:sp>
        <p:nvSpPr>
          <p:cNvPr id="100354" name="矩形 2">
            <a:extLst>
              <a:ext uri="{FF2B5EF4-FFF2-40B4-BE49-F238E27FC236}">
                <a16:creationId xmlns:a16="http://schemas.microsoft.com/office/drawing/2014/main" id="{14A64C1C-C26D-CE42-9A5F-5087D8005BBE}"/>
              </a:ext>
            </a:extLst>
          </p:cNvPr>
          <p:cNvSpPr>
            <a:spLocks noChangeArrowheads="1"/>
          </p:cNvSpPr>
          <p:nvPr/>
        </p:nvSpPr>
        <p:spPr bwMode="auto">
          <a:xfrm>
            <a:off x="838200" y="1752600"/>
            <a:ext cx="7391400" cy="2420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a:lnSpc>
                <a:spcPct val="150000"/>
              </a:lnSpc>
            </a:pPr>
            <a:r>
              <a:rPr lang="zh-CN" altLang="en-US" sz="2400">
                <a:latin typeface="黑体" panose="02010609060101010101" pitchFamily="49" charset="-122"/>
                <a:ea typeface="黑体" panose="02010609060101010101" pitchFamily="49" charset="-122"/>
              </a:rPr>
              <a:t>定义：</a:t>
            </a:r>
            <a:r>
              <a:rPr lang="zh-CN" altLang="zh-CN" sz="2000">
                <a:solidFill>
                  <a:schemeClr val="bg2"/>
                </a:solidFill>
                <a:latin typeface="黑体" panose="02010609060101010101" pitchFamily="49" charset="-122"/>
                <a:ea typeface="黑体" panose="02010609060101010101" pitchFamily="49" charset="-122"/>
              </a:rPr>
              <a:t>通信业务填充机制能用来提供各种不同级别的保护，抵抗通信业务分析。这种机制只有在通信业务填充受到机密服务保护时才是有效的。它包括屏蔽协议、实体通信的频率、长度、发端和收端的码型，选定的随机数据率，更新填充信息的参数等，以防止业务量分析，即防止通过观察通信流量获得敏感信息。</a:t>
            </a:r>
            <a:endParaRPr lang="zh-CN" altLang="en-US" sz="2000">
              <a:solidFill>
                <a:schemeClr val="bg2"/>
              </a:solidFill>
              <a:latin typeface="黑体" panose="02010609060101010101" pitchFamily="49" charset="-122"/>
              <a:ea typeface="黑体" panose="02010609060101010101" pitchFamily="49" charset="-122"/>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8306" name="图片 1">
            <a:extLst>
              <a:ext uri="{FF2B5EF4-FFF2-40B4-BE49-F238E27FC236}">
                <a16:creationId xmlns:a16="http://schemas.microsoft.com/office/drawing/2014/main" id="{C9CAB3AB-3E8B-AA43-9A54-C5FCAAAA35A2}"/>
              </a:ext>
            </a:extLst>
          </p:cNvPr>
          <p:cNvPicPr>
            <a:picLocks noChangeAspect="1"/>
          </p:cNvPicPr>
          <p:nvPr/>
        </p:nvPicPr>
        <p:blipFill>
          <a:blip r:embed="rId2"/>
          <a:srcRect/>
          <a:stretch>
            <a:fillRect/>
          </a:stretch>
        </p:blipFill>
        <p:spPr bwMode="auto">
          <a:xfrm>
            <a:off x="490538" y="1428749"/>
            <a:ext cx="8162925" cy="4000500"/>
          </a:xfrm>
          <a:prstGeom prst="rect">
            <a:avLst/>
          </a:prstGeom>
          <a:noFill/>
          <a:ln w="28575">
            <a:solidFill>
              <a:schemeClr val="tx1">
                <a:lumMod val="50000"/>
              </a:schemeClr>
            </a:solidFill>
            <a:miter lim="800000"/>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B6BE917-1FF9-4A41-8DFC-AA6CA6EF0984}"/>
              </a:ext>
            </a:extLst>
          </p:cNvPr>
          <p:cNvSpPr/>
          <p:nvPr/>
        </p:nvSpPr>
        <p:spPr>
          <a:xfrm>
            <a:off x="381000" y="815975"/>
            <a:ext cx="6248400" cy="479425"/>
          </a:xfrm>
          <a:prstGeom prst="rect">
            <a:avLst/>
          </a:prstGeom>
        </p:spPr>
        <p:txBody>
          <a:bodyPr>
            <a:spAutoFit/>
          </a:bodyPr>
          <a:lstStyle/>
          <a:p>
            <a:pPr eaLnBrk="1" hangingPunct="1">
              <a:lnSpc>
                <a:spcPct val="90000"/>
              </a:lnSpc>
              <a:defRPr/>
            </a:pPr>
            <a:r>
              <a:rPr lang="en-US" altLang="zh-CN" sz="2800">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49" charset="-122"/>
              </a:rPr>
              <a:t>4.6.7  </a:t>
            </a:r>
            <a:r>
              <a:rPr lang="zh-CN" altLang="en-US" sz="2800">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49" charset="-122"/>
              </a:rPr>
              <a:t>路由选择控制机制</a:t>
            </a:r>
          </a:p>
        </p:txBody>
      </p:sp>
      <p:sp>
        <p:nvSpPr>
          <p:cNvPr id="102402" name="矩形 2">
            <a:extLst>
              <a:ext uri="{FF2B5EF4-FFF2-40B4-BE49-F238E27FC236}">
                <a16:creationId xmlns:a16="http://schemas.microsoft.com/office/drawing/2014/main" id="{5AE12532-386C-4047-904C-7E67A4F289EB}"/>
              </a:ext>
            </a:extLst>
          </p:cNvPr>
          <p:cNvSpPr>
            <a:spLocks noChangeArrowheads="1"/>
          </p:cNvSpPr>
          <p:nvPr/>
        </p:nvSpPr>
        <p:spPr bwMode="auto">
          <a:xfrm>
            <a:off x="990600" y="1676400"/>
            <a:ext cx="7239000" cy="195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a:lnSpc>
                <a:spcPct val="150000"/>
              </a:lnSpc>
            </a:pPr>
            <a:r>
              <a:rPr lang="zh-CN" altLang="en-US" sz="2400">
                <a:latin typeface="黑体" panose="02010609060101010101" pitchFamily="49" charset="-122"/>
                <a:ea typeface="黑体" panose="02010609060101010101" pitchFamily="49" charset="-122"/>
              </a:rPr>
              <a:t>定义：</a:t>
            </a:r>
            <a:r>
              <a:rPr lang="zh-CN" altLang="zh-CN" sz="2000">
                <a:solidFill>
                  <a:schemeClr val="bg2"/>
                </a:solidFill>
                <a:latin typeface="黑体" panose="02010609060101010101" pitchFamily="49" charset="-122"/>
                <a:ea typeface="黑体" panose="02010609060101010101" pitchFamily="49" charset="-122"/>
              </a:rPr>
              <a:t>路由可通过动态方式或预选方式，使用物理上安全可靠的子网、中继或链路。当发现信息受到连续性的非法处理时，它可以另选安全路由来建立连接；带某种安全标记的信息将受到检验，防止非法信息通过某些子网、中继或链路，并告警。</a:t>
            </a:r>
            <a:endParaRPr lang="zh-CN" altLang="en-US" sz="2000">
              <a:solidFill>
                <a:schemeClr val="bg2"/>
              </a:solidFill>
              <a:latin typeface="黑体" panose="02010609060101010101" pitchFamily="49" charset="-122"/>
              <a:ea typeface="黑体" panose="02010609060101010101" pitchFamily="49" charset="-122"/>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0354" name="图片 1">
            <a:extLst>
              <a:ext uri="{FF2B5EF4-FFF2-40B4-BE49-F238E27FC236}">
                <a16:creationId xmlns:a16="http://schemas.microsoft.com/office/drawing/2014/main" id="{841E859E-BA15-3342-A369-25A5DB463537}"/>
              </a:ext>
            </a:extLst>
          </p:cNvPr>
          <p:cNvPicPr>
            <a:picLocks noChangeAspect="1"/>
          </p:cNvPicPr>
          <p:nvPr/>
        </p:nvPicPr>
        <p:blipFill>
          <a:blip r:embed="rId2"/>
          <a:srcRect/>
          <a:stretch>
            <a:fillRect/>
          </a:stretch>
        </p:blipFill>
        <p:spPr bwMode="auto">
          <a:xfrm>
            <a:off x="533400" y="1600199"/>
            <a:ext cx="7910512" cy="3886200"/>
          </a:xfrm>
          <a:prstGeom prst="rect">
            <a:avLst/>
          </a:prstGeom>
          <a:noFill/>
          <a:ln w="28575">
            <a:solidFill>
              <a:schemeClr val="tx1">
                <a:lumMod val="50000"/>
              </a:schemeClr>
            </a:solidFill>
            <a:miter lim="800000"/>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1378" name="图片 1">
            <a:extLst>
              <a:ext uri="{FF2B5EF4-FFF2-40B4-BE49-F238E27FC236}">
                <a16:creationId xmlns:a16="http://schemas.microsoft.com/office/drawing/2014/main" id="{0CCDE4A9-801C-2744-BA56-9E203106ACF8}"/>
              </a:ext>
            </a:extLst>
          </p:cNvPr>
          <p:cNvPicPr>
            <a:picLocks noChangeAspect="1"/>
          </p:cNvPicPr>
          <p:nvPr/>
        </p:nvPicPr>
        <p:blipFill>
          <a:blip r:embed="rId2"/>
          <a:srcRect/>
          <a:stretch>
            <a:fillRect/>
          </a:stretch>
        </p:blipFill>
        <p:spPr bwMode="auto">
          <a:xfrm>
            <a:off x="609599" y="1981199"/>
            <a:ext cx="7915275" cy="2809875"/>
          </a:xfrm>
          <a:prstGeom prst="rect">
            <a:avLst/>
          </a:prstGeom>
          <a:noFill/>
          <a:ln w="28575">
            <a:solidFill>
              <a:schemeClr val="tx1">
                <a:lumMod val="50000"/>
              </a:schemeClr>
            </a:solidFill>
            <a:miter lim="800000"/>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99A32B22-7A6C-D440-826E-1027FD9F2A2A}"/>
              </a:ext>
            </a:extLst>
          </p:cNvPr>
          <p:cNvSpPr/>
          <p:nvPr/>
        </p:nvSpPr>
        <p:spPr>
          <a:xfrm>
            <a:off x="381000" y="815975"/>
            <a:ext cx="6248400" cy="479425"/>
          </a:xfrm>
          <a:prstGeom prst="rect">
            <a:avLst/>
          </a:prstGeom>
        </p:spPr>
        <p:txBody>
          <a:bodyPr>
            <a:spAutoFit/>
          </a:bodyPr>
          <a:lstStyle/>
          <a:p>
            <a:pPr eaLnBrk="1" hangingPunct="1">
              <a:lnSpc>
                <a:spcPct val="90000"/>
              </a:lnSpc>
              <a:defRPr/>
            </a:pPr>
            <a:r>
              <a:rPr lang="en-US" altLang="zh-CN" sz="2800">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49" charset="-122"/>
              </a:rPr>
              <a:t>4.6.8  </a:t>
            </a:r>
            <a:r>
              <a:rPr lang="zh-CN" altLang="en-US" sz="2800">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49" charset="-122"/>
              </a:rPr>
              <a:t>抗抵赖机制</a:t>
            </a:r>
          </a:p>
        </p:txBody>
      </p:sp>
      <p:sp>
        <p:nvSpPr>
          <p:cNvPr id="3" name="标题 1">
            <a:extLst>
              <a:ext uri="{FF2B5EF4-FFF2-40B4-BE49-F238E27FC236}">
                <a16:creationId xmlns:a16="http://schemas.microsoft.com/office/drawing/2014/main" id="{E8010545-0640-314D-8280-15E20BD36540}"/>
              </a:ext>
            </a:extLst>
          </p:cNvPr>
          <p:cNvSpPr txBox="1">
            <a:spLocks noChangeArrowheads="1"/>
          </p:cNvSpPr>
          <p:nvPr/>
        </p:nvSpPr>
        <p:spPr>
          <a:xfrm>
            <a:off x="685800" y="1566863"/>
            <a:ext cx="4267200" cy="600075"/>
          </a:xfrm>
          <a:prstGeom prst="rect">
            <a:avLst/>
          </a:prstGeom>
        </p:spPr>
        <p:txBody>
          <a:bodyPr/>
          <a:lstStyle/>
          <a:p>
            <a:pPr>
              <a:lnSpc>
                <a:spcPct val="90000"/>
              </a:lnSpc>
              <a:defRPr/>
            </a:pPr>
            <a:r>
              <a:rPr lang="zh-CN" altLang="en-US" sz="2800">
                <a:solidFill>
                  <a:srgbClr val="0000CC"/>
                </a:solidFill>
                <a:effectLst>
                  <a:outerShdw blurRad="38100" dist="38100" dir="2700000" algn="tl">
                    <a:srgbClr val="C0C0C0"/>
                  </a:outerShdw>
                </a:effectLst>
                <a:latin typeface="Arial" panose="020B0604020202020204" pitchFamily="34" charset="0"/>
              </a:rPr>
              <a:t>抗抵赖机制的意义</a:t>
            </a:r>
          </a:p>
        </p:txBody>
      </p:sp>
      <p:sp>
        <p:nvSpPr>
          <p:cNvPr id="4" name="内容占位符 2">
            <a:extLst>
              <a:ext uri="{FF2B5EF4-FFF2-40B4-BE49-F238E27FC236}">
                <a16:creationId xmlns:a16="http://schemas.microsoft.com/office/drawing/2014/main" id="{EC147E2C-3BF6-6F4B-A23B-B88D97A874D9}"/>
              </a:ext>
            </a:extLst>
          </p:cNvPr>
          <p:cNvSpPr txBox="1">
            <a:spLocks noChangeArrowheads="1"/>
          </p:cNvSpPr>
          <p:nvPr/>
        </p:nvSpPr>
        <p:spPr>
          <a:xfrm>
            <a:off x="630238" y="3116263"/>
            <a:ext cx="8229600" cy="1219200"/>
          </a:xfrm>
          <a:prstGeom prst="rect">
            <a:avLst/>
          </a:prstGeom>
        </p:spPr>
        <p:txBody>
          <a:bodyPr/>
          <a:lstStyle>
            <a:lvl1pPr marL="571500" indent="-571500">
              <a:defRPr sz="4800" b="1">
                <a:solidFill>
                  <a:srgbClr val="FF0000"/>
                </a:solidFill>
                <a:latin typeface="隶书" pitchFamily="49" charset="-122"/>
                <a:ea typeface="隶书" pitchFamily="49" charset="-122"/>
              </a:defRPr>
            </a:lvl1pPr>
            <a:lvl2pPr>
              <a:defRPr sz="4800" b="1">
                <a:solidFill>
                  <a:srgbClr val="FF0000"/>
                </a:solidFill>
                <a:latin typeface="隶书" pitchFamily="49" charset="-122"/>
                <a:ea typeface="隶书" pitchFamily="49" charset="-122"/>
              </a:defRPr>
            </a:lvl2pPr>
            <a:lvl3pPr>
              <a:defRPr sz="4800" b="1">
                <a:solidFill>
                  <a:srgbClr val="FF0000"/>
                </a:solidFill>
                <a:latin typeface="隶书" pitchFamily="49" charset="-122"/>
                <a:ea typeface="隶书" pitchFamily="49" charset="-122"/>
              </a:defRPr>
            </a:lvl3pPr>
            <a:lvl4pPr>
              <a:defRPr sz="4800" b="1">
                <a:solidFill>
                  <a:srgbClr val="FF0000"/>
                </a:solidFill>
                <a:latin typeface="隶书" pitchFamily="49" charset="-122"/>
                <a:ea typeface="隶书" pitchFamily="49" charset="-122"/>
              </a:defRPr>
            </a:lvl4pPr>
            <a:lvl5pPr>
              <a:defRPr sz="4800" b="1">
                <a:solidFill>
                  <a:srgbClr val="FF0000"/>
                </a:solidFill>
                <a:latin typeface="隶书" pitchFamily="49" charset="-122"/>
                <a:ea typeface="隶书" pitchFamily="49" charset="-122"/>
              </a:defRPr>
            </a:lvl5pPr>
            <a:lvl6pPr fontAlgn="base">
              <a:spcBef>
                <a:spcPct val="0"/>
              </a:spcBef>
              <a:spcAft>
                <a:spcPct val="0"/>
              </a:spcAft>
              <a:defRPr sz="4800" b="1">
                <a:solidFill>
                  <a:srgbClr val="FF0000"/>
                </a:solidFill>
                <a:latin typeface="隶书" pitchFamily="49" charset="-122"/>
                <a:ea typeface="隶书" pitchFamily="49" charset="-122"/>
              </a:defRPr>
            </a:lvl6pPr>
            <a:lvl7pPr fontAlgn="base">
              <a:spcBef>
                <a:spcPct val="0"/>
              </a:spcBef>
              <a:spcAft>
                <a:spcPct val="0"/>
              </a:spcAft>
              <a:defRPr sz="4800" b="1">
                <a:solidFill>
                  <a:srgbClr val="FF0000"/>
                </a:solidFill>
                <a:latin typeface="隶书" pitchFamily="49" charset="-122"/>
                <a:ea typeface="隶书" pitchFamily="49" charset="-122"/>
              </a:defRPr>
            </a:lvl7pPr>
            <a:lvl8pPr fontAlgn="base">
              <a:spcBef>
                <a:spcPct val="0"/>
              </a:spcBef>
              <a:spcAft>
                <a:spcPct val="0"/>
              </a:spcAft>
              <a:defRPr sz="4800" b="1">
                <a:solidFill>
                  <a:srgbClr val="FF0000"/>
                </a:solidFill>
                <a:latin typeface="隶书" pitchFamily="49" charset="-122"/>
                <a:ea typeface="隶书" pitchFamily="49" charset="-122"/>
              </a:defRPr>
            </a:lvl8pPr>
            <a:lvl9pPr fontAlgn="base">
              <a:spcBef>
                <a:spcPct val="0"/>
              </a:spcBef>
              <a:spcAft>
                <a:spcPct val="0"/>
              </a:spcAft>
              <a:defRPr sz="4800" b="1">
                <a:solidFill>
                  <a:srgbClr val="FF0000"/>
                </a:solidFill>
                <a:latin typeface="隶书" pitchFamily="49" charset="-122"/>
                <a:ea typeface="隶书" pitchFamily="49" charset="-122"/>
              </a:defRPr>
            </a:lvl9pPr>
          </a:lstStyle>
          <a:p>
            <a:pPr>
              <a:lnSpc>
                <a:spcPts val="3000"/>
              </a:lnSpc>
              <a:spcBef>
                <a:spcPct val="30000"/>
              </a:spcBef>
              <a:buSzPct val="75000"/>
              <a:buFont typeface="Wingdings" pitchFamily="2" charset="2"/>
              <a:buChar char="u"/>
              <a:defRPr/>
            </a:pPr>
            <a:r>
              <a:rPr lang="zh-CN" altLang="en-US" sz="2400" dirty="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在双方自身的欺骗中，双方的</a:t>
            </a:r>
            <a:r>
              <a:rPr lang="zh-CN" altLang="en-US" sz="2400" dirty="0">
                <a:effectLst>
                  <a:outerShdw blurRad="38100" dist="38100" dir="2700000" algn="tl">
                    <a:srgbClr val="C0C0C0"/>
                  </a:outerShdw>
                </a:effectLst>
                <a:latin typeface="黑体" panose="02010609060101010101" pitchFamily="49" charset="-122"/>
                <a:ea typeface="黑体" panose="02010609060101010101" pitchFamily="49" charset="-122"/>
              </a:rPr>
              <a:t>抗抵赖性</a:t>
            </a:r>
            <a:r>
              <a:rPr lang="zh-CN" altLang="en-US" sz="2400" dirty="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（又称不可否认性（</a:t>
            </a:r>
            <a:r>
              <a:rPr lang="en-US" altLang="zh-CN" sz="2400" dirty="0">
                <a:solidFill>
                  <a:srgbClr val="0000CC"/>
                </a:solidFill>
                <a:effectLst>
                  <a:outerShdw blurRad="38100" dist="38100" dir="2700000" algn="tl">
                    <a:srgbClr val="C0C0C0"/>
                  </a:outerShdw>
                </a:effectLst>
                <a:latin typeface="黑体" panose="02010609060101010101" pitchFamily="49" charset="-122"/>
                <a:ea typeface="黑体" panose="02010609060101010101" pitchFamily="49" charset="-122"/>
              </a:rPr>
              <a:t>Non-repudiation</a:t>
            </a:r>
            <a:r>
              <a:rPr lang="zh-CN" altLang="en-US" sz="2400" dirty="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）是网络安全的一个重要安全特性，特别在当前电子商务应用中更是显得格外重要。</a:t>
            </a:r>
            <a:endParaRPr lang="en-US" altLang="zh-CN" sz="2400" dirty="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endParaRPr>
          </a:p>
        </p:txBody>
      </p:sp>
      <p:sp>
        <p:nvSpPr>
          <p:cNvPr id="5" name="矩形 4">
            <a:extLst>
              <a:ext uri="{FF2B5EF4-FFF2-40B4-BE49-F238E27FC236}">
                <a16:creationId xmlns:a16="http://schemas.microsoft.com/office/drawing/2014/main" id="{D40C790B-4B20-6042-B4FA-9ACEB9803AE7}"/>
              </a:ext>
            </a:extLst>
          </p:cNvPr>
          <p:cNvSpPr>
            <a:spLocks noChangeArrowheads="1"/>
          </p:cNvSpPr>
          <p:nvPr/>
        </p:nvSpPr>
        <p:spPr bwMode="auto">
          <a:xfrm>
            <a:off x="630238" y="2170113"/>
            <a:ext cx="7848600" cy="862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a:lnSpc>
                <a:spcPts val="3000"/>
              </a:lnSpc>
              <a:buFont typeface="Wingdings" pitchFamily="2" charset="2"/>
              <a:buChar char="u"/>
            </a:pPr>
            <a:r>
              <a:rPr lang="zh-CN" altLang="en-US" sz="2400" dirty="0">
                <a:latin typeface="黑体" panose="02010609060101010101" pitchFamily="49" charset="-122"/>
                <a:ea typeface="黑体" panose="02010609060101010101" pitchFamily="49" charset="-122"/>
              </a:rPr>
              <a:t>数据完整性</a:t>
            </a:r>
            <a:r>
              <a:rPr lang="zh-CN" altLang="en-US" sz="2400" dirty="0">
                <a:solidFill>
                  <a:schemeClr val="bg2"/>
                </a:solidFill>
                <a:latin typeface="黑体" panose="02010609060101010101" pitchFamily="49" charset="-122"/>
                <a:ea typeface="黑体" panose="02010609060101010101" pitchFamily="49" charset="-122"/>
              </a:rPr>
              <a:t>保证发送方和接收方的网络传送数据不被第三方篡改和替换，但不能保证双方自身的欺骗和抵赖。</a:t>
            </a:r>
            <a:endParaRPr lang="en-US" altLang="zh-CN" sz="2400" dirty="0">
              <a:solidFill>
                <a:schemeClr val="bg2"/>
              </a:solidFill>
              <a:latin typeface="黑体" panose="02010609060101010101" pitchFamily="49" charset="-122"/>
              <a:ea typeface="黑体" panose="02010609060101010101" pitchFamily="49" charset="-122"/>
            </a:endParaRPr>
          </a:p>
        </p:txBody>
      </p:sp>
      <p:sp>
        <p:nvSpPr>
          <p:cNvPr id="6" name="矩形 5">
            <a:extLst>
              <a:ext uri="{FF2B5EF4-FFF2-40B4-BE49-F238E27FC236}">
                <a16:creationId xmlns:a16="http://schemas.microsoft.com/office/drawing/2014/main" id="{3B8BDF27-743B-224D-8006-6E3D4CA0A957}"/>
              </a:ext>
            </a:extLst>
          </p:cNvPr>
          <p:cNvSpPr/>
          <p:nvPr/>
        </p:nvSpPr>
        <p:spPr>
          <a:xfrm>
            <a:off x="685800" y="4495800"/>
            <a:ext cx="5029200" cy="1246188"/>
          </a:xfrm>
          <a:prstGeom prst="rect">
            <a:avLst/>
          </a:prstGeom>
        </p:spPr>
        <p:txBody>
          <a:bodyPr>
            <a:spAutoFit/>
          </a:bodyPr>
          <a:lstStyle>
            <a:lvl1pPr marL="571500" indent="-571500">
              <a:defRPr sz="4800" b="1">
                <a:solidFill>
                  <a:srgbClr val="FF0000"/>
                </a:solidFill>
                <a:latin typeface="隶书" pitchFamily="49" charset="-122"/>
                <a:ea typeface="隶书" pitchFamily="49" charset="-122"/>
              </a:defRPr>
            </a:lvl1pPr>
            <a:lvl2pPr>
              <a:defRPr sz="4800" b="1">
                <a:solidFill>
                  <a:srgbClr val="FF0000"/>
                </a:solidFill>
                <a:latin typeface="隶书" pitchFamily="49" charset="-122"/>
                <a:ea typeface="隶书" pitchFamily="49" charset="-122"/>
              </a:defRPr>
            </a:lvl2pPr>
            <a:lvl3pPr>
              <a:defRPr sz="4800" b="1">
                <a:solidFill>
                  <a:srgbClr val="FF0000"/>
                </a:solidFill>
                <a:latin typeface="隶书" pitchFamily="49" charset="-122"/>
                <a:ea typeface="隶书" pitchFamily="49" charset="-122"/>
              </a:defRPr>
            </a:lvl3pPr>
            <a:lvl4pPr>
              <a:defRPr sz="4800" b="1">
                <a:solidFill>
                  <a:srgbClr val="FF0000"/>
                </a:solidFill>
                <a:latin typeface="隶书" pitchFamily="49" charset="-122"/>
                <a:ea typeface="隶书" pitchFamily="49" charset="-122"/>
              </a:defRPr>
            </a:lvl4pPr>
            <a:lvl5pPr>
              <a:defRPr sz="4800" b="1">
                <a:solidFill>
                  <a:srgbClr val="FF0000"/>
                </a:solidFill>
                <a:latin typeface="隶书" pitchFamily="49" charset="-122"/>
                <a:ea typeface="隶书" pitchFamily="49" charset="-122"/>
              </a:defRPr>
            </a:lvl5pPr>
            <a:lvl6pPr fontAlgn="base">
              <a:spcBef>
                <a:spcPct val="0"/>
              </a:spcBef>
              <a:spcAft>
                <a:spcPct val="0"/>
              </a:spcAft>
              <a:defRPr sz="4800" b="1">
                <a:solidFill>
                  <a:srgbClr val="FF0000"/>
                </a:solidFill>
                <a:latin typeface="隶书" pitchFamily="49" charset="-122"/>
                <a:ea typeface="隶书" pitchFamily="49" charset="-122"/>
              </a:defRPr>
            </a:lvl6pPr>
            <a:lvl7pPr fontAlgn="base">
              <a:spcBef>
                <a:spcPct val="0"/>
              </a:spcBef>
              <a:spcAft>
                <a:spcPct val="0"/>
              </a:spcAft>
              <a:defRPr sz="4800" b="1">
                <a:solidFill>
                  <a:srgbClr val="FF0000"/>
                </a:solidFill>
                <a:latin typeface="隶书" pitchFamily="49" charset="-122"/>
                <a:ea typeface="隶书" pitchFamily="49" charset="-122"/>
              </a:defRPr>
            </a:lvl7pPr>
            <a:lvl8pPr fontAlgn="base">
              <a:spcBef>
                <a:spcPct val="0"/>
              </a:spcBef>
              <a:spcAft>
                <a:spcPct val="0"/>
              </a:spcAft>
              <a:defRPr sz="4800" b="1">
                <a:solidFill>
                  <a:srgbClr val="FF0000"/>
                </a:solidFill>
                <a:latin typeface="隶书" pitchFamily="49" charset="-122"/>
                <a:ea typeface="隶书" pitchFamily="49" charset="-122"/>
              </a:defRPr>
            </a:lvl8pPr>
            <a:lvl9pPr fontAlgn="base">
              <a:spcBef>
                <a:spcPct val="0"/>
              </a:spcBef>
              <a:spcAft>
                <a:spcPct val="0"/>
              </a:spcAft>
              <a:defRPr sz="4800" b="1">
                <a:solidFill>
                  <a:srgbClr val="FF0000"/>
                </a:solidFill>
                <a:latin typeface="隶书" pitchFamily="49" charset="-122"/>
                <a:ea typeface="隶书" pitchFamily="49" charset="-122"/>
              </a:defRPr>
            </a:lvl9pPr>
          </a:lstStyle>
          <a:p>
            <a:pPr>
              <a:lnSpc>
                <a:spcPts val="3000"/>
              </a:lnSpc>
              <a:spcBef>
                <a:spcPct val="30000"/>
              </a:spcBef>
              <a:buSzPct val="75000"/>
              <a:buFont typeface="Wingdings" pitchFamily="2" charset="2"/>
              <a:buChar char="u"/>
              <a:defRPr/>
            </a:pPr>
            <a:r>
              <a:rPr lang="zh-CN" altLang="en-US" sz="2400" dirty="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例如</a:t>
            </a:r>
            <a:r>
              <a:rPr lang="en-US" altLang="zh-CN" sz="2400" dirty="0">
                <a:solidFill>
                  <a:srgbClr val="FF3300"/>
                </a:solidFill>
                <a:effectLst>
                  <a:outerShdw blurRad="38100" dist="38100" dir="2700000" algn="tl">
                    <a:srgbClr val="C0C0C0"/>
                  </a:outerShdw>
                </a:effectLst>
                <a:latin typeface="黑体" panose="02010609060101010101" pitchFamily="49" charset="-122"/>
                <a:ea typeface="黑体" panose="02010609060101010101" pitchFamily="49" charset="-122"/>
              </a:rPr>
              <a:t>A</a:t>
            </a:r>
            <a:r>
              <a:rPr lang="zh-CN" altLang="en-US" sz="2400" dirty="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向</a:t>
            </a:r>
            <a:r>
              <a:rPr lang="en-US" altLang="zh-CN" sz="2400" dirty="0">
                <a:solidFill>
                  <a:srgbClr val="FF3300"/>
                </a:solidFill>
                <a:effectLst>
                  <a:outerShdw blurRad="38100" dist="38100" dir="2700000" algn="tl">
                    <a:srgbClr val="C0C0C0"/>
                  </a:outerShdw>
                </a:effectLst>
                <a:latin typeface="黑体" panose="02010609060101010101" pitchFamily="49" charset="-122"/>
                <a:ea typeface="黑体" panose="02010609060101010101" pitchFamily="49" charset="-122"/>
              </a:rPr>
              <a:t>B</a:t>
            </a:r>
            <a:r>
              <a:rPr lang="zh-CN" altLang="en-US" sz="2400" dirty="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发送一个会议通知，</a:t>
            </a:r>
            <a:r>
              <a:rPr lang="en-US" altLang="zh-CN" sz="2400" dirty="0">
                <a:solidFill>
                  <a:srgbClr val="FF3300"/>
                </a:solidFill>
                <a:effectLst>
                  <a:outerShdw blurRad="38100" dist="38100" dir="2700000" algn="tl">
                    <a:srgbClr val="C0C0C0"/>
                  </a:outerShdw>
                </a:effectLst>
                <a:latin typeface="黑体" panose="02010609060101010101" pitchFamily="49" charset="-122"/>
                <a:ea typeface="黑体" panose="02010609060101010101" pitchFamily="49" charset="-122"/>
              </a:rPr>
              <a:t>B</a:t>
            </a:r>
            <a:r>
              <a:rPr lang="zh-CN" altLang="en-US" sz="2400" dirty="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没出席会议，并以没有收到通知为由推卸责任。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53" presetClass="entr" presetSubtype="16" fill="hold" grpId="0"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
                                          </p:val>
                                        </p:tav>
                                        <p:tav tm="100000">
                                          <p:val>
                                            <p:strVal val="#ppt_w"/>
                                          </p:val>
                                        </p:tav>
                                      </p:tavLst>
                                    </p:anim>
                                    <p:anim calcmode="lin" valueType="num">
                                      <p:cBhvr>
                                        <p:cTn id="13" dur="500" fill="hold"/>
                                        <p:tgtEl>
                                          <p:spTgt spid="5"/>
                                        </p:tgtEl>
                                        <p:attrNameLst>
                                          <p:attrName>ppt_h</p:attrName>
                                        </p:attrNameLst>
                                      </p:cBhvr>
                                      <p:tavLst>
                                        <p:tav tm="0">
                                          <p:val>
                                            <p:fltVal val="0"/>
                                          </p:val>
                                        </p:tav>
                                        <p:tav tm="100000">
                                          <p:val>
                                            <p:strVal val="#ppt_h"/>
                                          </p:val>
                                        </p:tav>
                                      </p:tavLst>
                                    </p:anim>
                                    <p:animEffect transition="in" filter="fade">
                                      <p:cBhvr>
                                        <p:cTn id="14" dur="500"/>
                                        <p:tgtEl>
                                          <p:spTgt spid="5"/>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0-#ppt_w/2"/>
                                          </p:val>
                                        </p:tav>
                                        <p:tav tm="100000">
                                          <p:val>
                                            <p:strVal val="#ppt_x"/>
                                          </p:val>
                                        </p:tav>
                                      </p:tavLst>
                                    </p:anim>
                                    <p:anim calcmode="lin" valueType="num">
                                      <p:cBhvr additive="base">
                                        <p:cTn id="20"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53" presetClass="entr" presetSubtype="16"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p:cTn id="25" dur="500" fill="hold"/>
                                        <p:tgtEl>
                                          <p:spTgt spid="6"/>
                                        </p:tgtEl>
                                        <p:attrNameLst>
                                          <p:attrName>ppt_w</p:attrName>
                                        </p:attrNameLst>
                                      </p:cBhvr>
                                      <p:tavLst>
                                        <p:tav tm="0">
                                          <p:val>
                                            <p:fltVal val="0"/>
                                          </p:val>
                                        </p:tav>
                                        <p:tav tm="100000">
                                          <p:val>
                                            <p:strVal val="#ppt_w"/>
                                          </p:val>
                                        </p:tav>
                                      </p:tavLst>
                                    </p:anim>
                                    <p:anim calcmode="lin" valueType="num">
                                      <p:cBhvr>
                                        <p:cTn id="26" dur="500" fill="hold"/>
                                        <p:tgtEl>
                                          <p:spTgt spid="6"/>
                                        </p:tgtEl>
                                        <p:attrNameLst>
                                          <p:attrName>ppt_h</p:attrName>
                                        </p:attrNameLst>
                                      </p:cBhvr>
                                      <p:tavLst>
                                        <p:tav tm="0">
                                          <p:val>
                                            <p:fltVal val="0"/>
                                          </p:val>
                                        </p:tav>
                                        <p:tav tm="100000">
                                          <p:val>
                                            <p:strVal val="#ppt_h"/>
                                          </p:val>
                                        </p:tav>
                                      </p:tavLst>
                                    </p:anim>
                                    <p:animEffect transition="in" filter="fade">
                                      <p:cBhvr>
                                        <p:cTn id="2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a:extLst>
              <a:ext uri="{FF2B5EF4-FFF2-40B4-BE49-F238E27FC236}">
                <a16:creationId xmlns:a16="http://schemas.microsoft.com/office/drawing/2014/main" id="{3F2E4F65-531A-0D45-BF87-689C42C92F21}"/>
              </a:ext>
            </a:extLst>
          </p:cNvPr>
          <p:cNvSpPr>
            <a:spLocks noGrp="1" noChangeArrowheads="1"/>
          </p:cNvSpPr>
          <p:nvPr>
            <p:ph type="title"/>
          </p:nvPr>
        </p:nvSpPr>
        <p:spPr>
          <a:xfrm>
            <a:off x="427038" y="838200"/>
            <a:ext cx="8229600" cy="609600"/>
          </a:xfrm>
        </p:spPr>
        <p:txBody>
          <a:bodyPr vert="horz" wrap="square" lIns="91440" tIns="45720" rIns="91440" bIns="45720" numCol="1" anchor="t" anchorCtr="0" compatLnSpc="1">
            <a:prstTxWarp prst="textNoShape">
              <a:avLst/>
            </a:prstTxWarp>
          </a:bodyPr>
          <a:lstStyle/>
          <a:p>
            <a:pPr>
              <a:defRPr/>
            </a:pPr>
            <a:r>
              <a:rPr lang="zh-CN" altLang="en-US" sz="3200">
                <a:solidFill>
                  <a:srgbClr val="0000CC"/>
                </a:solidFill>
                <a:ea typeface="宋体" panose="02010600030101010101" pitchFamily="2" charset="-122"/>
              </a:rPr>
              <a:t>常见的抵赖行为</a:t>
            </a:r>
          </a:p>
        </p:txBody>
      </p:sp>
      <p:sp>
        <p:nvSpPr>
          <p:cNvPr id="8195" name="内容占位符 2">
            <a:extLst>
              <a:ext uri="{FF2B5EF4-FFF2-40B4-BE49-F238E27FC236}">
                <a16:creationId xmlns:a16="http://schemas.microsoft.com/office/drawing/2014/main" id="{4F490F07-84E3-9043-AA55-DB025EFE0FF0}"/>
              </a:ext>
            </a:extLst>
          </p:cNvPr>
          <p:cNvSpPr>
            <a:spLocks noGrp="1" noChangeArrowheads="1"/>
          </p:cNvSpPr>
          <p:nvPr>
            <p:ph idx="1"/>
          </p:nvPr>
        </p:nvSpPr>
        <p:spPr>
          <a:xfrm>
            <a:off x="676275" y="3886200"/>
            <a:ext cx="7629525" cy="1295400"/>
          </a:xfrm>
        </p:spPr>
        <p:txBody>
          <a:bodyPr vert="horz" wrap="square" lIns="91440" tIns="45720" rIns="91440" bIns="45720" numCol="1" anchor="t" anchorCtr="0" compatLnSpc="1">
            <a:prstTxWarp prst="textNoShape">
              <a:avLst/>
            </a:prstTxWarp>
          </a:bodyPr>
          <a:lstStyle/>
          <a:p>
            <a:pPr>
              <a:buClr>
                <a:srgbClr val="FF0000"/>
              </a:buClr>
              <a:buFont typeface="Wingdings" pitchFamily="2" charset="2"/>
              <a:buChar char="n"/>
              <a:defRPr/>
            </a:pPr>
            <a:r>
              <a:rPr lang="en-US" altLang="zh-CN" sz="2800" dirty="0">
                <a:solidFill>
                  <a:schemeClr val="bg2"/>
                </a:solidFill>
                <a:latin typeface="Times New Roman" panose="02020603050405020304" pitchFamily="18" charset="0"/>
                <a:ea typeface="黑体" panose="02010609060101010101" pitchFamily="49" charset="-122"/>
              </a:rPr>
              <a:t>B</a:t>
            </a:r>
            <a:r>
              <a:rPr lang="zh-CN" altLang="en-US" sz="2800" dirty="0">
                <a:solidFill>
                  <a:schemeClr val="bg2"/>
                </a:solidFill>
                <a:latin typeface="Times New Roman" panose="02020603050405020304" pitchFamily="18" charset="0"/>
                <a:ea typeface="黑体" panose="02010609060101010101" pitchFamily="49" charset="-122"/>
              </a:rPr>
              <a:t>收到了</a:t>
            </a:r>
            <a:r>
              <a:rPr lang="en-US" altLang="zh-CN" sz="2800" dirty="0">
                <a:solidFill>
                  <a:schemeClr val="bg2"/>
                </a:solidFill>
                <a:latin typeface="Times New Roman" panose="02020603050405020304" pitchFamily="18" charset="0"/>
                <a:ea typeface="黑体" panose="02010609060101010101" pitchFamily="49" charset="-122"/>
              </a:rPr>
              <a:t>A</a:t>
            </a:r>
            <a:r>
              <a:rPr lang="zh-CN" altLang="en-US" sz="2800" dirty="0">
                <a:solidFill>
                  <a:schemeClr val="bg2"/>
                </a:solidFill>
                <a:latin typeface="Times New Roman" panose="02020603050405020304" pitchFamily="18" charset="0"/>
                <a:ea typeface="黑体" panose="02010609060101010101" pitchFamily="49" charset="-122"/>
              </a:rPr>
              <a:t>发来的信息</a:t>
            </a:r>
            <a:r>
              <a:rPr lang="en-US" altLang="zh-CN" sz="2800" dirty="0">
                <a:solidFill>
                  <a:schemeClr val="bg2"/>
                </a:solidFill>
                <a:latin typeface="Times New Roman" panose="02020603050405020304" pitchFamily="18" charset="0"/>
                <a:ea typeface="黑体" panose="02010609060101010101" pitchFamily="49" charset="-122"/>
              </a:rPr>
              <a:t>M0</a:t>
            </a:r>
            <a:r>
              <a:rPr lang="zh-CN" altLang="en-US" sz="2800" dirty="0">
                <a:solidFill>
                  <a:schemeClr val="bg2"/>
                </a:solidFill>
                <a:latin typeface="Times New Roman" panose="02020603050405020304" pitchFamily="18" charset="0"/>
                <a:ea typeface="黑体" panose="02010609060101010101" pitchFamily="49" charset="-122"/>
              </a:rPr>
              <a:t>，但却说收到的是</a:t>
            </a:r>
            <a:r>
              <a:rPr lang="en-US" altLang="zh-CN" sz="2800" dirty="0">
                <a:solidFill>
                  <a:schemeClr val="bg2"/>
                </a:solidFill>
                <a:latin typeface="Times New Roman" panose="02020603050405020304" pitchFamily="18" charset="0"/>
                <a:ea typeface="黑体" panose="02010609060101010101" pitchFamily="49" charset="-122"/>
              </a:rPr>
              <a:t>M1</a:t>
            </a:r>
            <a:r>
              <a:rPr lang="zh-CN" altLang="en-US" sz="2800" dirty="0">
                <a:solidFill>
                  <a:schemeClr val="bg2"/>
                </a:solidFill>
                <a:latin typeface="Times New Roman" panose="02020603050405020304" pitchFamily="18" charset="0"/>
                <a:ea typeface="黑体" panose="02010609060101010101" pitchFamily="49" charset="-122"/>
              </a:rPr>
              <a:t>。</a:t>
            </a:r>
          </a:p>
        </p:txBody>
      </p:sp>
      <p:sp>
        <p:nvSpPr>
          <p:cNvPr id="2" name="矩形 1">
            <a:extLst>
              <a:ext uri="{FF2B5EF4-FFF2-40B4-BE49-F238E27FC236}">
                <a16:creationId xmlns:a16="http://schemas.microsoft.com/office/drawing/2014/main" id="{E4BFFF80-819C-B348-BC7C-14012A4FCC6F}"/>
              </a:ext>
            </a:extLst>
          </p:cNvPr>
          <p:cNvSpPr/>
          <p:nvPr/>
        </p:nvSpPr>
        <p:spPr>
          <a:xfrm>
            <a:off x="676275" y="1998663"/>
            <a:ext cx="8121650" cy="481012"/>
          </a:xfrm>
          <a:prstGeom prst="rect">
            <a:avLst/>
          </a:prstGeom>
        </p:spPr>
        <p:txBody>
          <a:bodyPr>
            <a:spAutoFit/>
          </a:bodyPr>
          <a:lstStyle>
            <a:lvl1pPr marL="571500" indent="-571500">
              <a:defRPr sz="4800" b="1">
                <a:solidFill>
                  <a:srgbClr val="FF0000"/>
                </a:solidFill>
                <a:latin typeface="隶书" pitchFamily="49" charset="-122"/>
                <a:ea typeface="隶书" pitchFamily="49" charset="-122"/>
              </a:defRPr>
            </a:lvl1pPr>
            <a:lvl2pPr>
              <a:defRPr sz="4800" b="1">
                <a:solidFill>
                  <a:srgbClr val="FF0000"/>
                </a:solidFill>
                <a:latin typeface="隶书" pitchFamily="49" charset="-122"/>
                <a:ea typeface="隶书" pitchFamily="49" charset="-122"/>
              </a:defRPr>
            </a:lvl2pPr>
            <a:lvl3pPr>
              <a:defRPr sz="4800" b="1">
                <a:solidFill>
                  <a:srgbClr val="FF0000"/>
                </a:solidFill>
                <a:latin typeface="隶书" pitchFamily="49" charset="-122"/>
                <a:ea typeface="隶书" pitchFamily="49" charset="-122"/>
              </a:defRPr>
            </a:lvl3pPr>
            <a:lvl4pPr>
              <a:defRPr sz="4800" b="1">
                <a:solidFill>
                  <a:srgbClr val="FF0000"/>
                </a:solidFill>
                <a:latin typeface="隶书" pitchFamily="49" charset="-122"/>
                <a:ea typeface="隶书" pitchFamily="49" charset="-122"/>
              </a:defRPr>
            </a:lvl4pPr>
            <a:lvl5pPr>
              <a:defRPr sz="4800" b="1">
                <a:solidFill>
                  <a:srgbClr val="FF0000"/>
                </a:solidFill>
                <a:latin typeface="隶书" pitchFamily="49" charset="-122"/>
                <a:ea typeface="隶书" pitchFamily="49" charset="-122"/>
              </a:defRPr>
            </a:lvl5pPr>
            <a:lvl6pPr fontAlgn="base">
              <a:spcBef>
                <a:spcPct val="0"/>
              </a:spcBef>
              <a:spcAft>
                <a:spcPct val="0"/>
              </a:spcAft>
              <a:defRPr sz="4800" b="1">
                <a:solidFill>
                  <a:srgbClr val="FF0000"/>
                </a:solidFill>
                <a:latin typeface="隶书" pitchFamily="49" charset="-122"/>
                <a:ea typeface="隶书" pitchFamily="49" charset="-122"/>
              </a:defRPr>
            </a:lvl6pPr>
            <a:lvl7pPr fontAlgn="base">
              <a:spcBef>
                <a:spcPct val="0"/>
              </a:spcBef>
              <a:spcAft>
                <a:spcPct val="0"/>
              </a:spcAft>
              <a:defRPr sz="4800" b="1">
                <a:solidFill>
                  <a:srgbClr val="FF0000"/>
                </a:solidFill>
                <a:latin typeface="隶书" pitchFamily="49" charset="-122"/>
                <a:ea typeface="隶书" pitchFamily="49" charset="-122"/>
              </a:defRPr>
            </a:lvl7pPr>
            <a:lvl8pPr fontAlgn="base">
              <a:spcBef>
                <a:spcPct val="0"/>
              </a:spcBef>
              <a:spcAft>
                <a:spcPct val="0"/>
              </a:spcAft>
              <a:defRPr sz="4800" b="1">
                <a:solidFill>
                  <a:srgbClr val="FF0000"/>
                </a:solidFill>
                <a:latin typeface="隶书" pitchFamily="49" charset="-122"/>
                <a:ea typeface="隶书" pitchFamily="49" charset="-122"/>
              </a:defRPr>
            </a:lvl8pPr>
            <a:lvl9pPr fontAlgn="base">
              <a:spcBef>
                <a:spcPct val="0"/>
              </a:spcBef>
              <a:spcAft>
                <a:spcPct val="0"/>
              </a:spcAft>
              <a:defRPr sz="4800" b="1">
                <a:solidFill>
                  <a:srgbClr val="FF0000"/>
                </a:solidFill>
                <a:latin typeface="隶书" pitchFamily="49" charset="-122"/>
                <a:ea typeface="隶书" pitchFamily="49" charset="-122"/>
              </a:defRPr>
            </a:lvl9pPr>
          </a:lstStyle>
          <a:p>
            <a:pPr>
              <a:lnSpc>
                <a:spcPct val="90000"/>
              </a:lnSpc>
              <a:spcBef>
                <a:spcPct val="30000"/>
              </a:spcBef>
              <a:buClr>
                <a:srgbClr val="FF0000"/>
              </a:buClr>
              <a:buSzPct val="75000"/>
              <a:buFont typeface="Wingdings" pitchFamily="2" charset="2"/>
              <a:buChar char="n"/>
              <a:defRPr/>
            </a:pPr>
            <a:r>
              <a:rPr lang="en-US" altLang="zh-CN" sz="2800">
                <a:solidFill>
                  <a:schemeClr val="bg2"/>
                </a:solidFill>
                <a:effectLst>
                  <a:outerShdw blurRad="38100" dist="38100" dir="2700000" algn="tl">
                    <a:srgbClr val="C0C0C0"/>
                  </a:outerShdw>
                </a:effectLst>
                <a:latin typeface="Times New Roman" panose="02020603050405020304" pitchFamily="18" charset="0"/>
                <a:ea typeface="黑体" panose="02010609060101010101" pitchFamily="49" charset="-122"/>
              </a:rPr>
              <a:t>A</a:t>
            </a:r>
            <a:r>
              <a:rPr lang="zh-CN" altLang="en-US" sz="2800">
                <a:solidFill>
                  <a:schemeClr val="bg2"/>
                </a:solidFill>
                <a:effectLst>
                  <a:outerShdw blurRad="38100" dist="38100" dir="2700000" algn="tl">
                    <a:srgbClr val="C0C0C0"/>
                  </a:outerShdw>
                </a:effectLst>
                <a:latin typeface="Times New Roman" panose="02020603050405020304" pitchFamily="18" charset="0"/>
                <a:ea typeface="黑体" panose="02010609060101010101" pitchFamily="49" charset="-122"/>
              </a:rPr>
              <a:t>向</a:t>
            </a:r>
            <a:r>
              <a:rPr lang="en-US" altLang="zh-CN" sz="2800">
                <a:solidFill>
                  <a:schemeClr val="bg2"/>
                </a:solidFill>
                <a:effectLst>
                  <a:outerShdw blurRad="38100" dist="38100" dir="2700000" algn="tl">
                    <a:srgbClr val="C0C0C0"/>
                  </a:outerShdw>
                </a:effectLst>
                <a:latin typeface="Times New Roman" panose="02020603050405020304" pitchFamily="18" charset="0"/>
                <a:ea typeface="黑体" panose="02010609060101010101" pitchFamily="49" charset="-122"/>
              </a:rPr>
              <a:t>B</a:t>
            </a:r>
            <a:r>
              <a:rPr lang="zh-CN" altLang="en-US" sz="2800">
                <a:solidFill>
                  <a:schemeClr val="bg2"/>
                </a:solidFill>
                <a:effectLst>
                  <a:outerShdw blurRad="38100" dist="38100" dir="2700000" algn="tl">
                    <a:srgbClr val="C0C0C0"/>
                  </a:outerShdw>
                </a:effectLst>
                <a:latin typeface="Times New Roman" panose="02020603050405020304" pitchFamily="18" charset="0"/>
                <a:ea typeface="黑体" panose="02010609060101010101" pitchFamily="49" charset="-122"/>
              </a:rPr>
              <a:t>发了信息</a:t>
            </a:r>
            <a:r>
              <a:rPr lang="en-US" altLang="zh-CN" sz="2800">
                <a:solidFill>
                  <a:schemeClr val="bg2"/>
                </a:solidFill>
                <a:effectLst>
                  <a:outerShdw blurRad="38100" dist="38100" dir="2700000" algn="tl">
                    <a:srgbClr val="C0C0C0"/>
                  </a:outerShdw>
                </a:effectLst>
                <a:latin typeface="Times New Roman" panose="02020603050405020304" pitchFamily="18" charset="0"/>
                <a:ea typeface="黑体" panose="02010609060101010101" pitchFamily="49" charset="-122"/>
              </a:rPr>
              <a:t>M</a:t>
            </a:r>
            <a:r>
              <a:rPr lang="zh-CN" altLang="en-US" sz="2800">
                <a:solidFill>
                  <a:schemeClr val="bg2"/>
                </a:solidFill>
                <a:effectLst>
                  <a:outerShdw blurRad="38100" dist="38100" dir="2700000" algn="tl">
                    <a:srgbClr val="C0C0C0"/>
                  </a:outerShdw>
                </a:effectLst>
                <a:latin typeface="Times New Roman" panose="02020603050405020304" pitchFamily="18" charset="0"/>
                <a:ea typeface="黑体" panose="02010609060101010101" pitchFamily="49" charset="-122"/>
              </a:rPr>
              <a:t>，但其不承认其曾经发过；</a:t>
            </a:r>
          </a:p>
        </p:txBody>
      </p:sp>
      <p:sp>
        <p:nvSpPr>
          <p:cNvPr id="3" name="矩形 2">
            <a:extLst>
              <a:ext uri="{FF2B5EF4-FFF2-40B4-BE49-F238E27FC236}">
                <a16:creationId xmlns:a16="http://schemas.microsoft.com/office/drawing/2014/main" id="{E1A991A8-4424-FD4D-92BB-2D6C1A1EAE79}"/>
              </a:ext>
            </a:extLst>
          </p:cNvPr>
          <p:cNvSpPr/>
          <p:nvPr/>
        </p:nvSpPr>
        <p:spPr>
          <a:xfrm>
            <a:off x="676275" y="2590800"/>
            <a:ext cx="7477125" cy="479425"/>
          </a:xfrm>
          <a:prstGeom prst="rect">
            <a:avLst/>
          </a:prstGeom>
        </p:spPr>
        <p:txBody>
          <a:bodyPr>
            <a:spAutoFit/>
          </a:bodyPr>
          <a:lstStyle>
            <a:lvl1pPr marL="571500" indent="-571500">
              <a:defRPr sz="4800" b="1">
                <a:solidFill>
                  <a:srgbClr val="FF0000"/>
                </a:solidFill>
                <a:latin typeface="隶书" pitchFamily="49" charset="-122"/>
                <a:ea typeface="隶书" pitchFamily="49" charset="-122"/>
              </a:defRPr>
            </a:lvl1pPr>
            <a:lvl2pPr>
              <a:defRPr sz="4800" b="1">
                <a:solidFill>
                  <a:srgbClr val="FF0000"/>
                </a:solidFill>
                <a:latin typeface="隶书" pitchFamily="49" charset="-122"/>
                <a:ea typeface="隶书" pitchFamily="49" charset="-122"/>
              </a:defRPr>
            </a:lvl2pPr>
            <a:lvl3pPr>
              <a:defRPr sz="4800" b="1">
                <a:solidFill>
                  <a:srgbClr val="FF0000"/>
                </a:solidFill>
                <a:latin typeface="隶书" pitchFamily="49" charset="-122"/>
                <a:ea typeface="隶书" pitchFamily="49" charset="-122"/>
              </a:defRPr>
            </a:lvl3pPr>
            <a:lvl4pPr>
              <a:defRPr sz="4800" b="1">
                <a:solidFill>
                  <a:srgbClr val="FF0000"/>
                </a:solidFill>
                <a:latin typeface="隶书" pitchFamily="49" charset="-122"/>
                <a:ea typeface="隶书" pitchFamily="49" charset="-122"/>
              </a:defRPr>
            </a:lvl4pPr>
            <a:lvl5pPr>
              <a:defRPr sz="4800" b="1">
                <a:solidFill>
                  <a:srgbClr val="FF0000"/>
                </a:solidFill>
                <a:latin typeface="隶书" pitchFamily="49" charset="-122"/>
                <a:ea typeface="隶书" pitchFamily="49" charset="-122"/>
              </a:defRPr>
            </a:lvl5pPr>
            <a:lvl6pPr fontAlgn="base">
              <a:spcBef>
                <a:spcPct val="0"/>
              </a:spcBef>
              <a:spcAft>
                <a:spcPct val="0"/>
              </a:spcAft>
              <a:defRPr sz="4800" b="1">
                <a:solidFill>
                  <a:srgbClr val="FF0000"/>
                </a:solidFill>
                <a:latin typeface="隶书" pitchFamily="49" charset="-122"/>
                <a:ea typeface="隶书" pitchFamily="49" charset="-122"/>
              </a:defRPr>
            </a:lvl6pPr>
            <a:lvl7pPr fontAlgn="base">
              <a:spcBef>
                <a:spcPct val="0"/>
              </a:spcBef>
              <a:spcAft>
                <a:spcPct val="0"/>
              </a:spcAft>
              <a:defRPr sz="4800" b="1">
                <a:solidFill>
                  <a:srgbClr val="FF0000"/>
                </a:solidFill>
                <a:latin typeface="隶书" pitchFamily="49" charset="-122"/>
                <a:ea typeface="隶书" pitchFamily="49" charset="-122"/>
              </a:defRPr>
            </a:lvl7pPr>
            <a:lvl8pPr fontAlgn="base">
              <a:spcBef>
                <a:spcPct val="0"/>
              </a:spcBef>
              <a:spcAft>
                <a:spcPct val="0"/>
              </a:spcAft>
              <a:defRPr sz="4800" b="1">
                <a:solidFill>
                  <a:srgbClr val="FF0000"/>
                </a:solidFill>
                <a:latin typeface="隶书" pitchFamily="49" charset="-122"/>
                <a:ea typeface="隶书" pitchFamily="49" charset="-122"/>
              </a:defRPr>
            </a:lvl8pPr>
            <a:lvl9pPr fontAlgn="base">
              <a:spcBef>
                <a:spcPct val="0"/>
              </a:spcBef>
              <a:spcAft>
                <a:spcPct val="0"/>
              </a:spcAft>
              <a:defRPr sz="4800" b="1">
                <a:solidFill>
                  <a:srgbClr val="FF0000"/>
                </a:solidFill>
                <a:latin typeface="隶书" pitchFamily="49" charset="-122"/>
                <a:ea typeface="隶书" pitchFamily="49" charset="-122"/>
              </a:defRPr>
            </a:lvl9pPr>
          </a:lstStyle>
          <a:p>
            <a:pPr>
              <a:lnSpc>
                <a:spcPct val="90000"/>
              </a:lnSpc>
              <a:spcBef>
                <a:spcPct val="30000"/>
              </a:spcBef>
              <a:buClr>
                <a:srgbClr val="FF0000"/>
              </a:buClr>
              <a:buSzPct val="75000"/>
              <a:buFont typeface="Wingdings" pitchFamily="2" charset="2"/>
              <a:buChar char="n"/>
              <a:defRPr/>
            </a:pPr>
            <a:r>
              <a:rPr lang="en-US" altLang="zh-CN" sz="2800">
                <a:solidFill>
                  <a:schemeClr val="bg2"/>
                </a:solidFill>
                <a:effectLst>
                  <a:outerShdw blurRad="38100" dist="38100" dir="2700000" algn="tl">
                    <a:srgbClr val="C0C0C0"/>
                  </a:outerShdw>
                </a:effectLst>
                <a:latin typeface="Times New Roman" panose="02020603050405020304" pitchFamily="18" charset="0"/>
                <a:ea typeface="黑体" panose="02010609060101010101" pitchFamily="49" charset="-122"/>
              </a:rPr>
              <a:t>A</a:t>
            </a:r>
            <a:r>
              <a:rPr lang="zh-CN" altLang="en-US" sz="2800">
                <a:solidFill>
                  <a:schemeClr val="bg2"/>
                </a:solidFill>
                <a:effectLst>
                  <a:outerShdw blurRad="38100" dist="38100" dir="2700000" algn="tl">
                    <a:srgbClr val="C0C0C0"/>
                  </a:outerShdw>
                </a:effectLst>
                <a:latin typeface="Times New Roman" panose="02020603050405020304" pitchFamily="18" charset="0"/>
                <a:ea typeface="黑体" panose="02010609060101010101" pitchFamily="49" charset="-122"/>
              </a:rPr>
              <a:t>向</a:t>
            </a:r>
            <a:r>
              <a:rPr lang="en-US" altLang="zh-CN" sz="2800">
                <a:solidFill>
                  <a:schemeClr val="bg2"/>
                </a:solidFill>
                <a:effectLst>
                  <a:outerShdw blurRad="38100" dist="38100" dir="2700000" algn="tl">
                    <a:srgbClr val="C0C0C0"/>
                  </a:outerShdw>
                </a:effectLst>
                <a:latin typeface="Times New Roman" panose="02020603050405020304" pitchFamily="18" charset="0"/>
                <a:ea typeface="黑体" panose="02010609060101010101" pitchFamily="49" charset="-122"/>
              </a:rPr>
              <a:t>B</a:t>
            </a:r>
            <a:r>
              <a:rPr lang="zh-CN" altLang="en-US" sz="2800">
                <a:solidFill>
                  <a:schemeClr val="bg2"/>
                </a:solidFill>
                <a:effectLst>
                  <a:outerShdw blurRad="38100" dist="38100" dir="2700000" algn="tl">
                    <a:srgbClr val="C0C0C0"/>
                  </a:outerShdw>
                </a:effectLst>
                <a:latin typeface="Times New Roman" panose="02020603050405020304" pitchFamily="18" charset="0"/>
                <a:ea typeface="黑体" panose="02010609060101010101" pitchFamily="49" charset="-122"/>
              </a:rPr>
              <a:t>发了信息</a:t>
            </a:r>
            <a:r>
              <a:rPr lang="en-US" altLang="zh-CN" sz="2800">
                <a:solidFill>
                  <a:schemeClr val="bg2"/>
                </a:solidFill>
                <a:effectLst>
                  <a:outerShdw blurRad="38100" dist="38100" dir="2700000" algn="tl">
                    <a:srgbClr val="C0C0C0"/>
                  </a:outerShdw>
                </a:effectLst>
                <a:latin typeface="Times New Roman" panose="02020603050405020304" pitchFamily="18" charset="0"/>
                <a:ea typeface="黑体" panose="02010609060101010101" pitchFamily="49" charset="-122"/>
              </a:rPr>
              <a:t>M0</a:t>
            </a:r>
            <a:r>
              <a:rPr lang="zh-CN" altLang="en-US" sz="2800">
                <a:solidFill>
                  <a:schemeClr val="bg2"/>
                </a:solidFill>
                <a:effectLst>
                  <a:outerShdw blurRad="38100" dist="38100" dir="2700000" algn="tl">
                    <a:srgbClr val="C0C0C0"/>
                  </a:outerShdw>
                </a:effectLst>
                <a:latin typeface="Times New Roman" panose="02020603050405020304" pitchFamily="18" charset="0"/>
                <a:ea typeface="黑体" panose="02010609060101010101" pitchFamily="49" charset="-122"/>
              </a:rPr>
              <a:t>，但其却说发了</a:t>
            </a:r>
            <a:r>
              <a:rPr lang="en-US" altLang="zh-CN" sz="2800">
                <a:solidFill>
                  <a:schemeClr val="bg2"/>
                </a:solidFill>
                <a:effectLst>
                  <a:outerShdw blurRad="38100" dist="38100" dir="2700000" algn="tl">
                    <a:srgbClr val="C0C0C0"/>
                  </a:outerShdw>
                </a:effectLst>
                <a:latin typeface="Times New Roman" panose="02020603050405020304" pitchFamily="18" charset="0"/>
                <a:ea typeface="黑体" panose="02010609060101010101" pitchFamily="49" charset="-122"/>
              </a:rPr>
              <a:t>M1</a:t>
            </a:r>
            <a:r>
              <a:rPr lang="zh-CN" altLang="en-US" sz="2800">
                <a:solidFill>
                  <a:schemeClr val="bg2"/>
                </a:solidFill>
                <a:effectLst>
                  <a:outerShdw blurRad="38100" dist="38100" dir="2700000" algn="tl">
                    <a:srgbClr val="C0C0C0"/>
                  </a:outerShdw>
                </a:effectLst>
                <a:latin typeface="Times New Roman" panose="02020603050405020304" pitchFamily="18" charset="0"/>
                <a:ea typeface="黑体" panose="02010609060101010101" pitchFamily="49" charset="-122"/>
              </a:rPr>
              <a:t>；</a:t>
            </a:r>
            <a:endParaRPr lang="en-US" altLang="zh-CN" sz="2800">
              <a:solidFill>
                <a:schemeClr val="bg2"/>
              </a:solidFill>
              <a:effectLst>
                <a:outerShdw blurRad="38100" dist="38100" dir="2700000" algn="tl">
                  <a:srgbClr val="C0C0C0"/>
                </a:outerShdw>
              </a:effectLst>
              <a:latin typeface="Times New Roman" panose="02020603050405020304" pitchFamily="18" charset="0"/>
              <a:ea typeface="黑体" panose="02010609060101010101" pitchFamily="49" charset="-122"/>
            </a:endParaRPr>
          </a:p>
        </p:txBody>
      </p:sp>
      <p:sp>
        <p:nvSpPr>
          <p:cNvPr id="4" name="矩形 3">
            <a:extLst>
              <a:ext uri="{FF2B5EF4-FFF2-40B4-BE49-F238E27FC236}">
                <a16:creationId xmlns:a16="http://schemas.microsoft.com/office/drawing/2014/main" id="{26C5224A-D87A-3E49-87AC-A43BE53FE693}"/>
              </a:ext>
            </a:extLst>
          </p:cNvPr>
          <p:cNvSpPr/>
          <p:nvPr/>
        </p:nvSpPr>
        <p:spPr>
          <a:xfrm>
            <a:off x="676275" y="3200400"/>
            <a:ext cx="8121650" cy="479425"/>
          </a:xfrm>
          <a:prstGeom prst="rect">
            <a:avLst/>
          </a:prstGeom>
        </p:spPr>
        <p:txBody>
          <a:bodyPr>
            <a:spAutoFit/>
          </a:bodyPr>
          <a:lstStyle>
            <a:lvl1pPr marL="571500" indent="-571500">
              <a:defRPr sz="4800" b="1">
                <a:solidFill>
                  <a:srgbClr val="FF0000"/>
                </a:solidFill>
                <a:latin typeface="隶书" pitchFamily="49" charset="-122"/>
                <a:ea typeface="隶书" pitchFamily="49" charset="-122"/>
              </a:defRPr>
            </a:lvl1pPr>
            <a:lvl2pPr>
              <a:defRPr sz="4800" b="1">
                <a:solidFill>
                  <a:srgbClr val="FF0000"/>
                </a:solidFill>
                <a:latin typeface="隶书" pitchFamily="49" charset="-122"/>
                <a:ea typeface="隶书" pitchFamily="49" charset="-122"/>
              </a:defRPr>
            </a:lvl2pPr>
            <a:lvl3pPr>
              <a:defRPr sz="4800" b="1">
                <a:solidFill>
                  <a:srgbClr val="FF0000"/>
                </a:solidFill>
                <a:latin typeface="隶书" pitchFamily="49" charset="-122"/>
                <a:ea typeface="隶书" pitchFamily="49" charset="-122"/>
              </a:defRPr>
            </a:lvl3pPr>
            <a:lvl4pPr>
              <a:defRPr sz="4800" b="1">
                <a:solidFill>
                  <a:srgbClr val="FF0000"/>
                </a:solidFill>
                <a:latin typeface="隶书" pitchFamily="49" charset="-122"/>
                <a:ea typeface="隶书" pitchFamily="49" charset="-122"/>
              </a:defRPr>
            </a:lvl4pPr>
            <a:lvl5pPr>
              <a:defRPr sz="4800" b="1">
                <a:solidFill>
                  <a:srgbClr val="FF0000"/>
                </a:solidFill>
                <a:latin typeface="隶书" pitchFamily="49" charset="-122"/>
                <a:ea typeface="隶书" pitchFamily="49" charset="-122"/>
              </a:defRPr>
            </a:lvl5pPr>
            <a:lvl6pPr fontAlgn="base">
              <a:spcBef>
                <a:spcPct val="0"/>
              </a:spcBef>
              <a:spcAft>
                <a:spcPct val="0"/>
              </a:spcAft>
              <a:defRPr sz="4800" b="1">
                <a:solidFill>
                  <a:srgbClr val="FF0000"/>
                </a:solidFill>
                <a:latin typeface="隶书" pitchFamily="49" charset="-122"/>
                <a:ea typeface="隶书" pitchFamily="49" charset="-122"/>
              </a:defRPr>
            </a:lvl6pPr>
            <a:lvl7pPr fontAlgn="base">
              <a:spcBef>
                <a:spcPct val="0"/>
              </a:spcBef>
              <a:spcAft>
                <a:spcPct val="0"/>
              </a:spcAft>
              <a:defRPr sz="4800" b="1">
                <a:solidFill>
                  <a:srgbClr val="FF0000"/>
                </a:solidFill>
                <a:latin typeface="隶书" pitchFamily="49" charset="-122"/>
                <a:ea typeface="隶书" pitchFamily="49" charset="-122"/>
              </a:defRPr>
            </a:lvl7pPr>
            <a:lvl8pPr fontAlgn="base">
              <a:spcBef>
                <a:spcPct val="0"/>
              </a:spcBef>
              <a:spcAft>
                <a:spcPct val="0"/>
              </a:spcAft>
              <a:defRPr sz="4800" b="1">
                <a:solidFill>
                  <a:srgbClr val="FF0000"/>
                </a:solidFill>
                <a:latin typeface="隶书" pitchFamily="49" charset="-122"/>
                <a:ea typeface="隶书" pitchFamily="49" charset="-122"/>
              </a:defRPr>
            </a:lvl8pPr>
            <a:lvl9pPr fontAlgn="base">
              <a:spcBef>
                <a:spcPct val="0"/>
              </a:spcBef>
              <a:spcAft>
                <a:spcPct val="0"/>
              </a:spcAft>
              <a:defRPr sz="4800" b="1">
                <a:solidFill>
                  <a:srgbClr val="FF0000"/>
                </a:solidFill>
                <a:latin typeface="隶书" pitchFamily="49" charset="-122"/>
                <a:ea typeface="隶书" pitchFamily="49" charset="-122"/>
              </a:defRPr>
            </a:lvl9pPr>
          </a:lstStyle>
          <a:p>
            <a:pPr>
              <a:lnSpc>
                <a:spcPct val="90000"/>
              </a:lnSpc>
              <a:spcBef>
                <a:spcPct val="30000"/>
              </a:spcBef>
              <a:buClr>
                <a:srgbClr val="FF0000"/>
              </a:buClr>
              <a:buSzPct val="75000"/>
              <a:buFont typeface="Wingdings" pitchFamily="2" charset="2"/>
              <a:buChar char="n"/>
              <a:defRPr/>
            </a:pPr>
            <a:r>
              <a:rPr lang="en-US" altLang="zh-CN" sz="2800">
                <a:solidFill>
                  <a:schemeClr val="bg2"/>
                </a:solidFill>
                <a:effectLst>
                  <a:outerShdw blurRad="38100" dist="38100" dir="2700000" algn="tl">
                    <a:srgbClr val="C0C0C0"/>
                  </a:outerShdw>
                </a:effectLst>
                <a:latin typeface="Times New Roman" panose="02020603050405020304" pitchFamily="18" charset="0"/>
                <a:ea typeface="黑体" panose="02010609060101010101" pitchFamily="49" charset="-122"/>
              </a:rPr>
              <a:t>B</a:t>
            </a:r>
            <a:r>
              <a:rPr lang="zh-CN" altLang="en-US" sz="2800">
                <a:solidFill>
                  <a:schemeClr val="bg2"/>
                </a:solidFill>
                <a:effectLst>
                  <a:outerShdw blurRad="38100" dist="38100" dir="2700000" algn="tl">
                    <a:srgbClr val="C0C0C0"/>
                  </a:outerShdw>
                </a:effectLst>
                <a:latin typeface="Times New Roman" panose="02020603050405020304" pitchFamily="18" charset="0"/>
                <a:ea typeface="黑体" panose="02010609060101010101" pitchFamily="49" charset="-122"/>
              </a:rPr>
              <a:t>收到了</a:t>
            </a:r>
            <a:r>
              <a:rPr lang="en-US" altLang="zh-CN" sz="2800">
                <a:solidFill>
                  <a:schemeClr val="bg2"/>
                </a:solidFill>
                <a:effectLst>
                  <a:outerShdw blurRad="38100" dist="38100" dir="2700000" algn="tl">
                    <a:srgbClr val="C0C0C0"/>
                  </a:outerShdw>
                </a:effectLst>
                <a:latin typeface="Times New Roman" panose="02020603050405020304" pitchFamily="18" charset="0"/>
                <a:ea typeface="黑体" panose="02010609060101010101" pitchFamily="49" charset="-122"/>
              </a:rPr>
              <a:t>A</a:t>
            </a:r>
            <a:r>
              <a:rPr lang="zh-CN" altLang="en-US" sz="2800">
                <a:solidFill>
                  <a:schemeClr val="bg2"/>
                </a:solidFill>
                <a:effectLst>
                  <a:outerShdw blurRad="38100" dist="38100" dir="2700000" algn="tl">
                    <a:srgbClr val="C0C0C0"/>
                  </a:outerShdw>
                </a:effectLst>
                <a:latin typeface="Times New Roman" panose="02020603050405020304" pitchFamily="18" charset="0"/>
                <a:ea typeface="黑体" panose="02010609060101010101" pitchFamily="49" charset="-122"/>
              </a:rPr>
              <a:t>发来的信息</a:t>
            </a:r>
            <a:r>
              <a:rPr lang="en-US" altLang="zh-CN" sz="2800">
                <a:solidFill>
                  <a:schemeClr val="bg2"/>
                </a:solidFill>
                <a:effectLst>
                  <a:outerShdw blurRad="38100" dist="38100" dir="2700000" algn="tl">
                    <a:srgbClr val="C0C0C0"/>
                  </a:outerShdw>
                </a:effectLst>
                <a:latin typeface="Times New Roman" panose="02020603050405020304" pitchFamily="18" charset="0"/>
                <a:ea typeface="黑体" panose="02010609060101010101" pitchFamily="49" charset="-122"/>
              </a:rPr>
              <a:t>M</a:t>
            </a:r>
            <a:r>
              <a:rPr lang="zh-CN" altLang="en-US" sz="2800">
                <a:solidFill>
                  <a:schemeClr val="bg2"/>
                </a:solidFill>
                <a:effectLst>
                  <a:outerShdw blurRad="38100" dist="38100" dir="2700000" algn="tl">
                    <a:srgbClr val="C0C0C0"/>
                  </a:outerShdw>
                </a:effectLst>
                <a:latin typeface="Times New Roman" panose="02020603050405020304" pitchFamily="18" charset="0"/>
                <a:ea typeface="黑体" panose="02010609060101010101" pitchFamily="49" charset="-122"/>
              </a:rPr>
              <a:t>，但却不承认收到了；</a:t>
            </a:r>
            <a:endParaRPr lang="en-US" altLang="zh-CN" sz="2800">
              <a:solidFill>
                <a:schemeClr val="bg2"/>
              </a:solidFill>
              <a:effectLst>
                <a:outerShdw blurRad="38100" dist="38100" dir="2700000" algn="tl">
                  <a:srgbClr val="C0C0C0"/>
                </a:outerShdw>
              </a:effectLst>
              <a:latin typeface="Times New Roman" panose="02020603050405020304" pitchFamily="18" charset="0"/>
              <a:ea typeface="黑体" panose="02010609060101010101" pitchFamily="49"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0-#ppt_w/2"/>
                                          </p:val>
                                        </p:tav>
                                        <p:tav tm="100000">
                                          <p:val>
                                            <p:strVal val="#ppt_x"/>
                                          </p:val>
                                        </p:tav>
                                      </p:tavLst>
                                    </p:anim>
                                    <p:anim calcmode="lin" valueType="num">
                                      <p:cBhvr additive="base">
                                        <p:cTn id="14"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p:bldP spid="2" grpId="0"/>
      <p:bldP spid="3" grpId="0"/>
      <p:bldP spid="4"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1">
            <a:extLst>
              <a:ext uri="{FF2B5EF4-FFF2-40B4-BE49-F238E27FC236}">
                <a16:creationId xmlns:a16="http://schemas.microsoft.com/office/drawing/2014/main" id="{3B043D04-47CC-2D4B-9328-0C57F38703ED}"/>
              </a:ext>
            </a:extLst>
          </p:cNvPr>
          <p:cNvSpPr>
            <a:spLocks noGrp="1" noChangeArrowheads="1"/>
          </p:cNvSpPr>
          <p:nvPr>
            <p:ph type="title"/>
          </p:nvPr>
        </p:nvSpPr>
        <p:spPr>
          <a:xfrm>
            <a:off x="609600" y="990600"/>
            <a:ext cx="4648200" cy="685800"/>
          </a:xfrm>
        </p:spPr>
        <p:txBody>
          <a:bodyPr vert="horz" wrap="square" lIns="91440" tIns="45720" rIns="91440" bIns="45720" numCol="1" anchor="t" anchorCtr="0" compatLnSpc="1">
            <a:prstTxWarp prst="textNoShape">
              <a:avLst/>
            </a:prstTxWarp>
          </a:bodyPr>
          <a:lstStyle/>
          <a:p>
            <a:pPr>
              <a:defRPr/>
            </a:pPr>
            <a:r>
              <a:rPr lang="zh-CN" altLang="en-US" sz="3200">
                <a:solidFill>
                  <a:srgbClr val="0000CC"/>
                </a:solidFill>
                <a:ea typeface="宋体" panose="02010600030101010101" pitchFamily="2" charset="-122"/>
              </a:rPr>
              <a:t>用户抗抵赖机制定义</a:t>
            </a:r>
          </a:p>
        </p:txBody>
      </p:sp>
      <p:sp>
        <p:nvSpPr>
          <p:cNvPr id="9219" name="内容占位符 2">
            <a:extLst>
              <a:ext uri="{FF2B5EF4-FFF2-40B4-BE49-F238E27FC236}">
                <a16:creationId xmlns:a16="http://schemas.microsoft.com/office/drawing/2014/main" id="{20316221-D4D3-5C46-B783-5B628EDD7DB9}"/>
              </a:ext>
            </a:extLst>
          </p:cNvPr>
          <p:cNvSpPr>
            <a:spLocks noGrp="1" noChangeArrowheads="1"/>
          </p:cNvSpPr>
          <p:nvPr>
            <p:ph idx="1"/>
          </p:nvPr>
        </p:nvSpPr>
        <p:spPr>
          <a:xfrm>
            <a:off x="533400" y="1905000"/>
            <a:ext cx="8229600" cy="1828800"/>
          </a:xfrm>
        </p:spPr>
        <p:txBody>
          <a:bodyPr vert="horz" wrap="square" lIns="91440" tIns="45720" rIns="91440" bIns="45720" numCol="1" anchor="t" anchorCtr="0" compatLnSpc="1">
            <a:prstTxWarp prst="textNoShape">
              <a:avLst/>
            </a:prstTxWarp>
          </a:bodyPr>
          <a:lstStyle/>
          <a:p>
            <a:pPr marL="0" indent="0">
              <a:lnSpc>
                <a:spcPct val="150000"/>
              </a:lnSpc>
              <a:buFont typeface="Wingdings" pitchFamily="2" charset="2"/>
              <a:buNone/>
              <a:defRPr/>
            </a:pPr>
            <a:r>
              <a:rPr lang="zh-CN" altLang="en-US" sz="2800" dirty="0">
                <a:solidFill>
                  <a:schemeClr val="bg2"/>
                </a:solidFill>
                <a:latin typeface="黑体" panose="02010609060101010101" pitchFamily="49" charset="-122"/>
                <a:ea typeface="黑体" panose="02010609060101010101" pitchFamily="49" charset="-122"/>
              </a:rPr>
              <a:t>    抗抵赖机制旨在生成、收集、维护有关已声明的事件或动作的</a:t>
            </a:r>
            <a:r>
              <a:rPr lang="zh-CN" altLang="en-US" sz="2800" dirty="0">
                <a:solidFill>
                  <a:srgbClr val="FF0000"/>
                </a:solidFill>
                <a:latin typeface="黑体" panose="02010609060101010101" pitchFamily="49" charset="-122"/>
                <a:ea typeface="黑体" panose="02010609060101010101" pitchFamily="49" charset="-122"/>
              </a:rPr>
              <a:t>证据</a:t>
            </a:r>
            <a:r>
              <a:rPr lang="zh-CN" altLang="en-US" sz="2800" dirty="0">
                <a:solidFill>
                  <a:schemeClr val="bg2"/>
                </a:solidFill>
                <a:latin typeface="黑体" panose="02010609060101010101" pitchFamily="49" charset="-122"/>
                <a:ea typeface="黑体" panose="02010609060101010101" pitchFamily="49" charset="-122"/>
              </a:rPr>
              <a:t>，并使该证据可得并且</a:t>
            </a:r>
            <a:r>
              <a:rPr lang="zh-CN" altLang="en-US" sz="2800" dirty="0">
                <a:solidFill>
                  <a:srgbClr val="FF0000"/>
                </a:solidFill>
                <a:latin typeface="黑体" panose="02010609060101010101" pitchFamily="49" charset="-122"/>
                <a:ea typeface="黑体" panose="02010609060101010101" pitchFamily="49" charset="-122"/>
              </a:rPr>
              <a:t>确认该证据</a:t>
            </a:r>
            <a:r>
              <a:rPr lang="zh-CN" altLang="en-US" sz="2800" dirty="0">
                <a:solidFill>
                  <a:schemeClr val="bg2"/>
                </a:solidFill>
                <a:latin typeface="黑体" panose="02010609060101010101" pitchFamily="49" charset="-122"/>
                <a:ea typeface="黑体" panose="02010609060101010101" pitchFamily="49" charset="-122"/>
              </a:rPr>
              <a:t>，以此来解决关于此事件或动作发生或未发生</a:t>
            </a:r>
            <a:r>
              <a:rPr lang="zh-CN" altLang="en-US" sz="2800" dirty="0">
                <a:solidFill>
                  <a:srgbClr val="FF0000"/>
                </a:solidFill>
                <a:latin typeface="黑体" panose="02010609060101010101" pitchFamily="49" charset="-122"/>
                <a:ea typeface="黑体" panose="02010609060101010101" pitchFamily="49" charset="-122"/>
              </a:rPr>
              <a:t>而引起的争议</a:t>
            </a:r>
            <a:r>
              <a:rPr lang="zh-CN" altLang="en-US" sz="2800" dirty="0">
                <a:solidFill>
                  <a:schemeClr val="bg2"/>
                </a:solidFill>
                <a:latin typeface="黑体" panose="02010609060101010101" pitchFamily="49" charset="-122"/>
                <a:ea typeface="黑体" panose="02010609060101010101" pitchFamily="49" charset="-122"/>
              </a:rPr>
              <a:t>。</a:t>
            </a:r>
          </a:p>
        </p:txBody>
      </p:sp>
    </p:spTree>
  </p:cSld>
  <p:clrMapOvr>
    <a:masterClrMapping/>
  </p:clrMapOvr>
  <p:transition spd="slow"/>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5089F7C2-95DB-C741-AE24-450808EE9539}"/>
              </a:ext>
            </a:extLst>
          </p:cNvPr>
          <p:cNvSpPr/>
          <p:nvPr/>
        </p:nvSpPr>
        <p:spPr>
          <a:xfrm>
            <a:off x="381000" y="892175"/>
            <a:ext cx="6248400" cy="479425"/>
          </a:xfrm>
          <a:prstGeom prst="rect">
            <a:avLst/>
          </a:prstGeom>
        </p:spPr>
        <p:txBody>
          <a:bodyPr>
            <a:spAutoFit/>
          </a:bodyPr>
          <a:lstStyle/>
          <a:p>
            <a:pPr eaLnBrk="1" hangingPunct="1">
              <a:lnSpc>
                <a:spcPct val="90000"/>
              </a:lnSpc>
              <a:defRPr/>
            </a:pPr>
            <a:r>
              <a:rPr lang="en-US" altLang="zh-CN" sz="2800">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49" charset="-122"/>
              </a:rPr>
              <a:t>4.6.8  </a:t>
            </a:r>
            <a:r>
              <a:rPr lang="zh-CN" altLang="en-US" sz="2800">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49" charset="-122"/>
              </a:rPr>
              <a:t>抗抵赖机制</a:t>
            </a:r>
          </a:p>
        </p:txBody>
      </p:sp>
      <p:sp>
        <p:nvSpPr>
          <p:cNvPr id="3" name="Rectangle 3">
            <a:extLst>
              <a:ext uri="{FF2B5EF4-FFF2-40B4-BE49-F238E27FC236}">
                <a16:creationId xmlns:a16="http://schemas.microsoft.com/office/drawing/2014/main" id="{3A4364C4-B79A-4945-AA23-A8175C872E7C}"/>
              </a:ext>
            </a:extLst>
          </p:cNvPr>
          <p:cNvSpPr txBox="1">
            <a:spLocks noChangeArrowheads="1"/>
          </p:cNvSpPr>
          <p:nvPr/>
        </p:nvSpPr>
        <p:spPr bwMode="auto">
          <a:xfrm>
            <a:off x="495300" y="1600200"/>
            <a:ext cx="7962900" cy="3276600"/>
          </a:xfrm>
          <a:prstGeom prst="rect">
            <a:avLst/>
          </a:prstGeom>
          <a:noFill/>
        </p:spPr>
        <p:txBody>
          <a:bodyPr/>
          <a:lstStyle>
            <a:lvl1pPr marL="571500" indent="-571500">
              <a:defRPr sz="4800" b="1">
                <a:solidFill>
                  <a:srgbClr val="FF0000"/>
                </a:solidFill>
                <a:latin typeface="隶书" pitchFamily="49" charset="-122"/>
                <a:ea typeface="隶书" pitchFamily="49" charset="-122"/>
              </a:defRPr>
            </a:lvl1pPr>
            <a:lvl2pPr>
              <a:defRPr sz="4800" b="1">
                <a:solidFill>
                  <a:srgbClr val="FF0000"/>
                </a:solidFill>
                <a:latin typeface="隶书" pitchFamily="49" charset="-122"/>
                <a:ea typeface="隶书" pitchFamily="49" charset="-122"/>
              </a:defRPr>
            </a:lvl2pPr>
            <a:lvl3pPr>
              <a:defRPr sz="4800" b="1">
                <a:solidFill>
                  <a:srgbClr val="FF0000"/>
                </a:solidFill>
                <a:latin typeface="隶书" pitchFamily="49" charset="-122"/>
                <a:ea typeface="隶书" pitchFamily="49" charset="-122"/>
              </a:defRPr>
            </a:lvl3pPr>
            <a:lvl4pPr>
              <a:defRPr sz="4800" b="1">
                <a:solidFill>
                  <a:srgbClr val="FF0000"/>
                </a:solidFill>
                <a:latin typeface="隶书" pitchFamily="49" charset="-122"/>
                <a:ea typeface="隶书" pitchFamily="49" charset="-122"/>
              </a:defRPr>
            </a:lvl4pPr>
            <a:lvl5pPr>
              <a:defRPr sz="4800" b="1">
                <a:solidFill>
                  <a:srgbClr val="FF0000"/>
                </a:solidFill>
                <a:latin typeface="隶书" pitchFamily="49" charset="-122"/>
                <a:ea typeface="隶书" pitchFamily="49" charset="-122"/>
              </a:defRPr>
            </a:lvl5pPr>
            <a:lvl6pPr fontAlgn="base">
              <a:spcBef>
                <a:spcPct val="0"/>
              </a:spcBef>
              <a:spcAft>
                <a:spcPct val="0"/>
              </a:spcAft>
              <a:defRPr sz="4800" b="1">
                <a:solidFill>
                  <a:srgbClr val="FF0000"/>
                </a:solidFill>
                <a:latin typeface="隶书" pitchFamily="49" charset="-122"/>
                <a:ea typeface="隶书" pitchFamily="49" charset="-122"/>
              </a:defRPr>
            </a:lvl6pPr>
            <a:lvl7pPr fontAlgn="base">
              <a:spcBef>
                <a:spcPct val="0"/>
              </a:spcBef>
              <a:spcAft>
                <a:spcPct val="0"/>
              </a:spcAft>
              <a:defRPr sz="4800" b="1">
                <a:solidFill>
                  <a:srgbClr val="FF0000"/>
                </a:solidFill>
                <a:latin typeface="隶书" pitchFamily="49" charset="-122"/>
                <a:ea typeface="隶书" pitchFamily="49" charset="-122"/>
              </a:defRPr>
            </a:lvl7pPr>
            <a:lvl8pPr fontAlgn="base">
              <a:spcBef>
                <a:spcPct val="0"/>
              </a:spcBef>
              <a:spcAft>
                <a:spcPct val="0"/>
              </a:spcAft>
              <a:defRPr sz="4800" b="1">
                <a:solidFill>
                  <a:srgbClr val="FF0000"/>
                </a:solidFill>
                <a:latin typeface="隶书" pitchFamily="49" charset="-122"/>
                <a:ea typeface="隶书" pitchFamily="49" charset="-122"/>
              </a:defRPr>
            </a:lvl8pPr>
            <a:lvl9pPr fontAlgn="base">
              <a:spcBef>
                <a:spcPct val="0"/>
              </a:spcBef>
              <a:spcAft>
                <a:spcPct val="0"/>
              </a:spcAft>
              <a:defRPr sz="4800" b="1">
                <a:solidFill>
                  <a:srgbClr val="FF0000"/>
                </a:solidFill>
                <a:latin typeface="隶书" pitchFamily="49" charset="-122"/>
                <a:ea typeface="隶书" pitchFamily="49" charset="-122"/>
              </a:defRPr>
            </a:lvl9pPr>
          </a:lstStyle>
          <a:p>
            <a:pPr eaLnBrk="1" hangingPunct="1">
              <a:lnSpc>
                <a:spcPts val="3400"/>
              </a:lnSpc>
              <a:spcBef>
                <a:spcPct val="30000"/>
              </a:spcBef>
              <a:buClr>
                <a:srgbClr val="FF0000"/>
              </a:buClr>
              <a:buSzPct val="75000"/>
              <a:buFont typeface="Wingdings" pitchFamily="2" charset="2"/>
              <a:buChar char="p"/>
              <a:defRPr/>
            </a:pPr>
            <a:r>
              <a:rPr lang="zh-CN" altLang="en-US" sz="28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使用</a:t>
            </a:r>
            <a:r>
              <a:rPr lang="en-US" altLang="zh-CN" sz="28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TTP</a:t>
            </a:r>
            <a:r>
              <a:rPr lang="zh-CN" altLang="en-US" sz="28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安全令牌的抗抵赖技术</a:t>
            </a:r>
          </a:p>
          <a:p>
            <a:pPr eaLnBrk="1" hangingPunct="1">
              <a:lnSpc>
                <a:spcPts val="3400"/>
              </a:lnSpc>
              <a:spcBef>
                <a:spcPct val="30000"/>
              </a:spcBef>
              <a:buClr>
                <a:srgbClr val="FF0000"/>
              </a:buClr>
              <a:buSzPct val="75000"/>
              <a:buFont typeface="Wingdings" pitchFamily="2" charset="2"/>
              <a:buChar char="p"/>
              <a:defRPr/>
            </a:pPr>
            <a:r>
              <a:rPr lang="zh-CN" altLang="en-US" sz="28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使用安全令牌和防篡改模块的抗抵赖技术</a:t>
            </a:r>
          </a:p>
          <a:p>
            <a:pPr eaLnBrk="1" hangingPunct="1">
              <a:lnSpc>
                <a:spcPts val="3400"/>
              </a:lnSpc>
              <a:spcBef>
                <a:spcPct val="30000"/>
              </a:spcBef>
              <a:buClr>
                <a:srgbClr val="FF0000"/>
              </a:buClr>
              <a:buSzPct val="75000"/>
              <a:buFont typeface="Wingdings" pitchFamily="2" charset="2"/>
              <a:buChar char="p"/>
              <a:defRPr/>
            </a:pPr>
            <a:r>
              <a:rPr lang="zh-CN" altLang="en-US" sz="28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使用数字签名的抗抵赖技术</a:t>
            </a:r>
          </a:p>
          <a:p>
            <a:pPr eaLnBrk="1" hangingPunct="1">
              <a:lnSpc>
                <a:spcPts val="3400"/>
              </a:lnSpc>
              <a:spcBef>
                <a:spcPct val="30000"/>
              </a:spcBef>
              <a:buClr>
                <a:srgbClr val="FF0000"/>
              </a:buClr>
              <a:buSzPct val="75000"/>
              <a:buFont typeface="Wingdings" pitchFamily="2" charset="2"/>
              <a:buChar char="p"/>
              <a:defRPr/>
            </a:pPr>
            <a:r>
              <a:rPr lang="zh-CN" altLang="en-US" sz="28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使用时间戳的抗抵赖技术</a:t>
            </a:r>
          </a:p>
          <a:p>
            <a:pPr eaLnBrk="1" hangingPunct="1">
              <a:lnSpc>
                <a:spcPts val="3400"/>
              </a:lnSpc>
              <a:spcBef>
                <a:spcPct val="30000"/>
              </a:spcBef>
              <a:buClr>
                <a:srgbClr val="FF0000"/>
              </a:buClr>
              <a:buSzPct val="75000"/>
              <a:buFont typeface="Wingdings" pitchFamily="2" charset="2"/>
              <a:buChar char="p"/>
              <a:defRPr/>
            </a:pPr>
            <a:r>
              <a:rPr lang="zh-CN" altLang="en-US" sz="28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使用在线可信第三方的抗抵赖技术</a:t>
            </a:r>
          </a:p>
          <a:p>
            <a:pPr eaLnBrk="1" hangingPunct="1">
              <a:lnSpc>
                <a:spcPts val="3400"/>
              </a:lnSpc>
              <a:spcBef>
                <a:spcPct val="30000"/>
              </a:spcBef>
              <a:buClr>
                <a:srgbClr val="FF0000"/>
              </a:buClr>
              <a:buSzPct val="75000"/>
              <a:buFont typeface="Wingdings" pitchFamily="2" charset="2"/>
              <a:buChar char="p"/>
              <a:defRPr/>
            </a:pPr>
            <a:r>
              <a:rPr lang="zh-CN" altLang="en-US" sz="28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使用公证的抗抵赖技术</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79DB67-D6C7-F443-AC53-41F66DD731B0}"/>
              </a:ext>
            </a:extLst>
          </p:cNvPr>
          <p:cNvSpPr txBox="1">
            <a:spLocks noChangeArrowheads="1"/>
          </p:cNvSpPr>
          <p:nvPr/>
        </p:nvSpPr>
        <p:spPr>
          <a:xfrm>
            <a:off x="381000" y="914466"/>
            <a:ext cx="6477000" cy="533400"/>
          </a:xfrm>
          <a:prstGeom prst="rect">
            <a:avLst/>
          </a:prstGeom>
        </p:spPr>
        <p:txBody>
          <a:bodyPr/>
          <a:lstStyle/>
          <a:p>
            <a:pPr>
              <a:lnSpc>
                <a:spcPct val="90000"/>
              </a:lnSpc>
              <a:defRPr/>
            </a:pPr>
            <a:r>
              <a:rPr lang="zh-CN" altLang="en-US" sz="2800" dirty="0">
                <a:solidFill>
                  <a:srgbClr val="0000CC"/>
                </a:solidFill>
                <a:effectLst>
                  <a:outerShdw blurRad="38100" dist="38100" dir="2700000" algn="tl">
                    <a:srgbClr val="C0C0C0"/>
                  </a:outerShdw>
                </a:effectLst>
                <a:latin typeface="Arial" panose="020B0604020202020204" pitchFamily="34" charset="0"/>
              </a:rPr>
              <a:t>用户不可抵赖性机制的评价标准</a:t>
            </a:r>
          </a:p>
        </p:txBody>
      </p:sp>
      <p:sp>
        <p:nvSpPr>
          <p:cNvPr id="3" name="内容占位符 2">
            <a:extLst>
              <a:ext uri="{FF2B5EF4-FFF2-40B4-BE49-F238E27FC236}">
                <a16:creationId xmlns:a16="http://schemas.microsoft.com/office/drawing/2014/main" id="{E5CCAE6E-6F6B-3743-AD60-96FF1C68042B}"/>
              </a:ext>
            </a:extLst>
          </p:cNvPr>
          <p:cNvSpPr txBox="1">
            <a:spLocks noChangeArrowheads="1"/>
          </p:cNvSpPr>
          <p:nvPr/>
        </p:nvSpPr>
        <p:spPr>
          <a:xfrm>
            <a:off x="457201" y="1676446"/>
            <a:ext cx="7848502" cy="1676400"/>
          </a:xfrm>
          <a:prstGeom prst="rect">
            <a:avLst/>
          </a:prstGeom>
        </p:spPr>
        <p:txBody>
          <a:bodyPr/>
          <a:lstStyle>
            <a:lvl1pPr marL="571500" indent="-571500">
              <a:defRPr sz="4800" b="1">
                <a:solidFill>
                  <a:srgbClr val="FF0000"/>
                </a:solidFill>
                <a:latin typeface="隶书" pitchFamily="49" charset="-122"/>
                <a:ea typeface="隶书" pitchFamily="49" charset="-122"/>
              </a:defRPr>
            </a:lvl1pPr>
            <a:lvl2pPr marL="1028700" indent="-455613">
              <a:defRPr sz="4800" b="1">
                <a:solidFill>
                  <a:srgbClr val="FF0000"/>
                </a:solidFill>
                <a:latin typeface="隶书" pitchFamily="49" charset="-122"/>
                <a:ea typeface="隶书" pitchFamily="49" charset="-122"/>
              </a:defRPr>
            </a:lvl2pPr>
            <a:lvl3pPr>
              <a:defRPr sz="4800" b="1">
                <a:solidFill>
                  <a:srgbClr val="FF0000"/>
                </a:solidFill>
                <a:latin typeface="隶书" pitchFamily="49" charset="-122"/>
                <a:ea typeface="隶书" pitchFamily="49" charset="-122"/>
              </a:defRPr>
            </a:lvl3pPr>
            <a:lvl4pPr>
              <a:defRPr sz="4800" b="1">
                <a:solidFill>
                  <a:srgbClr val="FF0000"/>
                </a:solidFill>
                <a:latin typeface="隶书" pitchFamily="49" charset="-122"/>
                <a:ea typeface="隶书" pitchFamily="49" charset="-122"/>
              </a:defRPr>
            </a:lvl4pPr>
            <a:lvl5pPr>
              <a:defRPr sz="4800" b="1">
                <a:solidFill>
                  <a:srgbClr val="FF0000"/>
                </a:solidFill>
                <a:latin typeface="隶书" pitchFamily="49" charset="-122"/>
                <a:ea typeface="隶书" pitchFamily="49" charset="-122"/>
              </a:defRPr>
            </a:lvl5pPr>
            <a:lvl6pPr fontAlgn="base">
              <a:spcBef>
                <a:spcPct val="0"/>
              </a:spcBef>
              <a:spcAft>
                <a:spcPct val="0"/>
              </a:spcAft>
              <a:defRPr sz="4800" b="1">
                <a:solidFill>
                  <a:srgbClr val="FF0000"/>
                </a:solidFill>
                <a:latin typeface="隶书" pitchFamily="49" charset="-122"/>
                <a:ea typeface="隶书" pitchFamily="49" charset="-122"/>
              </a:defRPr>
            </a:lvl6pPr>
            <a:lvl7pPr fontAlgn="base">
              <a:spcBef>
                <a:spcPct val="0"/>
              </a:spcBef>
              <a:spcAft>
                <a:spcPct val="0"/>
              </a:spcAft>
              <a:defRPr sz="4800" b="1">
                <a:solidFill>
                  <a:srgbClr val="FF0000"/>
                </a:solidFill>
                <a:latin typeface="隶书" pitchFamily="49" charset="-122"/>
                <a:ea typeface="隶书" pitchFamily="49" charset="-122"/>
              </a:defRPr>
            </a:lvl7pPr>
            <a:lvl8pPr fontAlgn="base">
              <a:spcBef>
                <a:spcPct val="0"/>
              </a:spcBef>
              <a:spcAft>
                <a:spcPct val="0"/>
              </a:spcAft>
              <a:defRPr sz="4800" b="1">
                <a:solidFill>
                  <a:srgbClr val="FF0000"/>
                </a:solidFill>
                <a:latin typeface="隶书" pitchFamily="49" charset="-122"/>
                <a:ea typeface="隶书" pitchFamily="49" charset="-122"/>
              </a:defRPr>
            </a:lvl8pPr>
            <a:lvl9pPr fontAlgn="base">
              <a:spcBef>
                <a:spcPct val="0"/>
              </a:spcBef>
              <a:spcAft>
                <a:spcPct val="0"/>
              </a:spcAft>
              <a:defRPr sz="4800" b="1">
                <a:solidFill>
                  <a:srgbClr val="FF0000"/>
                </a:solidFill>
                <a:latin typeface="隶书" pitchFamily="49" charset="-122"/>
                <a:ea typeface="隶书" pitchFamily="49" charset="-122"/>
              </a:defRPr>
            </a:lvl9pPr>
          </a:lstStyle>
          <a:p>
            <a:pPr>
              <a:lnSpc>
                <a:spcPct val="90000"/>
              </a:lnSpc>
              <a:spcBef>
                <a:spcPct val="30000"/>
              </a:spcBef>
              <a:buSzPct val="75000"/>
              <a:buFont typeface="Wingdings" pitchFamily="2" charset="2"/>
              <a:buChar char="n"/>
              <a:defRPr/>
            </a:pPr>
            <a:r>
              <a:rPr lang="zh-CN" altLang="en-US" sz="2800" dirty="0">
                <a:effectLst>
                  <a:outerShdw blurRad="38100" dist="38100" dir="2700000" algn="tl">
                    <a:srgbClr val="C0C0C0"/>
                  </a:outerShdw>
                </a:effectLst>
                <a:latin typeface="黑体" panose="02010609060101010101" pitchFamily="49" charset="-122"/>
                <a:ea typeface="黑体" panose="02010609060101010101" pitchFamily="49" charset="-122"/>
              </a:rPr>
              <a:t>抗抵赖性机制的安全性</a:t>
            </a:r>
            <a:endParaRPr lang="en-US" altLang="zh-CN" sz="2800" dirty="0">
              <a:effectLst>
                <a:outerShdw blurRad="38100" dist="38100" dir="2700000" algn="tl">
                  <a:srgbClr val="C0C0C0"/>
                </a:outerShdw>
              </a:effectLst>
              <a:latin typeface="黑体" panose="02010609060101010101" pitchFamily="49" charset="-122"/>
              <a:ea typeface="黑体" panose="02010609060101010101" pitchFamily="49" charset="-122"/>
            </a:endParaRPr>
          </a:p>
          <a:p>
            <a:pPr lvl="1">
              <a:lnSpc>
                <a:spcPct val="90000"/>
              </a:lnSpc>
              <a:spcBef>
                <a:spcPct val="30000"/>
              </a:spcBef>
              <a:buSzPct val="75000"/>
              <a:buFont typeface="Wingdings" pitchFamily="2" charset="2"/>
              <a:buChar char="u"/>
              <a:defRPr/>
            </a:pPr>
            <a:r>
              <a:rPr lang="zh-CN" altLang="en-US" sz="2400" dirty="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最重要的标准就是是否能真正起到抗抵赖的效果，伪造抗抵赖的的签名在计算复杂性意义上是否具有不可行性</a:t>
            </a:r>
            <a:endParaRPr lang="en-US" altLang="zh-CN" sz="2400" dirty="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endParaRPr>
          </a:p>
        </p:txBody>
      </p:sp>
      <p:sp>
        <p:nvSpPr>
          <p:cNvPr id="4" name="矩形 3">
            <a:extLst>
              <a:ext uri="{FF2B5EF4-FFF2-40B4-BE49-F238E27FC236}">
                <a16:creationId xmlns:a16="http://schemas.microsoft.com/office/drawing/2014/main" id="{7C68200B-0F23-B94F-9E88-337BDDF0BED6}"/>
              </a:ext>
            </a:extLst>
          </p:cNvPr>
          <p:cNvSpPr/>
          <p:nvPr/>
        </p:nvSpPr>
        <p:spPr>
          <a:xfrm>
            <a:off x="533401" y="3641669"/>
            <a:ext cx="7924698" cy="1920875"/>
          </a:xfrm>
          <a:prstGeom prst="rect">
            <a:avLst/>
          </a:prstGeom>
        </p:spPr>
        <p:txBody>
          <a:bodyPr wrap="square">
            <a:spAutoFit/>
          </a:bodyPr>
          <a:lstStyle>
            <a:lvl1pPr marL="571500" indent="-571500">
              <a:defRPr sz="4800" b="1">
                <a:solidFill>
                  <a:srgbClr val="FF0000"/>
                </a:solidFill>
                <a:latin typeface="隶书" pitchFamily="49" charset="-122"/>
                <a:ea typeface="隶书" pitchFamily="49" charset="-122"/>
              </a:defRPr>
            </a:lvl1pPr>
            <a:lvl2pPr marL="1028700" indent="-455613">
              <a:defRPr sz="4800" b="1">
                <a:solidFill>
                  <a:srgbClr val="FF0000"/>
                </a:solidFill>
                <a:latin typeface="隶书" pitchFamily="49" charset="-122"/>
                <a:ea typeface="隶书" pitchFamily="49" charset="-122"/>
              </a:defRPr>
            </a:lvl2pPr>
            <a:lvl3pPr>
              <a:defRPr sz="4800" b="1">
                <a:solidFill>
                  <a:srgbClr val="FF0000"/>
                </a:solidFill>
                <a:latin typeface="隶书" pitchFamily="49" charset="-122"/>
                <a:ea typeface="隶书" pitchFamily="49" charset="-122"/>
              </a:defRPr>
            </a:lvl3pPr>
            <a:lvl4pPr>
              <a:defRPr sz="4800" b="1">
                <a:solidFill>
                  <a:srgbClr val="FF0000"/>
                </a:solidFill>
                <a:latin typeface="隶书" pitchFamily="49" charset="-122"/>
                <a:ea typeface="隶书" pitchFamily="49" charset="-122"/>
              </a:defRPr>
            </a:lvl4pPr>
            <a:lvl5pPr>
              <a:defRPr sz="4800" b="1">
                <a:solidFill>
                  <a:srgbClr val="FF0000"/>
                </a:solidFill>
                <a:latin typeface="隶书" pitchFamily="49" charset="-122"/>
                <a:ea typeface="隶书" pitchFamily="49" charset="-122"/>
              </a:defRPr>
            </a:lvl5pPr>
            <a:lvl6pPr fontAlgn="base">
              <a:spcBef>
                <a:spcPct val="0"/>
              </a:spcBef>
              <a:spcAft>
                <a:spcPct val="0"/>
              </a:spcAft>
              <a:defRPr sz="4800" b="1">
                <a:solidFill>
                  <a:srgbClr val="FF0000"/>
                </a:solidFill>
                <a:latin typeface="隶书" pitchFamily="49" charset="-122"/>
                <a:ea typeface="隶书" pitchFamily="49" charset="-122"/>
              </a:defRPr>
            </a:lvl6pPr>
            <a:lvl7pPr fontAlgn="base">
              <a:spcBef>
                <a:spcPct val="0"/>
              </a:spcBef>
              <a:spcAft>
                <a:spcPct val="0"/>
              </a:spcAft>
              <a:defRPr sz="4800" b="1">
                <a:solidFill>
                  <a:srgbClr val="FF0000"/>
                </a:solidFill>
                <a:latin typeface="隶书" pitchFamily="49" charset="-122"/>
                <a:ea typeface="隶书" pitchFamily="49" charset="-122"/>
              </a:defRPr>
            </a:lvl7pPr>
            <a:lvl8pPr fontAlgn="base">
              <a:spcBef>
                <a:spcPct val="0"/>
              </a:spcBef>
              <a:spcAft>
                <a:spcPct val="0"/>
              </a:spcAft>
              <a:defRPr sz="4800" b="1">
                <a:solidFill>
                  <a:srgbClr val="FF0000"/>
                </a:solidFill>
                <a:latin typeface="隶书" pitchFamily="49" charset="-122"/>
                <a:ea typeface="隶书" pitchFamily="49" charset="-122"/>
              </a:defRPr>
            </a:lvl8pPr>
            <a:lvl9pPr fontAlgn="base">
              <a:spcBef>
                <a:spcPct val="0"/>
              </a:spcBef>
              <a:spcAft>
                <a:spcPct val="0"/>
              </a:spcAft>
              <a:defRPr sz="4800" b="1">
                <a:solidFill>
                  <a:srgbClr val="FF0000"/>
                </a:solidFill>
                <a:latin typeface="隶书" pitchFamily="49" charset="-122"/>
                <a:ea typeface="隶书" pitchFamily="49" charset="-122"/>
              </a:defRPr>
            </a:lvl9pPr>
          </a:lstStyle>
          <a:p>
            <a:pPr>
              <a:lnSpc>
                <a:spcPct val="90000"/>
              </a:lnSpc>
              <a:spcBef>
                <a:spcPct val="30000"/>
              </a:spcBef>
              <a:buSzPct val="75000"/>
              <a:buFont typeface="Wingdings" pitchFamily="2" charset="2"/>
              <a:buChar char="n"/>
              <a:defRPr/>
            </a:pPr>
            <a:r>
              <a:rPr lang="zh-CN" altLang="en-US" sz="2800" dirty="0">
                <a:effectLst>
                  <a:outerShdw blurRad="38100" dist="38100" dir="2700000" algn="tl">
                    <a:srgbClr val="C0C0C0"/>
                  </a:outerShdw>
                </a:effectLst>
                <a:latin typeface="黑体" panose="02010609060101010101" pitchFamily="49" charset="-122"/>
                <a:ea typeface="黑体" panose="02010609060101010101" pitchFamily="49" charset="-122"/>
              </a:rPr>
              <a:t>抗抵赖性机制是否需要第三方参与</a:t>
            </a:r>
            <a:endParaRPr lang="en-US" altLang="zh-CN" sz="2800" dirty="0">
              <a:effectLst>
                <a:outerShdw blurRad="38100" dist="38100" dir="2700000" algn="tl">
                  <a:srgbClr val="C0C0C0"/>
                </a:outerShdw>
              </a:effectLst>
              <a:latin typeface="黑体" panose="02010609060101010101" pitchFamily="49" charset="-122"/>
              <a:ea typeface="黑体" panose="02010609060101010101" pitchFamily="49" charset="-122"/>
            </a:endParaRPr>
          </a:p>
          <a:p>
            <a:pPr lvl="1">
              <a:lnSpc>
                <a:spcPct val="90000"/>
              </a:lnSpc>
              <a:spcBef>
                <a:spcPct val="30000"/>
              </a:spcBef>
              <a:buSzPct val="75000"/>
              <a:buFont typeface="Wingdings" pitchFamily="2" charset="2"/>
              <a:buChar char="u"/>
              <a:defRPr/>
            </a:pPr>
            <a:r>
              <a:rPr lang="zh-CN" altLang="en-US" sz="2400" dirty="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抗抵赖的基本思路有两种，一种是凭借自身特有的特性进行抗抵赖，称为直接数字签名法抗抵赖，另一种是借助可信的第三方进行公证来防止抵赖行为，称为仲裁数字签名抗抵赖机制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par>
                          <p:cTn id="10" fill="hold" nodeType="afterGroup">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p:cTn id="13" dur="2000" fill="hold"/>
                                        <p:tgtEl>
                                          <p:spTgt spid="4"/>
                                        </p:tgtEl>
                                        <p:attrNameLst>
                                          <p:attrName>ppt_w</p:attrName>
                                        </p:attrNameLst>
                                      </p:cBhvr>
                                      <p:tavLst>
                                        <p:tav tm="0">
                                          <p:val>
                                            <p:fltVal val="0"/>
                                          </p:val>
                                        </p:tav>
                                        <p:tav tm="100000">
                                          <p:val>
                                            <p:strVal val="#ppt_w"/>
                                          </p:val>
                                        </p:tav>
                                      </p:tavLst>
                                    </p:anim>
                                    <p:anim calcmode="lin" valueType="num">
                                      <p:cBhvr>
                                        <p:cTn id="14" dur="2000" fill="hold"/>
                                        <p:tgtEl>
                                          <p:spTgt spid="4"/>
                                        </p:tgtEl>
                                        <p:attrNameLst>
                                          <p:attrName>ppt_h</p:attrName>
                                        </p:attrNameLst>
                                      </p:cBhvr>
                                      <p:tavLst>
                                        <p:tav tm="0">
                                          <p:val>
                                            <p:fltVal val="0"/>
                                          </p:val>
                                        </p:tav>
                                        <p:tav tm="100000">
                                          <p:val>
                                            <p:strVal val="#ppt_h"/>
                                          </p:val>
                                        </p:tav>
                                      </p:tavLst>
                                    </p:anim>
                                    <p:animEffect transition="in" filter="fade">
                                      <p:cBhvr>
                                        <p:cTn id="15"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a:extLst>
              <a:ext uri="{FF2B5EF4-FFF2-40B4-BE49-F238E27FC236}">
                <a16:creationId xmlns:a16="http://schemas.microsoft.com/office/drawing/2014/main" id="{8192EA4F-161B-734F-BFF9-53ABA3945965}"/>
              </a:ext>
            </a:extLst>
          </p:cNvPr>
          <p:cNvSpPr txBox="1">
            <a:spLocks noChangeArrowheads="1"/>
          </p:cNvSpPr>
          <p:nvPr/>
        </p:nvSpPr>
        <p:spPr>
          <a:xfrm>
            <a:off x="350838" y="1752600"/>
            <a:ext cx="8686800" cy="3733800"/>
          </a:xfrm>
          <a:prstGeom prst="rect">
            <a:avLst/>
          </a:prstGeom>
        </p:spPr>
        <p:txBody>
          <a:bodyPr/>
          <a:lstStyle>
            <a:lvl1pPr marL="571500" indent="-571500">
              <a:defRPr sz="4800" b="1">
                <a:solidFill>
                  <a:srgbClr val="FF0000"/>
                </a:solidFill>
                <a:latin typeface="隶书" pitchFamily="49" charset="-122"/>
                <a:ea typeface="隶书" pitchFamily="49" charset="-122"/>
              </a:defRPr>
            </a:lvl1pPr>
            <a:lvl2pPr marL="1028700" indent="-455613">
              <a:defRPr sz="4800" b="1">
                <a:solidFill>
                  <a:srgbClr val="FF0000"/>
                </a:solidFill>
                <a:latin typeface="隶书" pitchFamily="49" charset="-122"/>
                <a:ea typeface="隶书" pitchFamily="49" charset="-122"/>
              </a:defRPr>
            </a:lvl2pPr>
            <a:lvl3pPr>
              <a:defRPr sz="4800" b="1">
                <a:solidFill>
                  <a:srgbClr val="FF0000"/>
                </a:solidFill>
                <a:latin typeface="隶书" pitchFamily="49" charset="-122"/>
                <a:ea typeface="隶书" pitchFamily="49" charset="-122"/>
              </a:defRPr>
            </a:lvl3pPr>
            <a:lvl4pPr>
              <a:defRPr sz="4800" b="1">
                <a:solidFill>
                  <a:srgbClr val="FF0000"/>
                </a:solidFill>
                <a:latin typeface="隶书" pitchFamily="49" charset="-122"/>
                <a:ea typeface="隶书" pitchFamily="49" charset="-122"/>
              </a:defRPr>
            </a:lvl4pPr>
            <a:lvl5pPr>
              <a:defRPr sz="4800" b="1">
                <a:solidFill>
                  <a:srgbClr val="FF0000"/>
                </a:solidFill>
                <a:latin typeface="隶书" pitchFamily="49" charset="-122"/>
                <a:ea typeface="隶书" pitchFamily="49" charset="-122"/>
              </a:defRPr>
            </a:lvl5pPr>
            <a:lvl6pPr fontAlgn="base">
              <a:spcBef>
                <a:spcPct val="0"/>
              </a:spcBef>
              <a:spcAft>
                <a:spcPct val="0"/>
              </a:spcAft>
              <a:defRPr sz="4800" b="1">
                <a:solidFill>
                  <a:srgbClr val="FF0000"/>
                </a:solidFill>
                <a:latin typeface="隶书" pitchFamily="49" charset="-122"/>
                <a:ea typeface="隶书" pitchFamily="49" charset="-122"/>
              </a:defRPr>
            </a:lvl6pPr>
            <a:lvl7pPr fontAlgn="base">
              <a:spcBef>
                <a:spcPct val="0"/>
              </a:spcBef>
              <a:spcAft>
                <a:spcPct val="0"/>
              </a:spcAft>
              <a:defRPr sz="4800" b="1">
                <a:solidFill>
                  <a:srgbClr val="FF0000"/>
                </a:solidFill>
                <a:latin typeface="隶书" pitchFamily="49" charset="-122"/>
                <a:ea typeface="隶书" pitchFamily="49" charset="-122"/>
              </a:defRPr>
            </a:lvl7pPr>
            <a:lvl8pPr fontAlgn="base">
              <a:spcBef>
                <a:spcPct val="0"/>
              </a:spcBef>
              <a:spcAft>
                <a:spcPct val="0"/>
              </a:spcAft>
              <a:defRPr sz="4800" b="1">
                <a:solidFill>
                  <a:srgbClr val="FF0000"/>
                </a:solidFill>
                <a:latin typeface="隶书" pitchFamily="49" charset="-122"/>
                <a:ea typeface="隶书" pitchFamily="49" charset="-122"/>
              </a:defRPr>
            </a:lvl8pPr>
            <a:lvl9pPr fontAlgn="base">
              <a:spcBef>
                <a:spcPct val="0"/>
              </a:spcBef>
              <a:spcAft>
                <a:spcPct val="0"/>
              </a:spcAft>
              <a:defRPr sz="4800" b="1">
                <a:solidFill>
                  <a:srgbClr val="FF0000"/>
                </a:solidFill>
                <a:latin typeface="隶书" pitchFamily="49" charset="-122"/>
                <a:ea typeface="隶书" pitchFamily="49" charset="-122"/>
              </a:defRPr>
            </a:lvl9pPr>
          </a:lstStyle>
          <a:p>
            <a:pPr>
              <a:lnSpc>
                <a:spcPct val="90000"/>
              </a:lnSpc>
              <a:spcBef>
                <a:spcPct val="30000"/>
              </a:spcBef>
              <a:buSzPct val="75000"/>
              <a:buFont typeface="Wingdings" pitchFamily="2" charset="2"/>
              <a:buChar char="n"/>
              <a:defRPr/>
            </a:pPr>
            <a:r>
              <a:rPr lang="zh-CN" altLang="en-US" sz="2800">
                <a:effectLst>
                  <a:outerShdw blurRad="38100" dist="38100" dir="2700000" algn="tl">
                    <a:srgbClr val="C0C0C0"/>
                  </a:outerShdw>
                </a:effectLst>
                <a:latin typeface="黑体" panose="02010609060101010101" pitchFamily="49" charset="-122"/>
                <a:ea typeface="黑体" panose="02010609060101010101" pitchFamily="49" charset="-122"/>
              </a:rPr>
              <a:t>抗抵赖性机制的信息有效率</a:t>
            </a:r>
            <a:endParaRPr lang="en-US" altLang="zh-CN" sz="2800">
              <a:effectLst>
                <a:outerShdw blurRad="38100" dist="38100" dir="2700000" algn="tl">
                  <a:srgbClr val="C0C0C0"/>
                </a:outerShdw>
              </a:effectLst>
              <a:latin typeface="黑体" panose="02010609060101010101" pitchFamily="49" charset="-122"/>
              <a:ea typeface="黑体" panose="02010609060101010101" pitchFamily="49" charset="-122"/>
            </a:endParaRPr>
          </a:p>
          <a:p>
            <a:pPr>
              <a:lnSpc>
                <a:spcPct val="90000"/>
              </a:lnSpc>
              <a:spcBef>
                <a:spcPct val="30000"/>
              </a:spcBef>
              <a:buSzPct val="75000"/>
              <a:buFont typeface="Wingdings" pitchFamily="2" charset="2"/>
              <a:buChar char="n"/>
              <a:defRPr/>
            </a:pPr>
            <a:r>
              <a:rPr lang="zh-CN" altLang="en-US" sz="2800">
                <a:effectLst>
                  <a:outerShdw blurRad="38100" dist="38100" dir="2700000" algn="tl">
                    <a:srgbClr val="C0C0C0"/>
                  </a:outerShdw>
                </a:effectLst>
                <a:latin typeface="黑体" panose="02010609060101010101" pitchFamily="49" charset="-122"/>
                <a:ea typeface="黑体" panose="02010609060101010101" pitchFamily="49" charset="-122"/>
              </a:rPr>
              <a:t>抗抵赖性机制是否具有双向抗抵赖功能</a:t>
            </a:r>
            <a:endParaRPr lang="en-US" altLang="zh-CN" sz="2800">
              <a:effectLst>
                <a:outerShdw blurRad="38100" dist="38100" dir="2700000" algn="tl">
                  <a:srgbClr val="C0C0C0"/>
                </a:outerShdw>
              </a:effectLst>
              <a:latin typeface="黑体" panose="02010609060101010101" pitchFamily="49" charset="-122"/>
              <a:ea typeface="黑体" panose="02010609060101010101" pitchFamily="49" charset="-122"/>
            </a:endParaRPr>
          </a:p>
          <a:p>
            <a:pPr lvl="1">
              <a:lnSpc>
                <a:spcPct val="90000"/>
              </a:lnSpc>
              <a:spcBef>
                <a:spcPct val="30000"/>
              </a:spcBef>
              <a:buSzPct val="75000"/>
              <a:buFont typeface="Wingdings" pitchFamily="2" charset="2"/>
              <a:buChar char="u"/>
              <a:defRPr/>
            </a:pPr>
            <a:r>
              <a:rPr lang="zh-CN" altLang="en-US" sz="2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可抵赖性有两个方面，一方面是发送信息方不可抵赖，另一方面是信息的接收方的不可抵赖性。</a:t>
            </a:r>
            <a:endParaRPr lang="en-US" altLang="zh-CN" sz="2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endParaRPr>
          </a:p>
          <a:p>
            <a:pPr>
              <a:lnSpc>
                <a:spcPct val="90000"/>
              </a:lnSpc>
              <a:spcBef>
                <a:spcPct val="30000"/>
              </a:spcBef>
              <a:buSzPct val="75000"/>
              <a:buFont typeface="Wingdings" pitchFamily="2" charset="2"/>
              <a:buChar char="n"/>
              <a:defRPr/>
            </a:pPr>
            <a:r>
              <a:rPr lang="zh-CN" altLang="en-US" sz="2800">
                <a:effectLst>
                  <a:outerShdw blurRad="38100" dist="38100" dir="2700000" algn="tl">
                    <a:srgbClr val="C0C0C0"/>
                  </a:outerShdw>
                </a:effectLst>
                <a:latin typeface="黑体" panose="02010609060101010101" pitchFamily="49" charset="-122"/>
                <a:ea typeface="黑体" panose="02010609060101010101" pitchFamily="49" charset="-122"/>
              </a:rPr>
              <a:t>抗抵赖性机制是否同时具有保密，完整性验证作用</a:t>
            </a:r>
            <a:endParaRPr lang="en-US" altLang="zh-CN" sz="2800">
              <a:effectLst>
                <a:outerShdw blurRad="38100" dist="38100" dir="2700000" algn="tl">
                  <a:srgbClr val="C0C0C0"/>
                </a:outerShdw>
              </a:effectLst>
              <a:latin typeface="黑体" panose="02010609060101010101" pitchFamily="49" charset="-122"/>
              <a:ea typeface="黑体" panose="02010609060101010101" pitchFamily="49" charset="-122"/>
            </a:endParaRPr>
          </a:p>
          <a:p>
            <a:pPr>
              <a:lnSpc>
                <a:spcPct val="90000"/>
              </a:lnSpc>
              <a:spcBef>
                <a:spcPct val="30000"/>
              </a:spcBef>
              <a:buSzPct val="75000"/>
              <a:buFont typeface="Wingdings" pitchFamily="2" charset="2"/>
              <a:buChar char="n"/>
              <a:defRPr/>
            </a:pPr>
            <a:r>
              <a:rPr lang="zh-CN" altLang="en-US" sz="2800">
                <a:effectLst>
                  <a:outerShdw blurRad="38100" dist="38100" dir="2700000" algn="tl">
                    <a:srgbClr val="C0C0C0"/>
                  </a:outerShdw>
                </a:effectLst>
                <a:latin typeface="黑体" panose="02010609060101010101" pitchFamily="49" charset="-122"/>
                <a:ea typeface="黑体" panose="02010609060101010101" pitchFamily="49" charset="-122"/>
              </a:rPr>
              <a:t>抗抵赖性机制的性能</a:t>
            </a:r>
            <a:endParaRPr lang="en-US" altLang="zh-CN" sz="2800">
              <a:effectLst>
                <a:outerShdw blurRad="38100" dist="38100" dir="2700000" algn="tl">
                  <a:srgbClr val="C0C0C0"/>
                </a:outerShdw>
              </a:effectLst>
              <a:latin typeface="黑体" panose="02010609060101010101" pitchFamily="49" charset="-122"/>
              <a:ea typeface="黑体" panose="02010609060101010101" pitchFamily="49" charset="-122"/>
            </a:endParaRPr>
          </a:p>
          <a:p>
            <a:pPr lvl="1">
              <a:lnSpc>
                <a:spcPct val="90000"/>
              </a:lnSpc>
              <a:spcBef>
                <a:spcPct val="30000"/>
              </a:spcBef>
              <a:buSzPct val="75000"/>
              <a:buFont typeface="Wingdings" pitchFamily="2" charset="2"/>
              <a:buChar char="u"/>
              <a:defRPr/>
            </a:pPr>
            <a:r>
              <a:rPr lang="zh-CN" altLang="en-US" sz="2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发送方计算消息摘要，进行私钥签名，接收方进行验证签名（解密）等。</a:t>
            </a:r>
          </a:p>
        </p:txBody>
      </p:sp>
      <p:sp>
        <p:nvSpPr>
          <p:cNvPr id="3" name="标题 1">
            <a:extLst>
              <a:ext uri="{FF2B5EF4-FFF2-40B4-BE49-F238E27FC236}">
                <a16:creationId xmlns:a16="http://schemas.microsoft.com/office/drawing/2014/main" id="{81FBA163-E998-A043-883F-38944D2989B7}"/>
              </a:ext>
            </a:extLst>
          </p:cNvPr>
          <p:cNvSpPr txBox="1">
            <a:spLocks noChangeArrowheads="1"/>
          </p:cNvSpPr>
          <p:nvPr/>
        </p:nvSpPr>
        <p:spPr>
          <a:xfrm>
            <a:off x="381000" y="838200"/>
            <a:ext cx="6477000" cy="533400"/>
          </a:xfrm>
          <a:prstGeom prst="rect">
            <a:avLst/>
          </a:prstGeom>
        </p:spPr>
        <p:txBody>
          <a:bodyPr/>
          <a:lstStyle/>
          <a:p>
            <a:pPr>
              <a:lnSpc>
                <a:spcPct val="90000"/>
              </a:lnSpc>
              <a:defRPr/>
            </a:pPr>
            <a:r>
              <a:rPr lang="zh-CN" altLang="en-US" sz="2800">
                <a:solidFill>
                  <a:srgbClr val="0000CC"/>
                </a:solidFill>
                <a:effectLst>
                  <a:outerShdw blurRad="38100" dist="38100" dir="2700000" algn="tl">
                    <a:srgbClr val="C0C0C0"/>
                  </a:outerShdw>
                </a:effectLst>
                <a:latin typeface="Arial" panose="020B0604020202020204" pitchFamily="34" charset="0"/>
              </a:rPr>
              <a:t>用户不可抵赖性机制的评价标准</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6DEC9B-BD29-6049-8AC6-DBEFDE5C7E62}"/>
              </a:ext>
            </a:extLst>
          </p:cNvPr>
          <p:cNvSpPr txBox="1">
            <a:spLocks noChangeArrowheads="1"/>
          </p:cNvSpPr>
          <p:nvPr/>
        </p:nvSpPr>
        <p:spPr>
          <a:xfrm>
            <a:off x="381000" y="838200"/>
            <a:ext cx="6477000" cy="533400"/>
          </a:xfrm>
          <a:prstGeom prst="rect">
            <a:avLst/>
          </a:prstGeom>
        </p:spPr>
        <p:txBody>
          <a:bodyPr/>
          <a:lstStyle/>
          <a:p>
            <a:pPr>
              <a:lnSpc>
                <a:spcPct val="90000"/>
              </a:lnSpc>
              <a:defRPr/>
            </a:pPr>
            <a:r>
              <a:rPr lang="zh-CN" altLang="en-US" sz="3200">
                <a:solidFill>
                  <a:srgbClr val="0000CC"/>
                </a:solidFill>
                <a:effectLst>
                  <a:outerShdw blurRad="38100" dist="38100" dir="2700000" algn="tl">
                    <a:srgbClr val="C0C0C0"/>
                  </a:outerShdw>
                </a:effectLst>
                <a:latin typeface="Arial" panose="020B0604020202020204" pitchFamily="34" charset="0"/>
              </a:rPr>
              <a:t>知识复习：数字签名</a:t>
            </a:r>
          </a:p>
        </p:txBody>
      </p:sp>
      <p:sp>
        <p:nvSpPr>
          <p:cNvPr id="3" name="内容占位符 2">
            <a:extLst>
              <a:ext uri="{FF2B5EF4-FFF2-40B4-BE49-F238E27FC236}">
                <a16:creationId xmlns:a16="http://schemas.microsoft.com/office/drawing/2014/main" id="{DD25E714-4D88-DE40-8EF8-A6B849B56861}"/>
              </a:ext>
            </a:extLst>
          </p:cNvPr>
          <p:cNvSpPr txBox="1">
            <a:spLocks noChangeArrowheads="1"/>
          </p:cNvSpPr>
          <p:nvPr/>
        </p:nvSpPr>
        <p:spPr>
          <a:xfrm>
            <a:off x="762000" y="1714500"/>
            <a:ext cx="6400800" cy="685800"/>
          </a:xfrm>
          <a:prstGeom prst="rect">
            <a:avLst/>
          </a:prstGeom>
        </p:spPr>
        <p:txBody>
          <a:bodyPr/>
          <a:lstStyle/>
          <a:p>
            <a:pPr>
              <a:lnSpc>
                <a:spcPct val="90000"/>
              </a:lnSpc>
              <a:spcBef>
                <a:spcPct val="30000"/>
              </a:spcBef>
              <a:buClr>
                <a:schemeClr val="tx2"/>
              </a:buClr>
              <a:buSzPct val="75000"/>
              <a:defRPr/>
            </a:pPr>
            <a:r>
              <a:rPr lang="en-US" altLang="zh-CN" sz="2800">
                <a:effectLst>
                  <a:outerShdw blurRad="38100" dist="38100" dir="2700000" algn="tl">
                    <a:srgbClr val="C0C0C0"/>
                  </a:outerShdw>
                </a:effectLst>
                <a:latin typeface="Times New Roman" panose="02020603050405020304" pitchFamily="18" charset="0"/>
                <a:ea typeface="黑体" panose="02010609060101010101" pitchFamily="49" charset="-122"/>
              </a:rPr>
              <a:t>ISO</a:t>
            </a:r>
            <a:r>
              <a:rPr lang="zh-CN" altLang="en-US" sz="2800">
                <a:effectLst>
                  <a:outerShdw blurRad="38100" dist="38100" dir="2700000" algn="tl">
                    <a:srgbClr val="C0C0C0"/>
                  </a:outerShdw>
                </a:effectLst>
                <a:latin typeface="Times New Roman" panose="02020603050405020304" pitchFamily="18" charset="0"/>
                <a:ea typeface="黑体" panose="02010609060101010101" pitchFamily="49" charset="-122"/>
              </a:rPr>
              <a:t>对数字签名的定义：</a:t>
            </a:r>
            <a:endParaRPr lang="en-US" altLang="zh-CN" sz="2800">
              <a:effectLst>
                <a:outerShdw blurRad="38100" dist="38100" dir="2700000" algn="tl">
                  <a:srgbClr val="C0C0C0"/>
                </a:outerShdw>
              </a:effectLst>
              <a:latin typeface="Times New Roman" panose="02020603050405020304" pitchFamily="18" charset="0"/>
              <a:ea typeface="黑体" panose="02010609060101010101" pitchFamily="49" charset="-122"/>
            </a:endParaRPr>
          </a:p>
        </p:txBody>
      </p:sp>
      <p:sp>
        <p:nvSpPr>
          <p:cNvPr id="4" name="矩形 3">
            <a:extLst>
              <a:ext uri="{FF2B5EF4-FFF2-40B4-BE49-F238E27FC236}">
                <a16:creationId xmlns:a16="http://schemas.microsoft.com/office/drawing/2014/main" id="{B4234D25-8C3D-C745-8786-75FB411A1579}"/>
              </a:ext>
            </a:extLst>
          </p:cNvPr>
          <p:cNvSpPr>
            <a:spLocks noChangeArrowheads="1"/>
          </p:cNvSpPr>
          <p:nvPr/>
        </p:nvSpPr>
        <p:spPr bwMode="auto">
          <a:xfrm>
            <a:off x="741363" y="2409825"/>
            <a:ext cx="7848600" cy="1652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a:lnSpc>
                <a:spcPts val="3100"/>
              </a:lnSpc>
            </a:pPr>
            <a:r>
              <a:rPr lang="zh-CN" altLang="en-US" sz="2400">
                <a:solidFill>
                  <a:schemeClr val="bg2"/>
                </a:solidFill>
                <a:latin typeface="Times New Roman" panose="02020603050405020304" pitchFamily="18" charset="0"/>
                <a:ea typeface="黑体" panose="02010609060101010101" pitchFamily="49" charset="-122"/>
              </a:rPr>
              <a:t>附加在数据单元上的一些数据，或是对数据单元所做的密码变换，这种数据或变换允许数据单元的接收者用以确认数据单元的</a:t>
            </a:r>
            <a:r>
              <a:rPr lang="zh-CN" altLang="en-US" sz="2400">
                <a:latin typeface="Times New Roman" panose="02020603050405020304" pitchFamily="18" charset="0"/>
                <a:ea typeface="黑体" panose="02010609060101010101" pitchFamily="49" charset="-122"/>
              </a:rPr>
              <a:t>来源</a:t>
            </a:r>
            <a:r>
              <a:rPr lang="zh-CN" altLang="en-US" sz="2400">
                <a:solidFill>
                  <a:schemeClr val="bg2"/>
                </a:solidFill>
                <a:latin typeface="Times New Roman" panose="02020603050405020304" pitchFamily="18" charset="0"/>
                <a:ea typeface="黑体" panose="02010609060101010101" pitchFamily="49" charset="-122"/>
              </a:rPr>
              <a:t>和数据单元的</a:t>
            </a:r>
            <a:r>
              <a:rPr lang="zh-CN" altLang="en-US" sz="2400">
                <a:latin typeface="Times New Roman" panose="02020603050405020304" pitchFamily="18" charset="0"/>
                <a:ea typeface="黑体" panose="02010609060101010101" pitchFamily="49" charset="-122"/>
              </a:rPr>
              <a:t>完整性</a:t>
            </a:r>
            <a:r>
              <a:rPr lang="zh-CN" altLang="en-US" sz="2400">
                <a:solidFill>
                  <a:schemeClr val="bg2"/>
                </a:solidFill>
                <a:latin typeface="Times New Roman" panose="02020603050405020304" pitchFamily="18" charset="0"/>
                <a:ea typeface="黑体" panose="02010609060101010101" pitchFamily="49" charset="-122"/>
              </a:rPr>
              <a:t>，并保护数据，防止被他人</a:t>
            </a:r>
            <a:r>
              <a:rPr lang="en-US" altLang="zh-CN" sz="2400">
                <a:solidFill>
                  <a:schemeClr val="bg2"/>
                </a:solidFill>
                <a:latin typeface="Times New Roman" panose="02020603050405020304" pitchFamily="18" charset="0"/>
                <a:ea typeface="黑体" panose="02010609060101010101" pitchFamily="49" charset="-122"/>
              </a:rPr>
              <a:t>(</a:t>
            </a:r>
            <a:r>
              <a:rPr lang="zh-CN" altLang="en-US" sz="2400">
                <a:solidFill>
                  <a:schemeClr val="bg2"/>
                </a:solidFill>
                <a:latin typeface="Times New Roman" panose="02020603050405020304" pitchFamily="18" charset="0"/>
                <a:ea typeface="黑体" panose="02010609060101010101" pitchFamily="49" charset="-122"/>
              </a:rPr>
              <a:t>如接收者</a:t>
            </a:r>
            <a:r>
              <a:rPr lang="en-US" altLang="zh-CN" sz="2400">
                <a:solidFill>
                  <a:schemeClr val="bg2"/>
                </a:solidFill>
                <a:latin typeface="Times New Roman" panose="02020603050405020304" pitchFamily="18" charset="0"/>
                <a:ea typeface="黑体" panose="02010609060101010101" pitchFamily="49" charset="-122"/>
              </a:rPr>
              <a:t>)</a:t>
            </a:r>
            <a:r>
              <a:rPr lang="zh-CN" altLang="en-US" sz="2400">
                <a:solidFill>
                  <a:schemeClr val="bg2"/>
                </a:solidFill>
                <a:latin typeface="Times New Roman" panose="02020603050405020304" pitchFamily="18" charset="0"/>
                <a:ea typeface="黑体" panose="02010609060101010101" pitchFamily="49" charset="-122"/>
              </a:rPr>
              <a:t>伪造。</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6" presetClass="entr" presetSubtype="32"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ircle(out)">
                                      <p:cBhvr>
                                        <p:cTn id="7" dur="2000"/>
                                        <p:tgtEl>
                                          <p:spTgt spid="3"/>
                                        </p:tgtEl>
                                      </p:cBhvr>
                                    </p:animEffect>
                                  </p:childTnLst>
                                </p:cTn>
                              </p:par>
                            </p:childTnLst>
                          </p:cTn>
                        </p:par>
                        <p:par>
                          <p:cTn id="8" fill="hold" nodeType="afterGroup">
                            <p:stCondLst>
                              <p:cond delay="2000"/>
                            </p:stCondLst>
                            <p:childTnLst>
                              <p:par>
                                <p:cTn id="9" presetID="31"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p:cTn id="11" dur="1000" fill="hold"/>
                                        <p:tgtEl>
                                          <p:spTgt spid="4"/>
                                        </p:tgtEl>
                                        <p:attrNameLst>
                                          <p:attrName>ppt_w</p:attrName>
                                        </p:attrNameLst>
                                      </p:cBhvr>
                                      <p:tavLst>
                                        <p:tav tm="0">
                                          <p:val>
                                            <p:fltVal val="0"/>
                                          </p:val>
                                        </p:tav>
                                        <p:tav tm="100000">
                                          <p:val>
                                            <p:strVal val="#ppt_w"/>
                                          </p:val>
                                        </p:tav>
                                      </p:tavLst>
                                    </p:anim>
                                    <p:anim calcmode="lin" valueType="num">
                                      <p:cBhvr>
                                        <p:cTn id="12" dur="1000" fill="hold"/>
                                        <p:tgtEl>
                                          <p:spTgt spid="4"/>
                                        </p:tgtEl>
                                        <p:attrNameLst>
                                          <p:attrName>ppt_h</p:attrName>
                                        </p:attrNameLst>
                                      </p:cBhvr>
                                      <p:tavLst>
                                        <p:tav tm="0">
                                          <p:val>
                                            <p:fltVal val="0"/>
                                          </p:val>
                                        </p:tav>
                                        <p:tav tm="100000">
                                          <p:val>
                                            <p:strVal val="#ppt_h"/>
                                          </p:val>
                                        </p:tav>
                                      </p:tavLst>
                                    </p:anim>
                                    <p:anim calcmode="lin" valueType="num">
                                      <p:cBhvr>
                                        <p:cTn id="13" dur="1000" fill="hold"/>
                                        <p:tgtEl>
                                          <p:spTgt spid="4"/>
                                        </p:tgtEl>
                                        <p:attrNameLst>
                                          <p:attrName>style.rotation</p:attrName>
                                        </p:attrNameLst>
                                      </p:cBhvr>
                                      <p:tavLst>
                                        <p:tav tm="0">
                                          <p:val>
                                            <p:fltVal val="90"/>
                                          </p:val>
                                        </p:tav>
                                        <p:tav tm="100000">
                                          <p:val>
                                            <p:fltVal val="0"/>
                                          </p:val>
                                        </p:tav>
                                      </p:tavLst>
                                    </p:anim>
                                    <p:animEffect transition="in" filter="fade">
                                      <p:cBhvr>
                                        <p:cTn id="14"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5">
            <a:extLst>
              <a:ext uri="{FF2B5EF4-FFF2-40B4-BE49-F238E27FC236}">
                <a16:creationId xmlns:a16="http://schemas.microsoft.com/office/drawing/2014/main" id="{E4ABB56C-C219-004E-BD40-762C7A3ED703}"/>
              </a:ext>
            </a:extLst>
          </p:cNvPr>
          <p:cNvPicPr>
            <a:picLocks noChangeAspect="1"/>
          </p:cNvPicPr>
          <p:nvPr/>
        </p:nvPicPr>
        <p:blipFill>
          <a:blip r:embed="rId2"/>
          <a:srcRect/>
          <a:stretch>
            <a:fillRect/>
          </a:stretch>
        </p:blipFill>
        <p:spPr bwMode="auto">
          <a:xfrm>
            <a:off x="192088" y="3276600"/>
            <a:ext cx="8774112" cy="2689225"/>
          </a:xfrm>
          <a:prstGeom prst="rect">
            <a:avLst/>
          </a:prstGeom>
        </p:spPr>
        <p:style>
          <a:lnRef idx="0">
            <a:schemeClr val="dk1"/>
          </a:lnRef>
          <a:fillRef idx="3">
            <a:schemeClr val="dk1"/>
          </a:fillRef>
          <a:effectRef idx="3">
            <a:schemeClr val="dk1"/>
          </a:effectRef>
          <a:fontRef idx="minor">
            <a:schemeClr val="lt1"/>
          </a:fontRef>
        </p:style>
      </p:pic>
      <p:pic>
        <p:nvPicPr>
          <p:cNvPr id="3" name="图片 6">
            <a:extLst>
              <a:ext uri="{FF2B5EF4-FFF2-40B4-BE49-F238E27FC236}">
                <a16:creationId xmlns:a16="http://schemas.microsoft.com/office/drawing/2014/main" id="{B84B4B34-58D6-1644-B675-B8B8F0B355A7}"/>
              </a:ext>
            </a:extLst>
          </p:cNvPr>
          <p:cNvPicPr>
            <a:picLocks noChangeAspect="1"/>
          </p:cNvPicPr>
          <p:nvPr/>
        </p:nvPicPr>
        <p:blipFill>
          <a:blip r:embed="rId3"/>
          <a:srcRect/>
          <a:stretch>
            <a:fillRect/>
          </a:stretch>
        </p:blipFill>
        <p:spPr bwMode="auto">
          <a:xfrm>
            <a:off x="192088" y="838200"/>
            <a:ext cx="8774112" cy="2362200"/>
          </a:xfrm>
          <a:prstGeom prst="rect">
            <a:avLst/>
          </a:prstGeom>
        </p:spPr>
        <p:style>
          <a:lnRef idx="0">
            <a:schemeClr val="dk1"/>
          </a:lnRef>
          <a:fillRef idx="3">
            <a:schemeClr val="dk1"/>
          </a:fillRef>
          <a:effectRef idx="3">
            <a:schemeClr val="dk1"/>
          </a:effectRef>
          <a:fontRef idx="minor">
            <a:schemeClr val="lt1"/>
          </a:fontRef>
        </p:style>
      </p:pic>
      <p:sp>
        <p:nvSpPr>
          <p:cNvPr id="5" name="下箭头标注 4">
            <a:extLst>
              <a:ext uri="{FF2B5EF4-FFF2-40B4-BE49-F238E27FC236}">
                <a16:creationId xmlns:a16="http://schemas.microsoft.com/office/drawing/2014/main" id="{356A56FD-0B50-5C4D-A9D8-2E519A3724BD}"/>
              </a:ext>
            </a:extLst>
          </p:cNvPr>
          <p:cNvSpPr>
            <a:spLocks noChangeArrowheads="1"/>
          </p:cNvSpPr>
          <p:nvPr/>
        </p:nvSpPr>
        <p:spPr bwMode="auto">
          <a:xfrm>
            <a:off x="5181600" y="782638"/>
            <a:ext cx="3048000" cy="838200"/>
          </a:xfrm>
          <a:prstGeom prst="downArrowCallout">
            <a:avLst>
              <a:gd name="adj1" fmla="val 24983"/>
              <a:gd name="adj2" fmla="val 25000"/>
              <a:gd name="adj3" fmla="val 25000"/>
              <a:gd name="adj4" fmla="val 64972"/>
            </a:avLst>
          </a:prstGeom>
          <a:solidFill>
            <a:srgbClr val="96EDFE"/>
          </a:solidFill>
          <a:ln w="9525">
            <a:solidFill>
              <a:srgbClr val="000000"/>
            </a:solidFill>
            <a:round/>
            <a:headEnd/>
            <a:tailEnd/>
          </a:ln>
        </p:spPr>
        <p:txBody>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r>
              <a:rPr lang="zh-CN" altLang="en-US" sz="2000">
                <a:latin typeface="黑体" panose="02010609060101010101" pitchFamily="49" charset="-122"/>
                <a:ea typeface="黑体" panose="02010609060101010101" pitchFamily="49" charset="-122"/>
              </a:rPr>
              <a:t>此处运算是签名而非加密</a:t>
            </a:r>
          </a:p>
        </p:txBody>
      </p:sp>
      <p:sp>
        <p:nvSpPr>
          <p:cNvPr id="7" name="上箭头标注 6">
            <a:extLst>
              <a:ext uri="{FF2B5EF4-FFF2-40B4-BE49-F238E27FC236}">
                <a16:creationId xmlns:a16="http://schemas.microsoft.com/office/drawing/2014/main" id="{E1FDBDD3-DC95-A042-98CC-1DA4378E9A59}"/>
              </a:ext>
            </a:extLst>
          </p:cNvPr>
          <p:cNvSpPr>
            <a:spLocks noChangeArrowheads="1"/>
          </p:cNvSpPr>
          <p:nvPr/>
        </p:nvSpPr>
        <p:spPr bwMode="auto">
          <a:xfrm>
            <a:off x="3276600" y="5334000"/>
            <a:ext cx="3048000" cy="915988"/>
          </a:xfrm>
          <a:prstGeom prst="upArrowCallout">
            <a:avLst>
              <a:gd name="adj1" fmla="val 25018"/>
              <a:gd name="adj2" fmla="val 25003"/>
              <a:gd name="adj3" fmla="val 25000"/>
              <a:gd name="adj4" fmla="val 64977"/>
            </a:avLst>
          </a:prstGeom>
          <a:solidFill>
            <a:srgbClr val="96EDFE"/>
          </a:solidFill>
          <a:ln w="9525">
            <a:solidFill>
              <a:srgbClr val="000000"/>
            </a:solidFill>
            <a:round/>
            <a:headEnd/>
            <a:tailEnd/>
          </a:ln>
        </p:spPr>
        <p:txBody>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r>
              <a:rPr lang="zh-CN" altLang="en-US" sz="2000">
                <a:latin typeface="黑体" panose="02010609060101010101" pitchFamily="49" charset="-122"/>
                <a:ea typeface="黑体" panose="02010609060101010101" pitchFamily="49" charset="-122"/>
              </a:rPr>
              <a:t>此处运算是验证而非解密</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1"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0-#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0-#ppt_w/2"/>
                                          </p:val>
                                        </p:tav>
                                        <p:tav tm="100000">
                                          <p:val>
                                            <p:strVal val="#ppt_x"/>
                                          </p:val>
                                        </p:tav>
                                      </p:tavLst>
                                    </p:anim>
                                    <p:anim calcmode="lin" valueType="num">
                                      <p:cBhvr additive="base">
                                        <p:cTn id="20"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B4D18496-B1AA-2F42-B211-14C42B8FC4E2}"/>
              </a:ext>
            </a:extLst>
          </p:cNvPr>
          <p:cNvPicPr>
            <a:picLocks noChangeAspect="1"/>
          </p:cNvPicPr>
          <p:nvPr/>
        </p:nvPicPr>
        <p:blipFill>
          <a:blip r:embed="rId2"/>
          <a:stretch>
            <a:fillRect/>
          </a:stretch>
        </p:blipFill>
        <p:spPr>
          <a:xfrm>
            <a:off x="76200" y="2971800"/>
            <a:ext cx="4495800" cy="2813050"/>
          </a:xfrm>
          <a:prstGeom prst="rect">
            <a:avLst/>
          </a:prstGeom>
        </p:spPr>
        <p:style>
          <a:lnRef idx="0">
            <a:schemeClr val="dk1"/>
          </a:lnRef>
          <a:fillRef idx="3">
            <a:schemeClr val="dk1"/>
          </a:fillRef>
          <a:effectRef idx="3">
            <a:schemeClr val="dk1"/>
          </a:effectRef>
          <a:fontRef idx="minor">
            <a:schemeClr val="lt1"/>
          </a:fontRef>
        </p:style>
      </p:pic>
      <p:sp>
        <p:nvSpPr>
          <p:cNvPr id="3" name="标题 1">
            <a:extLst>
              <a:ext uri="{FF2B5EF4-FFF2-40B4-BE49-F238E27FC236}">
                <a16:creationId xmlns:a16="http://schemas.microsoft.com/office/drawing/2014/main" id="{58A743E5-A1DD-B24F-B2A8-69F5083B6FED}"/>
              </a:ext>
            </a:extLst>
          </p:cNvPr>
          <p:cNvSpPr txBox="1">
            <a:spLocks noChangeArrowheads="1"/>
          </p:cNvSpPr>
          <p:nvPr/>
        </p:nvSpPr>
        <p:spPr>
          <a:xfrm>
            <a:off x="381000" y="838200"/>
            <a:ext cx="6477000" cy="533400"/>
          </a:xfrm>
          <a:prstGeom prst="rect">
            <a:avLst/>
          </a:prstGeom>
        </p:spPr>
        <p:txBody>
          <a:bodyPr/>
          <a:lstStyle/>
          <a:p>
            <a:pPr>
              <a:lnSpc>
                <a:spcPct val="90000"/>
              </a:lnSpc>
              <a:defRPr/>
            </a:pPr>
            <a:r>
              <a:rPr lang="zh-CN" altLang="en-US" sz="3200">
                <a:solidFill>
                  <a:srgbClr val="0000CC"/>
                </a:solidFill>
                <a:effectLst>
                  <a:outerShdw blurRad="38100" dist="38100" dir="2700000" algn="tl">
                    <a:srgbClr val="C0C0C0"/>
                  </a:outerShdw>
                </a:effectLst>
                <a:latin typeface="Arial" panose="020B0604020202020204" pitchFamily="34" charset="0"/>
              </a:rPr>
              <a:t>知识复习：图解数字签名过程</a:t>
            </a:r>
          </a:p>
        </p:txBody>
      </p:sp>
      <p:sp>
        <p:nvSpPr>
          <p:cNvPr id="110596" name="矩形 3">
            <a:extLst>
              <a:ext uri="{FF2B5EF4-FFF2-40B4-BE49-F238E27FC236}">
                <a16:creationId xmlns:a16="http://schemas.microsoft.com/office/drawing/2014/main" id="{47D277D6-17F3-1D4C-AE80-4ABAB2FD5494}"/>
              </a:ext>
            </a:extLst>
          </p:cNvPr>
          <p:cNvSpPr>
            <a:spLocks noChangeArrowheads="1"/>
          </p:cNvSpPr>
          <p:nvPr/>
        </p:nvSpPr>
        <p:spPr bwMode="auto">
          <a:xfrm>
            <a:off x="457200" y="1787525"/>
            <a:ext cx="365760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r>
              <a:rPr lang="en-US" altLang="zh-CN" sz="2200">
                <a:solidFill>
                  <a:schemeClr val="bg2"/>
                </a:solidFill>
                <a:latin typeface="黑体" panose="02010609060101010101" pitchFamily="49" charset="-122"/>
                <a:ea typeface="黑体" panose="02010609060101010101" pitchFamily="49" charset="-122"/>
              </a:rPr>
              <a:t>1</a:t>
            </a:r>
            <a:r>
              <a:rPr lang="zh-CN" altLang="en-US" sz="2200">
                <a:solidFill>
                  <a:schemeClr val="bg2"/>
                </a:solidFill>
                <a:latin typeface="黑体" panose="02010609060101010101" pitchFamily="49" charset="-122"/>
                <a:ea typeface="黑体" panose="02010609060101010101" pitchFamily="49" charset="-122"/>
              </a:rPr>
              <a:t>）鲍勃有两把钥匙，一把是公钥，另一把是私钥。</a:t>
            </a:r>
          </a:p>
        </p:txBody>
      </p:sp>
      <p:sp>
        <p:nvSpPr>
          <p:cNvPr id="110597" name="矩形 4">
            <a:extLst>
              <a:ext uri="{FF2B5EF4-FFF2-40B4-BE49-F238E27FC236}">
                <a16:creationId xmlns:a16="http://schemas.microsoft.com/office/drawing/2014/main" id="{1DFC319B-A13D-1549-A5EB-4B98A6C0F128}"/>
              </a:ext>
            </a:extLst>
          </p:cNvPr>
          <p:cNvSpPr>
            <a:spLocks noChangeArrowheads="1"/>
          </p:cNvSpPr>
          <p:nvPr/>
        </p:nvSpPr>
        <p:spPr bwMode="auto">
          <a:xfrm>
            <a:off x="4724400" y="1787525"/>
            <a:ext cx="441960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r>
              <a:rPr lang="en-US" altLang="zh-CN" sz="2200">
                <a:solidFill>
                  <a:schemeClr val="bg2"/>
                </a:solidFill>
                <a:latin typeface="黑体" panose="02010609060101010101" pitchFamily="49" charset="-122"/>
                <a:ea typeface="黑体" panose="02010609060101010101" pitchFamily="49" charset="-122"/>
              </a:rPr>
              <a:t>2</a:t>
            </a:r>
            <a:r>
              <a:rPr lang="zh-CN" altLang="en-US" sz="2200">
                <a:solidFill>
                  <a:schemeClr val="bg2"/>
                </a:solidFill>
                <a:latin typeface="黑体" panose="02010609060101010101" pitchFamily="49" charset="-122"/>
                <a:ea typeface="黑体" panose="02010609060101010101" pitchFamily="49" charset="-122"/>
              </a:rPr>
              <a:t>）鲍勃把公钥送给他的朋友们：帕蒂、道格、苏珊</a:t>
            </a:r>
            <a:r>
              <a:rPr lang="en-US" altLang="zh-CN" sz="2200">
                <a:solidFill>
                  <a:schemeClr val="bg2"/>
                </a:solidFill>
                <a:latin typeface="黑体" panose="02010609060101010101" pitchFamily="49" charset="-122"/>
                <a:ea typeface="黑体" panose="02010609060101010101" pitchFamily="49" charset="-122"/>
              </a:rPr>
              <a:t>----</a:t>
            </a:r>
            <a:r>
              <a:rPr lang="zh-CN" altLang="en-US" sz="2200">
                <a:solidFill>
                  <a:schemeClr val="bg2"/>
                </a:solidFill>
                <a:latin typeface="黑体" panose="02010609060101010101" pitchFamily="49" charset="-122"/>
                <a:ea typeface="黑体" panose="02010609060101010101" pitchFamily="49" charset="-122"/>
              </a:rPr>
              <a:t>每人一把。</a:t>
            </a:r>
          </a:p>
        </p:txBody>
      </p:sp>
      <p:pic>
        <p:nvPicPr>
          <p:cNvPr id="7" name="图片 6">
            <a:extLst>
              <a:ext uri="{FF2B5EF4-FFF2-40B4-BE49-F238E27FC236}">
                <a16:creationId xmlns:a16="http://schemas.microsoft.com/office/drawing/2014/main" id="{552CA7E0-6954-0148-B0D0-EF69757423A5}"/>
              </a:ext>
            </a:extLst>
          </p:cNvPr>
          <p:cNvPicPr>
            <a:picLocks noChangeAspect="1"/>
          </p:cNvPicPr>
          <p:nvPr/>
        </p:nvPicPr>
        <p:blipFill>
          <a:blip r:embed="rId3"/>
          <a:stretch>
            <a:fillRect/>
          </a:stretch>
        </p:blipFill>
        <p:spPr>
          <a:xfrm>
            <a:off x="4800600" y="2971800"/>
            <a:ext cx="4267200" cy="2813050"/>
          </a:xfrm>
          <a:prstGeom prst="rect">
            <a:avLst/>
          </a:prstGeom>
        </p:spPr>
        <p:style>
          <a:lnRef idx="0">
            <a:schemeClr val="dk1"/>
          </a:lnRef>
          <a:fillRef idx="3">
            <a:schemeClr val="dk1"/>
          </a:fillRef>
          <a:effectRef idx="3">
            <a:schemeClr val="dk1"/>
          </a:effectRef>
          <a:fontRef idx="minor">
            <a:schemeClr val="lt1"/>
          </a:fontRef>
        </p:style>
      </p:pic>
      <p:cxnSp>
        <p:nvCxnSpPr>
          <p:cNvPr id="5" name="直接连接符 4">
            <a:extLst>
              <a:ext uri="{FF2B5EF4-FFF2-40B4-BE49-F238E27FC236}">
                <a16:creationId xmlns:a16="http://schemas.microsoft.com/office/drawing/2014/main" id="{9B6D842C-2265-D147-B5DC-4D88066F24A8}"/>
              </a:ext>
            </a:extLst>
          </p:cNvPr>
          <p:cNvCxnSpPr>
            <a:cxnSpLocks noChangeShapeType="1"/>
          </p:cNvCxnSpPr>
          <p:nvPr/>
        </p:nvCxnSpPr>
        <p:spPr bwMode="auto">
          <a:xfrm>
            <a:off x="4648200" y="1787525"/>
            <a:ext cx="0" cy="4308475"/>
          </a:xfrm>
          <a:prstGeom prst="line">
            <a:avLst/>
          </a:prstGeom>
          <a:noFill/>
          <a:ln w="57150">
            <a:solidFill>
              <a:srgbClr val="3399FF"/>
            </a:solidFill>
            <a:round/>
            <a:headEnd/>
            <a:tailEnd/>
          </a:ln>
          <a:extLst>
            <a:ext uri="{909E8E84-426E-40DD-AFC4-6F175D3DCCD1}">
              <a14:hiddenFill xmlns:a14="http://schemas.microsoft.com/office/drawing/2010/main">
                <a:noFill/>
              </a14:hiddenFill>
            </a:ext>
          </a:extLst>
        </p:spPr>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10596"/>
                                        </p:tgtEl>
                                        <p:attrNameLst>
                                          <p:attrName>style.visibility</p:attrName>
                                        </p:attrNameLst>
                                      </p:cBhvr>
                                      <p:to>
                                        <p:strVal val="visible"/>
                                      </p:to>
                                    </p:set>
                                    <p:anim calcmode="lin" valueType="num">
                                      <p:cBhvr>
                                        <p:cTn id="7" dur="500" fill="hold"/>
                                        <p:tgtEl>
                                          <p:spTgt spid="110596"/>
                                        </p:tgtEl>
                                        <p:attrNameLst>
                                          <p:attrName>ppt_w</p:attrName>
                                        </p:attrNameLst>
                                      </p:cBhvr>
                                      <p:tavLst>
                                        <p:tav tm="0">
                                          <p:val>
                                            <p:fltVal val="0"/>
                                          </p:val>
                                        </p:tav>
                                        <p:tav tm="100000">
                                          <p:val>
                                            <p:strVal val="#ppt_w"/>
                                          </p:val>
                                        </p:tav>
                                      </p:tavLst>
                                    </p:anim>
                                    <p:anim calcmode="lin" valueType="num">
                                      <p:cBhvr>
                                        <p:cTn id="8" dur="500" fill="hold"/>
                                        <p:tgtEl>
                                          <p:spTgt spid="110596"/>
                                        </p:tgtEl>
                                        <p:attrNameLst>
                                          <p:attrName>ppt_h</p:attrName>
                                        </p:attrNameLst>
                                      </p:cBhvr>
                                      <p:tavLst>
                                        <p:tav tm="0">
                                          <p:val>
                                            <p:fltVal val="0"/>
                                          </p:val>
                                        </p:tav>
                                        <p:tav tm="100000">
                                          <p:val>
                                            <p:strVal val="#ppt_h"/>
                                          </p:val>
                                        </p:tav>
                                      </p:tavLst>
                                    </p:anim>
                                    <p:animEffect transition="in" filter="fade">
                                      <p:cBhvr>
                                        <p:cTn id="9" dur="500"/>
                                        <p:tgtEl>
                                          <p:spTgt spid="110596"/>
                                        </p:tgtEl>
                                      </p:cBhvr>
                                    </p:animEffect>
                                  </p:childTnLst>
                                </p:cTn>
                              </p:par>
                            </p:childTnLst>
                          </p:cTn>
                        </p:par>
                        <p:par>
                          <p:cTn id="10" fill="hold" nodeType="afterGroup">
                            <p:stCondLst>
                              <p:cond delay="500"/>
                            </p:stCondLst>
                            <p:childTnLst>
                              <p:par>
                                <p:cTn id="11" presetID="2" presetClass="entr" presetSubtype="8" fill="hold" nodeType="after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0-#ppt_w/2"/>
                                          </p:val>
                                        </p:tav>
                                        <p:tav tm="100000">
                                          <p:val>
                                            <p:strVal val="#ppt_x"/>
                                          </p:val>
                                        </p:tav>
                                      </p:tavLst>
                                    </p:anim>
                                    <p:anim calcmode="lin" valueType="num">
                                      <p:cBhvr additive="base">
                                        <p:cTn id="14" dur="500" fill="hold"/>
                                        <p:tgtEl>
                                          <p:spTgt spid="2"/>
                                        </p:tgtEl>
                                        <p:attrNameLst>
                                          <p:attrName>ppt_y</p:attrName>
                                        </p:attrNameLst>
                                      </p:cBhvr>
                                      <p:tavLst>
                                        <p:tav tm="0">
                                          <p:val>
                                            <p:strVal val="#ppt_y"/>
                                          </p:val>
                                        </p:tav>
                                        <p:tav tm="100000">
                                          <p:val>
                                            <p:strVal val="#ppt_y"/>
                                          </p:val>
                                        </p:tav>
                                      </p:tavLst>
                                    </p:anim>
                                  </p:childTnLst>
                                </p:cTn>
                              </p:par>
                            </p:childTnLst>
                          </p:cTn>
                        </p:par>
                        <p:par>
                          <p:cTn id="15" fill="hold" nodeType="afterGroup">
                            <p:stCondLst>
                              <p:cond delay="1000"/>
                            </p:stCondLst>
                            <p:childTnLst>
                              <p:par>
                                <p:cTn id="16" presetID="53" presetClass="entr" presetSubtype="16" fill="hold" nodeType="after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p:cTn id="18" dur="1500" fill="hold"/>
                                        <p:tgtEl>
                                          <p:spTgt spid="5"/>
                                        </p:tgtEl>
                                        <p:attrNameLst>
                                          <p:attrName>ppt_w</p:attrName>
                                        </p:attrNameLst>
                                      </p:cBhvr>
                                      <p:tavLst>
                                        <p:tav tm="0">
                                          <p:val>
                                            <p:fltVal val="0"/>
                                          </p:val>
                                        </p:tav>
                                        <p:tav tm="100000">
                                          <p:val>
                                            <p:strVal val="#ppt_w"/>
                                          </p:val>
                                        </p:tav>
                                      </p:tavLst>
                                    </p:anim>
                                    <p:anim calcmode="lin" valueType="num">
                                      <p:cBhvr>
                                        <p:cTn id="19" dur="1500" fill="hold"/>
                                        <p:tgtEl>
                                          <p:spTgt spid="5"/>
                                        </p:tgtEl>
                                        <p:attrNameLst>
                                          <p:attrName>ppt_h</p:attrName>
                                        </p:attrNameLst>
                                      </p:cBhvr>
                                      <p:tavLst>
                                        <p:tav tm="0">
                                          <p:val>
                                            <p:fltVal val="0"/>
                                          </p:val>
                                        </p:tav>
                                        <p:tav tm="100000">
                                          <p:val>
                                            <p:strVal val="#ppt_h"/>
                                          </p:val>
                                        </p:tav>
                                      </p:tavLst>
                                    </p:anim>
                                    <p:animEffect transition="in" filter="fade">
                                      <p:cBhvr>
                                        <p:cTn id="20" dur="1500"/>
                                        <p:tgtEl>
                                          <p:spTgt spid="5"/>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53" presetClass="entr" presetSubtype="16" fill="hold" grpId="0" nodeType="clickEffect">
                                  <p:stCondLst>
                                    <p:cond delay="0"/>
                                  </p:stCondLst>
                                  <p:childTnLst>
                                    <p:set>
                                      <p:cBhvr>
                                        <p:cTn id="24" dur="1" fill="hold">
                                          <p:stCondLst>
                                            <p:cond delay="0"/>
                                          </p:stCondLst>
                                        </p:cTn>
                                        <p:tgtEl>
                                          <p:spTgt spid="110597"/>
                                        </p:tgtEl>
                                        <p:attrNameLst>
                                          <p:attrName>style.visibility</p:attrName>
                                        </p:attrNameLst>
                                      </p:cBhvr>
                                      <p:to>
                                        <p:strVal val="visible"/>
                                      </p:to>
                                    </p:set>
                                    <p:anim calcmode="lin" valueType="num">
                                      <p:cBhvr>
                                        <p:cTn id="25" dur="500" fill="hold"/>
                                        <p:tgtEl>
                                          <p:spTgt spid="110597"/>
                                        </p:tgtEl>
                                        <p:attrNameLst>
                                          <p:attrName>ppt_w</p:attrName>
                                        </p:attrNameLst>
                                      </p:cBhvr>
                                      <p:tavLst>
                                        <p:tav tm="0">
                                          <p:val>
                                            <p:fltVal val="0"/>
                                          </p:val>
                                        </p:tav>
                                        <p:tav tm="100000">
                                          <p:val>
                                            <p:strVal val="#ppt_w"/>
                                          </p:val>
                                        </p:tav>
                                      </p:tavLst>
                                    </p:anim>
                                    <p:anim calcmode="lin" valueType="num">
                                      <p:cBhvr>
                                        <p:cTn id="26" dur="500" fill="hold"/>
                                        <p:tgtEl>
                                          <p:spTgt spid="110597"/>
                                        </p:tgtEl>
                                        <p:attrNameLst>
                                          <p:attrName>ppt_h</p:attrName>
                                        </p:attrNameLst>
                                      </p:cBhvr>
                                      <p:tavLst>
                                        <p:tav tm="0">
                                          <p:val>
                                            <p:fltVal val="0"/>
                                          </p:val>
                                        </p:tav>
                                        <p:tav tm="100000">
                                          <p:val>
                                            <p:strVal val="#ppt_h"/>
                                          </p:val>
                                        </p:tav>
                                      </p:tavLst>
                                    </p:anim>
                                    <p:animEffect transition="in" filter="fade">
                                      <p:cBhvr>
                                        <p:cTn id="27" dur="500"/>
                                        <p:tgtEl>
                                          <p:spTgt spid="110597"/>
                                        </p:tgtEl>
                                      </p:cBhvr>
                                    </p:animEffect>
                                  </p:childTnLst>
                                </p:cTn>
                              </p:par>
                            </p:childTnLst>
                          </p:cTn>
                        </p:par>
                        <p:par>
                          <p:cTn id="28" fill="hold" nodeType="afterGroup">
                            <p:stCondLst>
                              <p:cond delay="500"/>
                            </p:stCondLst>
                            <p:childTnLst>
                              <p:par>
                                <p:cTn id="29" presetID="2" presetClass="entr" presetSubtype="2" fill="hold" nodeType="after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p:tgtEl>
                                          <p:spTgt spid="7"/>
                                        </p:tgtEl>
                                        <p:attrNameLst>
                                          <p:attrName>ppt_x</p:attrName>
                                        </p:attrNameLst>
                                      </p:cBhvr>
                                      <p:tavLst>
                                        <p:tav tm="0">
                                          <p:val>
                                            <p:strVal val="1+#ppt_w/2"/>
                                          </p:val>
                                        </p:tav>
                                        <p:tav tm="100000">
                                          <p:val>
                                            <p:strVal val="#ppt_x"/>
                                          </p:val>
                                        </p:tav>
                                      </p:tavLst>
                                    </p:anim>
                                    <p:anim calcmode="lin" valueType="num">
                                      <p:cBhvr additive="base">
                                        <p:cTn id="32"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596" grpId="0"/>
      <p:bldP spid="110597" grpId="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矩形 1">
            <a:extLst>
              <a:ext uri="{FF2B5EF4-FFF2-40B4-BE49-F238E27FC236}">
                <a16:creationId xmlns:a16="http://schemas.microsoft.com/office/drawing/2014/main" id="{DC4CF9D8-4410-434A-9DF5-5B1BFF1474D6}"/>
              </a:ext>
            </a:extLst>
          </p:cNvPr>
          <p:cNvSpPr>
            <a:spLocks noChangeArrowheads="1"/>
          </p:cNvSpPr>
          <p:nvPr/>
        </p:nvSpPr>
        <p:spPr bwMode="auto">
          <a:xfrm>
            <a:off x="76200" y="1019175"/>
            <a:ext cx="4495800"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r>
              <a:rPr lang="en-US" altLang="zh-CN" sz="2200">
                <a:solidFill>
                  <a:schemeClr val="bg2"/>
                </a:solidFill>
                <a:latin typeface="黑体" panose="02010609060101010101" pitchFamily="49" charset="-122"/>
                <a:ea typeface="黑体" panose="02010609060101010101" pitchFamily="49" charset="-122"/>
              </a:rPr>
              <a:t>3</a:t>
            </a:r>
            <a:r>
              <a:rPr lang="zh-CN" altLang="en-US" sz="2200">
                <a:solidFill>
                  <a:schemeClr val="bg2"/>
                </a:solidFill>
                <a:latin typeface="黑体" panose="02010609060101010101" pitchFamily="49" charset="-122"/>
                <a:ea typeface="黑体" panose="02010609060101010101" pitchFamily="49" charset="-122"/>
              </a:rPr>
              <a:t>）苏珊给鲍勃写信，写完后用鲍勃的公钥加密，达到机密性保护的效果。</a:t>
            </a:r>
          </a:p>
        </p:txBody>
      </p:sp>
      <p:pic>
        <p:nvPicPr>
          <p:cNvPr id="111619" name="图片 2">
            <a:extLst>
              <a:ext uri="{FF2B5EF4-FFF2-40B4-BE49-F238E27FC236}">
                <a16:creationId xmlns:a16="http://schemas.microsoft.com/office/drawing/2014/main" id="{BF7666A2-673F-BA49-965C-4E9B3082D65A}"/>
              </a:ext>
            </a:extLst>
          </p:cNvPr>
          <p:cNvPicPr>
            <a:picLocks noChangeAspect="1"/>
          </p:cNvPicPr>
          <p:nvPr/>
        </p:nvPicPr>
        <p:blipFill>
          <a:blip r:embed="rId2"/>
          <a:srcRect/>
          <a:stretch>
            <a:fillRect/>
          </a:stretch>
        </p:blipFill>
        <p:spPr bwMode="auto">
          <a:xfrm>
            <a:off x="277813" y="2314575"/>
            <a:ext cx="4076700" cy="2352675"/>
          </a:xfrm>
          <a:prstGeom prst="rect">
            <a:avLst/>
          </a:prstGeom>
        </p:spPr>
        <p:style>
          <a:lnRef idx="0">
            <a:schemeClr val="dk1"/>
          </a:lnRef>
          <a:fillRef idx="3">
            <a:schemeClr val="dk1"/>
          </a:fillRef>
          <a:effectRef idx="3">
            <a:schemeClr val="dk1"/>
          </a:effectRef>
          <a:fontRef idx="minor">
            <a:schemeClr val="lt1"/>
          </a:fontRef>
        </p:style>
      </p:pic>
      <p:sp>
        <p:nvSpPr>
          <p:cNvPr id="111620" name="矩形 3">
            <a:extLst>
              <a:ext uri="{FF2B5EF4-FFF2-40B4-BE49-F238E27FC236}">
                <a16:creationId xmlns:a16="http://schemas.microsoft.com/office/drawing/2014/main" id="{3684DFBB-FAC7-3444-A31E-569537A992E9}"/>
              </a:ext>
            </a:extLst>
          </p:cNvPr>
          <p:cNvSpPr>
            <a:spLocks noChangeArrowheads="1"/>
          </p:cNvSpPr>
          <p:nvPr/>
        </p:nvSpPr>
        <p:spPr bwMode="auto">
          <a:xfrm>
            <a:off x="4876800" y="2514600"/>
            <a:ext cx="4038600" cy="76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r>
              <a:rPr lang="en-US" altLang="zh-CN" sz="2200">
                <a:solidFill>
                  <a:schemeClr val="bg2"/>
                </a:solidFill>
                <a:latin typeface="黑体" panose="02010609060101010101" pitchFamily="49" charset="-122"/>
                <a:ea typeface="黑体" panose="02010609060101010101" pitchFamily="49" charset="-122"/>
              </a:rPr>
              <a:t>4</a:t>
            </a:r>
            <a:r>
              <a:rPr lang="zh-CN" altLang="en-US" sz="2200">
                <a:solidFill>
                  <a:schemeClr val="bg2"/>
                </a:solidFill>
                <a:latin typeface="黑体" panose="02010609060101010101" pitchFamily="49" charset="-122"/>
                <a:ea typeface="黑体" panose="02010609060101010101" pitchFamily="49" charset="-122"/>
              </a:rPr>
              <a:t>）鲍勃收信后，用私钥解密，看到信件内容。</a:t>
            </a:r>
          </a:p>
        </p:txBody>
      </p:sp>
      <p:pic>
        <p:nvPicPr>
          <p:cNvPr id="111621" name="图片 4">
            <a:extLst>
              <a:ext uri="{FF2B5EF4-FFF2-40B4-BE49-F238E27FC236}">
                <a16:creationId xmlns:a16="http://schemas.microsoft.com/office/drawing/2014/main" id="{3B7DDD3B-6A31-3D4C-9B86-81ACAB718725}"/>
              </a:ext>
            </a:extLst>
          </p:cNvPr>
          <p:cNvPicPr>
            <a:picLocks noChangeAspect="1"/>
          </p:cNvPicPr>
          <p:nvPr/>
        </p:nvPicPr>
        <p:blipFill>
          <a:blip r:embed="rId3"/>
          <a:srcRect/>
          <a:stretch>
            <a:fillRect/>
          </a:stretch>
        </p:blipFill>
        <p:spPr bwMode="auto">
          <a:xfrm>
            <a:off x="4667250" y="3490913"/>
            <a:ext cx="4375150" cy="2435225"/>
          </a:xfrm>
          <a:prstGeom prst="rect">
            <a:avLst/>
          </a:prstGeom>
        </p:spPr>
        <p:style>
          <a:lnRef idx="0">
            <a:schemeClr val="dk1"/>
          </a:lnRef>
          <a:fillRef idx="3">
            <a:schemeClr val="dk1"/>
          </a:fillRef>
          <a:effectRef idx="3">
            <a:schemeClr val="dk1"/>
          </a:effectRef>
          <a:fontRef idx="minor">
            <a:schemeClr val="lt1"/>
          </a:fontRef>
        </p:style>
      </p:pic>
      <p:cxnSp>
        <p:nvCxnSpPr>
          <p:cNvPr id="6" name="直接连接符 5">
            <a:extLst>
              <a:ext uri="{FF2B5EF4-FFF2-40B4-BE49-F238E27FC236}">
                <a16:creationId xmlns:a16="http://schemas.microsoft.com/office/drawing/2014/main" id="{514F17F1-6AA1-2540-BCC5-337112362EEB}"/>
              </a:ext>
            </a:extLst>
          </p:cNvPr>
          <p:cNvCxnSpPr>
            <a:cxnSpLocks noChangeShapeType="1"/>
          </p:cNvCxnSpPr>
          <p:nvPr/>
        </p:nvCxnSpPr>
        <p:spPr bwMode="auto">
          <a:xfrm>
            <a:off x="4572000" y="1066800"/>
            <a:ext cx="0" cy="5029200"/>
          </a:xfrm>
          <a:prstGeom prst="line">
            <a:avLst/>
          </a:prstGeom>
          <a:noFill/>
          <a:ln w="57150">
            <a:solidFill>
              <a:srgbClr val="3399FF"/>
            </a:solidFill>
            <a:round/>
            <a:headEnd/>
            <a:tailEnd/>
          </a:ln>
          <a:extLst>
            <a:ext uri="{909E8E84-426E-40DD-AFC4-6F175D3DCCD1}">
              <a14:hiddenFill xmlns:a14="http://schemas.microsoft.com/office/drawing/2010/main">
                <a:noFill/>
              </a14:hiddenFill>
            </a:ext>
          </a:extLst>
        </p:spPr>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11618"/>
                                        </p:tgtEl>
                                        <p:attrNameLst>
                                          <p:attrName>style.visibility</p:attrName>
                                        </p:attrNameLst>
                                      </p:cBhvr>
                                      <p:to>
                                        <p:strVal val="visible"/>
                                      </p:to>
                                    </p:set>
                                    <p:anim calcmode="lin" valueType="num">
                                      <p:cBhvr>
                                        <p:cTn id="7" dur="500" fill="hold"/>
                                        <p:tgtEl>
                                          <p:spTgt spid="111618"/>
                                        </p:tgtEl>
                                        <p:attrNameLst>
                                          <p:attrName>ppt_w</p:attrName>
                                        </p:attrNameLst>
                                      </p:cBhvr>
                                      <p:tavLst>
                                        <p:tav tm="0">
                                          <p:val>
                                            <p:fltVal val="0"/>
                                          </p:val>
                                        </p:tav>
                                        <p:tav tm="100000">
                                          <p:val>
                                            <p:strVal val="#ppt_w"/>
                                          </p:val>
                                        </p:tav>
                                      </p:tavLst>
                                    </p:anim>
                                    <p:anim calcmode="lin" valueType="num">
                                      <p:cBhvr>
                                        <p:cTn id="8" dur="500" fill="hold"/>
                                        <p:tgtEl>
                                          <p:spTgt spid="111618"/>
                                        </p:tgtEl>
                                        <p:attrNameLst>
                                          <p:attrName>ppt_h</p:attrName>
                                        </p:attrNameLst>
                                      </p:cBhvr>
                                      <p:tavLst>
                                        <p:tav tm="0">
                                          <p:val>
                                            <p:fltVal val="0"/>
                                          </p:val>
                                        </p:tav>
                                        <p:tav tm="100000">
                                          <p:val>
                                            <p:strVal val="#ppt_h"/>
                                          </p:val>
                                        </p:tav>
                                      </p:tavLst>
                                    </p:anim>
                                    <p:animEffect transition="in" filter="fade">
                                      <p:cBhvr>
                                        <p:cTn id="9" dur="500"/>
                                        <p:tgtEl>
                                          <p:spTgt spid="111618"/>
                                        </p:tgtEl>
                                      </p:cBhvr>
                                    </p:animEffect>
                                  </p:childTnLst>
                                </p:cTn>
                              </p:par>
                            </p:childTnLst>
                          </p:cTn>
                        </p:par>
                        <p:par>
                          <p:cTn id="10" fill="hold" nodeType="afterGroup">
                            <p:stCondLst>
                              <p:cond delay="500"/>
                            </p:stCondLst>
                            <p:childTnLst>
                              <p:par>
                                <p:cTn id="11" presetID="2" presetClass="entr" presetSubtype="8" fill="hold" nodeType="afterEffect">
                                  <p:stCondLst>
                                    <p:cond delay="0"/>
                                  </p:stCondLst>
                                  <p:childTnLst>
                                    <p:set>
                                      <p:cBhvr>
                                        <p:cTn id="12" dur="1" fill="hold">
                                          <p:stCondLst>
                                            <p:cond delay="0"/>
                                          </p:stCondLst>
                                        </p:cTn>
                                        <p:tgtEl>
                                          <p:spTgt spid="111619"/>
                                        </p:tgtEl>
                                        <p:attrNameLst>
                                          <p:attrName>style.visibility</p:attrName>
                                        </p:attrNameLst>
                                      </p:cBhvr>
                                      <p:to>
                                        <p:strVal val="visible"/>
                                      </p:to>
                                    </p:set>
                                    <p:anim calcmode="lin" valueType="num">
                                      <p:cBhvr additive="base">
                                        <p:cTn id="13" dur="500" fill="hold"/>
                                        <p:tgtEl>
                                          <p:spTgt spid="111619"/>
                                        </p:tgtEl>
                                        <p:attrNameLst>
                                          <p:attrName>ppt_x</p:attrName>
                                        </p:attrNameLst>
                                      </p:cBhvr>
                                      <p:tavLst>
                                        <p:tav tm="0">
                                          <p:val>
                                            <p:strVal val="0-#ppt_w/2"/>
                                          </p:val>
                                        </p:tav>
                                        <p:tav tm="100000">
                                          <p:val>
                                            <p:strVal val="#ppt_x"/>
                                          </p:val>
                                        </p:tav>
                                      </p:tavLst>
                                    </p:anim>
                                    <p:anim calcmode="lin" valueType="num">
                                      <p:cBhvr additive="base">
                                        <p:cTn id="14" dur="500" fill="hold"/>
                                        <p:tgtEl>
                                          <p:spTgt spid="111619"/>
                                        </p:tgtEl>
                                        <p:attrNameLst>
                                          <p:attrName>ppt_y</p:attrName>
                                        </p:attrNameLst>
                                      </p:cBhvr>
                                      <p:tavLst>
                                        <p:tav tm="0">
                                          <p:val>
                                            <p:strVal val="#ppt_y"/>
                                          </p:val>
                                        </p:tav>
                                        <p:tav tm="100000">
                                          <p:val>
                                            <p:strVal val="#ppt_y"/>
                                          </p:val>
                                        </p:tav>
                                      </p:tavLst>
                                    </p:anim>
                                  </p:childTnLst>
                                </p:cTn>
                              </p:par>
                            </p:childTnLst>
                          </p:cTn>
                        </p:par>
                        <p:par>
                          <p:cTn id="15" fill="hold" nodeType="afterGroup">
                            <p:stCondLst>
                              <p:cond delay="1000"/>
                            </p:stCondLst>
                            <p:childTnLst>
                              <p:par>
                                <p:cTn id="16" presetID="53" presetClass="entr" presetSubtype="16" fill="hold" nodeType="afterEffect">
                                  <p:stCondLst>
                                    <p:cond delay="0"/>
                                  </p:stCondLst>
                                  <p:childTnLst>
                                    <p:set>
                                      <p:cBhvr>
                                        <p:cTn id="17" dur="1" fill="hold">
                                          <p:stCondLst>
                                            <p:cond delay="0"/>
                                          </p:stCondLst>
                                        </p:cTn>
                                        <p:tgtEl>
                                          <p:spTgt spid="6"/>
                                        </p:tgtEl>
                                        <p:attrNameLst>
                                          <p:attrName>style.visibility</p:attrName>
                                        </p:attrNameLst>
                                      </p:cBhvr>
                                      <p:to>
                                        <p:strVal val="visible"/>
                                      </p:to>
                                    </p:set>
                                    <p:anim calcmode="lin" valueType="num">
                                      <p:cBhvr>
                                        <p:cTn id="18" dur="1500" fill="hold"/>
                                        <p:tgtEl>
                                          <p:spTgt spid="6"/>
                                        </p:tgtEl>
                                        <p:attrNameLst>
                                          <p:attrName>ppt_w</p:attrName>
                                        </p:attrNameLst>
                                      </p:cBhvr>
                                      <p:tavLst>
                                        <p:tav tm="0">
                                          <p:val>
                                            <p:fltVal val="0"/>
                                          </p:val>
                                        </p:tav>
                                        <p:tav tm="100000">
                                          <p:val>
                                            <p:strVal val="#ppt_w"/>
                                          </p:val>
                                        </p:tav>
                                      </p:tavLst>
                                    </p:anim>
                                    <p:anim calcmode="lin" valueType="num">
                                      <p:cBhvr>
                                        <p:cTn id="19" dur="1500" fill="hold"/>
                                        <p:tgtEl>
                                          <p:spTgt spid="6"/>
                                        </p:tgtEl>
                                        <p:attrNameLst>
                                          <p:attrName>ppt_h</p:attrName>
                                        </p:attrNameLst>
                                      </p:cBhvr>
                                      <p:tavLst>
                                        <p:tav tm="0">
                                          <p:val>
                                            <p:fltVal val="0"/>
                                          </p:val>
                                        </p:tav>
                                        <p:tav tm="100000">
                                          <p:val>
                                            <p:strVal val="#ppt_h"/>
                                          </p:val>
                                        </p:tav>
                                      </p:tavLst>
                                    </p:anim>
                                    <p:animEffect transition="in" filter="fade">
                                      <p:cBhvr>
                                        <p:cTn id="20" dur="1500"/>
                                        <p:tgtEl>
                                          <p:spTgt spid="6"/>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53" presetClass="entr" presetSubtype="16" fill="hold" grpId="0" nodeType="clickEffect">
                                  <p:stCondLst>
                                    <p:cond delay="0"/>
                                  </p:stCondLst>
                                  <p:childTnLst>
                                    <p:set>
                                      <p:cBhvr>
                                        <p:cTn id="24" dur="1" fill="hold">
                                          <p:stCondLst>
                                            <p:cond delay="0"/>
                                          </p:stCondLst>
                                        </p:cTn>
                                        <p:tgtEl>
                                          <p:spTgt spid="111620"/>
                                        </p:tgtEl>
                                        <p:attrNameLst>
                                          <p:attrName>style.visibility</p:attrName>
                                        </p:attrNameLst>
                                      </p:cBhvr>
                                      <p:to>
                                        <p:strVal val="visible"/>
                                      </p:to>
                                    </p:set>
                                    <p:anim calcmode="lin" valueType="num">
                                      <p:cBhvr>
                                        <p:cTn id="25" dur="500" fill="hold"/>
                                        <p:tgtEl>
                                          <p:spTgt spid="111620"/>
                                        </p:tgtEl>
                                        <p:attrNameLst>
                                          <p:attrName>ppt_w</p:attrName>
                                        </p:attrNameLst>
                                      </p:cBhvr>
                                      <p:tavLst>
                                        <p:tav tm="0">
                                          <p:val>
                                            <p:fltVal val="0"/>
                                          </p:val>
                                        </p:tav>
                                        <p:tav tm="100000">
                                          <p:val>
                                            <p:strVal val="#ppt_w"/>
                                          </p:val>
                                        </p:tav>
                                      </p:tavLst>
                                    </p:anim>
                                    <p:anim calcmode="lin" valueType="num">
                                      <p:cBhvr>
                                        <p:cTn id="26" dur="500" fill="hold"/>
                                        <p:tgtEl>
                                          <p:spTgt spid="111620"/>
                                        </p:tgtEl>
                                        <p:attrNameLst>
                                          <p:attrName>ppt_h</p:attrName>
                                        </p:attrNameLst>
                                      </p:cBhvr>
                                      <p:tavLst>
                                        <p:tav tm="0">
                                          <p:val>
                                            <p:fltVal val="0"/>
                                          </p:val>
                                        </p:tav>
                                        <p:tav tm="100000">
                                          <p:val>
                                            <p:strVal val="#ppt_h"/>
                                          </p:val>
                                        </p:tav>
                                      </p:tavLst>
                                    </p:anim>
                                    <p:animEffect transition="in" filter="fade">
                                      <p:cBhvr>
                                        <p:cTn id="27" dur="500"/>
                                        <p:tgtEl>
                                          <p:spTgt spid="111620"/>
                                        </p:tgtEl>
                                      </p:cBhvr>
                                    </p:animEffect>
                                  </p:childTnLst>
                                </p:cTn>
                              </p:par>
                            </p:childTnLst>
                          </p:cTn>
                        </p:par>
                        <p:par>
                          <p:cTn id="28" fill="hold" nodeType="afterGroup">
                            <p:stCondLst>
                              <p:cond delay="500"/>
                            </p:stCondLst>
                            <p:childTnLst>
                              <p:par>
                                <p:cTn id="29" presetID="2" presetClass="entr" presetSubtype="2" fill="hold" nodeType="afterEffect">
                                  <p:stCondLst>
                                    <p:cond delay="0"/>
                                  </p:stCondLst>
                                  <p:childTnLst>
                                    <p:set>
                                      <p:cBhvr>
                                        <p:cTn id="30" dur="1" fill="hold">
                                          <p:stCondLst>
                                            <p:cond delay="0"/>
                                          </p:stCondLst>
                                        </p:cTn>
                                        <p:tgtEl>
                                          <p:spTgt spid="111621"/>
                                        </p:tgtEl>
                                        <p:attrNameLst>
                                          <p:attrName>style.visibility</p:attrName>
                                        </p:attrNameLst>
                                      </p:cBhvr>
                                      <p:to>
                                        <p:strVal val="visible"/>
                                      </p:to>
                                    </p:set>
                                    <p:anim calcmode="lin" valueType="num">
                                      <p:cBhvr additive="base">
                                        <p:cTn id="31" dur="500" fill="hold"/>
                                        <p:tgtEl>
                                          <p:spTgt spid="111621"/>
                                        </p:tgtEl>
                                        <p:attrNameLst>
                                          <p:attrName>ppt_x</p:attrName>
                                        </p:attrNameLst>
                                      </p:cBhvr>
                                      <p:tavLst>
                                        <p:tav tm="0">
                                          <p:val>
                                            <p:strVal val="1+#ppt_w/2"/>
                                          </p:val>
                                        </p:tav>
                                        <p:tav tm="100000">
                                          <p:val>
                                            <p:strVal val="#ppt_x"/>
                                          </p:val>
                                        </p:tav>
                                      </p:tavLst>
                                    </p:anim>
                                    <p:anim calcmode="lin" valueType="num">
                                      <p:cBhvr additive="base">
                                        <p:cTn id="32" dur="500" fill="hold"/>
                                        <p:tgtEl>
                                          <p:spTgt spid="11162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18" grpId="0"/>
      <p:bldP spid="111620" grpId="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矩形 1">
            <a:extLst>
              <a:ext uri="{FF2B5EF4-FFF2-40B4-BE49-F238E27FC236}">
                <a16:creationId xmlns:a16="http://schemas.microsoft.com/office/drawing/2014/main" id="{7AB06219-8DA1-7F40-8D94-5AB234666006}"/>
              </a:ext>
            </a:extLst>
          </p:cNvPr>
          <p:cNvSpPr>
            <a:spLocks noChangeArrowheads="1"/>
          </p:cNvSpPr>
          <p:nvPr/>
        </p:nvSpPr>
        <p:spPr bwMode="auto">
          <a:xfrm>
            <a:off x="152400" y="5072063"/>
            <a:ext cx="4495800" cy="76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r>
              <a:rPr lang="en-US" altLang="zh-CN" sz="2200">
                <a:solidFill>
                  <a:schemeClr val="bg2"/>
                </a:solidFill>
                <a:latin typeface="黑体" panose="02010609060101010101" pitchFamily="49" charset="-122"/>
                <a:ea typeface="黑体" panose="02010609060101010101" pitchFamily="49" charset="-122"/>
              </a:rPr>
              <a:t>5)</a:t>
            </a:r>
            <a:r>
              <a:rPr lang="zh-CN" altLang="en-US" sz="2200">
                <a:solidFill>
                  <a:schemeClr val="bg2"/>
                </a:solidFill>
                <a:latin typeface="黑体" panose="02010609060101010101" pitchFamily="49" charset="-122"/>
                <a:ea typeface="黑体" panose="02010609060101010101" pitchFamily="49" charset="-122"/>
              </a:rPr>
              <a:t>鲍勃给苏珊回信，写完后用</a:t>
            </a:r>
            <a:r>
              <a:rPr lang="en-US" altLang="zh-CN" sz="2200">
                <a:solidFill>
                  <a:schemeClr val="bg2"/>
                </a:solidFill>
                <a:latin typeface="黑体" panose="02010609060101010101" pitchFamily="49" charset="-122"/>
                <a:ea typeface="黑体" panose="02010609060101010101" pitchFamily="49" charset="-122"/>
              </a:rPr>
              <a:t>Hash</a:t>
            </a:r>
            <a:r>
              <a:rPr lang="zh-CN" altLang="en-US" sz="2200">
                <a:solidFill>
                  <a:schemeClr val="bg2"/>
                </a:solidFill>
                <a:latin typeface="黑体" panose="02010609060101010101" pitchFamily="49" charset="-122"/>
                <a:ea typeface="黑体" panose="02010609060101010101" pitchFamily="49" charset="-122"/>
              </a:rPr>
              <a:t>函数，生成信件的摘要（</a:t>
            </a:r>
            <a:r>
              <a:rPr lang="en-US" altLang="zh-CN" sz="2200">
                <a:solidFill>
                  <a:schemeClr val="bg2"/>
                </a:solidFill>
                <a:latin typeface="黑体" panose="02010609060101010101" pitchFamily="49" charset="-122"/>
                <a:ea typeface="黑体" panose="02010609060101010101" pitchFamily="49" charset="-122"/>
              </a:rPr>
              <a:t>digest</a:t>
            </a:r>
            <a:r>
              <a:rPr lang="zh-CN" altLang="en-US" sz="2200">
                <a:solidFill>
                  <a:schemeClr val="bg2"/>
                </a:solidFill>
                <a:latin typeface="黑体" panose="02010609060101010101" pitchFamily="49" charset="-122"/>
                <a:ea typeface="黑体" panose="02010609060101010101" pitchFamily="49" charset="-122"/>
              </a:rPr>
              <a:t>）</a:t>
            </a:r>
          </a:p>
        </p:txBody>
      </p:sp>
      <p:pic>
        <p:nvPicPr>
          <p:cNvPr id="112643" name="图片 2">
            <a:extLst>
              <a:ext uri="{FF2B5EF4-FFF2-40B4-BE49-F238E27FC236}">
                <a16:creationId xmlns:a16="http://schemas.microsoft.com/office/drawing/2014/main" id="{F925CCEF-16F7-4945-96E6-879D9C48A291}"/>
              </a:ext>
            </a:extLst>
          </p:cNvPr>
          <p:cNvPicPr>
            <a:picLocks noChangeAspect="1"/>
          </p:cNvPicPr>
          <p:nvPr/>
        </p:nvPicPr>
        <p:blipFill>
          <a:blip r:embed="rId2"/>
          <a:srcRect/>
          <a:stretch>
            <a:fillRect/>
          </a:stretch>
        </p:blipFill>
        <p:spPr bwMode="auto">
          <a:xfrm>
            <a:off x="457200" y="2046288"/>
            <a:ext cx="3657600" cy="2771775"/>
          </a:xfrm>
          <a:prstGeom prst="rect">
            <a:avLst/>
          </a:prstGeom>
        </p:spPr>
        <p:style>
          <a:lnRef idx="0">
            <a:schemeClr val="dk1"/>
          </a:lnRef>
          <a:fillRef idx="3">
            <a:schemeClr val="dk1"/>
          </a:fillRef>
          <a:effectRef idx="3">
            <a:schemeClr val="dk1"/>
          </a:effectRef>
          <a:fontRef idx="minor">
            <a:schemeClr val="lt1"/>
          </a:fontRef>
        </p:style>
      </p:pic>
      <p:sp>
        <p:nvSpPr>
          <p:cNvPr id="112644" name="矩形 3">
            <a:extLst>
              <a:ext uri="{FF2B5EF4-FFF2-40B4-BE49-F238E27FC236}">
                <a16:creationId xmlns:a16="http://schemas.microsoft.com/office/drawing/2014/main" id="{29E45A3E-BA7A-354D-B94F-E84481D8C8B0}"/>
              </a:ext>
            </a:extLst>
          </p:cNvPr>
          <p:cNvSpPr>
            <a:spLocks noChangeArrowheads="1"/>
          </p:cNvSpPr>
          <p:nvPr/>
        </p:nvSpPr>
        <p:spPr bwMode="auto">
          <a:xfrm>
            <a:off x="4876800" y="1216025"/>
            <a:ext cx="4191000"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r>
              <a:rPr lang="en-US" altLang="zh-CN" sz="2200">
                <a:solidFill>
                  <a:schemeClr val="bg2"/>
                </a:solidFill>
                <a:latin typeface="黑体" panose="02010609060101010101" pitchFamily="49" charset="-122"/>
                <a:ea typeface="黑体" panose="02010609060101010101" pitchFamily="49" charset="-122"/>
              </a:rPr>
              <a:t>6)</a:t>
            </a:r>
            <a:r>
              <a:rPr lang="zh-CN" altLang="en-US" sz="2200">
                <a:solidFill>
                  <a:schemeClr val="bg2"/>
                </a:solidFill>
                <a:latin typeface="黑体" panose="02010609060101010101" pitchFamily="49" charset="-122"/>
                <a:ea typeface="黑体" panose="02010609060101010101" pitchFamily="49" charset="-122"/>
              </a:rPr>
              <a:t>鲍勃使用私钥，对这个摘要签名（</a:t>
            </a:r>
            <a:r>
              <a:rPr lang="zh-CN" altLang="en-US" sz="2200">
                <a:latin typeface="黑体" panose="02010609060101010101" pitchFamily="49" charset="-122"/>
                <a:ea typeface="黑体" panose="02010609060101010101" pitchFamily="49" charset="-122"/>
              </a:rPr>
              <a:t>不是加密</a:t>
            </a:r>
            <a:r>
              <a:rPr lang="zh-CN" altLang="en-US" sz="2200">
                <a:solidFill>
                  <a:schemeClr val="bg2"/>
                </a:solidFill>
                <a:latin typeface="黑体" panose="02010609060101010101" pitchFamily="49" charset="-122"/>
                <a:ea typeface="黑体" panose="02010609060101010101" pitchFamily="49" charset="-122"/>
              </a:rPr>
              <a:t>），生成</a:t>
            </a:r>
            <a:r>
              <a:rPr lang="en-US" altLang="zh-CN" sz="2200">
                <a:solidFill>
                  <a:schemeClr val="bg2"/>
                </a:solidFill>
                <a:latin typeface="黑体" panose="02010609060101010101" pitchFamily="49" charset="-122"/>
                <a:ea typeface="黑体" panose="02010609060101010101" pitchFamily="49" charset="-122"/>
              </a:rPr>
              <a:t>"</a:t>
            </a:r>
            <a:r>
              <a:rPr lang="zh-CN" altLang="en-US" sz="2200">
                <a:solidFill>
                  <a:schemeClr val="bg2"/>
                </a:solidFill>
                <a:latin typeface="黑体" panose="02010609060101010101" pitchFamily="49" charset="-122"/>
                <a:ea typeface="黑体" panose="02010609060101010101" pitchFamily="49" charset="-122"/>
              </a:rPr>
              <a:t>数字签名</a:t>
            </a:r>
            <a:r>
              <a:rPr lang="en-US" altLang="zh-CN" sz="2200">
                <a:solidFill>
                  <a:schemeClr val="bg2"/>
                </a:solidFill>
                <a:latin typeface="黑体" panose="02010609060101010101" pitchFamily="49" charset="-122"/>
                <a:ea typeface="黑体" panose="02010609060101010101" pitchFamily="49" charset="-122"/>
              </a:rPr>
              <a:t>"</a:t>
            </a:r>
            <a:r>
              <a:rPr lang="zh-CN" altLang="en-US" sz="2200">
                <a:solidFill>
                  <a:schemeClr val="bg2"/>
                </a:solidFill>
                <a:latin typeface="黑体" panose="02010609060101010101" pitchFamily="49" charset="-122"/>
                <a:ea typeface="黑体" panose="02010609060101010101" pitchFamily="49" charset="-122"/>
              </a:rPr>
              <a:t>（</a:t>
            </a:r>
            <a:r>
              <a:rPr lang="en-US" altLang="zh-CN" sz="2200">
                <a:solidFill>
                  <a:schemeClr val="bg2"/>
                </a:solidFill>
                <a:latin typeface="黑体" panose="02010609060101010101" pitchFamily="49" charset="-122"/>
                <a:ea typeface="黑体" panose="02010609060101010101" pitchFamily="49" charset="-122"/>
              </a:rPr>
              <a:t>Signature</a:t>
            </a:r>
            <a:r>
              <a:rPr lang="zh-CN" altLang="en-US" sz="2200">
                <a:solidFill>
                  <a:schemeClr val="bg2"/>
                </a:solidFill>
                <a:latin typeface="黑体" panose="02010609060101010101" pitchFamily="49" charset="-122"/>
                <a:ea typeface="黑体" panose="02010609060101010101" pitchFamily="49" charset="-122"/>
              </a:rPr>
              <a:t>）。</a:t>
            </a:r>
          </a:p>
        </p:txBody>
      </p:sp>
      <p:pic>
        <p:nvPicPr>
          <p:cNvPr id="2" name="图片 1">
            <a:extLst>
              <a:ext uri="{FF2B5EF4-FFF2-40B4-BE49-F238E27FC236}">
                <a16:creationId xmlns:a16="http://schemas.microsoft.com/office/drawing/2014/main" id="{9F26E914-EFE7-3B40-9D44-6BFACC2B7D4D}"/>
              </a:ext>
            </a:extLst>
          </p:cNvPr>
          <p:cNvPicPr>
            <a:picLocks noChangeAspect="1"/>
          </p:cNvPicPr>
          <p:nvPr/>
        </p:nvPicPr>
        <p:blipFill>
          <a:blip r:embed="rId3"/>
          <a:stretch>
            <a:fillRect/>
          </a:stretch>
        </p:blipFill>
        <p:spPr>
          <a:xfrm>
            <a:off x="4800600" y="2438400"/>
            <a:ext cx="4191000" cy="1609725"/>
          </a:xfrm>
          <a:prstGeom prst="rect">
            <a:avLst/>
          </a:prstGeom>
        </p:spPr>
        <p:style>
          <a:lnRef idx="0">
            <a:schemeClr val="dk1"/>
          </a:lnRef>
          <a:fillRef idx="3">
            <a:schemeClr val="dk1"/>
          </a:fillRef>
          <a:effectRef idx="3">
            <a:schemeClr val="dk1"/>
          </a:effectRef>
          <a:fontRef idx="minor">
            <a:schemeClr val="lt1"/>
          </a:fontRef>
        </p:style>
      </p:pic>
      <p:cxnSp>
        <p:nvCxnSpPr>
          <p:cNvPr id="6" name="直接连接符 5">
            <a:extLst>
              <a:ext uri="{FF2B5EF4-FFF2-40B4-BE49-F238E27FC236}">
                <a16:creationId xmlns:a16="http://schemas.microsoft.com/office/drawing/2014/main" id="{E96A4156-B445-264E-97B0-60B428385218}"/>
              </a:ext>
            </a:extLst>
          </p:cNvPr>
          <p:cNvCxnSpPr>
            <a:cxnSpLocks noChangeShapeType="1"/>
          </p:cNvCxnSpPr>
          <p:nvPr/>
        </p:nvCxnSpPr>
        <p:spPr bwMode="auto">
          <a:xfrm>
            <a:off x="4648200" y="1143000"/>
            <a:ext cx="0" cy="4953000"/>
          </a:xfrm>
          <a:prstGeom prst="line">
            <a:avLst/>
          </a:prstGeom>
          <a:noFill/>
          <a:ln w="57150">
            <a:solidFill>
              <a:srgbClr val="3399FF"/>
            </a:solidFill>
            <a:round/>
            <a:headEnd/>
            <a:tailEnd/>
          </a:ln>
          <a:extLst>
            <a:ext uri="{909E8E84-426E-40DD-AFC4-6F175D3DCCD1}">
              <a14:hiddenFill xmlns:a14="http://schemas.microsoft.com/office/drawing/2010/main">
                <a:noFill/>
              </a14:hiddenFill>
            </a:ext>
          </a:extLst>
        </p:spPr>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12643"/>
                                        </p:tgtEl>
                                        <p:attrNameLst>
                                          <p:attrName>style.visibility</p:attrName>
                                        </p:attrNameLst>
                                      </p:cBhvr>
                                      <p:to>
                                        <p:strVal val="visible"/>
                                      </p:to>
                                    </p:set>
                                    <p:anim calcmode="lin" valueType="num">
                                      <p:cBhvr additive="base">
                                        <p:cTn id="7" dur="500" fill="hold"/>
                                        <p:tgtEl>
                                          <p:spTgt spid="112643"/>
                                        </p:tgtEl>
                                        <p:attrNameLst>
                                          <p:attrName>ppt_x</p:attrName>
                                        </p:attrNameLst>
                                      </p:cBhvr>
                                      <p:tavLst>
                                        <p:tav tm="0">
                                          <p:val>
                                            <p:strVal val="0-#ppt_w/2"/>
                                          </p:val>
                                        </p:tav>
                                        <p:tav tm="100000">
                                          <p:val>
                                            <p:strVal val="#ppt_x"/>
                                          </p:val>
                                        </p:tav>
                                      </p:tavLst>
                                    </p:anim>
                                    <p:anim calcmode="lin" valueType="num">
                                      <p:cBhvr additive="base">
                                        <p:cTn id="8" dur="500" fill="hold"/>
                                        <p:tgtEl>
                                          <p:spTgt spid="112643"/>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53" presetClass="entr" presetSubtype="16" fill="hold" grpId="0" nodeType="afterEffect">
                                  <p:stCondLst>
                                    <p:cond delay="0"/>
                                  </p:stCondLst>
                                  <p:childTnLst>
                                    <p:set>
                                      <p:cBhvr>
                                        <p:cTn id="11" dur="1" fill="hold">
                                          <p:stCondLst>
                                            <p:cond delay="0"/>
                                          </p:stCondLst>
                                        </p:cTn>
                                        <p:tgtEl>
                                          <p:spTgt spid="112642"/>
                                        </p:tgtEl>
                                        <p:attrNameLst>
                                          <p:attrName>style.visibility</p:attrName>
                                        </p:attrNameLst>
                                      </p:cBhvr>
                                      <p:to>
                                        <p:strVal val="visible"/>
                                      </p:to>
                                    </p:set>
                                    <p:anim calcmode="lin" valueType="num">
                                      <p:cBhvr>
                                        <p:cTn id="12" dur="500" fill="hold"/>
                                        <p:tgtEl>
                                          <p:spTgt spid="112642"/>
                                        </p:tgtEl>
                                        <p:attrNameLst>
                                          <p:attrName>ppt_w</p:attrName>
                                        </p:attrNameLst>
                                      </p:cBhvr>
                                      <p:tavLst>
                                        <p:tav tm="0">
                                          <p:val>
                                            <p:fltVal val="0"/>
                                          </p:val>
                                        </p:tav>
                                        <p:tav tm="100000">
                                          <p:val>
                                            <p:strVal val="#ppt_w"/>
                                          </p:val>
                                        </p:tav>
                                      </p:tavLst>
                                    </p:anim>
                                    <p:anim calcmode="lin" valueType="num">
                                      <p:cBhvr>
                                        <p:cTn id="13" dur="500" fill="hold"/>
                                        <p:tgtEl>
                                          <p:spTgt spid="112642"/>
                                        </p:tgtEl>
                                        <p:attrNameLst>
                                          <p:attrName>ppt_h</p:attrName>
                                        </p:attrNameLst>
                                      </p:cBhvr>
                                      <p:tavLst>
                                        <p:tav tm="0">
                                          <p:val>
                                            <p:fltVal val="0"/>
                                          </p:val>
                                        </p:tav>
                                        <p:tav tm="100000">
                                          <p:val>
                                            <p:strVal val="#ppt_h"/>
                                          </p:val>
                                        </p:tav>
                                      </p:tavLst>
                                    </p:anim>
                                    <p:animEffect transition="in" filter="fade">
                                      <p:cBhvr>
                                        <p:cTn id="14" dur="500"/>
                                        <p:tgtEl>
                                          <p:spTgt spid="112642"/>
                                        </p:tgtEl>
                                      </p:cBhvr>
                                    </p:animEffect>
                                  </p:childTnLst>
                                </p:cTn>
                              </p:par>
                            </p:childTnLst>
                          </p:cTn>
                        </p:par>
                        <p:par>
                          <p:cTn id="15" fill="hold" nodeType="afterGroup">
                            <p:stCondLst>
                              <p:cond delay="1000"/>
                            </p:stCondLst>
                            <p:childTnLst>
                              <p:par>
                                <p:cTn id="16" presetID="53" presetClass="entr" presetSubtype="16" fill="hold" nodeType="afterEffect">
                                  <p:stCondLst>
                                    <p:cond delay="0"/>
                                  </p:stCondLst>
                                  <p:childTnLst>
                                    <p:set>
                                      <p:cBhvr>
                                        <p:cTn id="17" dur="1" fill="hold">
                                          <p:stCondLst>
                                            <p:cond delay="0"/>
                                          </p:stCondLst>
                                        </p:cTn>
                                        <p:tgtEl>
                                          <p:spTgt spid="6"/>
                                        </p:tgtEl>
                                        <p:attrNameLst>
                                          <p:attrName>style.visibility</p:attrName>
                                        </p:attrNameLst>
                                      </p:cBhvr>
                                      <p:to>
                                        <p:strVal val="visible"/>
                                      </p:to>
                                    </p:set>
                                    <p:anim calcmode="lin" valueType="num">
                                      <p:cBhvr>
                                        <p:cTn id="18" dur="1500" fill="hold"/>
                                        <p:tgtEl>
                                          <p:spTgt spid="6"/>
                                        </p:tgtEl>
                                        <p:attrNameLst>
                                          <p:attrName>ppt_w</p:attrName>
                                        </p:attrNameLst>
                                      </p:cBhvr>
                                      <p:tavLst>
                                        <p:tav tm="0">
                                          <p:val>
                                            <p:fltVal val="0"/>
                                          </p:val>
                                        </p:tav>
                                        <p:tav tm="100000">
                                          <p:val>
                                            <p:strVal val="#ppt_w"/>
                                          </p:val>
                                        </p:tav>
                                      </p:tavLst>
                                    </p:anim>
                                    <p:anim calcmode="lin" valueType="num">
                                      <p:cBhvr>
                                        <p:cTn id="19" dur="1500" fill="hold"/>
                                        <p:tgtEl>
                                          <p:spTgt spid="6"/>
                                        </p:tgtEl>
                                        <p:attrNameLst>
                                          <p:attrName>ppt_h</p:attrName>
                                        </p:attrNameLst>
                                      </p:cBhvr>
                                      <p:tavLst>
                                        <p:tav tm="0">
                                          <p:val>
                                            <p:fltVal val="0"/>
                                          </p:val>
                                        </p:tav>
                                        <p:tav tm="100000">
                                          <p:val>
                                            <p:strVal val="#ppt_h"/>
                                          </p:val>
                                        </p:tav>
                                      </p:tavLst>
                                    </p:anim>
                                    <p:animEffect transition="in" filter="fade">
                                      <p:cBhvr>
                                        <p:cTn id="20" dur="1500"/>
                                        <p:tgtEl>
                                          <p:spTgt spid="6"/>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53" presetClass="entr" presetSubtype="16" fill="hold" grpId="0" nodeType="clickEffect">
                                  <p:stCondLst>
                                    <p:cond delay="0"/>
                                  </p:stCondLst>
                                  <p:childTnLst>
                                    <p:set>
                                      <p:cBhvr>
                                        <p:cTn id="24" dur="1" fill="hold">
                                          <p:stCondLst>
                                            <p:cond delay="0"/>
                                          </p:stCondLst>
                                        </p:cTn>
                                        <p:tgtEl>
                                          <p:spTgt spid="112644"/>
                                        </p:tgtEl>
                                        <p:attrNameLst>
                                          <p:attrName>style.visibility</p:attrName>
                                        </p:attrNameLst>
                                      </p:cBhvr>
                                      <p:to>
                                        <p:strVal val="visible"/>
                                      </p:to>
                                    </p:set>
                                    <p:anim calcmode="lin" valueType="num">
                                      <p:cBhvr>
                                        <p:cTn id="25" dur="500" fill="hold"/>
                                        <p:tgtEl>
                                          <p:spTgt spid="112644"/>
                                        </p:tgtEl>
                                        <p:attrNameLst>
                                          <p:attrName>ppt_w</p:attrName>
                                        </p:attrNameLst>
                                      </p:cBhvr>
                                      <p:tavLst>
                                        <p:tav tm="0">
                                          <p:val>
                                            <p:fltVal val="0"/>
                                          </p:val>
                                        </p:tav>
                                        <p:tav tm="100000">
                                          <p:val>
                                            <p:strVal val="#ppt_w"/>
                                          </p:val>
                                        </p:tav>
                                      </p:tavLst>
                                    </p:anim>
                                    <p:anim calcmode="lin" valueType="num">
                                      <p:cBhvr>
                                        <p:cTn id="26" dur="500" fill="hold"/>
                                        <p:tgtEl>
                                          <p:spTgt spid="112644"/>
                                        </p:tgtEl>
                                        <p:attrNameLst>
                                          <p:attrName>ppt_h</p:attrName>
                                        </p:attrNameLst>
                                      </p:cBhvr>
                                      <p:tavLst>
                                        <p:tav tm="0">
                                          <p:val>
                                            <p:fltVal val="0"/>
                                          </p:val>
                                        </p:tav>
                                        <p:tav tm="100000">
                                          <p:val>
                                            <p:strVal val="#ppt_h"/>
                                          </p:val>
                                        </p:tav>
                                      </p:tavLst>
                                    </p:anim>
                                    <p:animEffect transition="in" filter="fade">
                                      <p:cBhvr>
                                        <p:cTn id="27" dur="500"/>
                                        <p:tgtEl>
                                          <p:spTgt spid="112644"/>
                                        </p:tgtEl>
                                      </p:cBhvr>
                                    </p:animEffect>
                                  </p:childTnLst>
                                </p:cTn>
                              </p:par>
                            </p:childTnLst>
                          </p:cTn>
                        </p:par>
                        <p:par>
                          <p:cTn id="28" fill="hold" nodeType="afterGroup">
                            <p:stCondLst>
                              <p:cond delay="500"/>
                            </p:stCondLst>
                            <p:childTnLst>
                              <p:par>
                                <p:cTn id="29" presetID="2" presetClass="entr" presetSubtype="2" fill="hold" nodeType="afterEffect">
                                  <p:stCondLst>
                                    <p:cond delay="0"/>
                                  </p:stCondLst>
                                  <p:childTnLst>
                                    <p:set>
                                      <p:cBhvr>
                                        <p:cTn id="30" dur="1" fill="hold">
                                          <p:stCondLst>
                                            <p:cond delay="0"/>
                                          </p:stCondLst>
                                        </p:cTn>
                                        <p:tgtEl>
                                          <p:spTgt spid="2"/>
                                        </p:tgtEl>
                                        <p:attrNameLst>
                                          <p:attrName>style.visibility</p:attrName>
                                        </p:attrNameLst>
                                      </p:cBhvr>
                                      <p:to>
                                        <p:strVal val="visible"/>
                                      </p:to>
                                    </p:set>
                                    <p:anim calcmode="lin" valueType="num">
                                      <p:cBhvr additive="base">
                                        <p:cTn id="31" dur="500" fill="hold"/>
                                        <p:tgtEl>
                                          <p:spTgt spid="2"/>
                                        </p:tgtEl>
                                        <p:attrNameLst>
                                          <p:attrName>ppt_x</p:attrName>
                                        </p:attrNameLst>
                                      </p:cBhvr>
                                      <p:tavLst>
                                        <p:tav tm="0">
                                          <p:val>
                                            <p:strVal val="1+#ppt_w/2"/>
                                          </p:val>
                                        </p:tav>
                                        <p:tav tm="100000">
                                          <p:val>
                                            <p:strVal val="#ppt_x"/>
                                          </p:val>
                                        </p:tav>
                                      </p:tavLst>
                                    </p:anim>
                                    <p:anim calcmode="lin" valueType="num">
                                      <p:cBhvr additive="base">
                                        <p:cTn id="32"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2" grpId="0"/>
      <p:bldP spid="112644" grpId="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E66D1C9-C066-5C48-830D-EC6B14C3F091}"/>
              </a:ext>
            </a:extLst>
          </p:cNvPr>
          <p:cNvSpPr>
            <a:spLocks noChangeArrowheads="1"/>
          </p:cNvSpPr>
          <p:nvPr/>
        </p:nvSpPr>
        <p:spPr bwMode="auto">
          <a:xfrm>
            <a:off x="304800" y="914400"/>
            <a:ext cx="4160838" cy="76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r>
              <a:rPr lang="en-US" altLang="zh-CN" sz="2200">
                <a:solidFill>
                  <a:schemeClr val="bg2"/>
                </a:solidFill>
                <a:latin typeface="黑体" panose="02010609060101010101" pitchFamily="49" charset="-122"/>
                <a:ea typeface="黑体" panose="02010609060101010101" pitchFamily="49" charset="-122"/>
              </a:rPr>
              <a:t>7</a:t>
            </a:r>
            <a:r>
              <a:rPr lang="zh-CN" altLang="en-US" sz="2200">
                <a:solidFill>
                  <a:schemeClr val="bg2"/>
                </a:solidFill>
                <a:latin typeface="黑体" panose="02010609060101010101" pitchFamily="49" charset="-122"/>
                <a:ea typeface="黑体" panose="02010609060101010101" pitchFamily="49" charset="-122"/>
              </a:rPr>
              <a:t>）鲍勃将这个签名，附在信件下面，一起发给苏珊</a:t>
            </a:r>
          </a:p>
        </p:txBody>
      </p:sp>
      <p:pic>
        <p:nvPicPr>
          <p:cNvPr id="3" name="图片 2">
            <a:extLst>
              <a:ext uri="{FF2B5EF4-FFF2-40B4-BE49-F238E27FC236}">
                <a16:creationId xmlns:a16="http://schemas.microsoft.com/office/drawing/2014/main" id="{C33AC181-01D8-224F-82EA-25D9CA26638C}"/>
              </a:ext>
            </a:extLst>
          </p:cNvPr>
          <p:cNvPicPr>
            <a:picLocks noChangeAspect="1"/>
          </p:cNvPicPr>
          <p:nvPr/>
        </p:nvPicPr>
        <p:blipFill>
          <a:blip r:embed="rId2"/>
          <a:stretch>
            <a:fillRect/>
          </a:stretch>
        </p:blipFill>
        <p:spPr>
          <a:xfrm>
            <a:off x="274638" y="1752600"/>
            <a:ext cx="4191000" cy="2895600"/>
          </a:xfrm>
          <a:prstGeom prst="rect">
            <a:avLst/>
          </a:prstGeom>
        </p:spPr>
        <p:style>
          <a:lnRef idx="0">
            <a:schemeClr val="dk1"/>
          </a:lnRef>
          <a:fillRef idx="3">
            <a:schemeClr val="dk1"/>
          </a:fillRef>
          <a:effectRef idx="3">
            <a:schemeClr val="dk1"/>
          </a:effectRef>
          <a:fontRef idx="minor">
            <a:schemeClr val="lt1"/>
          </a:fontRef>
        </p:style>
      </p:pic>
      <p:pic>
        <p:nvPicPr>
          <p:cNvPr id="5" name="图片 4">
            <a:extLst>
              <a:ext uri="{FF2B5EF4-FFF2-40B4-BE49-F238E27FC236}">
                <a16:creationId xmlns:a16="http://schemas.microsoft.com/office/drawing/2014/main" id="{A6EEA4B4-406C-2748-ADF8-40A6C97A4203}"/>
              </a:ext>
            </a:extLst>
          </p:cNvPr>
          <p:cNvPicPr>
            <a:picLocks noChangeAspect="1"/>
          </p:cNvPicPr>
          <p:nvPr/>
        </p:nvPicPr>
        <p:blipFill>
          <a:blip r:embed="rId3"/>
          <a:stretch>
            <a:fillRect/>
          </a:stretch>
        </p:blipFill>
        <p:spPr>
          <a:xfrm>
            <a:off x="4727575" y="4540250"/>
            <a:ext cx="4332288" cy="1419225"/>
          </a:xfrm>
          <a:prstGeom prst="rect">
            <a:avLst/>
          </a:prstGeom>
        </p:spPr>
        <p:style>
          <a:lnRef idx="0">
            <a:schemeClr val="dk1"/>
          </a:lnRef>
          <a:fillRef idx="3">
            <a:schemeClr val="dk1"/>
          </a:fillRef>
          <a:effectRef idx="3">
            <a:schemeClr val="dk1"/>
          </a:effectRef>
          <a:fontRef idx="minor">
            <a:schemeClr val="lt1"/>
          </a:fontRef>
        </p:style>
      </p:pic>
      <p:sp>
        <p:nvSpPr>
          <p:cNvPr id="6" name="矩形 5">
            <a:extLst>
              <a:ext uri="{FF2B5EF4-FFF2-40B4-BE49-F238E27FC236}">
                <a16:creationId xmlns:a16="http://schemas.microsoft.com/office/drawing/2014/main" id="{6F766111-32EC-8B43-AF21-1483AD75A47D}"/>
              </a:ext>
            </a:extLst>
          </p:cNvPr>
          <p:cNvSpPr>
            <a:spLocks noChangeArrowheads="1"/>
          </p:cNvSpPr>
          <p:nvPr/>
        </p:nvSpPr>
        <p:spPr bwMode="auto">
          <a:xfrm>
            <a:off x="4727575" y="2819400"/>
            <a:ext cx="4384675" cy="144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r>
              <a:rPr lang="en-US" altLang="zh-CN" sz="2200">
                <a:solidFill>
                  <a:schemeClr val="bg2"/>
                </a:solidFill>
                <a:latin typeface="黑体" panose="02010609060101010101" pitchFamily="49" charset="-122"/>
                <a:ea typeface="黑体" panose="02010609060101010101" pitchFamily="49" charset="-122"/>
              </a:rPr>
              <a:t>8</a:t>
            </a:r>
            <a:r>
              <a:rPr lang="zh-CN" altLang="en-US" sz="2200">
                <a:solidFill>
                  <a:schemeClr val="bg2"/>
                </a:solidFill>
                <a:latin typeface="黑体" panose="02010609060101010101" pitchFamily="49" charset="-122"/>
                <a:ea typeface="黑体" panose="02010609060101010101" pitchFamily="49" charset="-122"/>
              </a:rPr>
              <a:t>）苏珊收信后，取下数字签名，用鲍勃的公钥解密，得到信件的摘要。由此证明，这封信确实是鲍勃发出的。</a:t>
            </a:r>
          </a:p>
        </p:txBody>
      </p:sp>
      <p:cxnSp>
        <p:nvCxnSpPr>
          <p:cNvPr id="7" name="直接连接符 6">
            <a:extLst>
              <a:ext uri="{FF2B5EF4-FFF2-40B4-BE49-F238E27FC236}">
                <a16:creationId xmlns:a16="http://schemas.microsoft.com/office/drawing/2014/main" id="{B6423955-6158-9B46-8DE0-2C9A224EBB41}"/>
              </a:ext>
            </a:extLst>
          </p:cNvPr>
          <p:cNvCxnSpPr>
            <a:cxnSpLocks noChangeShapeType="1"/>
          </p:cNvCxnSpPr>
          <p:nvPr/>
        </p:nvCxnSpPr>
        <p:spPr bwMode="auto">
          <a:xfrm>
            <a:off x="4648200" y="1066800"/>
            <a:ext cx="0" cy="5029200"/>
          </a:xfrm>
          <a:prstGeom prst="line">
            <a:avLst/>
          </a:prstGeom>
          <a:noFill/>
          <a:ln w="57150">
            <a:solidFill>
              <a:srgbClr val="3399FF"/>
            </a:solidFill>
            <a:round/>
            <a:headEnd/>
            <a:tailEnd/>
          </a:ln>
          <a:extLst>
            <a:ext uri="{909E8E84-426E-40DD-AFC4-6F175D3DCCD1}">
              <a14:hiddenFill xmlns:a14="http://schemas.microsoft.com/office/drawing/2010/main">
                <a:noFill/>
              </a14:hiddenFill>
            </a:ext>
          </a:extLst>
        </p:spPr>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par>
                          <p:cTn id="10" fill="hold" nodeType="afterGroup">
                            <p:stCondLst>
                              <p:cond delay="500"/>
                            </p:stCondLst>
                            <p:childTnLst>
                              <p:par>
                                <p:cTn id="11" presetID="2" presetClass="entr" presetSubtype="8" fill="hold" nodeType="after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0-#ppt_w/2"/>
                                          </p:val>
                                        </p:tav>
                                        <p:tav tm="100000">
                                          <p:val>
                                            <p:strVal val="#ppt_x"/>
                                          </p:val>
                                        </p:tav>
                                      </p:tavLst>
                                    </p:anim>
                                    <p:anim calcmode="lin" valueType="num">
                                      <p:cBhvr additive="base">
                                        <p:cTn id="14" dur="500" fill="hold"/>
                                        <p:tgtEl>
                                          <p:spTgt spid="3"/>
                                        </p:tgtEl>
                                        <p:attrNameLst>
                                          <p:attrName>ppt_y</p:attrName>
                                        </p:attrNameLst>
                                      </p:cBhvr>
                                      <p:tavLst>
                                        <p:tav tm="0">
                                          <p:val>
                                            <p:strVal val="#ppt_y"/>
                                          </p:val>
                                        </p:tav>
                                        <p:tav tm="100000">
                                          <p:val>
                                            <p:strVal val="#ppt_y"/>
                                          </p:val>
                                        </p:tav>
                                      </p:tavLst>
                                    </p:anim>
                                  </p:childTnLst>
                                </p:cTn>
                              </p:par>
                            </p:childTnLst>
                          </p:cTn>
                        </p:par>
                        <p:par>
                          <p:cTn id="15" fill="hold" nodeType="afterGroup">
                            <p:stCondLst>
                              <p:cond delay="1000"/>
                            </p:stCondLst>
                            <p:childTnLst>
                              <p:par>
                                <p:cTn id="16" presetID="53" presetClass="entr" presetSubtype="16" fill="hold" nodeType="after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p:cTn id="18" dur="1500" fill="hold"/>
                                        <p:tgtEl>
                                          <p:spTgt spid="7"/>
                                        </p:tgtEl>
                                        <p:attrNameLst>
                                          <p:attrName>ppt_w</p:attrName>
                                        </p:attrNameLst>
                                      </p:cBhvr>
                                      <p:tavLst>
                                        <p:tav tm="0">
                                          <p:val>
                                            <p:fltVal val="0"/>
                                          </p:val>
                                        </p:tav>
                                        <p:tav tm="100000">
                                          <p:val>
                                            <p:strVal val="#ppt_w"/>
                                          </p:val>
                                        </p:tav>
                                      </p:tavLst>
                                    </p:anim>
                                    <p:anim calcmode="lin" valueType="num">
                                      <p:cBhvr>
                                        <p:cTn id="19" dur="1500" fill="hold"/>
                                        <p:tgtEl>
                                          <p:spTgt spid="7"/>
                                        </p:tgtEl>
                                        <p:attrNameLst>
                                          <p:attrName>ppt_h</p:attrName>
                                        </p:attrNameLst>
                                      </p:cBhvr>
                                      <p:tavLst>
                                        <p:tav tm="0">
                                          <p:val>
                                            <p:fltVal val="0"/>
                                          </p:val>
                                        </p:tav>
                                        <p:tav tm="100000">
                                          <p:val>
                                            <p:strVal val="#ppt_h"/>
                                          </p:val>
                                        </p:tav>
                                      </p:tavLst>
                                    </p:anim>
                                    <p:animEffect transition="in" filter="fade">
                                      <p:cBhvr>
                                        <p:cTn id="20" dur="1500"/>
                                        <p:tgtEl>
                                          <p:spTgt spid="7"/>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53" presetClass="entr" presetSubtype="16"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p:cTn id="25" dur="500" fill="hold"/>
                                        <p:tgtEl>
                                          <p:spTgt spid="6"/>
                                        </p:tgtEl>
                                        <p:attrNameLst>
                                          <p:attrName>ppt_w</p:attrName>
                                        </p:attrNameLst>
                                      </p:cBhvr>
                                      <p:tavLst>
                                        <p:tav tm="0">
                                          <p:val>
                                            <p:fltVal val="0"/>
                                          </p:val>
                                        </p:tav>
                                        <p:tav tm="100000">
                                          <p:val>
                                            <p:strVal val="#ppt_w"/>
                                          </p:val>
                                        </p:tav>
                                      </p:tavLst>
                                    </p:anim>
                                    <p:anim calcmode="lin" valueType="num">
                                      <p:cBhvr>
                                        <p:cTn id="26" dur="500" fill="hold"/>
                                        <p:tgtEl>
                                          <p:spTgt spid="6"/>
                                        </p:tgtEl>
                                        <p:attrNameLst>
                                          <p:attrName>ppt_h</p:attrName>
                                        </p:attrNameLst>
                                      </p:cBhvr>
                                      <p:tavLst>
                                        <p:tav tm="0">
                                          <p:val>
                                            <p:fltVal val="0"/>
                                          </p:val>
                                        </p:tav>
                                        <p:tav tm="100000">
                                          <p:val>
                                            <p:strVal val="#ppt_h"/>
                                          </p:val>
                                        </p:tav>
                                      </p:tavLst>
                                    </p:anim>
                                    <p:animEffect transition="in" filter="fade">
                                      <p:cBhvr>
                                        <p:cTn id="27" dur="500"/>
                                        <p:tgtEl>
                                          <p:spTgt spid="6"/>
                                        </p:tgtEl>
                                      </p:cBhvr>
                                    </p:animEffect>
                                  </p:childTnLst>
                                </p:cTn>
                              </p:par>
                            </p:childTnLst>
                          </p:cTn>
                        </p:par>
                        <p:par>
                          <p:cTn id="28" fill="hold" nodeType="afterGroup">
                            <p:stCondLst>
                              <p:cond delay="500"/>
                            </p:stCondLst>
                            <p:childTnLst>
                              <p:par>
                                <p:cTn id="29" presetID="2" presetClass="entr" presetSubtype="2" fill="hold" nodeType="afterEffect">
                                  <p:stCondLst>
                                    <p:cond delay="0"/>
                                  </p:stCondLst>
                                  <p:childTnLst>
                                    <p:set>
                                      <p:cBhvr>
                                        <p:cTn id="30" dur="1" fill="hold">
                                          <p:stCondLst>
                                            <p:cond delay="0"/>
                                          </p:stCondLst>
                                        </p:cTn>
                                        <p:tgtEl>
                                          <p:spTgt spid="5"/>
                                        </p:tgtEl>
                                        <p:attrNameLst>
                                          <p:attrName>style.visibility</p:attrName>
                                        </p:attrNameLst>
                                      </p:cBhvr>
                                      <p:to>
                                        <p:strVal val="visible"/>
                                      </p:to>
                                    </p:set>
                                    <p:anim calcmode="lin" valueType="num">
                                      <p:cBhvr additive="base">
                                        <p:cTn id="31" dur="500" fill="hold"/>
                                        <p:tgtEl>
                                          <p:spTgt spid="5"/>
                                        </p:tgtEl>
                                        <p:attrNameLst>
                                          <p:attrName>ppt_x</p:attrName>
                                        </p:attrNameLst>
                                      </p:cBhvr>
                                      <p:tavLst>
                                        <p:tav tm="0">
                                          <p:val>
                                            <p:strVal val="1+#ppt_w/2"/>
                                          </p:val>
                                        </p:tav>
                                        <p:tav tm="100000">
                                          <p:val>
                                            <p:strVal val="#ppt_x"/>
                                          </p:val>
                                        </p:tav>
                                      </p:tavLst>
                                    </p:anim>
                                    <p:anim calcmode="lin" valueType="num">
                                      <p:cBhvr additive="base">
                                        <p:cTn id="32"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8DC79401-BAFD-2646-8A73-265280C4A96C}"/>
              </a:ext>
            </a:extLst>
          </p:cNvPr>
          <p:cNvPicPr>
            <a:picLocks noChangeAspect="1"/>
          </p:cNvPicPr>
          <p:nvPr/>
        </p:nvPicPr>
        <p:blipFill>
          <a:blip r:embed="rId2"/>
          <a:stretch>
            <a:fillRect/>
          </a:stretch>
        </p:blipFill>
        <p:spPr>
          <a:xfrm>
            <a:off x="838200" y="2301875"/>
            <a:ext cx="6934200" cy="3713163"/>
          </a:xfrm>
          <a:prstGeom prst="rect">
            <a:avLst/>
          </a:prstGeom>
          <a:ln w="57150"/>
        </p:spPr>
        <p:style>
          <a:lnRef idx="0">
            <a:schemeClr val="dk1"/>
          </a:lnRef>
          <a:fillRef idx="3">
            <a:schemeClr val="dk1"/>
          </a:fillRef>
          <a:effectRef idx="3">
            <a:schemeClr val="dk1"/>
          </a:effectRef>
          <a:fontRef idx="minor">
            <a:schemeClr val="lt1"/>
          </a:fontRef>
        </p:style>
      </p:pic>
      <p:sp>
        <p:nvSpPr>
          <p:cNvPr id="3" name="矩形 2">
            <a:extLst>
              <a:ext uri="{FF2B5EF4-FFF2-40B4-BE49-F238E27FC236}">
                <a16:creationId xmlns:a16="http://schemas.microsoft.com/office/drawing/2014/main" id="{781DC36B-12A2-F645-AAF8-93CFA959D8A2}"/>
              </a:ext>
            </a:extLst>
          </p:cNvPr>
          <p:cNvSpPr>
            <a:spLocks noChangeArrowheads="1"/>
          </p:cNvSpPr>
          <p:nvPr/>
        </p:nvSpPr>
        <p:spPr bwMode="auto">
          <a:xfrm>
            <a:off x="381000" y="1447800"/>
            <a:ext cx="8305800" cy="76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r>
              <a:rPr lang="en-US" altLang="zh-CN" sz="2200">
                <a:solidFill>
                  <a:schemeClr val="bg2"/>
                </a:solidFill>
                <a:latin typeface="黑体" panose="02010609060101010101" pitchFamily="49" charset="-122"/>
                <a:ea typeface="黑体" panose="02010609060101010101" pitchFamily="49" charset="-122"/>
              </a:rPr>
              <a:t>9</a:t>
            </a:r>
            <a:r>
              <a:rPr lang="zh-CN" altLang="en-US" sz="2200">
                <a:solidFill>
                  <a:schemeClr val="bg2"/>
                </a:solidFill>
                <a:latin typeface="黑体" panose="02010609060101010101" pitchFamily="49" charset="-122"/>
                <a:ea typeface="黑体" panose="02010609060101010101" pitchFamily="49" charset="-122"/>
              </a:rPr>
              <a:t>）苏珊再对信件本身使用</a:t>
            </a:r>
            <a:r>
              <a:rPr lang="en-US" altLang="zh-CN" sz="2200">
                <a:solidFill>
                  <a:schemeClr val="bg2"/>
                </a:solidFill>
                <a:latin typeface="黑体" panose="02010609060101010101" pitchFamily="49" charset="-122"/>
                <a:ea typeface="黑体" panose="02010609060101010101" pitchFamily="49" charset="-122"/>
              </a:rPr>
              <a:t>Hash</a:t>
            </a:r>
            <a:r>
              <a:rPr lang="zh-CN" altLang="en-US" sz="2200">
                <a:solidFill>
                  <a:schemeClr val="bg2"/>
                </a:solidFill>
                <a:latin typeface="黑体" panose="02010609060101010101" pitchFamily="49" charset="-122"/>
                <a:ea typeface="黑体" panose="02010609060101010101" pitchFamily="49" charset="-122"/>
              </a:rPr>
              <a:t>函数，将得到的结果，与上一步得到的摘要进行对比。如果两者一致，就证明这封信未被修改过。</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par>
                          <p:cTn id="10" fill="hold" nodeType="afterGroup">
                            <p:stCondLst>
                              <p:cond delay="500"/>
                            </p:stCondLst>
                            <p:childTnLst>
                              <p:par>
                                <p:cTn id="11" presetID="2" presetClass="entr" presetSubtype="4" fill="hold" nodeType="after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1000" fill="hold"/>
                                        <p:tgtEl>
                                          <p:spTgt spid="2"/>
                                        </p:tgtEl>
                                        <p:attrNameLst>
                                          <p:attrName>ppt_x</p:attrName>
                                        </p:attrNameLst>
                                      </p:cBhvr>
                                      <p:tavLst>
                                        <p:tav tm="0">
                                          <p:val>
                                            <p:strVal val="#ppt_x"/>
                                          </p:val>
                                        </p:tav>
                                        <p:tav tm="100000">
                                          <p:val>
                                            <p:strVal val="#ppt_x"/>
                                          </p:val>
                                        </p:tav>
                                      </p:tavLst>
                                    </p:anim>
                                    <p:anim calcmode="lin" valueType="num">
                                      <p:cBhvr additive="base">
                                        <p:cTn id="14" dur="10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75EA93B4-180D-3744-AF3D-D88D92B4B410}"/>
              </a:ext>
            </a:extLst>
          </p:cNvPr>
          <p:cNvSpPr txBox="1">
            <a:spLocks noChangeArrowheads="1"/>
          </p:cNvSpPr>
          <p:nvPr/>
        </p:nvSpPr>
        <p:spPr>
          <a:xfrm>
            <a:off x="381000" y="762000"/>
            <a:ext cx="8302625" cy="838200"/>
          </a:xfrm>
          <a:prstGeom prst="rect">
            <a:avLst/>
          </a:prstGeom>
        </p:spPr>
        <p:txBody>
          <a:bodyPr/>
          <a:lstStyle/>
          <a:p>
            <a:pPr>
              <a:lnSpc>
                <a:spcPct val="90000"/>
              </a:lnSpc>
              <a:defRPr/>
            </a:pPr>
            <a:r>
              <a:rPr lang="zh-CN" altLang="en-US" sz="3200">
                <a:solidFill>
                  <a:srgbClr val="0000CC"/>
                </a:solidFill>
                <a:effectLst>
                  <a:outerShdw blurRad="38100" dist="38100" dir="2700000" algn="tl">
                    <a:srgbClr val="C0C0C0"/>
                  </a:outerShdw>
                </a:effectLst>
                <a:latin typeface="Arial" panose="020B0604020202020204" pitchFamily="34" charset="0"/>
              </a:rPr>
              <a:t>数字签名作用</a:t>
            </a:r>
          </a:p>
        </p:txBody>
      </p:sp>
      <p:sp>
        <p:nvSpPr>
          <p:cNvPr id="113667" name="矩形 2">
            <a:extLst>
              <a:ext uri="{FF2B5EF4-FFF2-40B4-BE49-F238E27FC236}">
                <a16:creationId xmlns:a16="http://schemas.microsoft.com/office/drawing/2014/main" id="{4A638C33-0997-2F45-8ADA-F74112455F18}"/>
              </a:ext>
            </a:extLst>
          </p:cNvPr>
          <p:cNvSpPr>
            <a:spLocks noChangeArrowheads="1"/>
          </p:cNvSpPr>
          <p:nvPr/>
        </p:nvSpPr>
        <p:spPr bwMode="auto">
          <a:xfrm>
            <a:off x="304800" y="1905000"/>
            <a:ext cx="8156575"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sz="4800" b="1">
                <a:solidFill>
                  <a:srgbClr val="FF0000"/>
                </a:solidFill>
                <a:latin typeface="隶书" pitchFamily="49" charset="-122"/>
                <a:ea typeface="隶书" pitchFamily="49" charset="-122"/>
              </a:defRPr>
            </a:lvl1pPr>
            <a:lvl2pPr>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lvl="1"/>
            <a:r>
              <a:rPr lang="zh-CN" altLang="en-US" sz="1600">
                <a:solidFill>
                  <a:schemeClr val="bg2"/>
                </a:solidFill>
                <a:latin typeface="黑体" panose="02010609060101010101" pitchFamily="49" charset="-122"/>
                <a:ea typeface="黑体" panose="02010609060101010101" pitchFamily="49" charset="-122"/>
              </a:rPr>
              <a:t>如果接收方</a:t>
            </a:r>
            <a:r>
              <a:rPr lang="en-US" altLang="zh-CN" sz="1600">
                <a:solidFill>
                  <a:schemeClr val="bg2"/>
                </a:solidFill>
                <a:latin typeface="黑体" panose="02010609060101010101" pitchFamily="49" charset="-122"/>
                <a:ea typeface="黑体" panose="02010609060101010101" pitchFamily="49" charset="-122"/>
              </a:rPr>
              <a:t>B</a:t>
            </a:r>
            <a:r>
              <a:rPr lang="zh-CN" altLang="en-US" sz="1600">
                <a:solidFill>
                  <a:schemeClr val="bg2"/>
                </a:solidFill>
                <a:latin typeface="黑体" panose="02010609060101010101" pitchFamily="49" charset="-122"/>
                <a:ea typeface="黑体" panose="02010609060101010101" pitchFamily="49" charset="-122"/>
              </a:rPr>
              <a:t>收到用</a:t>
            </a:r>
            <a:r>
              <a:rPr lang="en-US" altLang="zh-CN" sz="1600">
                <a:solidFill>
                  <a:schemeClr val="bg2"/>
                </a:solidFill>
                <a:latin typeface="黑体" panose="02010609060101010101" pitchFamily="49" charset="-122"/>
                <a:ea typeface="黑体" panose="02010609060101010101" pitchFamily="49" charset="-122"/>
              </a:rPr>
              <a:t>A</a:t>
            </a:r>
            <a:r>
              <a:rPr lang="zh-CN" altLang="en-US" sz="1600">
                <a:solidFill>
                  <a:schemeClr val="bg2"/>
                </a:solidFill>
                <a:latin typeface="黑体" panose="02010609060101010101" pitchFamily="49" charset="-122"/>
                <a:ea typeface="黑体" panose="02010609060101010101" pitchFamily="49" charset="-122"/>
              </a:rPr>
              <a:t>的私钥加密的消息，则可以用</a:t>
            </a:r>
            <a:r>
              <a:rPr lang="en-US" altLang="zh-CN" sz="1600">
                <a:solidFill>
                  <a:schemeClr val="bg2"/>
                </a:solidFill>
                <a:latin typeface="黑体" panose="02010609060101010101" pitchFamily="49" charset="-122"/>
                <a:ea typeface="黑体" panose="02010609060101010101" pitchFamily="49" charset="-122"/>
              </a:rPr>
              <a:t>A</a:t>
            </a:r>
            <a:r>
              <a:rPr lang="zh-CN" altLang="en-US" sz="1600">
                <a:solidFill>
                  <a:schemeClr val="bg2"/>
                </a:solidFill>
                <a:latin typeface="黑体" panose="02010609060101010101" pitchFamily="49" charset="-122"/>
                <a:ea typeface="黑体" panose="02010609060101010101" pitchFamily="49" charset="-122"/>
              </a:rPr>
              <a:t>的公钥解密。如果解密成功，则</a:t>
            </a:r>
            <a:r>
              <a:rPr lang="en-US" altLang="zh-CN" sz="1600">
                <a:solidFill>
                  <a:schemeClr val="bg2"/>
                </a:solidFill>
                <a:latin typeface="黑体" panose="02010609060101010101" pitchFamily="49" charset="-122"/>
                <a:ea typeface="黑体" panose="02010609060101010101" pitchFamily="49" charset="-122"/>
              </a:rPr>
              <a:t>B</a:t>
            </a:r>
            <a:r>
              <a:rPr lang="zh-CN" altLang="en-US" sz="1600">
                <a:solidFill>
                  <a:schemeClr val="bg2"/>
                </a:solidFill>
                <a:latin typeface="黑体" panose="02010609060101010101" pitchFamily="49" charset="-122"/>
                <a:ea typeface="黑体" panose="02010609060101010101" pitchFamily="49" charset="-122"/>
              </a:rPr>
              <a:t>可以肯定这个消息是</a:t>
            </a:r>
            <a:r>
              <a:rPr lang="en-US" altLang="zh-CN" sz="1600">
                <a:solidFill>
                  <a:schemeClr val="bg2"/>
                </a:solidFill>
                <a:latin typeface="黑体" panose="02010609060101010101" pitchFamily="49" charset="-122"/>
                <a:ea typeface="黑体" panose="02010609060101010101" pitchFamily="49" charset="-122"/>
              </a:rPr>
              <a:t>A</a:t>
            </a:r>
            <a:r>
              <a:rPr lang="zh-CN" altLang="en-US" sz="1600">
                <a:solidFill>
                  <a:schemeClr val="bg2"/>
                </a:solidFill>
                <a:latin typeface="黑体" panose="02010609060101010101" pitchFamily="49" charset="-122"/>
                <a:ea typeface="黑体" panose="02010609060101010101" pitchFamily="49" charset="-122"/>
              </a:rPr>
              <a:t>发来的。这是因为，如果</a:t>
            </a:r>
            <a:r>
              <a:rPr lang="en-US" altLang="zh-CN" sz="1600">
                <a:solidFill>
                  <a:schemeClr val="bg2"/>
                </a:solidFill>
                <a:latin typeface="黑体" panose="02010609060101010101" pitchFamily="49" charset="-122"/>
                <a:ea typeface="黑体" panose="02010609060101010101" pitchFamily="49" charset="-122"/>
              </a:rPr>
              <a:t>B</a:t>
            </a:r>
            <a:r>
              <a:rPr lang="zh-CN" altLang="en-US" sz="1600">
                <a:solidFill>
                  <a:schemeClr val="bg2"/>
                </a:solidFill>
                <a:latin typeface="黑体" panose="02010609060101010101" pitchFamily="49" charset="-122"/>
                <a:ea typeface="黑体" panose="02010609060101010101" pitchFamily="49" charset="-122"/>
              </a:rPr>
              <a:t>能够用</a:t>
            </a:r>
            <a:r>
              <a:rPr lang="en-US" altLang="zh-CN" sz="1600">
                <a:solidFill>
                  <a:schemeClr val="bg2"/>
                </a:solidFill>
                <a:latin typeface="黑体" panose="02010609060101010101" pitchFamily="49" charset="-122"/>
                <a:ea typeface="黑体" panose="02010609060101010101" pitchFamily="49" charset="-122"/>
              </a:rPr>
              <a:t>A</a:t>
            </a:r>
            <a:r>
              <a:rPr lang="zh-CN" altLang="en-US" sz="1600">
                <a:solidFill>
                  <a:schemeClr val="bg2"/>
                </a:solidFill>
                <a:latin typeface="黑体" panose="02010609060101010101" pitchFamily="49" charset="-122"/>
                <a:ea typeface="黑体" panose="02010609060101010101" pitchFamily="49" charset="-122"/>
              </a:rPr>
              <a:t>的公钥解密消息，则表明最初消息用</a:t>
            </a:r>
            <a:r>
              <a:rPr lang="en-US" altLang="zh-CN" sz="1600">
                <a:solidFill>
                  <a:schemeClr val="bg2"/>
                </a:solidFill>
                <a:latin typeface="黑体" panose="02010609060101010101" pitchFamily="49" charset="-122"/>
                <a:ea typeface="黑体" panose="02010609060101010101" pitchFamily="49" charset="-122"/>
              </a:rPr>
              <a:t>A</a:t>
            </a:r>
            <a:r>
              <a:rPr lang="zh-CN" altLang="en-US" sz="1600">
                <a:solidFill>
                  <a:schemeClr val="bg2"/>
                </a:solidFill>
                <a:latin typeface="黑体" panose="02010609060101010101" pitchFamily="49" charset="-122"/>
                <a:ea typeface="黑体" panose="02010609060101010101" pitchFamily="49" charset="-122"/>
              </a:rPr>
              <a:t>的私钥加密而且只有</a:t>
            </a:r>
            <a:r>
              <a:rPr lang="en-US" altLang="zh-CN" sz="1600">
                <a:solidFill>
                  <a:schemeClr val="bg2"/>
                </a:solidFill>
                <a:latin typeface="黑体" panose="02010609060101010101" pitchFamily="49" charset="-122"/>
                <a:ea typeface="黑体" panose="02010609060101010101" pitchFamily="49" charset="-122"/>
              </a:rPr>
              <a:t>A</a:t>
            </a:r>
            <a:r>
              <a:rPr lang="zh-CN" altLang="en-US" sz="1600">
                <a:solidFill>
                  <a:schemeClr val="bg2"/>
                </a:solidFill>
                <a:latin typeface="黑体" panose="02010609060101010101" pitchFamily="49" charset="-122"/>
                <a:ea typeface="黑体" panose="02010609060101010101" pitchFamily="49" charset="-122"/>
              </a:rPr>
              <a:t>知道他的私钥 。因此发送方</a:t>
            </a:r>
            <a:r>
              <a:rPr lang="en-US" altLang="zh-CN" sz="1600">
                <a:solidFill>
                  <a:schemeClr val="bg2"/>
                </a:solidFill>
                <a:latin typeface="黑体" panose="02010609060101010101" pitchFamily="49" charset="-122"/>
                <a:ea typeface="黑体" panose="02010609060101010101" pitchFamily="49" charset="-122"/>
              </a:rPr>
              <a:t>A</a:t>
            </a:r>
            <a:r>
              <a:rPr lang="zh-CN" altLang="en-US" sz="1600">
                <a:solidFill>
                  <a:schemeClr val="bg2"/>
                </a:solidFill>
                <a:latin typeface="黑体" panose="02010609060101010101" pitchFamily="49" charset="-122"/>
                <a:ea typeface="黑体" panose="02010609060101010101" pitchFamily="49" charset="-122"/>
              </a:rPr>
              <a:t>用私钥加密消息即是他自己的数字签名。</a:t>
            </a:r>
            <a:endParaRPr lang="en-US" altLang="zh-CN" sz="1600">
              <a:solidFill>
                <a:schemeClr val="bg2"/>
              </a:solidFill>
              <a:latin typeface="黑体" panose="02010609060101010101" pitchFamily="49" charset="-122"/>
              <a:ea typeface="黑体" panose="02010609060101010101" pitchFamily="49" charset="-122"/>
            </a:endParaRPr>
          </a:p>
        </p:txBody>
      </p:sp>
      <p:sp>
        <p:nvSpPr>
          <p:cNvPr id="118787" name="矩形 3">
            <a:extLst>
              <a:ext uri="{FF2B5EF4-FFF2-40B4-BE49-F238E27FC236}">
                <a16:creationId xmlns:a16="http://schemas.microsoft.com/office/drawing/2014/main" id="{B8B0E3E8-8C4E-2F48-A4C0-92BD361F9EC5}"/>
              </a:ext>
            </a:extLst>
          </p:cNvPr>
          <p:cNvSpPr>
            <a:spLocks noChangeArrowheads="1"/>
          </p:cNvSpPr>
          <p:nvPr/>
        </p:nvSpPr>
        <p:spPr bwMode="auto">
          <a:xfrm>
            <a:off x="381000" y="1371600"/>
            <a:ext cx="4572000"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a:lnSpc>
                <a:spcPct val="130000"/>
              </a:lnSpc>
            </a:pPr>
            <a:r>
              <a:rPr lang="zh-CN" altLang="en-US" sz="2400">
                <a:latin typeface="黑体" panose="02010609060101010101" pitchFamily="49" charset="-122"/>
                <a:ea typeface="黑体" panose="02010609060101010101" pitchFamily="49" charset="-122"/>
              </a:rPr>
              <a:t>（1）身份鉴别</a:t>
            </a:r>
          </a:p>
        </p:txBody>
      </p:sp>
      <p:sp>
        <p:nvSpPr>
          <p:cNvPr id="113669" name="矩形 4">
            <a:extLst>
              <a:ext uri="{FF2B5EF4-FFF2-40B4-BE49-F238E27FC236}">
                <a16:creationId xmlns:a16="http://schemas.microsoft.com/office/drawing/2014/main" id="{C4C10826-5A25-A742-A6A6-B3C18D64E47B}"/>
              </a:ext>
            </a:extLst>
          </p:cNvPr>
          <p:cNvSpPr>
            <a:spLocks noChangeArrowheads="1"/>
          </p:cNvSpPr>
          <p:nvPr/>
        </p:nvSpPr>
        <p:spPr bwMode="auto">
          <a:xfrm>
            <a:off x="381000" y="3657600"/>
            <a:ext cx="8001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sz="4800" b="1">
                <a:solidFill>
                  <a:srgbClr val="FF0000"/>
                </a:solidFill>
                <a:latin typeface="隶书" pitchFamily="49" charset="-122"/>
                <a:ea typeface="隶书" pitchFamily="49" charset="-122"/>
              </a:defRPr>
            </a:lvl1pPr>
            <a:lvl2pPr>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lvl="1"/>
            <a:r>
              <a:rPr lang="zh-CN" altLang="en-US" sz="1600">
                <a:solidFill>
                  <a:schemeClr val="bg2"/>
                </a:solidFill>
                <a:latin typeface="黑体" panose="02010609060101010101" pitchFamily="49" charset="-122"/>
                <a:ea typeface="黑体" panose="02010609060101010101" pitchFamily="49" charset="-122"/>
              </a:rPr>
              <a:t>别人不可能假冒</a:t>
            </a:r>
            <a:r>
              <a:rPr lang="en-US" altLang="zh-CN" sz="1600">
                <a:solidFill>
                  <a:schemeClr val="bg2"/>
                </a:solidFill>
                <a:latin typeface="黑体" panose="02010609060101010101" pitchFamily="49" charset="-122"/>
                <a:ea typeface="黑体" panose="02010609060101010101" pitchFamily="49" charset="-122"/>
              </a:rPr>
              <a:t>A，</a:t>
            </a:r>
            <a:r>
              <a:rPr lang="zh-CN" altLang="en-US" sz="1600">
                <a:solidFill>
                  <a:schemeClr val="bg2"/>
                </a:solidFill>
                <a:latin typeface="黑体" panose="02010609060101010101" pitchFamily="49" charset="-122"/>
                <a:ea typeface="黑体" panose="02010609060101010101" pitchFamily="49" charset="-122"/>
              </a:rPr>
              <a:t>假设有攻击者</a:t>
            </a:r>
            <a:r>
              <a:rPr lang="en-US" altLang="zh-CN" sz="1600">
                <a:solidFill>
                  <a:schemeClr val="bg2"/>
                </a:solidFill>
                <a:latin typeface="黑体" panose="02010609060101010101" pitchFamily="49" charset="-122"/>
                <a:ea typeface="黑体" panose="02010609060101010101" pitchFamily="49" charset="-122"/>
              </a:rPr>
              <a:t>C</a:t>
            </a:r>
            <a:r>
              <a:rPr lang="zh-CN" altLang="en-US" sz="1600">
                <a:solidFill>
                  <a:schemeClr val="bg2"/>
                </a:solidFill>
                <a:latin typeface="黑体" panose="02010609060101010101" pitchFamily="49" charset="-122"/>
                <a:ea typeface="黑体" panose="02010609060101010101" pitchFamily="49" charset="-122"/>
              </a:rPr>
              <a:t>假冒</a:t>
            </a:r>
            <a:r>
              <a:rPr lang="en-US" altLang="zh-CN" sz="1600">
                <a:solidFill>
                  <a:schemeClr val="bg2"/>
                </a:solidFill>
                <a:latin typeface="黑体" panose="02010609060101010101" pitchFamily="49" charset="-122"/>
                <a:ea typeface="黑体" panose="02010609060101010101" pitchFamily="49" charset="-122"/>
              </a:rPr>
              <a:t>A</a:t>
            </a:r>
            <a:r>
              <a:rPr lang="zh-CN" altLang="en-US" sz="1600">
                <a:solidFill>
                  <a:schemeClr val="bg2"/>
                </a:solidFill>
                <a:latin typeface="黑体" panose="02010609060101010101" pitchFamily="49" charset="-122"/>
                <a:ea typeface="黑体" panose="02010609060101010101" pitchFamily="49" charset="-122"/>
              </a:rPr>
              <a:t>发送消息，由于</a:t>
            </a:r>
            <a:r>
              <a:rPr lang="en-US" altLang="zh-CN" sz="1600">
                <a:solidFill>
                  <a:schemeClr val="bg2"/>
                </a:solidFill>
                <a:latin typeface="黑体" panose="02010609060101010101" pitchFamily="49" charset="-122"/>
                <a:ea typeface="黑体" panose="02010609060101010101" pitchFamily="49" charset="-122"/>
              </a:rPr>
              <a:t>C</a:t>
            </a:r>
            <a:r>
              <a:rPr lang="zh-CN" altLang="en-US" sz="1600">
                <a:solidFill>
                  <a:schemeClr val="bg2"/>
                </a:solidFill>
                <a:latin typeface="黑体" panose="02010609060101010101" pitchFamily="49" charset="-122"/>
                <a:ea typeface="黑体" panose="02010609060101010101" pitchFamily="49" charset="-122"/>
              </a:rPr>
              <a:t>没有</a:t>
            </a:r>
            <a:r>
              <a:rPr lang="en-US" altLang="zh-CN" sz="1600">
                <a:solidFill>
                  <a:schemeClr val="bg2"/>
                </a:solidFill>
                <a:latin typeface="黑体" panose="02010609060101010101" pitchFamily="49" charset="-122"/>
                <a:ea typeface="黑体" panose="02010609060101010101" pitchFamily="49" charset="-122"/>
              </a:rPr>
              <a:t>A</a:t>
            </a:r>
            <a:r>
              <a:rPr lang="zh-CN" altLang="en-US" sz="1600">
                <a:solidFill>
                  <a:schemeClr val="bg2"/>
                </a:solidFill>
                <a:latin typeface="黑体" panose="02010609060101010101" pitchFamily="49" charset="-122"/>
                <a:ea typeface="黑体" panose="02010609060101010101" pitchFamily="49" charset="-122"/>
              </a:rPr>
              <a:t>的私钥，因此不能用</a:t>
            </a:r>
            <a:r>
              <a:rPr lang="en-US" altLang="zh-CN" sz="1600">
                <a:solidFill>
                  <a:schemeClr val="bg2"/>
                </a:solidFill>
                <a:latin typeface="黑体" panose="02010609060101010101" pitchFamily="49" charset="-122"/>
                <a:ea typeface="黑体" panose="02010609060101010101" pitchFamily="49" charset="-122"/>
              </a:rPr>
              <a:t>A</a:t>
            </a:r>
            <a:r>
              <a:rPr lang="zh-CN" altLang="en-US" sz="1600">
                <a:solidFill>
                  <a:schemeClr val="bg2"/>
                </a:solidFill>
                <a:latin typeface="黑体" panose="02010609060101010101" pitchFamily="49" charset="-122"/>
                <a:ea typeface="黑体" panose="02010609060101010101" pitchFamily="49" charset="-122"/>
              </a:rPr>
              <a:t>的私钥加密消息，接收方也就不能用</a:t>
            </a:r>
            <a:r>
              <a:rPr lang="en-US" altLang="zh-CN" sz="1600">
                <a:solidFill>
                  <a:schemeClr val="bg2"/>
                </a:solidFill>
                <a:latin typeface="黑体" panose="02010609060101010101" pitchFamily="49" charset="-122"/>
                <a:ea typeface="黑体" panose="02010609060101010101" pitchFamily="49" charset="-122"/>
              </a:rPr>
              <a:t>A</a:t>
            </a:r>
            <a:r>
              <a:rPr lang="zh-CN" altLang="en-US" sz="1600">
                <a:solidFill>
                  <a:schemeClr val="bg2"/>
                </a:solidFill>
                <a:latin typeface="黑体" panose="02010609060101010101" pitchFamily="49" charset="-122"/>
                <a:ea typeface="黑体" panose="02010609060101010101" pitchFamily="49" charset="-122"/>
              </a:rPr>
              <a:t>的公钥解密。因此，不能假冒</a:t>
            </a:r>
            <a:r>
              <a:rPr lang="en-US" altLang="zh-CN" sz="1600">
                <a:solidFill>
                  <a:schemeClr val="bg2"/>
                </a:solidFill>
                <a:latin typeface="黑体" panose="02010609060101010101" pitchFamily="49" charset="-122"/>
                <a:ea typeface="黑体" panose="02010609060101010101" pitchFamily="49" charset="-122"/>
              </a:rPr>
              <a:t>A</a:t>
            </a:r>
            <a:r>
              <a:rPr lang="zh-CN" altLang="en-US" sz="1600">
                <a:solidFill>
                  <a:schemeClr val="bg2"/>
                </a:solidFill>
                <a:latin typeface="黑体" panose="02010609060101010101" pitchFamily="49" charset="-122"/>
                <a:ea typeface="黑体" panose="02010609060101010101" pitchFamily="49" charset="-122"/>
              </a:rPr>
              <a:t>。</a:t>
            </a:r>
          </a:p>
        </p:txBody>
      </p:sp>
      <p:sp>
        <p:nvSpPr>
          <p:cNvPr id="113670" name="矩形 5">
            <a:extLst>
              <a:ext uri="{FF2B5EF4-FFF2-40B4-BE49-F238E27FC236}">
                <a16:creationId xmlns:a16="http://schemas.microsoft.com/office/drawing/2014/main" id="{05395021-FC14-2D4B-B7D7-D09285427BB3}"/>
              </a:ext>
            </a:extLst>
          </p:cNvPr>
          <p:cNvSpPr>
            <a:spLocks noChangeArrowheads="1"/>
          </p:cNvSpPr>
          <p:nvPr/>
        </p:nvSpPr>
        <p:spPr bwMode="auto">
          <a:xfrm>
            <a:off x="304800" y="3101975"/>
            <a:ext cx="1887538"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a:lnSpc>
                <a:spcPct val="130000"/>
              </a:lnSpc>
            </a:pPr>
            <a:r>
              <a:rPr lang="zh-CN" altLang="en-US" sz="2400">
                <a:latin typeface="黑体" panose="02010609060101010101" pitchFamily="49" charset="-122"/>
                <a:ea typeface="黑体" panose="02010609060101010101" pitchFamily="49" charset="-122"/>
              </a:rPr>
              <a:t>（2）防假冒</a:t>
            </a:r>
          </a:p>
        </p:txBody>
      </p:sp>
      <p:sp>
        <p:nvSpPr>
          <p:cNvPr id="7" name="矩形 6">
            <a:extLst>
              <a:ext uri="{FF2B5EF4-FFF2-40B4-BE49-F238E27FC236}">
                <a16:creationId xmlns:a16="http://schemas.microsoft.com/office/drawing/2014/main" id="{9B521D09-2787-E640-8BAE-55B2108B9141}"/>
              </a:ext>
            </a:extLst>
          </p:cNvPr>
          <p:cNvSpPr>
            <a:spLocks noChangeArrowheads="1"/>
          </p:cNvSpPr>
          <p:nvPr/>
        </p:nvSpPr>
        <p:spPr bwMode="auto">
          <a:xfrm>
            <a:off x="407988" y="4343400"/>
            <a:ext cx="1887537"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a:lnSpc>
                <a:spcPct val="130000"/>
              </a:lnSpc>
            </a:pPr>
            <a:r>
              <a:rPr lang="zh-CN" altLang="en-US" sz="2400">
                <a:latin typeface="黑体" panose="02010609060101010101" pitchFamily="49" charset="-122"/>
                <a:ea typeface="黑体" panose="02010609060101010101" pitchFamily="49" charset="-122"/>
              </a:rPr>
              <a:t>（3）抗抵赖</a:t>
            </a:r>
            <a:endParaRPr lang="zh-CN" altLang="en-US" sz="2800">
              <a:latin typeface="黑体" panose="02010609060101010101" pitchFamily="49" charset="-122"/>
              <a:ea typeface="黑体" panose="02010609060101010101" pitchFamily="49" charset="-122"/>
            </a:endParaRPr>
          </a:p>
        </p:txBody>
      </p:sp>
      <p:sp>
        <p:nvSpPr>
          <p:cNvPr id="8" name="矩形 7">
            <a:extLst>
              <a:ext uri="{FF2B5EF4-FFF2-40B4-BE49-F238E27FC236}">
                <a16:creationId xmlns:a16="http://schemas.microsoft.com/office/drawing/2014/main" id="{F49E342B-E73C-5F4E-B4A1-32358B554F16}"/>
              </a:ext>
            </a:extLst>
          </p:cNvPr>
          <p:cNvSpPr>
            <a:spLocks noChangeArrowheads="1"/>
          </p:cNvSpPr>
          <p:nvPr/>
        </p:nvSpPr>
        <p:spPr bwMode="auto">
          <a:xfrm>
            <a:off x="407988" y="5029200"/>
            <a:ext cx="836612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sz="4800" b="1">
                <a:solidFill>
                  <a:srgbClr val="FF0000"/>
                </a:solidFill>
                <a:latin typeface="隶书" pitchFamily="49" charset="-122"/>
                <a:ea typeface="隶书" pitchFamily="49" charset="-122"/>
              </a:defRPr>
            </a:lvl1pPr>
            <a:lvl2pPr>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lvl="1"/>
            <a:r>
              <a:rPr lang="zh-CN" altLang="en-US" sz="1600">
                <a:solidFill>
                  <a:schemeClr val="bg2"/>
                </a:solidFill>
                <a:latin typeface="黑体" panose="02010609060101010101" pitchFamily="49" charset="-122"/>
                <a:ea typeface="黑体" panose="02010609060101010101" pitchFamily="49" charset="-122"/>
              </a:rPr>
              <a:t>如果今后发生争议，则双方找个公证人，</a:t>
            </a:r>
            <a:r>
              <a:rPr lang="en-US" altLang="zh-CN" sz="1600">
                <a:solidFill>
                  <a:schemeClr val="bg2"/>
                </a:solidFill>
                <a:latin typeface="黑体" panose="02010609060101010101" pitchFamily="49" charset="-122"/>
                <a:ea typeface="黑体" panose="02010609060101010101" pitchFamily="49" charset="-122"/>
              </a:rPr>
              <a:t>B</a:t>
            </a:r>
            <a:r>
              <a:rPr lang="zh-CN" altLang="en-US" sz="1600">
                <a:solidFill>
                  <a:schemeClr val="bg2"/>
                </a:solidFill>
                <a:latin typeface="黑体" panose="02010609060101010101" pitchFamily="49" charset="-122"/>
                <a:ea typeface="黑体" panose="02010609060101010101" pitchFamily="49" charset="-122"/>
              </a:rPr>
              <a:t>可以拿出加密消息，用</a:t>
            </a:r>
            <a:r>
              <a:rPr lang="en-US" altLang="zh-CN" sz="1600">
                <a:solidFill>
                  <a:schemeClr val="bg2"/>
                </a:solidFill>
                <a:latin typeface="黑体" panose="02010609060101010101" pitchFamily="49" charset="-122"/>
                <a:ea typeface="黑体" panose="02010609060101010101" pitchFamily="49" charset="-122"/>
              </a:rPr>
              <a:t>A</a:t>
            </a:r>
            <a:r>
              <a:rPr lang="zh-CN" altLang="en-US" sz="1600">
                <a:solidFill>
                  <a:schemeClr val="bg2"/>
                </a:solidFill>
                <a:latin typeface="黑体" panose="02010609060101010101" pitchFamily="49" charset="-122"/>
                <a:ea typeface="黑体" panose="02010609060101010101" pitchFamily="49" charset="-122"/>
              </a:rPr>
              <a:t>的公钥解密从而证明这个消息是</a:t>
            </a:r>
            <a:r>
              <a:rPr lang="en-US" altLang="zh-CN" sz="1600">
                <a:solidFill>
                  <a:schemeClr val="bg2"/>
                </a:solidFill>
                <a:latin typeface="黑体" panose="02010609060101010101" pitchFamily="49" charset="-122"/>
                <a:ea typeface="黑体" panose="02010609060101010101" pitchFamily="49" charset="-122"/>
              </a:rPr>
              <a:t>A</a:t>
            </a:r>
            <a:r>
              <a:rPr lang="zh-CN" altLang="en-US" sz="1600">
                <a:solidFill>
                  <a:schemeClr val="bg2"/>
                </a:solidFill>
                <a:latin typeface="黑体" panose="02010609060101010101" pitchFamily="49" charset="-122"/>
                <a:ea typeface="黑体" panose="02010609060101010101" pitchFamily="49" charset="-122"/>
              </a:rPr>
              <a:t>发来的，即不可抵赖(即</a:t>
            </a:r>
            <a:r>
              <a:rPr lang="en-US" altLang="zh-CN" sz="1600">
                <a:solidFill>
                  <a:schemeClr val="bg2"/>
                </a:solidFill>
                <a:latin typeface="黑体" panose="02010609060101010101" pitchFamily="49" charset="-122"/>
                <a:ea typeface="黑体" panose="02010609060101010101" pitchFamily="49" charset="-122"/>
              </a:rPr>
              <a:t>A</a:t>
            </a:r>
            <a:r>
              <a:rPr lang="zh-CN" altLang="en-US" sz="1600">
                <a:solidFill>
                  <a:schemeClr val="bg2"/>
                </a:solidFill>
                <a:latin typeface="黑体" panose="02010609060101010101" pitchFamily="49" charset="-122"/>
                <a:ea typeface="黑体" panose="02010609060101010101" pitchFamily="49" charset="-122"/>
              </a:rPr>
              <a:t>无法否认自己发了消息，因为消息是用他的私钥加密的，只有他有这个私钥)。</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13667"/>
                                        </p:tgtEl>
                                        <p:attrNameLst>
                                          <p:attrName>style.visibility</p:attrName>
                                        </p:attrNameLst>
                                      </p:cBhvr>
                                      <p:to>
                                        <p:strVal val="visible"/>
                                      </p:to>
                                    </p:set>
                                    <p:anim calcmode="lin" valueType="num">
                                      <p:cBhvr additive="base">
                                        <p:cTn id="7" dur="500" fill="hold"/>
                                        <p:tgtEl>
                                          <p:spTgt spid="113667"/>
                                        </p:tgtEl>
                                        <p:attrNameLst>
                                          <p:attrName>ppt_x</p:attrName>
                                        </p:attrNameLst>
                                      </p:cBhvr>
                                      <p:tavLst>
                                        <p:tav tm="0">
                                          <p:val>
                                            <p:strVal val="0-#ppt_w/2"/>
                                          </p:val>
                                        </p:tav>
                                        <p:tav tm="100000">
                                          <p:val>
                                            <p:strVal val="#ppt_x"/>
                                          </p:val>
                                        </p:tav>
                                      </p:tavLst>
                                    </p:anim>
                                    <p:anim calcmode="lin" valueType="num">
                                      <p:cBhvr additive="base">
                                        <p:cTn id="8" dur="500" fill="hold"/>
                                        <p:tgtEl>
                                          <p:spTgt spid="113667"/>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53" presetClass="entr" presetSubtype="16" fill="hold" grpId="0" nodeType="afterEffect">
                                  <p:stCondLst>
                                    <p:cond delay="0"/>
                                  </p:stCondLst>
                                  <p:childTnLst>
                                    <p:set>
                                      <p:cBhvr>
                                        <p:cTn id="11" dur="1" fill="hold">
                                          <p:stCondLst>
                                            <p:cond delay="0"/>
                                          </p:stCondLst>
                                        </p:cTn>
                                        <p:tgtEl>
                                          <p:spTgt spid="113670"/>
                                        </p:tgtEl>
                                        <p:attrNameLst>
                                          <p:attrName>style.visibility</p:attrName>
                                        </p:attrNameLst>
                                      </p:cBhvr>
                                      <p:to>
                                        <p:strVal val="visible"/>
                                      </p:to>
                                    </p:set>
                                    <p:anim calcmode="lin" valueType="num">
                                      <p:cBhvr>
                                        <p:cTn id="12" dur="500" fill="hold"/>
                                        <p:tgtEl>
                                          <p:spTgt spid="113670"/>
                                        </p:tgtEl>
                                        <p:attrNameLst>
                                          <p:attrName>ppt_w</p:attrName>
                                        </p:attrNameLst>
                                      </p:cBhvr>
                                      <p:tavLst>
                                        <p:tav tm="0">
                                          <p:val>
                                            <p:fltVal val="0"/>
                                          </p:val>
                                        </p:tav>
                                        <p:tav tm="100000">
                                          <p:val>
                                            <p:strVal val="#ppt_w"/>
                                          </p:val>
                                        </p:tav>
                                      </p:tavLst>
                                    </p:anim>
                                    <p:anim calcmode="lin" valueType="num">
                                      <p:cBhvr>
                                        <p:cTn id="13" dur="500" fill="hold"/>
                                        <p:tgtEl>
                                          <p:spTgt spid="113670"/>
                                        </p:tgtEl>
                                        <p:attrNameLst>
                                          <p:attrName>ppt_h</p:attrName>
                                        </p:attrNameLst>
                                      </p:cBhvr>
                                      <p:tavLst>
                                        <p:tav tm="0">
                                          <p:val>
                                            <p:fltVal val="0"/>
                                          </p:val>
                                        </p:tav>
                                        <p:tav tm="100000">
                                          <p:val>
                                            <p:strVal val="#ppt_h"/>
                                          </p:val>
                                        </p:tav>
                                      </p:tavLst>
                                    </p:anim>
                                    <p:animEffect transition="in" filter="fade">
                                      <p:cBhvr>
                                        <p:cTn id="14" dur="500"/>
                                        <p:tgtEl>
                                          <p:spTgt spid="113670"/>
                                        </p:tgtEl>
                                      </p:cBhvr>
                                    </p:animEffect>
                                  </p:childTnLst>
                                </p:cTn>
                              </p:par>
                            </p:childTnLst>
                          </p:cTn>
                        </p:par>
                        <p:par>
                          <p:cTn id="15" fill="hold" nodeType="afterGroup">
                            <p:stCondLst>
                              <p:cond delay="1000"/>
                            </p:stCondLst>
                            <p:childTnLst>
                              <p:par>
                                <p:cTn id="16" presetID="2" presetClass="entr" presetSubtype="2" fill="hold" grpId="0" nodeType="afterEffect">
                                  <p:stCondLst>
                                    <p:cond delay="0"/>
                                  </p:stCondLst>
                                  <p:childTnLst>
                                    <p:set>
                                      <p:cBhvr>
                                        <p:cTn id="17" dur="1" fill="hold">
                                          <p:stCondLst>
                                            <p:cond delay="0"/>
                                          </p:stCondLst>
                                        </p:cTn>
                                        <p:tgtEl>
                                          <p:spTgt spid="113669"/>
                                        </p:tgtEl>
                                        <p:attrNameLst>
                                          <p:attrName>style.visibility</p:attrName>
                                        </p:attrNameLst>
                                      </p:cBhvr>
                                      <p:to>
                                        <p:strVal val="visible"/>
                                      </p:to>
                                    </p:set>
                                    <p:anim calcmode="lin" valueType="num">
                                      <p:cBhvr additive="base">
                                        <p:cTn id="18" dur="500" fill="hold"/>
                                        <p:tgtEl>
                                          <p:spTgt spid="113669"/>
                                        </p:tgtEl>
                                        <p:attrNameLst>
                                          <p:attrName>ppt_x</p:attrName>
                                        </p:attrNameLst>
                                      </p:cBhvr>
                                      <p:tavLst>
                                        <p:tav tm="0">
                                          <p:val>
                                            <p:strVal val="1+#ppt_w/2"/>
                                          </p:val>
                                        </p:tav>
                                        <p:tav tm="100000">
                                          <p:val>
                                            <p:strVal val="#ppt_x"/>
                                          </p:val>
                                        </p:tav>
                                      </p:tavLst>
                                    </p:anim>
                                    <p:anim calcmode="lin" valueType="num">
                                      <p:cBhvr additive="base">
                                        <p:cTn id="19" dur="500" fill="hold"/>
                                        <p:tgtEl>
                                          <p:spTgt spid="113669"/>
                                        </p:tgtEl>
                                        <p:attrNameLst>
                                          <p:attrName>ppt_y</p:attrName>
                                        </p:attrNameLst>
                                      </p:cBhvr>
                                      <p:tavLst>
                                        <p:tav tm="0">
                                          <p:val>
                                            <p:strVal val="#ppt_y"/>
                                          </p:val>
                                        </p:tav>
                                        <p:tav tm="100000">
                                          <p:val>
                                            <p:strVal val="#ppt_y"/>
                                          </p:val>
                                        </p:tav>
                                      </p:tavLst>
                                    </p:anim>
                                  </p:childTnLst>
                                </p:cTn>
                              </p:par>
                            </p:childTnLst>
                          </p:cTn>
                        </p:par>
                        <p:par>
                          <p:cTn id="20" fill="hold" nodeType="afterGroup">
                            <p:stCondLst>
                              <p:cond delay="1500"/>
                            </p:stCondLst>
                            <p:childTnLst>
                              <p:par>
                                <p:cTn id="21" presetID="53" presetClass="entr" presetSubtype="16"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p:cTn id="23" dur="500" fill="hold"/>
                                        <p:tgtEl>
                                          <p:spTgt spid="7"/>
                                        </p:tgtEl>
                                        <p:attrNameLst>
                                          <p:attrName>ppt_w</p:attrName>
                                        </p:attrNameLst>
                                      </p:cBhvr>
                                      <p:tavLst>
                                        <p:tav tm="0">
                                          <p:val>
                                            <p:fltVal val="0"/>
                                          </p:val>
                                        </p:tav>
                                        <p:tav tm="100000">
                                          <p:val>
                                            <p:strVal val="#ppt_w"/>
                                          </p:val>
                                        </p:tav>
                                      </p:tavLst>
                                    </p:anim>
                                    <p:anim calcmode="lin" valueType="num">
                                      <p:cBhvr>
                                        <p:cTn id="24" dur="500" fill="hold"/>
                                        <p:tgtEl>
                                          <p:spTgt spid="7"/>
                                        </p:tgtEl>
                                        <p:attrNameLst>
                                          <p:attrName>ppt_h</p:attrName>
                                        </p:attrNameLst>
                                      </p:cBhvr>
                                      <p:tavLst>
                                        <p:tav tm="0">
                                          <p:val>
                                            <p:fltVal val="0"/>
                                          </p:val>
                                        </p:tav>
                                        <p:tav tm="100000">
                                          <p:val>
                                            <p:strVal val="#ppt_h"/>
                                          </p:val>
                                        </p:tav>
                                      </p:tavLst>
                                    </p:anim>
                                    <p:animEffect transition="in" filter="fade">
                                      <p:cBhvr>
                                        <p:cTn id="25" dur="500"/>
                                        <p:tgtEl>
                                          <p:spTgt spid="7"/>
                                        </p:tgtEl>
                                      </p:cBhvr>
                                    </p:animEffect>
                                  </p:childTnLst>
                                </p:cTn>
                              </p:par>
                            </p:childTnLst>
                          </p:cTn>
                        </p:par>
                        <p:par>
                          <p:cTn id="26" fill="hold" nodeType="afterGroup">
                            <p:stCondLst>
                              <p:cond delay="2000"/>
                            </p:stCondLst>
                            <p:childTnLst>
                              <p:par>
                                <p:cTn id="27" presetID="2" presetClass="entr" presetSubtype="4"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 calcmode="lin" valueType="num">
                                      <p:cBhvr additive="base">
                                        <p:cTn id="29" dur="500" fill="hold"/>
                                        <p:tgtEl>
                                          <p:spTgt spid="8"/>
                                        </p:tgtEl>
                                        <p:attrNameLst>
                                          <p:attrName>ppt_x</p:attrName>
                                        </p:attrNameLst>
                                      </p:cBhvr>
                                      <p:tavLst>
                                        <p:tav tm="0">
                                          <p:val>
                                            <p:strVal val="#ppt_x"/>
                                          </p:val>
                                        </p:tav>
                                        <p:tav tm="100000">
                                          <p:val>
                                            <p:strVal val="#ppt_x"/>
                                          </p:val>
                                        </p:tav>
                                      </p:tavLst>
                                    </p:anim>
                                    <p:anim calcmode="lin" valueType="num">
                                      <p:cBhvr additive="base">
                                        <p:cTn id="3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67" grpId="0"/>
      <p:bldP spid="113669" grpId="0"/>
      <p:bldP spid="113670" grpId="0"/>
      <p:bldP spid="7" grpId="0"/>
      <p:bldP spid="8" grpId="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矩形 3">
            <a:extLst>
              <a:ext uri="{FF2B5EF4-FFF2-40B4-BE49-F238E27FC236}">
                <a16:creationId xmlns:a16="http://schemas.microsoft.com/office/drawing/2014/main" id="{F0689FD3-5508-754F-9CB1-7392CCE72292}"/>
              </a:ext>
            </a:extLst>
          </p:cNvPr>
          <p:cNvSpPr>
            <a:spLocks noChangeArrowheads="1"/>
          </p:cNvSpPr>
          <p:nvPr/>
        </p:nvSpPr>
        <p:spPr bwMode="auto">
          <a:xfrm>
            <a:off x="265113" y="969963"/>
            <a:ext cx="4572000"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a:lnSpc>
                <a:spcPct val="130000"/>
              </a:lnSpc>
            </a:pPr>
            <a:r>
              <a:rPr lang="zh-CN" altLang="en-US" sz="2400">
                <a:latin typeface="黑体" panose="02010609060101010101" pitchFamily="49" charset="-122"/>
                <a:ea typeface="黑体" panose="02010609060101010101" pitchFamily="49" charset="-122"/>
              </a:rPr>
              <a:t>（4）防信息篡改</a:t>
            </a:r>
          </a:p>
        </p:txBody>
      </p:sp>
      <p:sp>
        <p:nvSpPr>
          <p:cNvPr id="5" name="矩形 4">
            <a:extLst>
              <a:ext uri="{FF2B5EF4-FFF2-40B4-BE49-F238E27FC236}">
                <a16:creationId xmlns:a16="http://schemas.microsoft.com/office/drawing/2014/main" id="{5120EFD6-1623-B24B-8D55-74D611E22D1C}"/>
              </a:ext>
            </a:extLst>
          </p:cNvPr>
          <p:cNvSpPr>
            <a:spLocks noChangeArrowheads="1"/>
          </p:cNvSpPr>
          <p:nvPr/>
        </p:nvSpPr>
        <p:spPr bwMode="auto">
          <a:xfrm>
            <a:off x="381000" y="1600200"/>
            <a:ext cx="8305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sz="4800" b="1">
                <a:solidFill>
                  <a:srgbClr val="FF0000"/>
                </a:solidFill>
                <a:latin typeface="隶书" pitchFamily="49" charset="-122"/>
                <a:ea typeface="隶书" pitchFamily="49" charset="-122"/>
              </a:defRPr>
            </a:lvl1pPr>
            <a:lvl2pPr>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lvl="1"/>
            <a:r>
              <a:rPr lang="zh-CN" altLang="en-US" sz="1600">
                <a:solidFill>
                  <a:schemeClr val="bg2"/>
                </a:solidFill>
                <a:latin typeface="黑体" panose="02010609060101010101" pitchFamily="49" charset="-122"/>
                <a:ea typeface="黑体" panose="02010609060101010101" pitchFamily="49" charset="-122"/>
              </a:rPr>
              <a:t>即使</a:t>
            </a:r>
            <a:r>
              <a:rPr lang="en-US" altLang="zh-CN" sz="1600">
                <a:solidFill>
                  <a:schemeClr val="bg2"/>
                </a:solidFill>
                <a:latin typeface="黑体" panose="02010609060101010101" pitchFamily="49" charset="-122"/>
                <a:ea typeface="黑体" panose="02010609060101010101" pitchFamily="49" charset="-122"/>
              </a:rPr>
              <a:t>C</a:t>
            </a:r>
            <a:r>
              <a:rPr lang="zh-CN" altLang="en-US" sz="1600">
                <a:solidFill>
                  <a:schemeClr val="bg2"/>
                </a:solidFill>
                <a:latin typeface="黑体" panose="02010609060101010101" pitchFamily="49" charset="-122"/>
                <a:ea typeface="黑体" panose="02010609060101010101" pitchFamily="49" charset="-122"/>
              </a:rPr>
              <a:t>在中途截获了加密消息，能够用</a:t>
            </a:r>
            <a:r>
              <a:rPr lang="en-US" altLang="zh-CN" sz="1600">
                <a:solidFill>
                  <a:schemeClr val="bg2"/>
                </a:solidFill>
                <a:latin typeface="黑体" panose="02010609060101010101" pitchFamily="49" charset="-122"/>
                <a:ea typeface="黑体" panose="02010609060101010101" pitchFamily="49" charset="-122"/>
              </a:rPr>
              <a:t>A</a:t>
            </a:r>
            <a:r>
              <a:rPr lang="zh-CN" altLang="en-US" sz="1600">
                <a:solidFill>
                  <a:schemeClr val="bg2"/>
                </a:solidFill>
                <a:latin typeface="黑体" panose="02010609060101010101" pitchFamily="49" charset="-122"/>
                <a:ea typeface="黑体" panose="02010609060101010101" pitchFamily="49" charset="-122"/>
              </a:rPr>
              <a:t>的公钥解密消息，然后改变消息，也没法达到任何目的，因为</a:t>
            </a:r>
            <a:r>
              <a:rPr lang="en-US" altLang="zh-CN" sz="1600">
                <a:solidFill>
                  <a:schemeClr val="bg2"/>
                </a:solidFill>
                <a:latin typeface="黑体" panose="02010609060101010101" pitchFamily="49" charset="-122"/>
                <a:ea typeface="黑体" panose="02010609060101010101" pitchFamily="49" charset="-122"/>
              </a:rPr>
              <a:t>C</a:t>
            </a:r>
            <a:r>
              <a:rPr lang="zh-CN" altLang="en-US" sz="1600">
                <a:solidFill>
                  <a:schemeClr val="bg2"/>
                </a:solidFill>
                <a:latin typeface="黑体" panose="02010609060101010101" pitchFamily="49" charset="-122"/>
                <a:ea typeface="黑体" panose="02010609060101010101" pitchFamily="49" charset="-122"/>
              </a:rPr>
              <a:t>没有</a:t>
            </a:r>
            <a:r>
              <a:rPr lang="en-US" altLang="zh-CN" sz="1600">
                <a:solidFill>
                  <a:schemeClr val="bg2"/>
                </a:solidFill>
                <a:latin typeface="黑体" panose="02010609060101010101" pitchFamily="49" charset="-122"/>
                <a:ea typeface="黑体" panose="02010609060101010101" pitchFamily="49" charset="-122"/>
              </a:rPr>
              <a:t>A</a:t>
            </a:r>
            <a:r>
              <a:rPr lang="zh-CN" altLang="en-US" sz="1600">
                <a:solidFill>
                  <a:schemeClr val="bg2"/>
                </a:solidFill>
                <a:latin typeface="黑体" panose="02010609060101010101" pitchFamily="49" charset="-122"/>
                <a:ea typeface="黑体" panose="02010609060101010101" pitchFamily="49" charset="-122"/>
              </a:rPr>
              <a:t>的私钥，无法再次用</a:t>
            </a:r>
            <a:r>
              <a:rPr lang="en-US" altLang="zh-CN" sz="1600">
                <a:solidFill>
                  <a:schemeClr val="bg2"/>
                </a:solidFill>
                <a:latin typeface="黑体" panose="02010609060101010101" pitchFamily="49" charset="-122"/>
                <a:ea typeface="黑体" panose="02010609060101010101" pitchFamily="49" charset="-122"/>
              </a:rPr>
              <a:t>A</a:t>
            </a:r>
            <a:r>
              <a:rPr lang="zh-CN" altLang="en-US" sz="1600">
                <a:solidFill>
                  <a:schemeClr val="bg2"/>
                </a:solidFill>
                <a:latin typeface="黑体" panose="02010609060101010101" pitchFamily="49" charset="-122"/>
                <a:ea typeface="黑体" panose="02010609060101010101" pitchFamily="49" charset="-122"/>
              </a:rPr>
              <a:t>的私钥加密改变后的消息。因此，即使</a:t>
            </a:r>
            <a:r>
              <a:rPr lang="en-US" altLang="zh-CN" sz="1600">
                <a:solidFill>
                  <a:schemeClr val="bg2"/>
                </a:solidFill>
                <a:latin typeface="黑体" panose="02010609060101010101" pitchFamily="49" charset="-122"/>
                <a:ea typeface="黑体" panose="02010609060101010101" pitchFamily="49" charset="-122"/>
              </a:rPr>
              <a:t>C</a:t>
            </a:r>
            <a:r>
              <a:rPr lang="zh-CN" altLang="en-US" sz="1600">
                <a:solidFill>
                  <a:schemeClr val="bg2"/>
                </a:solidFill>
                <a:latin typeface="黑体" panose="02010609060101010101" pitchFamily="49" charset="-122"/>
                <a:ea typeface="黑体" panose="02010609060101010101" pitchFamily="49" charset="-122"/>
              </a:rPr>
              <a:t>把改变的消息转发给</a:t>
            </a:r>
            <a:r>
              <a:rPr lang="en-US" altLang="zh-CN" sz="1600">
                <a:solidFill>
                  <a:schemeClr val="bg2"/>
                </a:solidFill>
                <a:latin typeface="黑体" panose="02010609060101010101" pitchFamily="49" charset="-122"/>
                <a:ea typeface="黑体" panose="02010609060101010101" pitchFamily="49" charset="-122"/>
              </a:rPr>
              <a:t>B。B</a:t>
            </a:r>
            <a:r>
              <a:rPr lang="zh-CN" altLang="en-US" sz="1600">
                <a:solidFill>
                  <a:schemeClr val="bg2"/>
                </a:solidFill>
                <a:latin typeface="黑体" panose="02010609060101010101" pitchFamily="49" charset="-122"/>
                <a:ea typeface="黑体" panose="02010609060101010101" pitchFamily="49" charset="-122"/>
              </a:rPr>
              <a:t>也不会误以为来自</a:t>
            </a:r>
            <a:r>
              <a:rPr lang="en-US" altLang="zh-CN" sz="1600">
                <a:solidFill>
                  <a:schemeClr val="bg2"/>
                </a:solidFill>
                <a:latin typeface="黑体" panose="02010609060101010101" pitchFamily="49" charset="-122"/>
                <a:ea typeface="黑体" panose="02010609060101010101" pitchFamily="49" charset="-122"/>
              </a:rPr>
              <a:t>A，</a:t>
            </a:r>
            <a:r>
              <a:rPr lang="zh-CN" altLang="en-US" sz="1600">
                <a:solidFill>
                  <a:schemeClr val="bg2"/>
                </a:solidFill>
                <a:latin typeface="黑体" panose="02010609060101010101" pitchFamily="49" charset="-122"/>
                <a:ea typeface="黑体" panose="02010609060101010101" pitchFamily="49" charset="-122"/>
              </a:rPr>
              <a:t>因为它没有用</a:t>
            </a:r>
            <a:r>
              <a:rPr lang="en-US" altLang="zh-CN" sz="1600">
                <a:solidFill>
                  <a:schemeClr val="bg2"/>
                </a:solidFill>
                <a:latin typeface="黑体" panose="02010609060101010101" pitchFamily="49" charset="-122"/>
                <a:ea typeface="黑体" panose="02010609060101010101" pitchFamily="49" charset="-122"/>
              </a:rPr>
              <a:t>A</a:t>
            </a:r>
            <a:r>
              <a:rPr lang="zh-CN" altLang="en-US" sz="1600">
                <a:solidFill>
                  <a:schemeClr val="bg2"/>
                </a:solidFill>
                <a:latin typeface="黑体" panose="02010609060101010101" pitchFamily="49" charset="-122"/>
                <a:ea typeface="黑体" panose="02010609060101010101" pitchFamily="49" charset="-122"/>
              </a:rPr>
              <a:t>的私钥加密。</a:t>
            </a:r>
          </a:p>
        </p:txBody>
      </p:sp>
      <p:sp>
        <p:nvSpPr>
          <p:cNvPr id="6" name="矩形 5">
            <a:extLst>
              <a:ext uri="{FF2B5EF4-FFF2-40B4-BE49-F238E27FC236}">
                <a16:creationId xmlns:a16="http://schemas.microsoft.com/office/drawing/2014/main" id="{C6F667F3-224E-E449-A2EA-B218A2250C7C}"/>
              </a:ext>
            </a:extLst>
          </p:cNvPr>
          <p:cNvSpPr>
            <a:spLocks noChangeArrowheads="1"/>
          </p:cNvSpPr>
          <p:nvPr/>
        </p:nvSpPr>
        <p:spPr bwMode="auto">
          <a:xfrm>
            <a:off x="322263" y="2489200"/>
            <a:ext cx="8364537"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a:lnSpc>
                <a:spcPct val="130000"/>
              </a:lnSpc>
            </a:pPr>
            <a:r>
              <a:rPr lang="zh-CN" altLang="en-US" sz="2400">
                <a:latin typeface="黑体" panose="02010609060101010101" pitchFamily="49" charset="-122"/>
                <a:ea typeface="黑体" panose="02010609060101010101" pitchFamily="49" charset="-122"/>
              </a:rPr>
              <a:t>（5）数字签名在现代</a:t>
            </a:r>
            <a:r>
              <a:rPr lang="en-US" altLang="zh-CN" sz="2400">
                <a:latin typeface="黑体" panose="02010609060101010101" pitchFamily="49" charset="-122"/>
                <a:ea typeface="黑体" panose="02010609060101010101" pitchFamily="49" charset="-122"/>
              </a:rPr>
              <a:t>Web</a:t>
            </a:r>
            <a:r>
              <a:rPr lang="zh-CN" altLang="en-US" sz="2400">
                <a:latin typeface="黑体" panose="02010609060101010101" pitchFamily="49" charset="-122"/>
                <a:ea typeface="黑体" panose="02010609060101010101" pitchFamily="49" charset="-122"/>
              </a:rPr>
              <a:t>商务中具有重要意义</a:t>
            </a:r>
          </a:p>
        </p:txBody>
      </p:sp>
      <p:sp>
        <p:nvSpPr>
          <p:cNvPr id="7" name="矩形 6">
            <a:extLst>
              <a:ext uri="{FF2B5EF4-FFF2-40B4-BE49-F238E27FC236}">
                <a16:creationId xmlns:a16="http://schemas.microsoft.com/office/drawing/2014/main" id="{271C5B56-73D8-8F46-BFD9-606B79BD011C}"/>
              </a:ext>
            </a:extLst>
          </p:cNvPr>
          <p:cNvSpPr>
            <a:spLocks noChangeArrowheads="1"/>
          </p:cNvSpPr>
          <p:nvPr/>
        </p:nvSpPr>
        <p:spPr bwMode="auto">
          <a:xfrm>
            <a:off x="415925" y="3124200"/>
            <a:ext cx="82708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sz="4800" b="1">
                <a:solidFill>
                  <a:srgbClr val="FF0000"/>
                </a:solidFill>
                <a:latin typeface="隶书" pitchFamily="49" charset="-122"/>
                <a:ea typeface="隶书" pitchFamily="49" charset="-122"/>
              </a:defRPr>
            </a:lvl1pPr>
            <a:lvl2pPr>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lvl="1"/>
            <a:r>
              <a:rPr lang="zh-CN" altLang="en-US" sz="1600">
                <a:solidFill>
                  <a:schemeClr val="bg2"/>
                </a:solidFill>
                <a:latin typeface="黑体" panose="02010609060101010101" pitchFamily="49" charset="-122"/>
                <a:ea typeface="黑体" panose="02010609060101010101" pitchFamily="49" charset="-122"/>
              </a:rPr>
              <a:t>大多数国家已经把数字签名看成与手工签名具有相同法律效力的授权机制。数字签名已经具有法律效力。</a:t>
            </a:r>
          </a:p>
        </p:txBody>
      </p:sp>
      <p:sp>
        <p:nvSpPr>
          <p:cNvPr id="8" name="矩形 7">
            <a:extLst>
              <a:ext uri="{FF2B5EF4-FFF2-40B4-BE49-F238E27FC236}">
                <a16:creationId xmlns:a16="http://schemas.microsoft.com/office/drawing/2014/main" id="{0A2E00DA-3842-B04B-A711-D5DFEF322A80}"/>
              </a:ext>
            </a:extLst>
          </p:cNvPr>
          <p:cNvSpPr>
            <a:spLocks noChangeArrowheads="1"/>
          </p:cNvSpPr>
          <p:nvPr/>
        </p:nvSpPr>
        <p:spPr bwMode="auto">
          <a:xfrm>
            <a:off x="627063" y="4083050"/>
            <a:ext cx="7983537"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r>
              <a:rPr lang="zh-CN" altLang="en-US" sz="2800">
                <a:latin typeface="黑体" panose="02010609060101010101" pitchFamily="49" charset="-122"/>
                <a:ea typeface="黑体" panose="02010609060101010101" pitchFamily="49" charset="-122"/>
              </a:rPr>
              <a:t>例如，</a:t>
            </a:r>
            <a:r>
              <a:rPr lang="zh-CN" altLang="en-US" sz="2400">
                <a:solidFill>
                  <a:srgbClr val="0000CC"/>
                </a:solidFill>
                <a:latin typeface="黑体" panose="02010609060101010101" pitchFamily="49" charset="-122"/>
                <a:ea typeface="黑体" panose="02010609060101010101" pitchFamily="49" charset="-122"/>
              </a:rPr>
              <a:t>假设通过</a:t>
            </a:r>
            <a:r>
              <a:rPr lang="en-US" altLang="zh-CN" sz="2400">
                <a:solidFill>
                  <a:srgbClr val="0000CC"/>
                </a:solidFill>
                <a:latin typeface="黑体" panose="02010609060101010101" pitchFamily="49" charset="-122"/>
                <a:ea typeface="黑体" panose="02010609060101010101" pitchFamily="49" charset="-122"/>
              </a:rPr>
              <a:t>Internet</a:t>
            </a:r>
            <a:r>
              <a:rPr lang="zh-CN" altLang="en-US" sz="2400">
                <a:solidFill>
                  <a:srgbClr val="0000CC"/>
                </a:solidFill>
                <a:latin typeface="黑体" panose="02010609060101010101" pitchFamily="49" charset="-122"/>
                <a:ea typeface="黑体" panose="02010609060101010101" pitchFamily="49" charset="-122"/>
              </a:rPr>
              <a:t>向银行发一个消息</a:t>
            </a:r>
            <a:r>
              <a:rPr lang="en-US" altLang="zh-CN" sz="2400">
                <a:solidFill>
                  <a:srgbClr val="0000CC"/>
                </a:solidFill>
                <a:latin typeface="黑体" panose="02010609060101010101" pitchFamily="49" charset="-122"/>
                <a:ea typeface="黑体" panose="02010609060101010101" pitchFamily="49" charset="-122"/>
              </a:rPr>
              <a:t>(</a:t>
            </a:r>
            <a:r>
              <a:rPr lang="zh-CN" altLang="en-US" sz="2400">
                <a:solidFill>
                  <a:srgbClr val="0000CC"/>
                </a:solidFill>
                <a:latin typeface="黑体" panose="02010609060101010101" pitchFamily="49" charset="-122"/>
                <a:ea typeface="黑体" panose="02010609060101010101" pitchFamily="49" charset="-122"/>
              </a:rPr>
              <a:t>例如</a:t>
            </a:r>
            <a:r>
              <a:rPr lang="en-US" altLang="zh-CN" sz="2400">
                <a:solidFill>
                  <a:srgbClr val="0000CC"/>
                </a:solidFill>
                <a:latin typeface="黑体" panose="02010609060101010101" pitchFamily="49" charset="-122"/>
                <a:ea typeface="黑体" panose="02010609060101010101" pitchFamily="49" charset="-122"/>
              </a:rPr>
              <a:t>U</a:t>
            </a:r>
            <a:r>
              <a:rPr lang="zh-CN" altLang="en-US" sz="2400">
                <a:solidFill>
                  <a:srgbClr val="0000CC"/>
                </a:solidFill>
                <a:latin typeface="黑体" panose="02010609060101010101" pitchFamily="49" charset="-122"/>
                <a:ea typeface="黑体" panose="02010609060101010101" pitchFamily="49" charset="-122"/>
              </a:rPr>
              <a:t>盾</a:t>
            </a:r>
            <a:r>
              <a:rPr lang="en-US" altLang="zh-CN" sz="2400">
                <a:solidFill>
                  <a:srgbClr val="0000CC"/>
                </a:solidFill>
                <a:latin typeface="黑体" panose="02010609060101010101" pitchFamily="49" charset="-122"/>
                <a:ea typeface="黑体" panose="02010609060101010101" pitchFamily="49" charset="-122"/>
              </a:rPr>
              <a:t>)</a:t>
            </a:r>
            <a:r>
              <a:rPr lang="zh-CN" altLang="en-US" sz="2400">
                <a:solidFill>
                  <a:srgbClr val="0000CC"/>
                </a:solidFill>
                <a:latin typeface="黑体" panose="02010609060101010101" pitchFamily="49" charset="-122"/>
                <a:ea typeface="黑体" panose="02010609060101010101" pitchFamily="49" charset="-122"/>
              </a:rPr>
              <a:t>，要求把钱从你的账号转到某个朋友的账号，并对消息进行数字签名，则这个事务与你到银行亲手签名的效果是相同的。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53" presetClass="entr" presetSubtype="16" fill="hold" grpId="0" nodeType="after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childTnLst>
                          </p:cTn>
                        </p:par>
                        <p:par>
                          <p:cTn id="15" fill="hold" nodeType="afterGroup">
                            <p:stCondLst>
                              <p:cond delay="1000"/>
                            </p:stCondLst>
                            <p:childTnLst>
                              <p:par>
                                <p:cTn id="16" presetID="2" presetClass="entr" presetSubtype="2" fill="hold" grpId="0" nodeType="after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additive="base">
                                        <p:cTn id="18" dur="500" fill="hold"/>
                                        <p:tgtEl>
                                          <p:spTgt spid="7"/>
                                        </p:tgtEl>
                                        <p:attrNameLst>
                                          <p:attrName>ppt_x</p:attrName>
                                        </p:attrNameLst>
                                      </p:cBhvr>
                                      <p:tavLst>
                                        <p:tav tm="0">
                                          <p:val>
                                            <p:strVal val="1+#ppt_w/2"/>
                                          </p:val>
                                        </p:tav>
                                        <p:tav tm="100000">
                                          <p:val>
                                            <p:strVal val="#ppt_x"/>
                                          </p:val>
                                        </p:tav>
                                      </p:tavLst>
                                    </p:anim>
                                    <p:anim calcmode="lin" valueType="num">
                                      <p:cBhvr additive="base">
                                        <p:cTn id="19" dur="500" fill="hold"/>
                                        <p:tgtEl>
                                          <p:spTgt spid="7"/>
                                        </p:tgtEl>
                                        <p:attrNameLst>
                                          <p:attrName>ppt_y</p:attrName>
                                        </p:attrNameLst>
                                      </p:cBhvr>
                                      <p:tavLst>
                                        <p:tav tm="0">
                                          <p:val>
                                            <p:strVal val="#ppt_y"/>
                                          </p:val>
                                        </p:tav>
                                        <p:tav tm="100000">
                                          <p:val>
                                            <p:strVal val="#ppt_y"/>
                                          </p:val>
                                        </p:tav>
                                      </p:tavLst>
                                    </p:anim>
                                  </p:childTnLst>
                                </p:cTn>
                              </p:par>
                            </p:childTnLst>
                          </p:cTn>
                        </p:par>
                        <p:par>
                          <p:cTn id="20" fill="hold" nodeType="afterGroup">
                            <p:stCondLst>
                              <p:cond delay="1500"/>
                            </p:stCondLst>
                            <p:childTnLst>
                              <p:par>
                                <p:cTn id="21" presetID="2" presetClass="entr" presetSubtype="4" fill="hold" grpId="0" nodeType="after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2000" fill="hold"/>
                                        <p:tgtEl>
                                          <p:spTgt spid="8"/>
                                        </p:tgtEl>
                                        <p:attrNameLst>
                                          <p:attrName>ppt_x</p:attrName>
                                        </p:attrNameLst>
                                      </p:cBhvr>
                                      <p:tavLst>
                                        <p:tav tm="0">
                                          <p:val>
                                            <p:strVal val="#ppt_x"/>
                                          </p:val>
                                        </p:tav>
                                        <p:tav tm="100000">
                                          <p:val>
                                            <p:strVal val="#ppt_x"/>
                                          </p:val>
                                        </p:tav>
                                      </p:tavLst>
                                    </p:anim>
                                    <p:anim calcmode="lin" valueType="num">
                                      <p:cBhvr additive="base">
                                        <p:cTn id="24" dur="20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a:extLst>
              <a:ext uri="{FF2B5EF4-FFF2-40B4-BE49-F238E27FC236}">
                <a16:creationId xmlns:a16="http://schemas.microsoft.com/office/drawing/2014/main" id="{1597B98E-79C6-BD48-8530-501651948782}"/>
              </a:ext>
            </a:extLst>
          </p:cNvPr>
          <p:cNvSpPr>
            <a:spLocks noGrp="1" noChangeArrowheads="1"/>
          </p:cNvSpPr>
          <p:nvPr>
            <p:ph type="title"/>
          </p:nvPr>
        </p:nvSpPr>
        <p:spPr>
          <a:xfrm>
            <a:off x="304800" y="914400"/>
            <a:ext cx="8229600" cy="655638"/>
          </a:xfrm>
        </p:spPr>
        <p:txBody>
          <a:bodyPr vert="horz" wrap="square" lIns="91440" tIns="45720" rIns="91440" bIns="45720" numCol="1" anchor="t" anchorCtr="0" compatLnSpc="1">
            <a:prstTxWarp prst="textNoShape">
              <a:avLst/>
            </a:prstTxWarp>
          </a:bodyPr>
          <a:lstStyle/>
          <a:p>
            <a:pPr>
              <a:defRPr/>
            </a:pPr>
            <a:r>
              <a:rPr lang="zh-CN" altLang="en-US" sz="2800">
                <a:solidFill>
                  <a:srgbClr val="0000CC"/>
                </a:solidFill>
                <a:ea typeface="宋体" panose="02010600030101010101" pitchFamily="2" charset="-122"/>
              </a:rPr>
              <a:t>（</a:t>
            </a:r>
            <a:r>
              <a:rPr lang="en-US" altLang="zh-CN" sz="2800">
                <a:solidFill>
                  <a:srgbClr val="0000CC"/>
                </a:solidFill>
                <a:ea typeface="宋体" panose="02010600030101010101" pitchFamily="2" charset="-122"/>
              </a:rPr>
              <a:t>1</a:t>
            </a:r>
            <a:r>
              <a:rPr lang="zh-CN" altLang="en-US" sz="2800">
                <a:solidFill>
                  <a:srgbClr val="0000CC"/>
                </a:solidFill>
                <a:ea typeface="宋体" panose="02010600030101010101" pitchFamily="2" charset="-122"/>
              </a:rPr>
              <a:t>）基于</a:t>
            </a:r>
            <a:r>
              <a:rPr lang="en-US" altLang="zh-CN" sz="2800">
                <a:solidFill>
                  <a:srgbClr val="0000CC"/>
                </a:solidFill>
                <a:ea typeface="宋体" panose="02010600030101010101" pitchFamily="2" charset="-122"/>
              </a:rPr>
              <a:t>RSA</a:t>
            </a:r>
            <a:r>
              <a:rPr lang="zh-CN" altLang="en-US" sz="2800">
                <a:solidFill>
                  <a:srgbClr val="0000CC"/>
                </a:solidFill>
                <a:ea typeface="宋体" panose="02010600030101010101" pitchFamily="2" charset="-122"/>
              </a:rPr>
              <a:t>的数字签名抗抵赖机制</a:t>
            </a:r>
          </a:p>
        </p:txBody>
      </p:sp>
      <p:sp>
        <p:nvSpPr>
          <p:cNvPr id="20483" name="内容占位符 2">
            <a:extLst>
              <a:ext uri="{FF2B5EF4-FFF2-40B4-BE49-F238E27FC236}">
                <a16:creationId xmlns:a16="http://schemas.microsoft.com/office/drawing/2014/main" id="{8FBA7D6F-AC86-0A4C-9C9F-2B7D90FF5A7E}"/>
              </a:ext>
            </a:extLst>
          </p:cNvPr>
          <p:cNvSpPr>
            <a:spLocks noGrp="1" noChangeArrowheads="1"/>
          </p:cNvSpPr>
          <p:nvPr>
            <p:ph idx="1"/>
          </p:nvPr>
        </p:nvSpPr>
        <p:spPr>
          <a:xfrm>
            <a:off x="457200" y="1600200"/>
            <a:ext cx="8229600" cy="3962400"/>
          </a:xfrm>
        </p:spPr>
        <p:txBody>
          <a:bodyPr vert="horz" wrap="square" lIns="91440" tIns="45720" rIns="91440" bIns="45720" numCol="1" anchor="t" anchorCtr="0" compatLnSpc="1">
            <a:prstTxWarp prst="textNoShape">
              <a:avLst/>
            </a:prstTxWarp>
          </a:bodyPr>
          <a:lstStyle/>
          <a:p>
            <a:pPr>
              <a:lnSpc>
                <a:spcPct val="150000"/>
              </a:lnSpc>
              <a:buClrTx/>
              <a:buFont typeface="Wingdings" pitchFamily="2" charset="2"/>
              <a:buChar char="u"/>
              <a:defRPr/>
            </a:pPr>
            <a:r>
              <a:rPr lang="zh-CN" altLang="en-US" sz="2400">
                <a:solidFill>
                  <a:schemeClr val="bg2"/>
                </a:solidFill>
                <a:latin typeface="Times New Roman" panose="02020603050405020304" pitchFamily="18" charset="0"/>
                <a:ea typeface="黑体" panose="02010609060101010101" pitchFamily="49" charset="-122"/>
              </a:rPr>
              <a:t>步骤</a:t>
            </a:r>
            <a:r>
              <a:rPr lang="en-US" altLang="zh-CN" sz="2400">
                <a:solidFill>
                  <a:schemeClr val="bg2"/>
                </a:solidFill>
                <a:latin typeface="Times New Roman" panose="02020603050405020304" pitchFamily="18" charset="0"/>
                <a:ea typeface="黑体" panose="02010609060101010101" pitchFamily="49" charset="-122"/>
              </a:rPr>
              <a:t>1</a:t>
            </a:r>
            <a:r>
              <a:rPr lang="zh-CN" altLang="en-US" sz="2400">
                <a:solidFill>
                  <a:schemeClr val="bg2"/>
                </a:solidFill>
                <a:latin typeface="Times New Roman" panose="02020603050405020304" pitchFamily="18" charset="0"/>
                <a:ea typeface="黑体" panose="02010609060101010101" pitchFamily="49" charset="-122"/>
              </a:rPr>
              <a:t>：</a:t>
            </a:r>
            <a:r>
              <a:rPr lang="en-US" altLang="zh-CN" sz="2400">
                <a:solidFill>
                  <a:schemeClr val="bg2"/>
                </a:solidFill>
                <a:latin typeface="Times New Roman" panose="02020603050405020304" pitchFamily="18" charset="0"/>
                <a:ea typeface="黑体" panose="02010609060101010101" pitchFamily="49" charset="-122"/>
              </a:rPr>
              <a:t>A</a:t>
            </a:r>
            <a:r>
              <a:rPr lang="zh-CN" altLang="en-US" sz="2400">
                <a:solidFill>
                  <a:schemeClr val="bg2"/>
                </a:solidFill>
                <a:latin typeface="Times New Roman" panose="02020603050405020304" pitchFamily="18" charset="0"/>
                <a:ea typeface="黑体" panose="02010609060101010101" pitchFamily="49" charset="-122"/>
              </a:rPr>
              <a:t>用自己的私钥签名消息</a:t>
            </a:r>
            <a:r>
              <a:rPr lang="en-US" altLang="zh-CN" sz="2400">
                <a:solidFill>
                  <a:schemeClr val="bg2"/>
                </a:solidFill>
                <a:latin typeface="Times New Roman" panose="02020603050405020304" pitchFamily="18" charset="0"/>
                <a:ea typeface="黑体" panose="02010609060101010101" pitchFamily="49" charset="-122"/>
              </a:rPr>
              <a:t>M</a:t>
            </a:r>
            <a:r>
              <a:rPr lang="zh-CN" altLang="en-US" sz="2400">
                <a:solidFill>
                  <a:schemeClr val="bg2"/>
                </a:solidFill>
                <a:latin typeface="Times New Roman" panose="02020603050405020304" pitchFamily="18" charset="0"/>
                <a:ea typeface="黑体" panose="02010609060101010101" pitchFamily="49" charset="-122"/>
              </a:rPr>
              <a:t>，用</a:t>
            </a:r>
            <a:r>
              <a:rPr lang="en-US" altLang="zh-CN" sz="2400">
                <a:solidFill>
                  <a:schemeClr val="bg2"/>
                </a:solidFill>
                <a:latin typeface="Times New Roman" panose="02020603050405020304" pitchFamily="18" charset="0"/>
                <a:ea typeface="黑体" panose="02010609060101010101" pitchFamily="49" charset="-122"/>
              </a:rPr>
              <a:t>E</a:t>
            </a:r>
            <a:r>
              <a:rPr lang="en-US" altLang="zh-CN" sz="2400" baseline="-25000">
                <a:solidFill>
                  <a:schemeClr val="bg2"/>
                </a:solidFill>
                <a:latin typeface="Times New Roman" panose="02020603050405020304" pitchFamily="18" charset="0"/>
                <a:ea typeface="黑体" panose="02010609060101010101" pitchFamily="49" charset="-122"/>
              </a:rPr>
              <a:t>A</a:t>
            </a:r>
            <a:r>
              <a:rPr lang="zh-CN" altLang="en-US" sz="2400" baseline="-25000">
                <a:solidFill>
                  <a:schemeClr val="bg2"/>
                </a:solidFill>
                <a:latin typeface="Times New Roman" panose="02020603050405020304" pitchFamily="18" charset="0"/>
                <a:ea typeface="黑体" panose="02010609060101010101" pitchFamily="49" charset="-122"/>
              </a:rPr>
              <a:t>私</a:t>
            </a:r>
            <a:r>
              <a:rPr lang="en-US" altLang="zh-CN" sz="2400">
                <a:solidFill>
                  <a:schemeClr val="bg2"/>
                </a:solidFill>
                <a:latin typeface="Times New Roman" panose="02020603050405020304" pitchFamily="18" charset="0"/>
                <a:ea typeface="黑体" panose="02010609060101010101" pitchFamily="49" charset="-122"/>
              </a:rPr>
              <a:t>(M</a:t>
            </a:r>
            <a:r>
              <a:rPr lang="zh-CN" altLang="en-US" sz="2400">
                <a:solidFill>
                  <a:schemeClr val="bg2"/>
                </a:solidFill>
                <a:latin typeface="Times New Roman" panose="02020603050405020304" pitchFamily="18" charset="0"/>
                <a:ea typeface="黑体" panose="02010609060101010101" pitchFamily="49" charset="-122"/>
              </a:rPr>
              <a:t>）表示；</a:t>
            </a:r>
          </a:p>
          <a:p>
            <a:pPr>
              <a:lnSpc>
                <a:spcPct val="150000"/>
              </a:lnSpc>
              <a:buClrTx/>
              <a:buFont typeface="Wingdings" pitchFamily="2" charset="2"/>
              <a:buChar char="u"/>
              <a:defRPr/>
            </a:pPr>
            <a:r>
              <a:rPr lang="zh-CN" altLang="en-US" sz="2400">
                <a:solidFill>
                  <a:schemeClr val="bg2"/>
                </a:solidFill>
                <a:latin typeface="Times New Roman" panose="02020603050405020304" pitchFamily="18" charset="0"/>
                <a:ea typeface="黑体" panose="02010609060101010101" pitchFamily="49" charset="-122"/>
              </a:rPr>
              <a:t>步骤</a:t>
            </a:r>
            <a:r>
              <a:rPr lang="en-US" altLang="zh-CN" sz="2400">
                <a:solidFill>
                  <a:schemeClr val="bg2"/>
                </a:solidFill>
                <a:latin typeface="Times New Roman" panose="02020603050405020304" pitchFamily="18" charset="0"/>
                <a:ea typeface="黑体" panose="02010609060101010101" pitchFamily="49" charset="-122"/>
              </a:rPr>
              <a:t>2</a:t>
            </a:r>
            <a:r>
              <a:rPr lang="zh-CN" altLang="en-US" sz="2400">
                <a:solidFill>
                  <a:schemeClr val="bg2"/>
                </a:solidFill>
                <a:latin typeface="Times New Roman" panose="02020603050405020304" pitchFamily="18" charset="0"/>
                <a:ea typeface="黑体" panose="02010609060101010101" pitchFamily="49" charset="-122"/>
              </a:rPr>
              <a:t>：</a:t>
            </a:r>
            <a:r>
              <a:rPr lang="en-US" altLang="zh-CN" sz="2400">
                <a:solidFill>
                  <a:schemeClr val="bg2"/>
                </a:solidFill>
                <a:latin typeface="Times New Roman" panose="02020603050405020304" pitchFamily="18" charset="0"/>
                <a:ea typeface="黑体" panose="02010609060101010101" pitchFamily="49" charset="-122"/>
              </a:rPr>
              <a:t>A</a:t>
            </a:r>
            <a:r>
              <a:rPr lang="zh-CN" altLang="en-US" sz="2400">
                <a:solidFill>
                  <a:schemeClr val="bg2"/>
                </a:solidFill>
                <a:latin typeface="Times New Roman" panose="02020603050405020304" pitchFamily="18" charset="0"/>
                <a:ea typeface="黑体" panose="02010609060101010101" pitchFamily="49" charset="-122"/>
              </a:rPr>
              <a:t>把签名的消息发送给</a:t>
            </a:r>
            <a:r>
              <a:rPr lang="en-US" altLang="zh-CN" sz="2400">
                <a:solidFill>
                  <a:schemeClr val="bg2"/>
                </a:solidFill>
                <a:latin typeface="Times New Roman" panose="02020603050405020304" pitchFamily="18" charset="0"/>
                <a:ea typeface="黑体" panose="02010609060101010101" pitchFamily="49" charset="-122"/>
              </a:rPr>
              <a:t>B</a:t>
            </a:r>
            <a:r>
              <a:rPr lang="zh-CN" altLang="en-US" sz="2400">
                <a:solidFill>
                  <a:schemeClr val="bg2"/>
                </a:solidFill>
                <a:latin typeface="Times New Roman" panose="02020603050405020304" pitchFamily="18" charset="0"/>
                <a:ea typeface="黑体" panose="02010609060101010101" pitchFamily="49" charset="-122"/>
              </a:rPr>
              <a:t>；</a:t>
            </a:r>
          </a:p>
          <a:p>
            <a:pPr>
              <a:lnSpc>
                <a:spcPct val="150000"/>
              </a:lnSpc>
              <a:buClrTx/>
              <a:buFont typeface="Wingdings" pitchFamily="2" charset="2"/>
              <a:buChar char="u"/>
              <a:defRPr/>
            </a:pPr>
            <a:r>
              <a:rPr lang="zh-CN" altLang="en-US" sz="2400">
                <a:solidFill>
                  <a:schemeClr val="bg2"/>
                </a:solidFill>
                <a:latin typeface="Times New Roman" panose="02020603050405020304" pitchFamily="18" charset="0"/>
                <a:ea typeface="黑体" panose="02010609060101010101" pitchFamily="49" charset="-122"/>
              </a:rPr>
              <a:t>步骤</a:t>
            </a:r>
            <a:r>
              <a:rPr lang="en-US" altLang="zh-CN" sz="2400">
                <a:solidFill>
                  <a:schemeClr val="bg2"/>
                </a:solidFill>
                <a:latin typeface="Times New Roman" panose="02020603050405020304" pitchFamily="18" charset="0"/>
                <a:ea typeface="黑体" panose="02010609060101010101" pitchFamily="49" charset="-122"/>
              </a:rPr>
              <a:t>3</a:t>
            </a:r>
            <a:r>
              <a:rPr lang="zh-CN" altLang="en-US" sz="2400">
                <a:solidFill>
                  <a:schemeClr val="bg2"/>
                </a:solidFill>
                <a:latin typeface="Times New Roman" panose="02020603050405020304" pitchFamily="18" charset="0"/>
                <a:ea typeface="黑体" panose="02010609060101010101" pitchFamily="49" charset="-122"/>
              </a:rPr>
              <a:t>：</a:t>
            </a:r>
            <a:r>
              <a:rPr lang="en-US" altLang="zh-CN" sz="2400">
                <a:solidFill>
                  <a:schemeClr val="bg2"/>
                </a:solidFill>
                <a:latin typeface="Times New Roman" panose="02020603050405020304" pitchFamily="18" charset="0"/>
                <a:ea typeface="黑体" panose="02010609060101010101" pitchFamily="49" charset="-122"/>
              </a:rPr>
              <a:t>B</a:t>
            </a:r>
            <a:r>
              <a:rPr lang="zh-CN" altLang="en-US" sz="2400">
                <a:solidFill>
                  <a:schemeClr val="bg2"/>
                </a:solidFill>
                <a:latin typeface="Times New Roman" panose="02020603050405020304" pitchFamily="18" charset="0"/>
                <a:ea typeface="黑体" panose="02010609060101010101" pitchFamily="49" charset="-122"/>
              </a:rPr>
              <a:t>接收到签名的消息后用</a:t>
            </a:r>
            <a:r>
              <a:rPr lang="en-US" altLang="zh-CN" sz="2400">
                <a:solidFill>
                  <a:schemeClr val="bg2"/>
                </a:solidFill>
                <a:latin typeface="Times New Roman" panose="02020603050405020304" pitchFamily="18" charset="0"/>
                <a:ea typeface="黑体" panose="02010609060101010101" pitchFamily="49" charset="-122"/>
              </a:rPr>
              <a:t>A</a:t>
            </a:r>
            <a:r>
              <a:rPr lang="zh-CN" altLang="en-US" sz="2400">
                <a:solidFill>
                  <a:schemeClr val="bg2"/>
                </a:solidFill>
                <a:latin typeface="Times New Roman" panose="02020603050405020304" pitchFamily="18" charset="0"/>
                <a:ea typeface="黑体" panose="02010609060101010101" pitchFamily="49" charset="-122"/>
              </a:rPr>
              <a:t>的公钥验证，用公式</a:t>
            </a:r>
            <a:r>
              <a:rPr lang="en-US" altLang="zh-CN" sz="2400">
                <a:solidFill>
                  <a:schemeClr val="bg2"/>
                </a:solidFill>
                <a:latin typeface="Times New Roman" panose="02020603050405020304" pitchFamily="18" charset="0"/>
                <a:ea typeface="黑体" panose="02010609060101010101" pitchFamily="49" charset="-122"/>
              </a:rPr>
              <a:t>D</a:t>
            </a:r>
            <a:r>
              <a:rPr lang="en-US" altLang="zh-CN" sz="2400" baseline="-25000">
                <a:solidFill>
                  <a:schemeClr val="bg2"/>
                </a:solidFill>
                <a:latin typeface="Times New Roman" panose="02020603050405020304" pitchFamily="18" charset="0"/>
                <a:ea typeface="黑体" panose="02010609060101010101" pitchFamily="49" charset="-122"/>
              </a:rPr>
              <a:t>A</a:t>
            </a:r>
            <a:r>
              <a:rPr lang="zh-CN" altLang="en-US" sz="2400" baseline="-25000">
                <a:solidFill>
                  <a:schemeClr val="bg2"/>
                </a:solidFill>
                <a:latin typeface="Times New Roman" panose="02020603050405020304" pitchFamily="18" charset="0"/>
                <a:ea typeface="黑体" panose="02010609060101010101" pitchFamily="49" charset="-122"/>
              </a:rPr>
              <a:t>公</a:t>
            </a:r>
            <a:r>
              <a:rPr lang="en-US" altLang="zh-CN" sz="2400">
                <a:solidFill>
                  <a:schemeClr val="bg2"/>
                </a:solidFill>
                <a:latin typeface="Times New Roman" panose="02020603050405020304" pitchFamily="18" charset="0"/>
                <a:ea typeface="黑体" panose="02010609060101010101" pitchFamily="49" charset="-122"/>
              </a:rPr>
              <a:t>(E</a:t>
            </a:r>
            <a:r>
              <a:rPr lang="en-US" altLang="zh-CN" sz="2400" baseline="-25000">
                <a:solidFill>
                  <a:schemeClr val="bg2"/>
                </a:solidFill>
                <a:latin typeface="Times New Roman" panose="02020603050405020304" pitchFamily="18" charset="0"/>
                <a:ea typeface="黑体" panose="02010609060101010101" pitchFamily="49" charset="-122"/>
              </a:rPr>
              <a:t>A</a:t>
            </a:r>
            <a:r>
              <a:rPr lang="zh-CN" altLang="en-US" sz="2400" baseline="-25000">
                <a:solidFill>
                  <a:schemeClr val="bg2"/>
                </a:solidFill>
                <a:latin typeface="Times New Roman" panose="02020603050405020304" pitchFamily="18" charset="0"/>
                <a:ea typeface="黑体" panose="02010609060101010101" pitchFamily="49" charset="-122"/>
              </a:rPr>
              <a:t>私</a:t>
            </a:r>
            <a:r>
              <a:rPr lang="en-US" altLang="zh-CN" sz="2400">
                <a:solidFill>
                  <a:schemeClr val="bg2"/>
                </a:solidFill>
                <a:latin typeface="Times New Roman" panose="02020603050405020304" pitchFamily="18" charset="0"/>
                <a:ea typeface="黑体" panose="02010609060101010101" pitchFamily="49" charset="-122"/>
              </a:rPr>
              <a:t>(M</a:t>
            </a:r>
            <a:r>
              <a:rPr lang="zh-CN" altLang="en-US" sz="2400">
                <a:solidFill>
                  <a:schemeClr val="bg2"/>
                </a:solidFill>
                <a:latin typeface="Times New Roman" panose="02020603050405020304" pitchFamily="18" charset="0"/>
                <a:ea typeface="黑体" panose="02010609060101010101" pitchFamily="49" charset="-122"/>
              </a:rPr>
              <a:t>）</a:t>
            </a:r>
            <a:r>
              <a:rPr lang="en-US" altLang="zh-CN" sz="2400">
                <a:solidFill>
                  <a:schemeClr val="bg2"/>
                </a:solidFill>
                <a:latin typeface="Times New Roman" panose="02020603050405020304" pitchFamily="18" charset="0"/>
                <a:ea typeface="黑体" panose="02010609060101010101" pitchFamily="49" charset="-122"/>
              </a:rPr>
              <a:t>)</a:t>
            </a:r>
            <a:r>
              <a:rPr lang="zh-CN" altLang="en-US" sz="2400">
                <a:solidFill>
                  <a:schemeClr val="bg2"/>
                </a:solidFill>
                <a:latin typeface="Times New Roman" panose="02020603050405020304" pitchFamily="18" charset="0"/>
                <a:ea typeface="黑体" panose="02010609060101010101" pitchFamily="49" charset="-122"/>
              </a:rPr>
              <a:t>表示；</a:t>
            </a:r>
          </a:p>
          <a:p>
            <a:pPr>
              <a:lnSpc>
                <a:spcPct val="150000"/>
              </a:lnSpc>
              <a:buClrTx/>
              <a:buFont typeface="Wingdings" pitchFamily="2" charset="2"/>
              <a:buChar char="u"/>
              <a:defRPr/>
            </a:pPr>
            <a:r>
              <a:rPr lang="zh-CN" altLang="en-US" sz="2400">
                <a:solidFill>
                  <a:schemeClr val="bg2"/>
                </a:solidFill>
                <a:latin typeface="Times New Roman" panose="02020603050405020304" pitchFamily="18" charset="0"/>
                <a:ea typeface="黑体" panose="02010609060101010101" pitchFamily="49" charset="-122"/>
              </a:rPr>
              <a:t>步骤</a:t>
            </a:r>
            <a:r>
              <a:rPr lang="en-US" altLang="zh-CN" sz="2400">
                <a:solidFill>
                  <a:schemeClr val="bg2"/>
                </a:solidFill>
                <a:latin typeface="Times New Roman" panose="02020603050405020304" pitchFamily="18" charset="0"/>
                <a:ea typeface="黑体" panose="02010609060101010101" pitchFamily="49" charset="-122"/>
              </a:rPr>
              <a:t>4</a:t>
            </a:r>
            <a:r>
              <a:rPr lang="zh-CN" altLang="en-US" sz="2400">
                <a:solidFill>
                  <a:schemeClr val="bg2"/>
                </a:solidFill>
                <a:latin typeface="Times New Roman" panose="02020603050405020304" pitchFamily="18" charset="0"/>
                <a:ea typeface="黑体" panose="02010609060101010101" pitchFamily="49" charset="-122"/>
              </a:rPr>
              <a:t>：</a:t>
            </a:r>
            <a:r>
              <a:rPr lang="en-US" altLang="zh-CN" sz="2400">
                <a:solidFill>
                  <a:schemeClr val="bg2"/>
                </a:solidFill>
                <a:latin typeface="Times New Roman" panose="02020603050405020304" pitchFamily="18" charset="0"/>
                <a:ea typeface="黑体" panose="02010609060101010101" pitchFamily="49" charset="-122"/>
              </a:rPr>
              <a:t>B</a:t>
            </a:r>
            <a:r>
              <a:rPr lang="zh-CN" altLang="en-US" sz="2400">
                <a:solidFill>
                  <a:schemeClr val="bg2"/>
                </a:solidFill>
                <a:latin typeface="Times New Roman" panose="02020603050405020304" pitchFamily="18" charset="0"/>
                <a:ea typeface="黑体" panose="02010609060101010101" pitchFamily="49" charset="-122"/>
              </a:rPr>
              <a:t>如果验证成功，表示消息</a:t>
            </a:r>
            <a:r>
              <a:rPr lang="en-US" altLang="zh-CN" sz="2400">
                <a:solidFill>
                  <a:schemeClr val="bg2"/>
                </a:solidFill>
                <a:latin typeface="Times New Roman" panose="02020603050405020304" pitchFamily="18" charset="0"/>
                <a:ea typeface="黑体" panose="02010609060101010101" pitchFamily="49" charset="-122"/>
              </a:rPr>
              <a:t>M</a:t>
            </a:r>
            <a:r>
              <a:rPr lang="zh-CN" altLang="en-US" sz="2400">
                <a:solidFill>
                  <a:schemeClr val="bg2"/>
                </a:solidFill>
                <a:latin typeface="Times New Roman" panose="02020603050405020304" pitchFamily="18" charset="0"/>
                <a:ea typeface="黑体" panose="02010609060101010101" pitchFamily="49" charset="-122"/>
              </a:rPr>
              <a:t>一定是</a:t>
            </a:r>
            <a:r>
              <a:rPr lang="en-US" altLang="zh-CN" sz="2400">
                <a:solidFill>
                  <a:schemeClr val="bg2"/>
                </a:solidFill>
                <a:latin typeface="Times New Roman" panose="02020603050405020304" pitchFamily="18" charset="0"/>
                <a:ea typeface="黑体" panose="02010609060101010101" pitchFamily="49" charset="-122"/>
              </a:rPr>
              <a:t>A</a:t>
            </a:r>
            <a:r>
              <a:rPr lang="zh-CN" altLang="en-US" sz="2400">
                <a:solidFill>
                  <a:schemeClr val="bg2"/>
                </a:solidFill>
                <a:latin typeface="Times New Roman" panose="02020603050405020304" pitchFamily="18" charset="0"/>
                <a:ea typeface="黑体" panose="02010609060101010101" pitchFamily="49" charset="-122"/>
              </a:rPr>
              <a:t>发送的，起到了数字签名的作用</a:t>
            </a:r>
            <a:r>
              <a:rPr lang="zh-CN" altLang="en-US">
                <a:solidFill>
                  <a:schemeClr val="bg2"/>
                </a:solidFill>
                <a:latin typeface="Times New Roman" panose="02020603050405020304" pitchFamily="18" charset="0"/>
                <a:ea typeface="黑体" panose="02010609060101010101" pitchFamily="49" charset="-122"/>
              </a:rPr>
              <a:t>；</a:t>
            </a:r>
          </a:p>
        </p:txBody>
      </p:sp>
    </p:spTree>
  </p:cSld>
  <p:clrMapOvr>
    <a:masterClrMapping/>
  </p:clrMapOvr>
  <p:transition spd="slow"/>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a:extLst>
              <a:ext uri="{FF2B5EF4-FFF2-40B4-BE49-F238E27FC236}">
                <a16:creationId xmlns:a16="http://schemas.microsoft.com/office/drawing/2014/main" id="{A8FCB063-30E2-5D43-B0BE-CB709A9CDEC1}"/>
              </a:ext>
            </a:extLst>
          </p:cNvPr>
          <p:cNvSpPr>
            <a:spLocks noGrp="1" noChangeArrowheads="1"/>
          </p:cNvSpPr>
          <p:nvPr>
            <p:ph type="title"/>
          </p:nvPr>
        </p:nvSpPr>
        <p:spPr>
          <a:xfrm>
            <a:off x="436563" y="838200"/>
            <a:ext cx="8229600" cy="563563"/>
          </a:xfrm>
        </p:spPr>
        <p:txBody>
          <a:bodyPr vert="horz" wrap="square" lIns="91440" tIns="45720" rIns="91440" bIns="45720" numCol="1" anchor="t" anchorCtr="0" compatLnSpc="1">
            <a:prstTxWarp prst="textNoShape">
              <a:avLst/>
            </a:prstTxWarp>
          </a:bodyPr>
          <a:lstStyle/>
          <a:p>
            <a:pPr>
              <a:defRPr/>
            </a:pPr>
            <a:r>
              <a:rPr lang="zh-CN" altLang="en-US" sz="2800">
                <a:solidFill>
                  <a:srgbClr val="0000CC"/>
                </a:solidFill>
                <a:ea typeface="宋体" panose="02010600030101010101" pitchFamily="2" charset="-122"/>
              </a:rPr>
              <a:t>对</a:t>
            </a:r>
            <a:r>
              <a:rPr lang="en-US" altLang="zh-CN" sz="2800">
                <a:solidFill>
                  <a:srgbClr val="0000CC"/>
                </a:solidFill>
                <a:ea typeface="宋体" panose="02010600030101010101" pitchFamily="2" charset="-122"/>
              </a:rPr>
              <a:t>A</a:t>
            </a:r>
            <a:r>
              <a:rPr lang="zh-CN" altLang="en-US" sz="2800">
                <a:solidFill>
                  <a:srgbClr val="0000CC"/>
                </a:solidFill>
                <a:ea typeface="宋体" panose="02010600030101010101" pitchFamily="2" charset="-122"/>
              </a:rPr>
              <a:t>的抵赖反驳</a:t>
            </a:r>
          </a:p>
        </p:txBody>
      </p:sp>
      <p:sp>
        <p:nvSpPr>
          <p:cNvPr id="21507" name="内容占位符 2">
            <a:extLst>
              <a:ext uri="{FF2B5EF4-FFF2-40B4-BE49-F238E27FC236}">
                <a16:creationId xmlns:a16="http://schemas.microsoft.com/office/drawing/2014/main" id="{F21BA39C-EBC2-9444-B1EB-FC64A4739849}"/>
              </a:ext>
            </a:extLst>
          </p:cNvPr>
          <p:cNvSpPr>
            <a:spLocks noGrp="1" noChangeArrowheads="1"/>
          </p:cNvSpPr>
          <p:nvPr>
            <p:ph idx="1"/>
          </p:nvPr>
        </p:nvSpPr>
        <p:spPr>
          <a:xfrm>
            <a:off x="457200" y="1600200"/>
            <a:ext cx="8153400" cy="2514600"/>
          </a:xfrm>
        </p:spPr>
        <p:txBody>
          <a:bodyPr vert="horz" wrap="square" lIns="91440" tIns="45720" rIns="91440" bIns="45720" numCol="1" anchor="t" anchorCtr="0" compatLnSpc="1">
            <a:prstTxWarp prst="textNoShape">
              <a:avLst/>
            </a:prstTxWarp>
          </a:bodyPr>
          <a:lstStyle/>
          <a:p>
            <a:pPr marL="0" indent="0">
              <a:lnSpc>
                <a:spcPts val="3200"/>
              </a:lnSpc>
              <a:buClrTx/>
              <a:buFont typeface="Wingdings" pitchFamily="2" charset="2"/>
              <a:buNone/>
              <a:defRPr/>
            </a:pPr>
            <a:r>
              <a:rPr lang="zh-CN" altLang="en-US" sz="2400">
                <a:solidFill>
                  <a:schemeClr val="bg2"/>
                </a:solidFill>
                <a:latin typeface="Times New Roman" panose="02020603050405020304" pitchFamily="18" charset="0"/>
                <a:ea typeface="黑体" panose="02010609060101010101" pitchFamily="49" charset="-122"/>
              </a:rPr>
              <a:t>如果</a:t>
            </a:r>
            <a:r>
              <a:rPr lang="en-US" altLang="zh-CN" sz="2400">
                <a:solidFill>
                  <a:schemeClr val="bg2"/>
                </a:solidFill>
                <a:latin typeface="Times New Roman" panose="02020603050405020304" pitchFamily="18" charset="0"/>
                <a:ea typeface="黑体" panose="02010609060101010101" pitchFamily="49" charset="-122"/>
              </a:rPr>
              <a:t>A</a:t>
            </a:r>
            <a:r>
              <a:rPr lang="zh-CN" altLang="en-US" sz="2400">
                <a:solidFill>
                  <a:schemeClr val="bg2"/>
                </a:solidFill>
                <a:latin typeface="Times New Roman" panose="02020603050405020304" pitchFamily="18" charset="0"/>
                <a:ea typeface="黑体" panose="02010609060101010101" pitchFamily="49" charset="-122"/>
              </a:rPr>
              <a:t>抵赖，</a:t>
            </a:r>
            <a:r>
              <a:rPr lang="en-US" altLang="zh-CN" sz="2400">
                <a:solidFill>
                  <a:schemeClr val="bg2"/>
                </a:solidFill>
                <a:latin typeface="Times New Roman" panose="02020603050405020304" pitchFamily="18" charset="0"/>
                <a:ea typeface="黑体" panose="02010609060101010101" pitchFamily="49" charset="-122"/>
              </a:rPr>
              <a:t>B</a:t>
            </a:r>
            <a:r>
              <a:rPr lang="zh-CN" altLang="en-US" sz="2400">
                <a:solidFill>
                  <a:schemeClr val="bg2"/>
                </a:solidFill>
                <a:latin typeface="Times New Roman" panose="02020603050405020304" pitchFamily="18" charset="0"/>
                <a:ea typeface="黑体" panose="02010609060101010101" pitchFamily="49" charset="-122"/>
              </a:rPr>
              <a:t>将从</a:t>
            </a:r>
            <a:r>
              <a:rPr lang="en-US" altLang="zh-CN" sz="2400">
                <a:solidFill>
                  <a:schemeClr val="bg2"/>
                </a:solidFill>
                <a:latin typeface="Times New Roman" panose="02020603050405020304" pitchFamily="18" charset="0"/>
                <a:ea typeface="黑体" panose="02010609060101010101" pitchFamily="49" charset="-122"/>
              </a:rPr>
              <a:t>A</a:t>
            </a:r>
            <a:r>
              <a:rPr lang="zh-CN" altLang="en-US" sz="2400">
                <a:solidFill>
                  <a:schemeClr val="bg2"/>
                </a:solidFill>
                <a:latin typeface="Times New Roman" panose="02020603050405020304" pitchFamily="18" charset="0"/>
                <a:ea typeface="黑体" panose="02010609060101010101" pitchFamily="49" charset="-122"/>
              </a:rPr>
              <a:t>收到的信息</a:t>
            </a:r>
            <a:r>
              <a:rPr lang="en-US" altLang="zh-CN" sz="2400">
                <a:solidFill>
                  <a:schemeClr val="bg2"/>
                </a:solidFill>
                <a:latin typeface="Times New Roman" panose="02020603050405020304" pitchFamily="18" charset="0"/>
                <a:ea typeface="黑体" panose="02010609060101010101" pitchFamily="49" charset="-122"/>
              </a:rPr>
              <a:t>EA</a:t>
            </a:r>
            <a:r>
              <a:rPr lang="zh-CN" altLang="en-US" sz="2400">
                <a:solidFill>
                  <a:schemeClr val="bg2"/>
                </a:solidFill>
                <a:latin typeface="Times New Roman" panose="02020603050405020304" pitchFamily="18" charset="0"/>
                <a:ea typeface="黑体" panose="02010609060101010101" pitchFamily="49" charset="-122"/>
              </a:rPr>
              <a:t>私</a:t>
            </a:r>
            <a:r>
              <a:rPr lang="en-US" altLang="zh-CN" sz="2400">
                <a:solidFill>
                  <a:schemeClr val="bg2"/>
                </a:solidFill>
                <a:latin typeface="Times New Roman" panose="02020603050405020304" pitchFamily="18" charset="0"/>
                <a:ea typeface="黑体" panose="02010609060101010101" pitchFamily="49" charset="-122"/>
              </a:rPr>
              <a:t>(M</a:t>
            </a:r>
            <a:r>
              <a:rPr lang="zh-CN" altLang="en-US" sz="2400">
                <a:solidFill>
                  <a:schemeClr val="bg2"/>
                </a:solidFill>
                <a:latin typeface="Times New Roman" panose="02020603050405020304" pitchFamily="18" charset="0"/>
                <a:ea typeface="黑体" panose="02010609060101010101" pitchFamily="49" charset="-122"/>
              </a:rPr>
              <a:t>）交给仲裁者，仲裁者和</a:t>
            </a:r>
            <a:r>
              <a:rPr lang="en-US" altLang="zh-CN" sz="2400">
                <a:solidFill>
                  <a:schemeClr val="bg2"/>
                </a:solidFill>
                <a:latin typeface="Times New Roman" panose="02020603050405020304" pitchFamily="18" charset="0"/>
                <a:ea typeface="黑体" panose="02010609060101010101" pitchFamily="49" charset="-122"/>
              </a:rPr>
              <a:t>B</a:t>
            </a:r>
            <a:r>
              <a:rPr lang="zh-CN" altLang="en-US" sz="2400">
                <a:solidFill>
                  <a:schemeClr val="bg2"/>
                </a:solidFill>
                <a:latin typeface="Times New Roman" panose="02020603050405020304" pitchFamily="18" charset="0"/>
                <a:ea typeface="黑体" panose="02010609060101010101" pitchFamily="49" charset="-122"/>
              </a:rPr>
              <a:t>一样用</a:t>
            </a:r>
            <a:r>
              <a:rPr lang="en-US" altLang="zh-CN" sz="2400">
                <a:solidFill>
                  <a:schemeClr val="bg2"/>
                </a:solidFill>
                <a:latin typeface="Times New Roman" panose="02020603050405020304" pitchFamily="18" charset="0"/>
                <a:ea typeface="黑体" panose="02010609060101010101" pitchFamily="49" charset="-122"/>
              </a:rPr>
              <a:t>A</a:t>
            </a:r>
            <a:r>
              <a:rPr lang="zh-CN" altLang="en-US" sz="2400">
                <a:solidFill>
                  <a:schemeClr val="bg2"/>
                </a:solidFill>
                <a:latin typeface="Times New Roman" panose="02020603050405020304" pitchFamily="18" charset="0"/>
                <a:ea typeface="黑体" panose="02010609060101010101" pitchFamily="49" charset="-122"/>
              </a:rPr>
              <a:t>的公钥验证</a:t>
            </a:r>
            <a:r>
              <a:rPr lang="en-US" altLang="zh-CN" sz="2400">
                <a:solidFill>
                  <a:schemeClr val="bg2"/>
                </a:solidFill>
                <a:latin typeface="Times New Roman" panose="02020603050405020304" pitchFamily="18" charset="0"/>
                <a:ea typeface="黑体" panose="02010609060101010101" pitchFamily="49" charset="-122"/>
              </a:rPr>
              <a:t>EA</a:t>
            </a:r>
            <a:r>
              <a:rPr lang="zh-CN" altLang="en-US" sz="2400">
                <a:solidFill>
                  <a:schemeClr val="bg2"/>
                </a:solidFill>
                <a:latin typeface="Times New Roman" panose="02020603050405020304" pitchFamily="18" charset="0"/>
                <a:ea typeface="黑体" panose="02010609060101010101" pitchFamily="49" charset="-122"/>
              </a:rPr>
              <a:t>私</a:t>
            </a:r>
            <a:r>
              <a:rPr lang="en-US" altLang="zh-CN" sz="2400">
                <a:solidFill>
                  <a:schemeClr val="bg2"/>
                </a:solidFill>
                <a:latin typeface="Times New Roman" panose="02020603050405020304" pitchFamily="18" charset="0"/>
                <a:ea typeface="黑体" panose="02010609060101010101" pitchFamily="49" charset="-122"/>
              </a:rPr>
              <a:t>(M</a:t>
            </a:r>
            <a:r>
              <a:rPr lang="zh-CN" altLang="en-US" sz="2400">
                <a:solidFill>
                  <a:schemeClr val="bg2"/>
                </a:solidFill>
                <a:latin typeface="Times New Roman" panose="02020603050405020304" pitchFamily="18" charset="0"/>
                <a:ea typeface="黑体" panose="02010609060101010101" pitchFamily="49" charset="-122"/>
              </a:rPr>
              <a:t>），如果验证成功，说明</a:t>
            </a:r>
            <a:r>
              <a:rPr lang="en-US" altLang="zh-CN" sz="2400">
                <a:solidFill>
                  <a:schemeClr val="bg2"/>
                </a:solidFill>
                <a:latin typeface="Times New Roman" panose="02020603050405020304" pitchFamily="18" charset="0"/>
                <a:ea typeface="黑体" panose="02010609060101010101" pitchFamily="49" charset="-122"/>
              </a:rPr>
              <a:t>B</a:t>
            </a:r>
            <a:r>
              <a:rPr lang="zh-CN" altLang="en-US" sz="2400">
                <a:solidFill>
                  <a:schemeClr val="bg2"/>
                </a:solidFill>
                <a:latin typeface="Times New Roman" panose="02020603050405020304" pitchFamily="18" charset="0"/>
                <a:ea typeface="黑体" panose="02010609060101010101" pitchFamily="49" charset="-122"/>
              </a:rPr>
              <a:t>收到的信息一定是用</a:t>
            </a:r>
            <a:r>
              <a:rPr lang="en-US" altLang="zh-CN" sz="2400">
                <a:solidFill>
                  <a:schemeClr val="bg2"/>
                </a:solidFill>
                <a:latin typeface="Times New Roman" panose="02020603050405020304" pitchFamily="18" charset="0"/>
                <a:ea typeface="黑体" panose="02010609060101010101" pitchFamily="49" charset="-122"/>
              </a:rPr>
              <a:t>A</a:t>
            </a:r>
            <a:r>
              <a:rPr lang="zh-CN" altLang="en-US" sz="2400">
                <a:solidFill>
                  <a:schemeClr val="bg2"/>
                </a:solidFill>
                <a:latin typeface="Times New Roman" panose="02020603050405020304" pitchFamily="18" charset="0"/>
                <a:ea typeface="黑体" panose="02010609060101010101" pitchFamily="49" charset="-122"/>
              </a:rPr>
              <a:t>的私钥签名的，因为</a:t>
            </a:r>
            <a:r>
              <a:rPr lang="en-US" altLang="zh-CN" sz="2400">
                <a:solidFill>
                  <a:schemeClr val="bg2"/>
                </a:solidFill>
                <a:latin typeface="Times New Roman" panose="02020603050405020304" pitchFamily="18" charset="0"/>
                <a:ea typeface="黑体" panose="02010609060101010101" pitchFamily="49" charset="-122"/>
              </a:rPr>
              <a:t>A</a:t>
            </a:r>
            <a:r>
              <a:rPr lang="zh-CN" altLang="en-US" sz="2400">
                <a:solidFill>
                  <a:schemeClr val="bg2"/>
                </a:solidFill>
                <a:latin typeface="Times New Roman" panose="02020603050405020304" pitchFamily="18" charset="0"/>
                <a:ea typeface="黑体" panose="02010609060101010101" pitchFamily="49" charset="-122"/>
              </a:rPr>
              <a:t>的私钥只有</a:t>
            </a:r>
            <a:r>
              <a:rPr lang="en-US" altLang="zh-CN" sz="2400">
                <a:solidFill>
                  <a:schemeClr val="bg2"/>
                </a:solidFill>
                <a:latin typeface="Times New Roman" panose="02020603050405020304" pitchFamily="18" charset="0"/>
                <a:ea typeface="黑体" panose="02010609060101010101" pitchFamily="49" charset="-122"/>
              </a:rPr>
              <a:t>A</a:t>
            </a:r>
            <a:r>
              <a:rPr lang="zh-CN" altLang="en-US" sz="2400">
                <a:solidFill>
                  <a:schemeClr val="bg2"/>
                </a:solidFill>
                <a:latin typeface="Times New Roman" panose="02020603050405020304" pitchFamily="18" charset="0"/>
                <a:ea typeface="黑体" panose="02010609060101010101" pitchFamily="49" charset="-122"/>
              </a:rPr>
              <a:t>自己拥有，因此不能抵赖没有发送消息</a:t>
            </a:r>
            <a:r>
              <a:rPr lang="en-US" altLang="zh-CN" sz="2400">
                <a:solidFill>
                  <a:schemeClr val="bg2"/>
                </a:solidFill>
                <a:latin typeface="Times New Roman" panose="02020603050405020304" pitchFamily="18" charset="0"/>
                <a:ea typeface="黑体" panose="02010609060101010101" pitchFamily="49" charset="-122"/>
              </a:rPr>
              <a:t>M</a:t>
            </a:r>
            <a:r>
              <a:rPr lang="zh-CN" altLang="en-US" sz="2400">
                <a:solidFill>
                  <a:schemeClr val="bg2"/>
                </a:solidFill>
                <a:latin typeface="Times New Roman" panose="02020603050405020304" pitchFamily="18" charset="0"/>
                <a:ea typeface="黑体" panose="02010609060101010101" pitchFamily="49" charset="-122"/>
              </a:rPr>
              <a:t>，并且</a:t>
            </a:r>
            <a:r>
              <a:rPr lang="en-US" altLang="zh-CN" sz="2400">
                <a:solidFill>
                  <a:schemeClr val="bg2"/>
                </a:solidFill>
                <a:latin typeface="Times New Roman" panose="02020603050405020304" pitchFamily="18" charset="0"/>
                <a:ea typeface="黑体" panose="02010609060101010101" pitchFamily="49" charset="-122"/>
              </a:rPr>
              <a:t>A</a:t>
            </a:r>
            <a:r>
              <a:rPr lang="zh-CN" altLang="en-US" sz="2400">
                <a:solidFill>
                  <a:schemeClr val="bg2"/>
                </a:solidFill>
                <a:latin typeface="Times New Roman" panose="02020603050405020304" pitchFamily="18" charset="0"/>
                <a:ea typeface="黑体" panose="02010609060101010101" pitchFamily="49" charset="-122"/>
              </a:rPr>
              <a:t>也不能抵赖自己发送的信息不是</a:t>
            </a:r>
            <a:r>
              <a:rPr lang="en-US" altLang="zh-CN" sz="2400">
                <a:solidFill>
                  <a:schemeClr val="bg2"/>
                </a:solidFill>
                <a:latin typeface="Times New Roman" panose="02020603050405020304" pitchFamily="18" charset="0"/>
                <a:ea typeface="黑体" panose="02010609060101010101" pitchFamily="49" charset="-122"/>
              </a:rPr>
              <a:t>M</a:t>
            </a:r>
            <a:r>
              <a:rPr lang="zh-CN" altLang="en-US" sz="2400">
                <a:solidFill>
                  <a:schemeClr val="bg2"/>
                </a:solidFill>
                <a:latin typeface="Times New Roman" panose="02020603050405020304" pitchFamily="18" charset="0"/>
                <a:ea typeface="黑体" panose="02010609060101010101" pitchFamily="49" charset="-122"/>
              </a:rPr>
              <a:t>，因为信息</a:t>
            </a:r>
            <a:r>
              <a:rPr lang="en-US" altLang="zh-CN" sz="2400">
                <a:solidFill>
                  <a:schemeClr val="bg2"/>
                </a:solidFill>
                <a:latin typeface="Times New Roman" panose="02020603050405020304" pitchFamily="18" charset="0"/>
                <a:ea typeface="黑体" panose="02010609060101010101" pitchFamily="49" charset="-122"/>
              </a:rPr>
              <a:t>M</a:t>
            </a:r>
            <a:r>
              <a:rPr lang="zh-CN" altLang="en-US" sz="2400">
                <a:solidFill>
                  <a:schemeClr val="bg2"/>
                </a:solidFill>
                <a:latin typeface="Times New Roman" panose="02020603050405020304" pitchFamily="18" charset="0"/>
                <a:ea typeface="黑体" panose="02010609060101010101" pitchFamily="49" charset="-122"/>
              </a:rPr>
              <a:t>中途如果被攻击者篡改，由于篡改者没有</a:t>
            </a:r>
            <a:r>
              <a:rPr lang="en-US" altLang="zh-CN" sz="2400">
                <a:solidFill>
                  <a:schemeClr val="bg2"/>
                </a:solidFill>
                <a:latin typeface="Times New Roman" panose="02020603050405020304" pitchFamily="18" charset="0"/>
                <a:ea typeface="黑体" panose="02010609060101010101" pitchFamily="49" charset="-122"/>
              </a:rPr>
              <a:t>A </a:t>
            </a:r>
            <a:r>
              <a:rPr lang="zh-CN" altLang="en-US" sz="2400">
                <a:solidFill>
                  <a:schemeClr val="bg2"/>
                </a:solidFill>
                <a:latin typeface="Times New Roman" panose="02020603050405020304" pitchFamily="18" charset="0"/>
                <a:ea typeface="黑体" panose="02010609060101010101" pitchFamily="49" charset="-122"/>
              </a:rPr>
              <a:t>的私钥，因此不能再用</a:t>
            </a:r>
            <a:r>
              <a:rPr lang="en-US" altLang="zh-CN" sz="2400">
                <a:solidFill>
                  <a:schemeClr val="bg2"/>
                </a:solidFill>
                <a:latin typeface="Times New Roman" panose="02020603050405020304" pitchFamily="18" charset="0"/>
                <a:ea typeface="黑体" panose="02010609060101010101" pitchFamily="49" charset="-122"/>
              </a:rPr>
              <a:t>A</a:t>
            </a:r>
            <a:r>
              <a:rPr lang="zh-CN" altLang="en-US" sz="2400">
                <a:solidFill>
                  <a:schemeClr val="bg2"/>
                </a:solidFill>
                <a:latin typeface="Times New Roman" panose="02020603050405020304" pitchFamily="18" charset="0"/>
                <a:ea typeface="黑体" panose="02010609060101010101" pitchFamily="49" charset="-122"/>
              </a:rPr>
              <a:t>是私钥重新签名，接收方也不能用</a:t>
            </a:r>
            <a:r>
              <a:rPr lang="en-US" altLang="zh-CN" sz="2400">
                <a:solidFill>
                  <a:schemeClr val="bg2"/>
                </a:solidFill>
                <a:latin typeface="Times New Roman" panose="02020603050405020304" pitchFamily="18" charset="0"/>
                <a:ea typeface="黑体" panose="02010609060101010101" pitchFamily="49" charset="-122"/>
              </a:rPr>
              <a:t>A</a:t>
            </a:r>
            <a:r>
              <a:rPr lang="zh-CN" altLang="en-US" sz="2400">
                <a:solidFill>
                  <a:schemeClr val="bg2"/>
                </a:solidFill>
                <a:latin typeface="Times New Roman" panose="02020603050405020304" pitchFamily="18" charset="0"/>
                <a:ea typeface="黑体" panose="02010609060101010101" pitchFamily="49" charset="-122"/>
              </a:rPr>
              <a:t>的公钥正确验证。</a:t>
            </a:r>
          </a:p>
        </p:txBody>
      </p:sp>
    </p:spTree>
  </p:cSld>
  <p:clrMapOvr>
    <a:masterClrMapping/>
  </p:clrMapOvr>
  <p:transition spd="slow"/>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a:extLst>
              <a:ext uri="{FF2B5EF4-FFF2-40B4-BE49-F238E27FC236}">
                <a16:creationId xmlns:a16="http://schemas.microsoft.com/office/drawing/2014/main" id="{CFF7DFD2-4277-3746-A167-F95571B9CEA0}"/>
              </a:ext>
            </a:extLst>
          </p:cNvPr>
          <p:cNvSpPr>
            <a:spLocks noGrp="1" noChangeArrowheads="1"/>
          </p:cNvSpPr>
          <p:nvPr>
            <p:ph type="title"/>
          </p:nvPr>
        </p:nvSpPr>
        <p:spPr>
          <a:xfrm>
            <a:off x="533400" y="914400"/>
            <a:ext cx="8229600" cy="487363"/>
          </a:xfrm>
        </p:spPr>
        <p:txBody>
          <a:bodyPr vert="horz" wrap="square" lIns="91440" tIns="45720" rIns="91440" bIns="45720" numCol="1" anchor="t" anchorCtr="0" compatLnSpc="1">
            <a:prstTxWarp prst="textNoShape">
              <a:avLst/>
            </a:prstTxWarp>
          </a:bodyPr>
          <a:lstStyle/>
          <a:p>
            <a:pPr>
              <a:defRPr/>
            </a:pPr>
            <a:r>
              <a:rPr lang="zh-CN" altLang="en-US" sz="2800">
                <a:solidFill>
                  <a:srgbClr val="0000CC"/>
                </a:solidFill>
                <a:ea typeface="宋体" panose="02010600030101010101" pitchFamily="2" charset="-122"/>
              </a:rPr>
              <a:t>评价</a:t>
            </a:r>
          </a:p>
        </p:txBody>
      </p:sp>
      <p:sp>
        <p:nvSpPr>
          <p:cNvPr id="22531" name="内容占位符 2">
            <a:extLst>
              <a:ext uri="{FF2B5EF4-FFF2-40B4-BE49-F238E27FC236}">
                <a16:creationId xmlns:a16="http://schemas.microsoft.com/office/drawing/2014/main" id="{D472FE1B-5494-BA4F-9CC7-00D088415E30}"/>
              </a:ext>
            </a:extLst>
          </p:cNvPr>
          <p:cNvSpPr>
            <a:spLocks noGrp="1" noChangeArrowheads="1"/>
          </p:cNvSpPr>
          <p:nvPr>
            <p:ph idx="1"/>
          </p:nvPr>
        </p:nvSpPr>
        <p:spPr>
          <a:xfrm>
            <a:off x="457200" y="1600200"/>
            <a:ext cx="7772400" cy="4038600"/>
          </a:xfrm>
        </p:spPr>
        <p:txBody>
          <a:bodyPr vert="horz" wrap="square" lIns="91440" tIns="45720" rIns="91440" bIns="45720" numCol="1" anchor="t" anchorCtr="0" compatLnSpc="1">
            <a:prstTxWarp prst="textNoShape">
              <a:avLst/>
            </a:prstTxWarp>
          </a:bodyPr>
          <a:lstStyle/>
          <a:p>
            <a:pPr>
              <a:lnSpc>
                <a:spcPct val="100000"/>
              </a:lnSpc>
              <a:buClrTx/>
              <a:buFont typeface="Wingdings" pitchFamily="2" charset="2"/>
              <a:buChar char="u"/>
              <a:defRPr/>
            </a:pPr>
            <a:r>
              <a:rPr lang="zh-CN" altLang="en-US" sz="2400">
                <a:solidFill>
                  <a:schemeClr val="bg2"/>
                </a:solidFill>
                <a:latin typeface="Times New Roman" panose="02020603050405020304" pitchFamily="18" charset="0"/>
                <a:ea typeface="黑体" panose="02010609060101010101" pitchFamily="49" charset="-122"/>
              </a:rPr>
              <a:t>这个机制简单，可以防止发送者抵赖未发送消息的行为，并且在机制中不需要专门的第三方参与，具有完整性验证的作用</a:t>
            </a:r>
            <a:endParaRPr lang="en-US" altLang="zh-CN" sz="2400">
              <a:solidFill>
                <a:schemeClr val="bg2"/>
              </a:solidFill>
              <a:latin typeface="Times New Roman" panose="02020603050405020304" pitchFamily="18" charset="0"/>
              <a:ea typeface="黑体" panose="02010609060101010101" pitchFamily="49" charset="-122"/>
            </a:endParaRPr>
          </a:p>
          <a:p>
            <a:pPr>
              <a:lnSpc>
                <a:spcPct val="100000"/>
              </a:lnSpc>
              <a:buClrTx/>
              <a:buFont typeface="Wingdings" pitchFamily="2" charset="2"/>
              <a:buChar char="u"/>
              <a:defRPr/>
            </a:pPr>
            <a:r>
              <a:rPr lang="zh-CN" altLang="en-US" sz="2400">
                <a:solidFill>
                  <a:schemeClr val="bg2"/>
                </a:solidFill>
                <a:latin typeface="Times New Roman" panose="02020603050405020304" pitchFamily="18" charset="0"/>
                <a:ea typeface="黑体" panose="02010609060101010101" pitchFamily="49" charset="-122"/>
              </a:rPr>
              <a:t>由于签名是用发送方的私钥签名，因此任何人可以用他的公钥进行解密，而公钥是公开的，这样的数字签名只能起到签名的作用但不能保密，容易受到网络截获的攻击。</a:t>
            </a:r>
            <a:endParaRPr lang="en-US" altLang="zh-CN" sz="2400">
              <a:solidFill>
                <a:schemeClr val="bg2"/>
              </a:solidFill>
              <a:latin typeface="Times New Roman" panose="02020603050405020304" pitchFamily="18" charset="0"/>
              <a:ea typeface="黑体" panose="02010609060101010101" pitchFamily="49" charset="-122"/>
            </a:endParaRPr>
          </a:p>
          <a:p>
            <a:pPr>
              <a:lnSpc>
                <a:spcPct val="100000"/>
              </a:lnSpc>
              <a:buClrTx/>
              <a:buFont typeface="Wingdings" pitchFamily="2" charset="2"/>
              <a:buChar char="u"/>
              <a:defRPr/>
            </a:pPr>
            <a:r>
              <a:rPr lang="zh-CN" altLang="en-US" sz="2400">
                <a:solidFill>
                  <a:schemeClr val="bg2"/>
                </a:solidFill>
                <a:latin typeface="Times New Roman" panose="02020603050405020304" pitchFamily="18" charset="0"/>
                <a:ea typeface="黑体" panose="02010609060101010101" pitchFamily="49" charset="-122"/>
              </a:rPr>
              <a:t>这个机制的性能较低，因为签名和验证操作都是用的非对称加密机制加密的，并且是对整个信息</a:t>
            </a:r>
            <a:r>
              <a:rPr lang="en-US" altLang="zh-CN" sz="2400">
                <a:solidFill>
                  <a:schemeClr val="bg2"/>
                </a:solidFill>
                <a:latin typeface="Times New Roman" panose="02020603050405020304" pitchFamily="18" charset="0"/>
                <a:ea typeface="黑体" panose="02010609060101010101" pitchFamily="49" charset="-122"/>
              </a:rPr>
              <a:t>M</a:t>
            </a:r>
            <a:r>
              <a:rPr lang="zh-CN" altLang="en-US" sz="2400">
                <a:solidFill>
                  <a:schemeClr val="bg2"/>
                </a:solidFill>
                <a:latin typeface="Times New Roman" panose="02020603050405020304" pitchFamily="18" charset="0"/>
                <a:ea typeface="黑体" panose="02010609060101010101" pitchFamily="49" charset="-122"/>
              </a:rPr>
              <a:t>进行签名的。</a:t>
            </a:r>
          </a:p>
        </p:txBody>
      </p:sp>
    </p:spTree>
  </p:cSld>
  <p:clrMapOvr>
    <a:masterClrMapping/>
  </p:clrMapOvr>
  <p:transition spd="slow"/>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D7CF1CD1-91B5-494A-889F-094DCFE8446A}"/>
              </a:ext>
            </a:extLst>
          </p:cNvPr>
          <p:cNvSpPr>
            <a:spLocks noGrp="1" noChangeArrowheads="1"/>
          </p:cNvSpPr>
          <p:nvPr>
            <p:ph type="title"/>
          </p:nvPr>
        </p:nvSpPr>
        <p:spPr>
          <a:xfrm>
            <a:off x="152400" y="838200"/>
            <a:ext cx="8229600" cy="487363"/>
          </a:xfrm>
        </p:spPr>
        <p:txBody>
          <a:bodyPr vert="horz" wrap="square" lIns="91440" tIns="45720" rIns="91440" bIns="45720" numCol="1" anchor="t" anchorCtr="0" compatLnSpc="1">
            <a:prstTxWarp prst="textNoShape">
              <a:avLst/>
            </a:prstTxWarp>
          </a:bodyPr>
          <a:lstStyle/>
          <a:p>
            <a:pPr>
              <a:defRPr/>
            </a:pPr>
            <a:r>
              <a:rPr lang="en-US" altLang="zh-CN" sz="2800">
                <a:solidFill>
                  <a:srgbClr val="0000CC"/>
                </a:solidFill>
                <a:ea typeface="宋体" panose="02010600030101010101" pitchFamily="2" charset="-122"/>
              </a:rPr>
              <a:t>（2）</a:t>
            </a:r>
            <a:r>
              <a:rPr lang="zh-CN" altLang="en-US" sz="2800">
                <a:solidFill>
                  <a:srgbClr val="0000CC"/>
                </a:solidFill>
                <a:ea typeface="宋体" panose="02010600030101010101" pitchFamily="2" charset="-122"/>
              </a:rPr>
              <a:t>具有保密作用的</a:t>
            </a:r>
            <a:r>
              <a:rPr lang="en-US" altLang="zh-CN" sz="2800">
                <a:solidFill>
                  <a:srgbClr val="0000CC"/>
                </a:solidFill>
                <a:ea typeface="宋体" panose="02010600030101010101" pitchFamily="2" charset="-122"/>
              </a:rPr>
              <a:t>RSA</a:t>
            </a:r>
            <a:r>
              <a:rPr lang="zh-CN" altLang="en-US" sz="2800">
                <a:solidFill>
                  <a:srgbClr val="0000CC"/>
                </a:solidFill>
                <a:ea typeface="宋体" panose="02010600030101010101" pitchFamily="2" charset="-122"/>
              </a:rPr>
              <a:t>签名</a:t>
            </a:r>
          </a:p>
        </p:txBody>
      </p:sp>
      <p:sp>
        <p:nvSpPr>
          <p:cNvPr id="23555" name="Rectangle 3">
            <a:extLst>
              <a:ext uri="{FF2B5EF4-FFF2-40B4-BE49-F238E27FC236}">
                <a16:creationId xmlns:a16="http://schemas.microsoft.com/office/drawing/2014/main" id="{B90E262A-0594-8E46-BC12-2500C49715AC}"/>
              </a:ext>
            </a:extLst>
          </p:cNvPr>
          <p:cNvSpPr>
            <a:spLocks noGrp="1" noChangeArrowheads="1"/>
          </p:cNvSpPr>
          <p:nvPr>
            <p:ph idx="1"/>
          </p:nvPr>
        </p:nvSpPr>
        <p:spPr>
          <a:xfrm>
            <a:off x="381000" y="1360488"/>
            <a:ext cx="8229600" cy="1295400"/>
          </a:xfrm>
        </p:spPr>
        <p:txBody>
          <a:bodyPr vert="horz" wrap="square" lIns="91440" tIns="45720" rIns="91440" bIns="45720" numCol="1" anchor="t" anchorCtr="0" compatLnSpc="1">
            <a:prstTxWarp prst="textNoShape">
              <a:avLst/>
            </a:prstTxWarp>
          </a:bodyPr>
          <a:lstStyle/>
          <a:p>
            <a:pPr marL="0" indent="0">
              <a:lnSpc>
                <a:spcPct val="100000"/>
              </a:lnSpc>
              <a:buClrTx/>
              <a:buFont typeface="Wingdings" pitchFamily="2" charset="2"/>
              <a:buNone/>
              <a:defRPr/>
            </a:pPr>
            <a:r>
              <a:rPr lang="zh-CN" altLang="en-US" sz="2400">
                <a:solidFill>
                  <a:srgbClr val="FF0000"/>
                </a:solidFill>
                <a:latin typeface="Times New Roman" panose="02020603050405020304" pitchFamily="18" charset="0"/>
                <a:ea typeface="黑体" panose="02010609060101010101" pitchFamily="49" charset="-122"/>
              </a:rPr>
              <a:t>       </a:t>
            </a:r>
            <a:r>
              <a:rPr lang="zh-CN" altLang="en-US" sz="2800">
                <a:solidFill>
                  <a:srgbClr val="FF0000"/>
                </a:solidFill>
                <a:latin typeface="Times New Roman" panose="02020603050405020304" pitchFamily="18" charset="0"/>
                <a:ea typeface="黑体" panose="02010609060101010101" pitchFamily="49" charset="-122"/>
              </a:rPr>
              <a:t>改进的方法：</a:t>
            </a:r>
            <a:r>
              <a:rPr lang="zh-CN" altLang="en-US" sz="2400">
                <a:solidFill>
                  <a:schemeClr val="bg2"/>
                </a:solidFill>
                <a:latin typeface="Times New Roman" panose="02020603050405020304" pitchFamily="18" charset="0"/>
                <a:ea typeface="黑体" panose="02010609060101010101" pitchFamily="49" charset="-122"/>
              </a:rPr>
              <a:t>用接收方的公钥加密要发送的信息，假设</a:t>
            </a:r>
            <a:r>
              <a:rPr lang="en-US" altLang="zh-CN" sz="2400">
                <a:solidFill>
                  <a:schemeClr val="bg2"/>
                </a:solidFill>
                <a:latin typeface="Times New Roman" panose="02020603050405020304" pitchFamily="18" charset="0"/>
                <a:ea typeface="黑体" panose="02010609060101010101" pitchFamily="49" charset="-122"/>
              </a:rPr>
              <a:t>A</a:t>
            </a:r>
            <a:r>
              <a:rPr lang="zh-CN" altLang="en-US" sz="2400">
                <a:solidFill>
                  <a:schemeClr val="bg2"/>
                </a:solidFill>
                <a:latin typeface="Times New Roman" panose="02020603050405020304" pitchFamily="18" charset="0"/>
                <a:ea typeface="黑体" panose="02010609060101010101" pitchFamily="49" charset="-122"/>
              </a:rPr>
              <a:t>是发送方，</a:t>
            </a:r>
            <a:r>
              <a:rPr lang="en-US" altLang="zh-CN" sz="2400">
                <a:solidFill>
                  <a:schemeClr val="bg2"/>
                </a:solidFill>
                <a:latin typeface="Times New Roman" panose="02020603050405020304" pitchFamily="18" charset="0"/>
                <a:ea typeface="黑体" panose="02010609060101010101" pitchFamily="49" charset="-122"/>
              </a:rPr>
              <a:t>B</a:t>
            </a:r>
            <a:r>
              <a:rPr lang="zh-CN" altLang="en-US" sz="2400">
                <a:solidFill>
                  <a:schemeClr val="bg2"/>
                </a:solidFill>
                <a:latin typeface="Times New Roman" panose="02020603050405020304" pitchFamily="18" charset="0"/>
                <a:ea typeface="黑体" panose="02010609060101010101" pitchFamily="49" charset="-122"/>
              </a:rPr>
              <a:t>是接收方, </a:t>
            </a:r>
            <a:r>
              <a:rPr lang="en-US" altLang="zh-CN" sz="2400">
                <a:solidFill>
                  <a:schemeClr val="bg2"/>
                </a:solidFill>
                <a:latin typeface="Times New Roman" panose="02020603050405020304" pitchFamily="18" charset="0"/>
                <a:ea typeface="黑体" panose="02010609060101010101" pitchFamily="49" charset="-122"/>
              </a:rPr>
              <a:t>A</a:t>
            </a:r>
            <a:r>
              <a:rPr lang="zh-CN" altLang="en-US" sz="2400">
                <a:solidFill>
                  <a:schemeClr val="bg2"/>
                </a:solidFill>
                <a:latin typeface="Times New Roman" panose="02020603050405020304" pitchFamily="18" charset="0"/>
                <a:ea typeface="黑体" panose="02010609060101010101" pitchFamily="49" charset="-122"/>
              </a:rPr>
              <a:t>向</a:t>
            </a:r>
            <a:r>
              <a:rPr lang="en-US" altLang="zh-CN" sz="2400">
                <a:solidFill>
                  <a:schemeClr val="bg2"/>
                </a:solidFill>
                <a:latin typeface="Times New Roman" panose="02020603050405020304" pitchFamily="18" charset="0"/>
                <a:ea typeface="黑体" panose="02010609060101010101" pitchFamily="49" charset="-122"/>
              </a:rPr>
              <a:t>B</a:t>
            </a:r>
            <a:r>
              <a:rPr lang="zh-CN" altLang="en-US" sz="2400">
                <a:solidFill>
                  <a:schemeClr val="bg2"/>
                </a:solidFill>
                <a:latin typeface="Times New Roman" panose="02020603050405020304" pitchFamily="18" charset="0"/>
                <a:ea typeface="黑体" panose="02010609060101010101" pitchFamily="49" charset="-122"/>
              </a:rPr>
              <a:t>发送消息</a:t>
            </a:r>
            <a:r>
              <a:rPr lang="en-US" altLang="zh-CN" sz="2400">
                <a:solidFill>
                  <a:schemeClr val="bg2"/>
                </a:solidFill>
                <a:latin typeface="Times New Roman" panose="02020603050405020304" pitchFamily="18" charset="0"/>
                <a:ea typeface="黑体" panose="02010609060101010101" pitchFamily="49" charset="-122"/>
              </a:rPr>
              <a:t>M，</a:t>
            </a:r>
            <a:r>
              <a:rPr lang="zh-CN" altLang="en-US" sz="2400">
                <a:solidFill>
                  <a:schemeClr val="bg2"/>
                </a:solidFill>
                <a:latin typeface="Times New Roman" panose="02020603050405020304" pitchFamily="18" charset="0"/>
                <a:ea typeface="黑体" panose="02010609060101010101" pitchFamily="49" charset="-122"/>
              </a:rPr>
              <a:t>则具有保密作用的数字签名方法是：</a:t>
            </a:r>
          </a:p>
          <a:p>
            <a:pPr marL="0" indent="0">
              <a:lnSpc>
                <a:spcPct val="100000"/>
              </a:lnSpc>
              <a:buClrTx/>
              <a:buFont typeface="Wingdings" pitchFamily="2" charset="2"/>
              <a:buNone/>
              <a:defRPr/>
            </a:pPr>
            <a:r>
              <a:rPr lang="en-US" altLang="zh-CN" sz="2400">
                <a:solidFill>
                  <a:schemeClr val="bg2"/>
                </a:solidFill>
                <a:latin typeface="Times New Roman" panose="02020603050405020304" pitchFamily="18" charset="0"/>
                <a:ea typeface="黑体" panose="02010609060101010101" pitchFamily="49" charset="-122"/>
              </a:rPr>
              <a:t>       </a:t>
            </a:r>
            <a:endParaRPr lang="zh-CN" altLang="en-US" sz="2400">
              <a:solidFill>
                <a:schemeClr val="bg2"/>
              </a:solidFill>
              <a:latin typeface="Times New Roman" panose="02020603050405020304" pitchFamily="18" charset="0"/>
              <a:ea typeface="黑体" panose="02010609060101010101" pitchFamily="49" charset="-122"/>
            </a:endParaRPr>
          </a:p>
        </p:txBody>
      </p:sp>
      <p:sp>
        <p:nvSpPr>
          <p:cNvPr id="123907" name="矩形 1">
            <a:extLst>
              <a:ext uri="{FF2B5EF4-FFF2-40B4-BE49-F238E27FC236}">
                <a16:creationId xmlns:a16="http://schemas.microsoft.com/office/drawing/2014/main" id="{4C6DA90B-6A88-0940-934E-54D225E885DF}"/>
              </a:ext>
            </a:extLst>
          </p:cNvPr>
          <p:cNvSpPr>
            <a:spLocks noChangeArrowheads="1"/>
          </p:cNvSpPr>
          <p:nvPr/>
        </p:nvSpPr>
        <p:spPr bwMode="auto">
          <a:xfrm>
            <a:off x="838200" y="2655888"/>
            <a:ext cx="7772400" cy="2606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a:lnSpc>
                <a:spcPts val="2800"/>
              </a:lnSpc>
              <a:buFont typeface="Wingdings" pitchFamily="2" charset="2"/>
              <a:buChar char="p"/>
            </a:pPr>
            <a:r>
              <a:rPr lang="en-US" altLang="zh-CN" sz="2000">
                <a:solidFill>
                  <a:srgbClr val="0000CC"/>
                </a:solidFill>
                <a:latin typeface="Times New Roman" panose="02020603050405020304" pitchFamily="18" charset="0"/>
                <a:ea typeface="黑体" panose="02010609060101010101" pitchFamily="49" charset="-122"/>
              </a:rPr>
              <a:t>A</a:t>
            </a:r>
            <a:r>
              <a:rPr lang="zh-CN" altLang="en-US" sz="2000">
                <a:solidFill>
                  <a:srgbClr val="0000CC"/>
                </a:solidFill>
                <a:latin typeface="Times New Roman" panose="02020603050405020304" pitchFamily="18" charset="0"/>
                <a:ea typeface="黑体" panose="02010609060101010101" pitchFamily="49" charset="-122"/>
              </a:rPr>
              <a:t>用自己的私钥加密消息</a:t>
            </a:r>
            <a:r>
              <a:rPr lang="en-US" altLang="zh-CN" sz="2000">
                <a:solidFill>
                  <a:srgbClr val="0000CC"/>
                </a:solidFill>
                <a:latin typeface="Times New Roman" panose="02020603050405020304" pitchFamily="18" charset="0"/>
                <a:ea typeface="黑体" panose="02010609060101010101" pitchFamily="49" charset="-122"/>
              </a:rPr>
              <a:t>M，</a:t>
            </a:r>
            <a:r>
              <a:rPr lang="zh-CN" altLang="en-US" sz="2000">
                <a:solidFill>
                  <a:srgbClr val="0000CC"/>
                </a:solidFill>
                <a:latin typeface="Times New Roman" panose="02020603050405020304" pitchFamily="18" charset="0"/>
                <a:ea typeface="黑体" panose="02010609060101010101" pitchFamily="49" charset="-122"/>
              </a:rPr>
              <a:t>用</a:t>
            </a:r>
            <a:r>
              <a:rPr lang="en-US" altLang="zh-CN" sz="2000">
                <a:solidFill>
                  <a:srgbClr val="0000CC"/>
                </a:solidFill>
                <a:latin typeface="Times New Roman" panose="02020603050405020304" pitchFamily="18" charset="0"/>
                <a:ea typeface="黑体" panose="02010609060101010101" pitchFamily="49" charset="-122"/>
              </a:rPr>
              <a:t>EA</a:t>
            </a:r>
            <a:r>
              <a:rPr lang="zh-CN" altLang="en-US" sz="2000">
                <a:solidFill>
                  <a:srgbClr val="0000CC"/>
                </a:solidFill>
                <a:latin typeface="Times New Roman" panose="02020603050405020304" pitchFamily="18" charset="0"/>
                <a:ea typeface="黑体" panose="02010609060101010101" pitchFamily="49" charset="-122"/>
              </a:rPr>
              <a:t>私(</a:t>
            </a:r>
            <a:r>
              <a:rPr lang="en-US" altLang="zh-CN" sz="2000">
                <a:solidFill>
                  <a:srgbClr val="0000CC"/>
                </a:solidFill>
                <a:latin typeface="Times New Roman" panose="02020603050405020304" pitchFamily="18" charset="0"/>
                <a:ea typeface="黑体" panose="02010609060101010101" pitchFamily="49" charset="-122"/>
              </a:rPr>
              <a:t>M）</a:t>
            </a:r>
            <a:r>
              <a:rPr lang="zh-CN" altLang="en-US" sz="2000">
                <a:solidFill>
                  <a:srgbClr val="0000CC"/>
                </a:solidFill>
                <a:latin typeface="Times New Roman" panose="02020603050405020304" pitchFamily="18" charset="0"/>
                <a:ea typeface="黑体" panose="02010609060101010101" pitchFamily="49" charset="-122"/>
              </a:rPr>
              <a:t>表示</a:t>
            </a:r>
            <a:r>
              <a:rPr lang="en-US" altLang="zh-CN" sz="2000">
                <a:solidFill>
                  <a:srgbClr val="0000CC"/>
                </a:solidFill>
                <a:latin typeface="Times New Roman" panose="02020603050405020304" pitchFamily="18" charset="0"/>
                <a:ea typeface="黑体" panose="02010609060101010101" pitchFamily="49" charset="-122"/>
              </a:rPr>
              <a:t>;</a:t>
            </a:r>
            <a:endParaRPr lang="zh-CN" altLang="en-US" sz="2000">
              <a:solidFill>
                <a:srgbClr val="0000CC"/>
              </a:solidFill>
              <a:latin typeface="Times New Roman" panose="02020603050405020304" pitchFamily="18" charset="0"/>
              <a:ea typeface="黑体" panose="02010609060101010101" pitchFamily="49" charset="-122"/>
            </a:endParaRPr>
          </a:p>
          <a:p>
            <a:pPr>
              <a:lnSpc>
                <a:spcPts val="2800"/>
              </a:lnSpc>
              <a:buFont typeface="Wingdings" pitchFamily="2" charset="2"/>
              <a:buChar char="p"/>
            </a:pPr>
            <a:r>
              <a:rPr lang="en-US" altLang="zh-CN" sz="2000">
                <a:solidFill>
                  <a:srgbClr val="0000CC"/>
                </a:solidFill>
                <a:latin typeface="Times New Roman" panose="02020603050405020304" pitchFamily="18" charset="0"/>
                <a:ea typeface="黑体" panose="02010609060101010101" pitchFamily="49" charset="-122"/>
              </a:rPr>
              <a:t>A</a:t>
            </a:r>
            <a:r>
              <a:rPr lang="zh-CN" altLang="en-US" sz="2000">
                <a:solidFill>
                  <a:srgbClr val="0000CC"/>
                </a:solidFill>
                <a:latin typeface="Times New Roman" panose="02020603050405020304" pitchFamily="18" charset="0"/>
                <a:ea typeface="黑体" panose="02010609060101010101" pitchFamily="49" charset="-122"/>
              </a:rPr>
              <a:t>用</a:t>
            </a:r>
            <a:r>
              <a:rPr lang="en-US" altLang="zh-CN" sz="2000">
                <a:solidFill>
                  <a:srgbClr val="0000CC"/>
                </a:solidFill>
                <a:latin typeface="Times New Roman" panose="02020603050405020304" pitchFamily="18" charset="0"/>
                <a:ea typeface="黑体" panose="02010609060101010101" pitchFamily="49" charset="-122"/>
              </a:rPr>
              <a:t>B</a:t>
            </a:r>
            <a:r>
              <a:rPr lang="zh-CN" altLang="en-US" sz="2000">
                <a:solidFill>
                  <a:srgbClr val="0000CC"/>
                </a:solidFill>
                <a:latin typeface="Times New Roman" panose="02020603050405020304" pitchFamily="18" charset="0"/>
                <a:ea typeface="黑体" panose="02010609060101010101" pitchFamily="49" charset="-122"/>
              </a:rPr>
              <a:t>的公钥加密第1步的消息，用</a:t>
            </a:r>
            <a:r>
              <a:rPr lang="en-US" altLang="zh-CN" sz="2000">
                <a:solidFill>
                  <a:srgbClr val="0000CC"/>
                </a:solidFill>
                <a:latin typeface="Times New Roman" panose="02020603050405020304" pitchFamily="18" charset="0"/>
                <a:ea typeface="黑体" panose="02010609060101010101" pitchFamily="49" charset="-122"/>
              </a:rPr>
              <a:t>EB</a:t>
            </a:r>
            <a:r>
              <a:rPr lang="zh-CN" altLang="en-US" sz="2000">
                <a:solidFill>
                  <a:srgbClr val="0000CC"/>
                </a:solidFill>
                <a:latin typeface="Times New Roman" panose="02020603050405020304" pitchFamily="18" charset="0"/>
                <a:ea typeface="黑体" panose="02010609060101010101" pitchFamily="49" charset="-122"/>
              </a:rPr>
              <a:t>公 (</a:t>
            </a:r>
            <a:r>
              <a:rPr lang="en-US" altLang="zh-CN" sz="2000">
                <a:solidFill>
                  <a:srgbClr val="0000CC"/>
                </a:solidFill>
                <a:latin typeface="Times New Roman" panose="02020603050405020304" pitchFamily="18" charset="0"/>
                <a:ea typeface="黑体" panose="02010609060101010101" pitchFamily="49" charset="-122"/>
              </a:rPr>
              <a:t>EA</a:t>
            </a:r>
            <a:r>
              <a:rPr lang="zh-CN" altLang="en-US" sz="2000">
                <a:solidFill>
                  <a:srgbClr val="0000CC"/>
                </a:solidFill>
                <a:latin typeface="Times New Roman" panose="02020603050405020304" pitchFamily="18" charset="0"/>
                <a:ea typeface="黑体" panose="02010609060101010101" pitchFamily="49" charset="-122"/>
              </a:rPr>
              <a:t>私(</a:t>
            </a:r>
            <a:r>
              <a:rPr lang="en-US" altLang="zh-CN" sz="2000">
                <a:solidFill>
                  <a:srgbClr val="0000CC"/>
                </a:solidFill>
                <a:latin typeface="Times New Roman" panose="02020603050405020304" pitchFamily="18" charset="0"/>
                <a:ea typeface="黑体" panose="02010609060101010101" pitchFamily="49" charset="-122"/>
              </a:rPr>
              <a:t>M))</a:t>
            </a:r>
            <a:r>
              <a:rPr lang="zh-CN" altLang="en-US" sz="2000">
                <a:solidFill>
                  <a:srgbClr val="0000CC"/>
                </a:solidFill>
                <a:latin typeface="Times New Roman" panose="02020603050405020304" pitchFamily="18" charset="0"/>
                <a:ea typeface="黑体" panose="02010609060101010101" pitchFamily="49" charset="-122"/>
              </a:rPr>
              <a:t>表示</a:t>
            </a:r>
            <a:r>
              <a:rPr lang="en-US" altLang="zh-CN" sz="2000">
                <a:solidFill>
                  <a:srgbClr val="0000CC"/>
                </a:solidFill>
                <a:latin typeface="Times New Roman" panose="02020603050405020304" pitchFamily="18" charset="0"/>
                <a:ea typeface="黑体" panose="02010609060101010101" pitchFamily="49" charset="-122"/>
              </a:rPr>
              <a:t>;</a:t>
            </a:r>
          </a:p>
          <a:p>
            <a:pPr>
              <a:lnSpc>
                <a:spcPts val="2800"/>
              </a:lnSpc>
              <a:buFont typeface="Wingdings" pitchFamily="2" charset="2"/>
              <a:buChar char="p"/>
            </a:pPr>
            <a:r>
              <a:rPr lang="zh-CN" altLang="en-US" sz="2000">
                <a:solidFill>
                  <a:srgbClr val="0000CC"/>
                </a:solidFill>
                <a:latin typeface="Times New Roman" panose="02020603050405020304" pitchFamily="18" charset="0"/>
                <a:ea typeface="黑体" panose="02010609060101010101" pitchFamily="49" charset="-122"/>
              </a:rPr>
              <a:t>把两次加密后的消息发送给</a:t>
            </a:r>
            <a:r>
              <a:rPr lang="en-US" altLang="zh-CN" sz="2000">
                <a:solidFill>
                  <a:srgbClr val="0000CC"/>
                </a:solidFill>
                <a:latin typeface="Times New Roman" panose="02020603050405020304" pitchFamily="18" charset="0"/>
                <a:ea typeface="黑体" panose="02010609060101010101" pitchFamily="49" charset="-122"/>
              </a:rPr>
              <a:t>B</a:t>
            </a:r>
            <a:r>
              <a:rPr lang="zh-CN" altLang="en-US" sz="2000">
                <a:solidFill>
                  <a:srgbClr val="0000CC"/>
                </a:solidFill>
                <a:latin typeface="Times New Roman" panose="02020603050405020304" pitchFamily="18" charset="0"/>
                <a:ea typeface="黑体" panose="02010609060101010101" pitchFamily="49" charset="-122"/>
              </a:rPr>
              <a:t>；</a:t>
            </a:r>
            <a:endParaRPr lang="en-US" altLang="zh-CN" sz="2000">
              <a:solidFill>
                <a:srgbClr val="0000CC"/>
              </a:solidFill>
              <a:latin typeface="Times New Roman" panose="02020603050405020304" pitchFamily="18" charset="0"/>
              <a:ea typeface="黑体" panose="02010609060101010101" pitchFamily="49" charset="-122"/>
            </a:endParaRPr>
          </a:p>
          <a:p>
            <a:pPr>
              <a:lnSpc>
                <a:spcPts val="2800"/>
              </a:lnSpc>
              <a:buFont typeface="Wingdings" pitchFamily="2" charset="2"/>
              <a:buChar char="p"/>
            </a:pPr>
            <a:r>
              <a:rPr lang="en-US" altLang="zh-CN" sz="2000">
                <a:solidFill>
                  <a:srgbClr val="0000CC"/>
                </a:solidFill>
                <a:latin typeface="Times New Roman" panose="02020603050405020304" pitchFamily="18" charset="0"/>
                <a:ea typeface="黑体" panose="02010609060101010101" pitchFamily="49" charset="-122"/>
              </a:rPr>
              <a:t>B</a:t>
            </a:r>
            <a:r>
              <a:rPr lang="zh-CN" altLang="en-US" sz="2000">
                <a:solidFill>
                  <a:srgbClr val="0000CC"/>
                </a:solidFill>
                <a:latin typeface="Times New Roman" panose="02020603050405020304" pitchFamily="18" charset="0"/>
                <a:ea typeface="黑体" panose="02010609060101010101" pitchFamily="49" charset="-122"/>
              </a:rPr>
              <a:t>接收到加密的消息后用自己的私钥解密，获得签名</a:t>
            </a:r>
            <a:r>
              <a:rPr lang="en-US" altLang="zh-CN" sz="2000">
                <a:solidFill>
                  <a:srgbClr val="0000CC"/>
                </a:solidFill>
                <a:latin typeface="Times New Roman" panose="02020603050405020304" pitchFamily="18" charset="0"/>
                <a:ea typeface="黑体" panose="02010609060101010101" pitchFamily="49" charset="-122"/>
              </a:rPr>
              <a:t>EA</a:t>
            </a:r>
            <a:r>
              <a:rPr lang="zh-CN" altLang="en-US" sz="2000">
                <a:solidFill>
                  <a:srgbClr val="0000CC"/>
                </a:solidFill>
                <a:latin typeface="Times New Roman" panose="02020603050405020304" pitchFamily="18" charset="0"/>
                <a:ea typeface="黑体" panose="02010609060101010101" pitchFamily="49" charset="-122"/>
              </a:rPr>
              <a:t>私(</a:t>
            </a:r>
            <a:r>
              <a:rPr lang="en-US" altLang="zh-CN" sz="2000">
                <a:solidFill>
                  <a:srgbClr val="0000CC"/>
                </a:solidFill>
                <a:latin typeface="Times New Roman" panose="02020603050405020304" pitchFamily="18" charset="0"/>
                <a:ea typeface="黑体" panose="02010609060101010101" pitchFamily="49" charset="-122"/>
              </a:rPr>
              <a:t>M）</a:t>
            </a:r>
            <a:r>
              <a:rPr lang="zh-CN" altLang="en-US" sz="2000">
                <a:solidFill>
                  <a:srgbClr val="0000CC"/>
                </a:solidFill>
                <a:latin typeface="Times New Roman" panose="02020603050405020304" pitchFamily="18" charset="0"/>
                <a:ea typeface="黑体" panose="02010609060101010101" pitchFamily="49" charset="-122"/>
              </a:rPr>
              <a:t>，用公式</a:t>
            </a:r>
            <a:r>
              <a:rPr lang="en-US" altLang="zh-CN" sz="2000">
                <a:solidFill>
                  <a:srgbClr val="0000CC"/>
                </a:solidFill>
                <a:latin typeface="Times New Roman" panose="02020603050405020304" pitchFamily="18" charset="0"/>
                <a:ea typeface="黑体" panose="02010609060101010101" pitchFamily="49" charset="-122"/>
              </a:rPr>
              <a:t>DB</a:t>
            </a:r>
            <a:r>
              <a:rPr lang="zh-CN" altLang="en-US" sz="2000">
                <a:solidFill>
                  <a:srgbClr val="0000CC"/>
                </a:solidFill>
                <a:latin typeface="Times New Roman" panose="02020603050405020304" pitchFamily="18" charset="0"/>
                <a:ea typeface="黑体" panose="02010609060101010101" pitchFamily="49" charset="-122"/>
              </a:rPr>
              <a:t>私（</a:t>
            </a:r>
            <a:r>
              <a:rPr lang="en-US" altLang="zh-CN" sz="2000">
                <a:solidFill>
                  <a:srgbClr val="0000CC"/>
                </a:solidFill>
                <a:latin typeface="Times New Roman" panose="02020603050405020304" pitchFamily="18" charset="0"/>
                <a:ea typeface="黑体" panose="02010609060101010101" pitchFamily="49" charset="-122"/>
              </a:rPr>
              <a:t>EB</a:t>
            </a:r>
            <a:r>
              <a:rPr lang="zh-CN" altLang="en-US" sz="2000">
                <a:solidFill>
                  <a:srgbClr val="0000CC"/>
                </a:solidFill>
                <a:latin typeface="Times New Roman" panose="02020603050405020304" pitchFamily="18" charset="0"/>
                <a:ea typeface="黑体" panose="02010609060101010101" pitchFamily="49" charset="-122"/>
              </a:rPr>
              <a:t>公(</a:t>
            </a:r>
            <a:r>
              <a:rPr lang="en-US" altLang="zh-CN" sz="2000">
                <a:solidFill>
                  <a:srgbClr val="0000CC"/>
                </a:solidFill>
                <a:latin typeface="Times New Roman" panose="02020603050405020304" pitchFamily="18" charset="0"/>
                <a:ea typeface="黑体" panose="02010609060101010101" pitchFamily="49" charset="-122"/>
              </a:rPr>
              <a:t>EA</a:t>
            </a:r>
            <a:r>
              <a:rPr lang="zh-CN" altLang="en-US" sz="2000">
                <a:solidFill>
                  <a:srgbClr val="0000CC"/>
                </a:solidFill>
                <a:latin typeface="Times New Roman" panose="02020603050405020304" pitchFamily="18" charset="0"/>
                <a:ea typeface="黑体" panose="02010609060101010101" pitchFamily="49" charset="-122"/>
              </a:rPr>
              <a:t>私(</a:t>
            </a:r>
            <a:r>
              <a:rPr lang="en-US" altLang="zh-CN" sz="2000">
                <a:solidFill>
                  <a:srgbClr val="0000CC"/>
                </a:solidFill>
                <a:latin typeface="Times New Roman" panose="02020603050405020304" pitchFamily="18" charset="0"/>
                <a:ea typeface="黑体" panose="02010609060101010101" pitchFamily="49" charset="-122"/>
              </a:rPr>
              <a:t>M))）= EA</a:t>
            </a:r>
            <a:r>
              <a:rPr lang="zh-CN" altLang="en-US" sz="2000">
                <a:solidFill>
                  <a:srgbClr val="0000CC"/>
                </a:solidFill>
                <a:latin typeface="Times New Roman" panose="02020603050405020304" pitchFamily="18" charset="0"/>
                <a:ea typeface="黑体" panose="02010609060101010101" pitchFamily="49" charset="-122"/>
              </a:rPr>
              <a:t>私(</a:t>
            </a:r>
            <a:r>
              <a:rPr lang="en-US" altLang="zh-CN" sz="2000">
                <a:solidFill>
                  <a:srgbClr val="0000CC"/>
                </a:solidFill>
                <a:latin typeface="Times New Roman" panose="02020603050405020304" pitchFamily="18" charset="0"/>
                <a:ea typeface="黑体" panose="02010609060101010101" pitchFamily="49" charset="-122"/>
              </a:rPr>
              <a:t>M）</a:t>
            </a:r>
            <a:r>
              <a:rPr lang="zh-CN" altLang="en-US" sz="2000">
                <a:solidFill>
                  <a:srgbClr val="0000CC"/>
                </a:solidFill>
                <a:latin typeface="Times New Roman" panose="02020603050405020304" pitchFamily="18" charset="0"/>
                <a:ea typeface="黑体" panose="02010609060101010101" pitchFamily="49" charset="-122"/>
              </a:rPr>
              <a:t>表示；</a:t>
            </a:r>
          </a:p>
          <a:p>
            <a:pPr>
              <a:lnSpc>
                <a:spcPts val="2800"/>
              </a:lnSpc>
              <a:buFont typeface="Wingdings" pitchFamily="2" charset="2"/>
              <a:buChar char="p"/>
            </a:pPr>
            <a:r>
              <a:rPr lang="en-US" altLang="zh-CN" sz="2000">
                <a:solidFill>
                  <a:srgbClr val="0000CC"/>
                </a:solidFill>
                <a:latin typeface="Times New Roman" panose="02020603050405020304" pitchFamily="18" charset="0"/>
                <a:ea typeface="黑体" panose="02010609060101010101" pitchFamily="49" charset="-122"/>
              </a:rPr>
              <a:t>B</a:t>
            </a:r>
            <a:r>
              <a:rPr lang="zh-CN" altLang="en-US" sz="2000">
                <a:solidFill>
                  <a:srgbClr val="0000CC"/>
                </a:solidFill>
                <a:latin typeface="Times New Roman" panose="02020603050405020304" pitchFamily="18" charset="0"/>
                <a:ea typeface="黑体" panose="02010609060101010101" pitchFamily="49" charset="-122"/>
              </a:rPr>
              <a:t>对第4步的解密结果再用</a:t>
            </a:r>
            <a:r>
              <a:rPr lang="en-US" altLang="zh-CN" sz="2000">
                <a:solidFill>
                  <a:srgbClr val="0000CC"/>
                </a:solidFill>
                <a:latin typeface="Times New Roman" panose="02020603050405020304" pitchFamily="18" charset="0"/>
                <a:ea typeface="黑体" panose="02010609060101010101" pitchFamily="49" charset="-122"/>
              </a:rPr>
              <a:t>A</a:t>
            </a:r>
            <a:r>
              <a:rPr lang="zh-CN" altLang="en-US" sz="2000">
                <a:solidFill>
                  <a:srgbClr val="0000CC"/>
                </a:solidFill>
                <a:latin typeface="Times New Roman" panose="02020603050405020304" pitchFamily="18" charset="0"/>
                <a:ea typeface="黑体" panose="02010609060101010101" pitchFamily="49" charset="-122"/>
              </a:rPr>
              <a:t>的公钥验证，获得发送的消息</a:t>
            </a:r>
            <a:r>
              <a:rPr lang="en-US" altLang="zh-CN" sz="2000">
                <a:solidFill>
                  <a:srgbClr val="0000CC"/>
                </a:solidFill>
                <a:latin typeface="Times New Roman" panose="02020603050405020304" pitchFamily="18" charset="0"/>
                <a:ea typeface="黑体" panose="02010609060101010101" pitchFamily="49" charset="-122"/>
              </a:rPr>
              <a:t>M，</a:t>
            </a:r>
            <a:r>
              <a:rPr lang="zh-CN" altLang="en-US" sz="2000">
                <a:solidFill>
                  <a:srgbClr val="0000CC"/>
                </a:solidFill>
                <a:latin typeface="Times New Roman" panose="02020603050405020304" pitchFamily="18" charset="0"/>
                <a:ea typeface="黑体" panose="02010609060101010101" pitchFamily="49" charset="-122"/>
              </a:rPr>
              <a:t>用公式</a:t>
            </a:r>
            <a:r>
              <a:rPr lang="en-US" altLang="zh-CN" sz="2000">
                <a:solidFill>
                  <a:srgbClr val="0000CC"/>
                </a:solidFill>
                <a:latin typeface="Times New Roman" panose="02020603050405020304" pitchFamily="18" charset="0"/>
                <a:ea typeface="黑体" panose="02010609060101010101" pitchFamily="49" charset="-122"/>
              </a:rPr>
              <a:t>DA</a:t>
            </a:r>
            <a:r>
              <a:rPr lang="zh-CN" altLang="en-US" sz="2000">
                <a:solidFill>
                  <a:srgbClr val="0000CC"/>
                </a:solidFill>
                <a:latin typeface="Times New Roman" panose="02020603050405020304" pitchFamily="18" charset="0"/>
                <a:ea typeface="黑体" panose="02010609060101010101" pitchFamily="49" charset="-122"/>
              </a:rPr>
              <a:t>公(</a:t>
            </a:r>
            <a:r>
              <a:rPr lang="en-US" altLang="zh-CN" sz="2000">
                <a:solidFill>
                  <a:srgbClr val="0000CC"/>
                </a:solidFill>
                <a:latin typeface="Times New Roman" panose="02020603050405020304" pitchFamily="18" charset="0"/>
                <a:ea typeface="黑体" panose="02010609060101010101" pitchFamily="49" charset="-122"/>
              </a:rPr>
              <a:t>EA</a:t>
            </a:r>
            <a:r>
              <a:rPr lang="zh-CN" altLang="en-US" sz="2000">
                <a:solidFill>
                  <a:srgbClr val="0000CC"/>
                </a:solidFill>
                <a:latin typeface="Times New Roman" panose="02020603050405020304" pitchFamily="18" charset="0"/>
                <a:ea typeface="黑体" panose="02010609060101010101" pitchFamily="49" charset="-122"/>
              </a:rPr>
              <a:t>私(</a:t>
            </a:r>
            <a:r>
              <a:rPr lang="en-US" altLang="zh-CN" sz="2000">
                <a:solidFill>
                  <a:srgbClr val="0000CC"/>
                </a:solidFill>
                <a:latin typeface="Times New Roman" panose="02020603050405020304" pitchFamily="18" charset="0"/>
                <a:ea typeface="黑体" panose="02010609060101010101" pitchFamily="49" charset="-122"/>
              </a:rPr>
              <a:t>M）)=M</a:t>
            </a:r>
            <a:r>
              <a:rPr lang="zh-CN" altLang="en-US" sz="2000">
                <a:solidFill>
                  <a:srgbClr val="0000CC"/>
                </a:solidFill>
                <a:latin typeface="Times New Roman" panose="02020603050405020304" pitchFamily="18" charset="0"/>
                <a:ea typeface="黑体" panose="02010609060101010101" pitchFamily="49" charset="-122"/>
              </a:rPr>
              <a:t>表示。</a:t>
            </a:r>
          </a:p>
        </p:txBody>
      </p:sp>
      <p:sp>
        <p:nvSpPr>
          <p:cNvPr id="3" name="矩形 2">
            <a:extLst>
              <a:ext uri="{FF2B5EF4-FFF2-40B4-BE49-F238E27FC236}">
                <a16:creationId xmlns:a16="http://schemas.microsoft.com/office/drawing/2014/main" id="{D004DB4E-2892-7F4A-BB4C-C5F681799D3B}"/>
              </a:ext>
            </a:extLst>
          </p:cNvPr>
          <p:cNvSpPr/>
          <p:nvPr/>
        </p:nvSpPr>
        <p:spPr>
          <a:xfrm>
            <a:off x="685800" y="5356225"/>
            <a:ext cx="7848600" cy="831850"/>
          </a:xfrm>
          <a:prstGeom prst="rect">
            <a:avLst/>
          </a:prstGeom>
        </p:spPr>
        <p:txBody>
          <a:bodyPr>
            <a:spAutoFit/>
          </a:bodyPr>
          <a:lstStyle/>
          <a:p>
            <a:pPr>
              <a:spcBef>
                <a:spcPct val="30000"/>
              </a:spcBef>
              <a:buSzPct val="75000"/>
              <a:defRPr/>
            </a:pPr>
            <a:r>
              <a:rPr lang="zh-CN" altLang="en-US" sz="2400">
                <a:solidFill>
                  <a:schemeClr val="bg2"/>
                </a:solidFill>
                <a:effectLst>
                  <a:outerShdw blurRad="38100" dist="38100" dir="2700000" algn="tl">
                    <a:srgbClr val="C0C0C0"/>
                  </a:outerShdw>
                </a:effectLst>
                <a:latin typeface="Times New Roman" panose="02020603050405020304" pitchFamily="18" charset="0"/>
                <a:ea typeface="黑体" panose="02010609060101010101" pitchFamily="49" charset="-122"/>
              </a:rPr>
              <a:t>       如果解密成功，表示消息</a:t>
            </a:r>
            <a:r>
              <a:rPr lang="en-US" altLang="zh-CN" sz="2400">
                <a:solidFill>
                  <a:schemeClr val="bg2"/>
                </a:solidFill>
                <a:effectLst>
                  <a:outerShdw blurRad="38100" dist="38100" dir="2700000" algn="tl">
                    <a:srgbClr val="C0C0C0"/>
                  </a:outerShdw>
                </a:effectLst>
                <a:latin typeface="Times New Roman" panose="02020603050405020304" pitchFamily="18" charset="0"/>
                <a:ea typeface="黑体" panose="02010609060101010101" pitchFamily="49" charset="-122"/>
              </a:rPr>
              <a:t>M</a:t>
            </a:r>
            <a:r>
              <a:rPr lang="zh-CN" altLang="en-US" sz="2400">
                <a:solidFill>
                  <a:schemeClr val="bg2"/>
                </a:solidFill>
                <a:effectLst>
                  <a:outerShdw blurRad="38100" dist="38100" dir="2700000" algn="tl">
                    <a:srgbClr val="C0C0C0"/>
                  </a:outerShdw>
                </a:effectLst>
                <a:latin typeface="Times New Roman" panose="02020603050405020304" pitchFamily="18" charset="0"/>
                <a:ea typeface="黑体" panose="02010609060101010101" pitchFamily="49" charset="-122"/>
              </a:rPr>
              <a:t>一定是</a:t>
            </a:r>
            <a:r>
              <a:rPr lang="en-US" altLang="zh-CN" sz="2400">
                <a:solidFill>
                  <a:schemeClr val="bg2"/>
                </a:solidFill>
                <a:effectLst>
                  <a:outerShdw blurRad="38100" dist="38100" dir="2700000" algn="tl">
                    <a:srgbClr val="C0C0C0"/>
                  </a:outerShdw>
                </a:effectLst>
                <a:latin typeface="Times New Roman" panose="02020603050405020304" pitchFamily="18" charset="0"/>
                <a:ea typeface="黑体" panose="02010609060101010101" pitchFamily="49" charset="-122"/>
              </a:rPr>
              <a:t>A</a:t>
            </a:r>
            <a:r>
              <a:rPr lang="zh-CN" altLang="en-US" sz="2400">
                <a:solidFill>
                  <a:schemeClr val="bg2"/>
                </a:solidFill>
                <a:effectLst>
                  <a:outerShdw blurRad="38100" dist="38100" dir="2700000" algn="tl">
                    <a:srgbClr val="C0C0C0"/>
                  </a:outerShdw>
                </a:effectLst>
                <a:latin typeface="Times New Roman" panose="02020603050405020304" pitchFamily="18" charset="0"/>
                <a:ea typeface="黑体" panose="02010609060101010101" pitchFamily="49" charset="-122"/>
              </a:rPr>
              <a:t>发送的，起到了数字签名的作用。</a:t>
            </a:r>
          </a:p>
        </p:txBody>
      </p:sp>
    </p:spTree>
  </p:cSld>
  <p:clrMapOvr>
    <a:masterClrMapping/>
  </p:clrMapOvr>
  <p:transition spd="slow"/>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a:extLst>
              <a:ext uri="{FF2B5EF4-FFF2-40B4-BE49-F238E27FC236}">
                <a16:creationId xmlns:a16="http://schemas.microsoft.com/office/drawing/2014/main" id="{A20F1F20-264E-2948-9692-210054B54276}"/>
              </a:ext>
            </a:extLst>
          </p:cNvPr>
          <p:cNvSpPr>
            <a:spLocks noGrp="1" noChangeArrowheads="1"/>
          </p:cNvSpPr>
          <p:nvPr>
            <p:ph type="title"/>
          </p:nvPr>
        </p:nvSpPr>
        <p:spPr>
          <a:xfrm>
            <a:off x="457200" y="838200"/>
            <a:ext cx="8229600" cy="579438"/>
          </a:xfrm>
        </p:spPr>
        <p:txBody>
          <a:bodyPr vert="horz" wrap="square" lIns="91440" tIns="45720" rIns="91440" bIns="45720" numCol="1" anchor="t" anchorCtr="0" compatLnSpc="1"/>
          <a:lstStyle/>
          <a:p>
            <a:pPr>
              <a:defRPr/>
            </a:pPr>
            <a:r>
              <a:rPr kumimoji="1" lang="zh-CN" altLang="en-US" sz="2800">
                <a:solidFill>
                  <a:srgbClr val="0000CC"/>
                </a:solidFill>
                <a:ea typeface="宋体" panose="02010600030101010101" pitchFamily="2" charset="-122"/>
              </a:rPr>
              <a:t>讨论</a:t>
            </a:r>
          </a:p>
        </p:txBody>
      </p:sp>
      <p:sp>
        <p:nvSpPr>
          <p:cNvPr id="25603" name="内容占位符 2">
            <a:extLst>
              <a:ext uri="{FF2B5EF4-FFF2-40B4-BE49-F238E27FC236}">
                <a16:creationId xmlns:a16="http://schemas.microsoft.com/office/drawing/2014/main" id="{908F29BD-4D00-E546-9690-68406F7A1D88}"/>
              </a:ext>
            </a:extLst>
          </p:cNvPr>
          <p:cNvSpPr>
            <a:spLocks noGrp="1" noChangeArrowheads="1"/>
          </p:cNvSpPr>
          <p:nvPr>
            <p:ph idx="1"/>
          </p:nvPr>
        </p:nvSpPr>
        <p:spPr>
          <a:xfrm>
            <a:off x="471488" y="3048000"/>
            <a:ext cx="8229600" cy="2514600"/>
          </a:xfrm>
        </p:spPr>
        <p:txBody>
          <a:bodyPr vert="horz" wrap="square" lIns="91440" tIns="45720" rIns="91440" bIns="45720" numCol="1" anchor="t" anchorCtr="0" compatLnSpc="1">
            <a:prstTxWarp prst="textNoShape">
              <a:avLst/>
            </a:prstTxWarp>
          </a:bodyPr>
          <a:lstStyle/>
          <a:p>
            <a:pPr marL="0" indent="0">
              <a:lnSpc>
                <a:spcPct val="100000"/>
              </a:lnSpc>
              <a:buFont typeface="Wingdings" pitchFamily="2" charset="2"/>
              <a:buNone/>
              <a:defRPr/>
            </a:pPr>
            <a:r>
              <a:rPr lang="zh-CN" altLang="en-US" sz="2400">
                <a:solidFill>
                  <a:schemeClr val="bg2"/>
                </a:solidFill>
                <a:ea typeface="宋体" panose="02010600030101010101" pitchFamily="2" charset="-122"/>
              </a:rPr>
              <a:t>       </a:t>
            </a:r>
            <a:r>
              <a:rPr lang="zh-CN" altLang="en-US" sz="2400">
                <a:solidFill>
                  <a:schemeClr val="bg2"/>
                </a:solidFill>
                <a:latin typeface="黑体" panose="02010609060101010101" pitchFamily="49" charset="-122"/>
                <a:ea typeface="黑体" panose="02010609060101010101" pitchFamily="49" charset="-122"/>
              </a:rPr>
              <a:t>在这个签名机制中，采用的是先签名后加密，那么能否先加密后签名呢，答案是否定的，因为如果先加密后签名，则信息在传输过程中被攻击者截取到后，可以解签名，虽然攻击者不知道密文信息所对应的明文的具体内容，但攻击者可以伪造他自己的签名，然后继续发送。这样接收者由于不能正确解签名，就不知道这是谁发出的信息了</a:t>
            </a:r>
            <a:r>
              <a:rPr lang="en-US" altLang="zh-CN" sz="2400">
                <a:solidFill>
                  <a:schemeClr val="bg2"/>
                </a:solidFill>
                <a:latin typeface="黑体" panose="02010609060101010101" pitchFamily="49" charset="-122"/>
                <a:ea typeface="黑体" panose="02010609060101010101" pitchFamily="49" charset="-122"/>
              </a:rPr>
              <a:t>, </a:t>
            </a:r>
            <a:r>
              <a:rPr lang="zh-CN" altLang="en-US" sz="2400">
                <a:solidFill>
                  <a:schemeClr val="bg2"/>
                </a:solidFill>
                <a:latin typeface="黑体" panose="02010609060101010101" pitchFamily="49" charset="-122"/>
                <a:ea typeface="黑体" panose="02010609060101010101" pitchFamily="49" charset="-122"/>
              </a:rPr>
              <a:t>会确定这封信是黑客发给他的</a:t>
            </a:r>
            <a:endParaRPr lang="zh-CN" altLang="en-US">
              <a:latin typeface="黑体" panose="02010609060101010101" pitchFamily="49" charset="-122"/>
              <a:ea typeface="黑体" panose="02010609060101010101" pitchFamily="49" charset="-122"/>
            </a:endParaRPr>
          </a:p>
        </p:txBody>
      </p:sp>
      <p:sp>
        <p:nvSpPr>
          <p:cNvPr id="2" name="矩形 1">
            <a:extLst>
              <a:ext uri="{FF2B5EF4-FFF2-40B4-BE49-F238E27FC236}">
                <a16:creationId xmlns:a16="http://schemas.microsoft.com/office/drawing/2014/main" id="{8ABEB339-681D-5743-ADD6-77866F0B4362}"/>
              </a:ext>
            </a:extLst>
          </p:cNvPr>
          <p:cNvSpPr>
            <a:spLocks noChangeArrowheads="1"/>
          </p:cNvSpPr>
          <p:nvPr/>
        </p:nvSpPr>
        <p:spPr bwMode="auto">
          <a:xfrm>
            <a:off x="762000" y="1371600"/>
            <a:ext cx="76200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r>
              <a:rPr lang="zh-CN" altLang="en-US" sz="2800">
                <a:solidFill>
                  <a:srgbClr val="0000CC"/>
                </a:solidFill>
                <a:latin typeface="黑体" panose="02010609060101010101" pitchFamily="49" charset="-122"/>
                <a:ea typeface="黑体" panose="02010609060101010101" pitchFamily="49" charset="-122"/>
              </a:rPr>
              <a:t>    先加密后签名如何？（是否遵守交换律？可能出现篡改签名吗？）</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build="p"/>
      <p:bldP spid="2" grpId="0"/>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026">
            <a:extLst>
              <a:ext uri="{FF2B5EF4-FFF2-40B4-BE49-F238E27FC236}">
                <a16:creationId xmlns:a16="http://schemas.microsoft.com/office/drawing/2014/main" id="{9970F5C9-7F82-404E-B525-80FCAAB3880E}"/>
              </a:ext>
            </a:extLst>
          </p:cNvPr>
          <p:cNvSpPr>
            <a:spLocks noGrp="1" noChangeArrowheads="1"/>
          </p:cNvSpPr>
          <p:nvPr>
            <p:ph type="title"/>
          </p:nvPr>
        </p:nvSpPr>
        <p:spPr>
          <a:xfrm>
            <a:off x="228600" y="808038"/>
            <a:ext cx="8229600" cy="487362"/>
          </a:xfrm>
        </p:spPr>
        <p:txBody>
          <a:bodyPr vert="horz" wrap="square" lIns="91440" tIns="45720" rIns="91440" bIns="45720" numCol="1" anchor="t" anchorCtr="0" compatLnSpc="1">
            <a:prstTxWarp prst="textNoShape">
              <a:avLst/>
            </a:prstTxWarp>
          </a:bodyPr>
          <a:lstStyle/>
          <a:p>
            <a:pPr>
              <a:defRPr/>
            </a:pPr>
            <a:r>
              <a:rPr lang="zh-CN" altLang="en-US" sz="2800">
                <a:solidFill>
                  <a:srgbClr val="0000CC"/>
                </a:solidFill>
                <a:ea typeface="宋体" panose="02010600030101010101" pitchFamily="2" charset="-122"/>
              </a:rPr>
              <a:t>（3）基于数字信封的数字签名</a:t>
            </a:r>
          </a:p>
        </p:txBody>
      </p:sp>
      <p:sp>
        <p:nvSpPr>
          <p:cNvPr id="126978" name="矩形 1">
            <a:extLst>
              <a:ext uri="{FF2B5EF4-FFF2-40B4-BE49-F238E27FC236}">
                <a16:creationId xmlns:a16="http://schemas.microsoft.com/office/drawing/2014/main" id="{9D1061A2-8F5A-1D4A-B53D-261C36FCEE64}"/>
              </a:ext>
            </a:extLst>
          </p:cNvPr>
          <p:cNvSpPr>
            <a:spLocks noChangeArrowheads="1"/>
          </p:cNvSpPr>
          <p:nvPr/>
        </p:nvSpPr>
        <p:spPr bwMode="auto">
          <a:xfrm>
            <a:off x="609600" y="1752600"/>
            <a:ext cx="7848600"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a:lnSpc>
                <a:spcPct val="130000"/>
              </a:lnSpc>
            </a:pPr>
            <a:r>
              <a:rPr lang="zh-CN" altLang="en-US" sz="2800">
                <a:solidFill>
                  <a:schemeClr val="bg2"/>
                </a:solidFill>
                <a:latin typeface="黑体" panose="02010609060101010101" pitchFamily="49" charset="-122"/>
                <a:ea typeface="黑体" panose="02010609060101010101" pitchFamily="49" charset="-122"/>
              </a:rPr>
              <a:t>前面两种方法的缺点：</a:t>
            </a:r>
            <a:r>
              <a:rPr lang="zh-CN" altLang="en-US" sz="2800">
                <a:latin typeface="黑体" panose="02010609060101010101" pitchFamily="49" charset="-122"/>
                <a:ea typeface="黑体" panose="02010609060101010101" pitchFamily="49" charset="-122"/>
              </a:rPr>
              <a:t>速度慢</a:t>
            </a:r>
          </a:p>
        </p:txBody>
      </p:sp>
      <p:sp>
        <p:nvSpPr>
          <p:cNvPr id="126979" name="矩形 2">
            <a:extLst>
              <a:ext uri="{FF2B5EF4-FFF2-40B4-BE49-F238E27FC236}">
                <a16:creationId xmlns:a16="http://schemas.microsoft.com/office/drawing/2014/main" id="{9BE248A2-5725-8E46-AA9E-C04486682C26}"/>
              </a:ext>
            </a:extLst>
          </p:cNvPr>
          <p:cNvSpPr>
            <a:spLocks noChangeArrowheads="1"/>
          </p:cNvSpPr>
          <p:nvPr/>
        </p:nvSpPr>
        <p:spPr bwMode="auto">
          <a:xfrm>
            <a:off x="457200" y="2438400"/>
            <a:ext cx="8001000"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sz="4800" b="1">
                <a:solidFill>
                  <a:srgbClr val="FF0000"/>
                </a:solidFill>
                <a:latin typeface="隶书" pitchFamily="49" charset="-122"/>
                <a:ea typeface="隶书" pitchFamily="49" charset="-122"/>
              </a:defRPr>
            </a:lvl1pPr>
            <a:lvl2pPr>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lvl="1">
              <a:lnSpc>
                <a:spcPct val="85000"/>
              </a:lnSpc>
              <a:buFont typeface="Wingdings" pitchFamily="2" charset="2"/>
              <a:buChar char="n"/>
            </a:pPr>
            <a:r>
              <a:rPr lang="zh-CN" altLang="en-US" sz="2400">
                <a:solidFill>
                  <a:schemeClr val="bg2"/>
                </a:solidFill>
                <a:latin typeface="黑体" panose="02010609060101010101" pitchFamily="49" charset="-122"/>
                <a:ea typeface="黑体" panose="02010609060101010101" pitchFamily="49" charset="-122"/>
              </a:rPr>
              <a:t>由于签名是用非对称加密算法</a:t>
            </a:r>
            <a:r>
              <a:rPr lang="en-US" altLang="zh-CN" sz="2400">
                <a:solidFill>
                  <a:schemeClr val="bg2"/>
                </a:solidFill>
                <a:latin typeface="黑体" panose="02010609060101010101" pitchFamily="49" charset="-122"/>
                <a:ea typeface="黑体" panose="02010609060101010101" pitchFamily="49" charset="-122"/>
              </a:rPr>
              <a:t>RSA</a:t>
            </a:r>
            <a:r>
              <a:rPr lang="zh-CN" altLang="en-US" sz="2400">
                <a:solidFill>
                  <a:schemeClr val="bg2"/>
                </a:solidFill>
                <a:latin typeface="黑体" panose="02010609060101010101" pitchFamily="49" charset="-122"/>
                <a:ea typeface="黑体" panose="02010609060101010101" pitchFamily="49" charset="-122"/>
              </a:rPr>
              <a:t>对整个消息进行加密，而</a:t>
            </a:r>
            <a:r>
              <a:rPr lang="en-US" altLang="zh-CN" sz="2400">
                <a:solidFill>
                  <a:schemeClr val="bg2"/>
                </a:solidFill>
                <a:latin typeface="黑体" panose="02010609060101010101" pitchFamily="49" charset="-122"/>
                <a:ea typeface="黑体" panose="02010609060101010101" pitchFamily="49" charset="-122"/>
              </a:rPr>
              <a:t>RSA</a:t>
            </a:r>
            <a:r>
              <a:rPr lang="zh-CN" altLang="en-US" sz="2400">
                <a:solidFill>
                  <a:schemeClr val="bg2"/>
                </a:solidFill>
                <a:latin typeface="黑体" panose="02010609060101010101" pitchFamily="49" charset="-122"/>
                <a:ea typeface="黑体" panose="02010609060101010101" pitchFamily="49" charset="-122"/>
              </a:rPr>
              <a:t>的加密速度慢，因此不能很好推广。</a:t>
            </a:r>
          </a:p>
        </p:txBody>
      </p:sp>
    </p:spTree>
  </p:cSld>
  <p:clrMapOvr>
    <a:masterClrMapping/>
  </p:clrMapOvr>
  <p:transition spd="slow"/>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3">
            <a:extLst>
              <a:ext uri="{FF2B5EF4-FFF2-40B4-BE49-F238E27FC236}">
                <a16:creationId xmlns:a16="http://schemas.microsoft.com/office/drawing/2014/main" id="{217A4411-FA65-CC4D-B8AC-80682DE16EB2}"/>
              </a:ext>
            </a:extLst>
          </p:cNvPr>
          <p:cNvSpPr>
            <a:spLocks noGrp="1" noChangeArrowheads="1"/>
          </p:cNvSpPr>
          <p:nvPr>
            <p:ph idx="1"/>
          </p:nvPr>
        </p:nvSpPr>
        <p:spPr>
          <a:xfrm>
            <a:off x="304800" y="2133600"/>
            <a:ext cx="8583613" cy="3429000"/>
          </a:xfrm>
        </p:spPr>
        <p:txBody>
          <a:bodyPr vert="horz" wrap="square" lIns="91440" tIns="45720" rIns="91440" bIns="45720" numCol="1" anchor="t" anchorCtr="0" compatLnSpc="1">
            <a:prstTxWarp prst="textNoShape">
              <a:avLst/>
            </a:prstTxWarp>
          </a:bodyPr>
          <a:lstStyle/>
          <a:p>
            <a:pPr marL="457200" indent="-457200">
              <a:lnSpc>
                <a:spcPct val="100000"/>
              </a:lnSpc>
              <a:buClrTx/>
              <a:buFont typeface="Arial" panose="020B0604020202020204" pitchFamily="34" charset="0"/>
              <a:buAutoNum type="circleNumDbPlain"/>
              <a:defRPr/>
            </a:pPr>
            <a:r>
              <a:rPr lang="en-US" altLang="zh-CN" sz="2400">
                <a:solidFill>
                  <a:schemeClr val="bg2"/>
                </a:solidFill>
                <a:ea typeface="宋体" panose="02010600030101010101" pitchFamily="2" charset="-122"/>
              </a:rPr>
              <a:t>A</a:t>
            </a:r>
            <a:r>
              <a:rPr lang="zh-CN" altLang="en-US" sz="2400">
                <a:solidFill>
                  <a:schemeClr val="bg2"/>
                </a:solidFill>
                <a:ea typeface="宋体" panose="02010600030101010101" pitchFamily="2" charset="-122"/>
              </a:rPr>
              <a:t>用一次性对称密钥</a:t>
            </a:r>
            <a:r>
              <a:rPr lang="en-US" altLang="zh-CN" sz="2400">
                <a:solidFill>
                  <a:schemeClr val="bg2"/>
                </a:solidFill>
                <a:ea typeface="宋体" panose="02010600030101010101" pitchFamily="2" charset="-122"/>
              </a:rPr>
              <a:t>K1</a:t>
            </a:r>
            <a:r>
              <a:rPr lang="zh-CN" altLang="en-US" sz="2400">
                <a:solidFill>
                  <a:schemeClr val="bg2"/>
                </a:solidFill>
                <a:ea typeface="宋体" panose="02010600030101010101" pitchFamily="2" charset="-122"/>
              </a:rPr>
              <a:t>加密要发送的消息</a:t>
            </a:r>
            <a:r>
              <a:rPr lang="en-US" altLang="zh-CN" sz="2400">
                <a:solidFill>
                  <a:schemeClr val="bg2"/>
                </a:solidFill>
                <a:ea typeface="宋体" panose="02010600030101010101" pitchFamily="2" charset="-122"/>
              </a:rPr>
              <a:t>M</a:t>
            </a:r>
            <a:r>
              <a:rPr lang="zh-CN" altLang="en-US" sz="2400">
                <a:solidFill>
                  <a:schemeClr val="bg2"/>
                </a:solidFill>
                <a:ea typeface="宋体" panose="02010600030101010101" pitchFamily="2" charset="-122"/>
              </a:rPr>
              <a:t>。（消息保密）</a:t>
            </a:r>
          </a:p>
          <a:p>
            <a:pPr marL="457200" indent="-457200">
              <a:lnSpc>
                <a:spcPct val="100000"/>
              </a:lnSpc>
              <a:buClrTx/>
              <a:buFont typeface="Arial" panose="020B0604020202020204" pitchFamily="34" charset="0"/>
              <a:buAutoNum type="circleNumDbPlain"/>
              <a:defRPr/>
            </a:pPr>
            <a:r>
              <a:rPr lang="en-US" altLang="zh-CN" sz="2400">
                <a:solidFill>
                  <a:schemeClr val="bg2"/>
                </a:solidFill>
                <a:ea typeface="宋体" panose="02010600030101010101" pitchFamily="2" charset="-122"/>
              </a:rPr>
              <a:t>A</a:t>
            </a:r>
            <a:r>
              <a:rPr lang="zh-CN" altLang="en-US" sz="2400">
                <a:solidFill>
                  <a:schemeClr val="bg2"/>
                </a:solidFill>
                <a:ea typeface="宋体" panose="02010600030101010101" pitchFamily="2" charset="-122"/>
              </a:rPr>
              <a:t>用自己的私钥加密</a:t>
            </a:r>
            <a:r>
              <a:rPr lang="en-US" altLang="zh-CN" sz="2400">
                <a:solidFill>
                  <a:schemeClr val="bg2"/>
                </a:solidFill>
                <a:ea typeface="宋体" panose="02010600030101010101" pitchFamily="2" charset="-122"/>
              </a:rPr>
              <a:t>K1。（</a:t>
            </a:r>
            <a:r>
              <a:rPr lang="zh-CN" altLang="en-US" sz="2400">
                <a:solidFill>
                  <a:schemeClr val="bg2"/>
                </a:solidFill>
                <a:ea typeface="宋体" panose="02010600030101010101" pitchFamily="2" charset="-122"/>
              </a:rPr>
              <a:t>签名</a:t>
            </a:r>
            <a:r>
              <a:rPr lang="en-US" altLang="zh-CN" sz="2400">
                <a:solidFill>
                  <a:schemeClr val="bg2"/>
                </a:solidFill>
                <a:ea typeface="宋体" panose="02010600030101010101" pitchFamily="2" charset="-122"/>
              </a:rPr>
              <a:t>K1）</a:t>
            </a:r>
          </a:p>
          <a:p>
            <a:pPr marL="457200" indent="-457200">
              <a:lnSpc>
                <a:spcPct val="100000"/>
              </a:lnSpc>
              <a:buClrTx/>
              <a:buFont typeface="Arial" panose="020B0604020202020204" pitchFamily="34" charset="0"/>
              <a:buAutoNum type="circleNumDbPlain"/>
              <a:defRPr/>
            </a:pPr>
            <a:r>
              <a:rPr lang="en-US" altLang="zh-CN" sz="2400">
                <a:solidFill>
                  <a:schemeClr val="bg2"/>
                </a:solidFill>
                <a:ea typeface="宋体" panose="02010600030101010101" pitchFamily="2" charset="-122"/>
              </a:rPr>
              <a:t>A</a:t>
            </a:r>
            <a:r>
              <a:rPr lang="zh-CN" altLang="en-US" sz="2400">
                <a:solidFill>
                  <a:schemeClr val="bg2"/>
                </a:solidFill>
                <a:ea typeface="宋体" panose="02010600030101010101" pitchFamily="2" charset="-122"/>
              </a:rPr>
              <a:t>用</a:t>
            </a:r>
            <a:r>
              <a:rPr lang="en-US" altLang="zh-CN" sz="2400">
                <a:solidFill>
                  <a:schemeClr val="bg2"/>
                </a:solidFill>
                <a:ea typeface="宋体" panose="02010600030101010101" pitchFamily="2" charset="-122"/>
              </a:rPr>
              <a:t>B</a:t>
            </a:r>
            <a:r>
              <a:rPr lang="zh-CN" altLang="en-US" sz="2400">
                <a:solidFill>
                  <a:schemeClr val="bg2"/>
                </a:solidFill>
                <a:ea typeface="宋体" panose="02010600030101010101" pitchFamily="2" charset="-122"/>
              </a:rPr>
              <a:t>的公钥加密第2步的结果，组成数字信封。（对签名结果封装）</a:t>
            </a:r>
          </a:p>
          <a:p>
            <a:pPr marL="457200" indent="-457200">
              <a:lnSpc>
                <a:spcPct val="100000"/>
              </a:lnSpc>
              <a:buClrTx/>
              <a:buFont typeface="Arial" panose="020B0604020202020204" pitchFamily="34" charset="0"/>
              <a:buAutoNum type="circleNumDbPlain"/>
              <a:defRPr/>
            </a:pPr>
            <a:r>
              <a:rPr lang="en-US" altLang="zh-CN" sz="2400">
                <a:solidFill>
                  <a:schemeClr val="bg2"/>
                </a:solidFill>
                <a:ea typeface="宋体" panose="02010600030101010101" pitchFamily="2" charset="-122"/>
              </a:rPr>
              <a:t>B</a:t>
            </a:r>
            <a:r>
              <a:rPr lang="zh-CN" altLang="en-US" sz="2400">
                <a:solidFill>
                  <a:schemeClr val="bg2"/>
                </a:solidFill>
                <a:ea typeface="宋体" panose="02010600030101010101" pitchFamily="2" charset="-122"/>
              </a:rPr>
              <a:t>用自己的私钥解密第3步的结果，得到签名。</a:t>
            </a:r>
          </a:p>
          <a:p>
            <a:pPr marL="457200" indent="-457200">
              <a:lnSpc>
                <a:spcPct val="100000"/>
              </a:lnSpc>
              <a:buClrTx/>
              <a:buFont typeface="Arial" panose="020B0604020202020204" pitchFamily="34" charset="0"/>
              <a:buAutoNum type="circleNumDbPlain"/>
              <a:defRPr/>
            </a:pPr>
            <a:r>
              <a:rPr lang="en-US" altLang="zh-CN" sz="2400">
                <a:solidFill>
                  <a:schemeClr val="bg2"/>
                </a:solidFill>
                <a:ea typeface="宋体" panose="02010600030101010101" pitchFamily="2" charset="-122"/>
              </a:rPr>
              <a:t>B</a:t>
            </a:r>
            <a:r>
              <a:rPr lang="zh-CN" altLang="en-US" sz="2400">
                <a:solidFill>
                  <a:schemeClr val="bg2"/>
                </a:solidFill>
                <a:ea typeface="宋体" panose="02010600030101010101" pitchFamily="2" charset="-122"/>
              </a:rPr>
              <a:t>用</a:t>
            </a:r>
            <a:r>
              <a:rPr lang="en-US" altLang="zh-CN" sz="2400">
                <a:solidFill>
                  <a:schemeClr val="bg2"/>
                </a:solidFill>
                <a:ea typeface="宋体" panose="02010600030101010101" pitchFamily="2" charset="-122"/>
              </a:rPr>
              <a:t>A</a:t>
            </a:r>
            <a:r>
              <a:rPr lang="zh-CN" altLang="en-US" sz="2400">
                <a:solidFill>
                  <a:schemeClr val="bg2"/>
                </a:solidFill>
                <a:ea typeface="宋体" panose="02010600030101010101" pitchFamily="2" charset="-122"/>
              </a:rPr>
              <a:t>的公钥解密第4步的结果，得到一次性对称密钥</a:t>
            </a:r>
            <a:r>
              <a:rPr lang="en-US" altLang="zh-CN" sz="2400">
                <a:solidFill>
                  <a:schemeClr val="bg2"/>
                </a:solidFill>
                <a:ea typeface="宋体" panose="02010600030101010101" pitchFamily="2" charset="-122"/>
              </a:rPr>
              <a:t>K1。</a:t>
            </a:r>
          </a:p>
          <a:p>
            <a:pPr marL="457200" indent="-457200">
              <a:lnSpc>
                <a:spcPct val="100000"/>
              </a:lnSpc>
              <a:buClrTx/>
              <a:buFont typeface="Arial" panose="020B0604020202020204" pitchFamily="34" charset="0"/>
              <a:buAutoNum type="circleNumDbPlain"/>
              <a:defRPr/>
            </a:pPr>
            <a:r>
              <a:rPr lang="en-US" altLang="zh-CN" sz="2400">
                <a:solidFill>
                  <a:schemeClr val="bg2"/>
                </a:solidFill>
                <a:ea typeface="宋体" panose="02010600030101010101" pitchFamily="2" charset="-122"/>
              </a:rPr>
              <a:t>B</a:t>
            </a:r>
            <a:r>
              <a:rPr lang="zh-CN" altLang="en-US" sz="2400">
                <a:solidFill>
                  <a:schemeClr val="bg2"/>
                </a:solidFill>
                <a:ea typeface="宋体" panose="02010600030101010101" pitchFamily="2" charset="-122"/>
              </a:rPr>
              <a:t>用一次性对称密钥</a:t>
            </a:r>
            <a:r>
              <a:rPr lang="en-US" altLang="zh-CN" sz="2400">
                <a:solidFill>
                  <a:schemeClr val="bg2"/>
                </a:solidFill>
                <a:ea typeface="宋体" panose="02010600030101010101" pitchFamily="2" charset="-122"/>
              </a:rPr>
              <a:t>K1</a:t>
            </a:r>
            <a:r>
              <a:rPr lang="zh-CN" altLang="en-US" sz="2400">
                <a:solidFill>
                  <a:schemeClr val="bg2"/>
                </a:solidFill>
                <a:ea typeface="宋体" panose="02010600030101010101" pitchFamily="2" charset="-122"/>
              </a:rPr>
              <a:t>解密第1步的结果，得到原消息。</a:t>
            </a:r>
          </a:p>
        </p:txBody>
      </p:sp>
      <p:sp>
        <p:nvSpPr>
          <p:cNvPr id="5" name="矩形 4">
            <a:extLst>
              <a:ext uri="{FF2B5EF4-FFF2-40B4-BE49-F238E27FC236}">
                <a16:creationId xmlns:a16="http://schemas.microsoft.com/office/drawing/2014/main" id="{F2C008D9-D7BD-EC4E-BFA8-C633464FE9F0}"/>
              </a:ext>
            </a:extLst>
          </p:cNvPr>
          <p:cNvSpPr>
            <a:spLocks noChangeArrowheads="1"/>
          </p:cNvSpPr>
          <p:nvPr/>
        </p:nvSpPr>
        <p:spPr bwMode="auto">
          <a:xfrm>
            <a:off x="430213" y="1066800"/>
            <a:ext cx="8207375"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r>
              <a:rPr lang="zh-CN" altLang="en-US" sz="2800">
                <a:latin typeface="黑体" panose="02010609060101010101" pitchFamily="49" charset="-122"/>
                <a:ea typeface="黑体" panose="02010609060101010101" pitchFamily="49" charset="-122"/>
              </a:rPr>
              <a:t>改进方案：</a:t>
            </a:r>
            <a:r>
              <a:rPr lang="zh-CN" altLang="en-US" sz="2400">
                <a:solidFill>
                  <a:srgbClr val="0000CC"/>
                </a:solidFill>
                <a:latin typeface="黑体" panose="02010609060101010101" pitchFamily="49" charset="-122"/>
                <a:ea typeface="黑体" panose="02010609060101010101" pitchFamily="49" charset="-122"/>
              </a:rPr>
              <a:t>结合数字信封的加密方法，只对一次性对称密钥进行签名，其方法如下：</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0" grpId="0" build="p"/>
      <p:bldP spid="5" grpId="0"/>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a:extLst>
              <a:ext uri="{FF2B5EF4-FFF2-40B4-BE49-F238E27FC236}">
                <a16:creationId xmlns:a16="http://schemas.microsoft.com/office/drawing/2014/main" id="{010CA8B5-EDBA-EB4A-A9FC-425877F150B4}"/>
              </a:ext>
            </a:extLst>
          </p:cNvPr>
          <p:cNvSpPr>
            <a:spLocks noGrp="1" noChangeArrowheads="1"/>
          </p:cNvSpPr>
          <p:nvPr>
            <p:ph type="title"/>
          </p:nvPr>
        </p:nvSpPr>
        <p:spPr>
          <a:xfrm>
            <a:off x="457200" y="838200"/>
            <a:ext cx="8229600" cy="563563"/>
          </a:xfrm>
        </p:spPr>
        <p:txBody>
          <a:bodyPr vert="horz" wrap="square" lIns="91440" tIns="45720" rIns="91440" bIns="45720" numCol="1" anchor="t" anchorCtr="0" compatLnSpc="1">
            <a:prstTxWarp prst="textNoShape">
              <a:avLst/>
            </a:prstTxWarp>
          </a:bodyPr>
          <a:lstStyle/>
          <a:p>
            <a:pPr>
              <a:defRPr/>
            </a:pPr>
            <a:r>
              <a:rPr lang="zh-CN" altLang="en-US" sz="2800">
                <a:solidFill>
                  <a:srgbClr val="0000CC"/>
                </a:solidFill>
                <a:ea typeface="宋体" panose="02010600030101010101" pitchFamily="2" charset="-122"/>
              </a:rPr>
              <a:t>评价</a:t>
            </a:r>
          </a:p>
        </p:txBody>
      </p:sp>
      <p:sp>
        <p:nvSpPr>
          <p:cNvPr id="28675" name="内容占位符 2">
            <a:extLst>
              <a:ext uri="{FF2B5EF4-FFF2-40B4-BE49-F238E27FC236}">
                <a16:creationId xmlns:a16="http://schemas.microsoft.com/office/drawing/2014/main" id="{2A4462AF-C7E4-FB4C-B76D-5A067347CA6A}"/>
              </a:ext>
            </a:extLst>
          </p:cNvPr>
          <p:cNvSpPr>
            <a:spLocks noGrp="1" noChangeArrowheads="1"/>
          </p:cNvSpPr>
          <p:nvPr>
            <p:ph idx="1"/>
          </p:nvPr>
        </p:nvSpPr>
        <p:spPr>
          <a:xfrm>
            <a:off x="457200" y="1600200"/>
            <a:ext cx="8229600" cy="2819400"/>
          </a:xfrm>
        </p:spPr>
        <p:txBody>
          <a:bodyPr vert="horz" wrap="square" lIns="91440" tIns="45720" rIns="91440" bIns="45720" numCol="1" anchor="t" anchorCtr="0" compatLnSpc="1">
            <a:prstTxWarp prst="textNoShape">
              <a:avLst/>
            </a:prstTxWarp>
          </a:bodyPr>
          <a:lstStyle/>
          <a:p>
            <a:pPr>
              <a:lnSpc>
                <a:spcPct val="100000"/>
              </a:lnSpc>
              <a:buClrTx/>
              <a:buFont typeface="Wingdings" pitchFamily="2" charset="2"/>
              <a:buChar char="u"/>
              <a:defRPr/>
            </a:pPr>
            <a:r>
              <a:rPr lang="zh-CN" altLang="en-US" sz="2400">
                <a:solidFill>
                  <a:schemeClr val="bg2"/>
                </a:solidFill>
                <a:latin typeface="Times New Roman" panose="02020603050405020304" pitchFamily="18" charset="0"/>
                <a:ea typeface="黑体" panose="02010609060101010101" pitchFamily="49" charset="-122"/>
              </a:rPr>
              <a:t>最大优点是改进了上述机制性能低的缺点，只对短的对称密钥签名，该签名虽然只对一次性对称密钥</a:t>
            </a:r>
            <a:r>
              <a:rPr lang="en-US" altLang="zh-CN" sz="2400">
                <a:solidFill>
                  <a:schemeClr val="bg2"/>
                </a:solidFill>
                <a:latin typeface="Times New Roman" panose="02020603050405020304" pitchFamily="18" charset="0"/>
                <a:ea typeface="黑体" panose="02010609060101010101" pitchFamily="49" charset="-122"/>
              </a:rPr>
              <a:t>K1 </a:t>
            </a:r>
            <a:r>
              <a:rPr lang="zh-CN" altLang="en-US" sz="2400">
                <a:solidFill>
                  <a:schemeClr val="bg2"/>
                </a:solidFill>
                <a:latin typeface="Times New Roman" panose="02020603050405020304" pitchFamily="18" charset="0"/>
                <a:ea typeface="黑体" panose="02010609060101010101" pitchFamily="49" charset="-122"/>
              </a:rPr>
              <a:t>进行签名，好像没有跟整个消息关联，但实际上由于这个消息是用</a:t>
            </a:r>
            <a:r>
              <a:rPr lang="en-US" altLang="zh-CN" sz="2400">
                <a:solidFill>
                  <a:schemeClr val="bg2"/>
                </a:solidFill>
                <a:latin typeface="Times New Roman" panose="02020603050405020304" pitchFamily="18" charset="0"/>
                <a:ea typeface="黑体" panose="02010609060101010101" pitchFamily="49" charset="-122"/>
              </a:rPr>
              <a:t>K1</a:t>
            </a:r>
            <a:r>
              <a:rPr lang="zh-CN" altLang="en-US" sz="2400">
                <a:solidFill>
                  <a:schemeClr val="bg2"/>
                </a:solidFill>
                <a:latin typeface="Times New Roman" panose="02020603050405020304" pitchFamily="18" charset="0"/>
                <a:ea typeface="黑体" panose="02010609060101010101" pitchFamily="49" charset="-122"/>
              </a:rPr>
              <a:t>加密的，因此签名也是跟整个消息是关联的。</a:t>
            </a:r>
            <a:endParaRPr lang="en-US" altLang="zh-CN" sz="2400">
              <a:solidFill>
                <a:schemeClr val="bg2"/>
              </a:solidFill>
              <a:latin typeface="Times New Roman" panose="02020603050405020304" pitchFamily="18" charset="0"/>
              <a:ea typeface="黑体" panose="02010609060101010101" pitchFamily="49" charset="-122"/>
            </a:endParaRPr>
          </a:p>
          <a:p>
            <a:pPr>
              <a:lnSpc>
                <a:spcPct val="100000"/>
              </a:lnSpc>
              <a:buClrTx/>
              <a:buFont typeface="Wingdings" pitchFamily="2" charset="2"/>
              <a:buChar char="u"/>
              <a:defRPr/>
            </a:pPr>
            <a:r>
              <a:rPr lang="zh-CN" altLang="en-US" sz="2400">
                <a:solidFill>
                  <a:schemeClr val="bg2"/>
                </a:solidFill>
                <a:latin typeface="Times New Roman" panose="02020603050405020304" pitchFamily="18" charset="0"/>
                <a:ea typeface="黑体" panose="02010609060101010101" pitchFamily="49" charset="-122"/>
              </a:rPr>
              <a:t>关联的程度没有下面将要讲述的基于消息摘要的数字签名不可抵赖机制强。</a:t>
            </a:r>
          </a:p>
        </p:txBody>
      </p:sp>
    </p:spTree>
  </p:cSld>
  <p:clrMapOvr>
    <a:masterClrMapping/>
  </p:clrMapOvr>
  <p:transition spd="slow"/>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a:extLst>
              <a:ext uri="{FF2B5EF4-FFF2-40B4-BE49-F238E27FC236}">
                <a16:creationId xmlns:a16="http://schemas.microsoft.com/office/drawing/2014/main" id="{A3E532E7-E4B8-8649-87E5-951097A576BF}"/>
              </a:ext>
            </a:extLst>
          </p:cNvPr>
          <p:cNvSpPr>
            <a:spLocks noGrp="1" noChangeArrowheads="1"/>
          </p:cNvSpPr>
          <p:nvPr>
            <p:ph type="title"/>
          </p:nvPr>
        </p:nvSpPr>
        <p:spPr>
          <a:xfrm>
            <a:off x="76200" y="884238"/>
            <a:ext cx="8229600" cy="563562"/>
          </a:xfrm>
        </p:spPr>
        <p:txBody>
          <a:bodyPr vert="horz" wrap="square" lIns="91440" tIns="45720" rIns="91440" bIns="45720" numCol="1" anchor="t" anchorCtr="0" compatLnSpc="1">
            <a:prstTxWarp prst="textNoShape">
              <a:avLst/>
            </a:prstTxWarp>
          </a:bodyPr>
          <a:lstStyle/>
          <a:p>
            <a:pPr>
              <a:defRPr/>
            </a:pPr>
            <a:r>
              <a:rPr lang="zh-CN" altLang="en-US" sz="2800">
                <a:solidFill>
                  <a:srgbClr val="0000CC"/>
                </a:solidFill>
                <a:ea typeface="宋体" panose="02010600030101010101" pitchFamily="2" charset="-122"/>
              </a:rPr>
              <a:t>（4）具有数据完整性检测的数字签名方法 </a:t>
            </a:r>
          </a:p>
        </p:txBody>
      </p:sp>
      <p:sp>
        <p:nvSpPr>
          <p:cNvPr id="131074" name="Rectangle 2">
            <a:extLst>
              <a:ext uri="{FF2B5EF4-FFF2-40B4-BE49-F238E27FC236}">
                <a16:creationId xmlns:a16="http://schemas.microsoft.com/office/drawing/2014/main" id="{270B43DD-F0B0-214F-80F2-78E39092E416}"/>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algn="ctr" eaLnBrk="1" hangingPunct="1">
              <a:buFont typeface="Arial" panose="020B0604020202020204" pitchFamily="34" charset="0"/>
              <a:buNone/>
            </a:pPr>
            <a:endParaRPr lang="zh-CN" altLang="en-US" sz="2800" b="0">
              <a:solidFill>
                <a:schemeClr val="tx1"/>
              </a:solidFill>
              <a:latin typeface="Arial" panose="020B0604020202020204" pitchFamily="34" charset="0"/>
              <a:ea typeface="Osaka"/>
              <a:cs typeface="Osaka"/>
            </a:endParaRPr>
          </a:p>
        </p:txBody>
      </p:sp>
      <p:pic>
        <p:nvPicPr>
          <p:cNvPr id="2" name="图片 1">
            <a:extLst>
              <a:ext uri="{FF2B5EF4-FFF2-40B4-BE49-F238E27FC236}">
                <a16:creationId xmlns:a16="http://schemas.microsoft.com/office/drawing/2014/main" id="{ACB5D18F-5431-3946-8729-C7562DDD7FAB}"/>
              </a:ext>
            </a:extLst>
          </p:cNvPr>
          <p:cNvPicPr>
            <a:picLocks noChangeAspect="1"/>
          </p:cNvPicPr>
          <p:nvPr/>
        </p:nvPicPr>
        <p:blipFill>
          <a:blip r:embed="rId2"/>
          <a:stretch>
            <a:fillRect/>
          </a:stretch>
        </p:blipFill>
        <p:spPr>
          <a:xfrm>
            <a:off x="115888" y="1733550"/>
            <a:ext cx="8912225" cy="3752850"/>
          </a:xfrm>
          <a:prstGeom prst="rect">
            <a:avLst/>
          </a:prstGeom>
        </p:spPr>
        <p:style>
          <a:lnRef idx="0">
            <a:schemeClr val="dk1"/>
          </a:lnRef>
          <a:fillRef idx="3">
            <a:schemeClr val="dk1"/>
          </a:fillRef>
          <a:effectRef idx="3">
            <a:schemeClr val="dk1"/>
          </a:effectRef>
          <a:fontRef idx="minor">
            <a:schemeClr val="lt1"/>
          </a:fontRef>
        </p:style>
      </p:pic>
    </p:spTree>
  </p:cSld>
  <p:clrMapOvr>
    <a:masterClrMapping/>
  </p:clrMapOvr>
  <p:transition spd="slow"/>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3">
            <a:extLst>
              <a:ext uri="{FF2B5EF4-FFF2-40B4-BE49-F238E27FC236}">
                <a16:creationId xmlns:a16="http://schemas.microsoft.com/office/drawing/2014/main" id="{B1C5FD27-13C0-8947-8D05-91A8086AA0A6}"/>
              </a:ext>
            </a:extLst>
          </p:cNvPr>
          <p:cNvSpPr>
            <a:spLocks noGrp="1" noChangeArrowheads="1"/>
          </p:cNvSpPr>
          <p:nvPr>
            <p:ph idx="1"/>
          </p:nvPr>
        </p:nvSpPr>
        <p:spPr>
          <a:xfrm>
            <a:off x="533400" y="1295400"/>
            <a:ext cx="8086725" cy="4724400"/>
          </a:xfrm>
        </p:spPr>
        <p:txBody>
          <a:bodyPr vert="horz" wrap="square" lIns="91440" tIns="45720" rIns="91440" bIns="45720" numCol="1" anchor="t" anchorCtr="0" compatLnSpc="1">
            <a:prstTxWarp prst="textNoShape">
              <a:avLst/>
            </a:prstTxWarp>
          </a:bodyPr>
          <a:lstStyle/>
          <a:p>
            <a:pPr marL="457200" indent="-457200">
              <a:lnSpc>
                <a:spcPct val="100000"/>
              </a:lnSpc>
              <a:buClrTx/>
              <a:buFont typeface="Arial" panose="020B0604020202020204" pitchFamily="34" charset="0"/>
              <a:buAutoNum type="circleNumDbPlain"/>
              <a:defRPr/>
            </a:pPr>
            <a:r>
              <a:rPr lang="zh-CN" altLang="en-US" sz="2400">
                <a:solidFill>
                  <a:schemeClr val="bg2"/>
                </a:solidFill>
                <a:ea typeface="宋体" panose="02010600030101010101" pitchFamily="2" charset="-122"/>
              </a:rPr>
              <a:t>发送方</a:t>
            </a:r>
            <a:r>
              <a:rPr lang="en-US" altLang="zh-CN" sz="2400">
                <a:solidFill>
                  <a:schemeClr val="bg2"/>
                </a:solidFill>
                <a:ea typeface="宋体" panose="02010600030101010101" pitchFamily="2" charset="-122"/>
              </a:rPr>
              <a:t>A</a:t>
            </a:r>
            <a:r>
              <a:rPr lang="zh-CN" altLang="en-US" sz="2400">
                <a:solidFill>
                  <a:schemeClr val="bg2"/>
                </a:solidFill>
                <a:ea typeface="宋体" panose="02010600030101010101" pitchFamily="2" charset="-122"/>
              </a:rPr>
              <a:t>用</a:t>
            </a:r>
            <a:r>
              <a:rPr lang="en-US" altLang="zh-CN" sz="2400">
                <a:solidFill>
                  <a:schemeClr val="bg2"/>
                </a:solidFill>
                <a:ea typeface="宋体" panose="02010600030101010101" pitchFamily="2" charset="-122"/>
              </a:rPr>
              <a:t>MD5</a:t>
            </a:r>
            <a:r>
              <a:rPr lang="zh-CN" altLang="en-US" sz="2400">
                <a:solidFill>
                  <a:schemeClr val="bg2"/>
                </a:solidFill>
                <a:ea typeface="宋体" panose="02010600030101010101" pitchFamily="2" charset="-122"/>
              </a:rPr>
              <a:t>或者</a:t>
            </a:r>
            <a:r>
              <a:rPr lang="en-US" altLang="zh-CN" sz="2400">
                <a:solidFill>
                  <a:schemeClr val="bg2"/>
                </a:solidFill>
                <a:ea typeface="宋体" panose="02010600030101010101" pitchFamily="2" charset="-122"/>
              </a:rPr>
              <a:t>SHA-1</a:t>
            </a:r>
            <a:r>
              <a:rPr lang="zh-CN" altLang="en-US" sz="2400">
                <a:solidFill>
                  <a:schemeClr val="bg2"/>
                </a:solidFill>
                <a:ea typeface="宋体" panose="02010600030101010101" pitchFamily="2" charset="-122"/>
              </a:rPr>
              <a:t>等消息摘要算法对消息</a:t>
            </a:r>
            <a:r>
              <a:rPr lang="en-US" altLang="zh-CN" sz="2400">
                <a:solidFill>
                  <a:schemeClr val="bg2"/>
                </a:solidFill>
                <a:ea typeface="宋体" panose="02010600030101010101" pitchFamily="2" charset="-122"/>
              </a:rPr>
              <a:t>M</a:t>
            </a:r>
            <a:r>
              <a:rPr lang="zh-CN" altLang="en-US" sz="2400">
                <a:solidFill>
                  <a:schemeClr val="bg2"/>
                </a:solidFill>
                <a:ea typeface="宋体" panose="02010600030101010101" pitchFamily="2" charset="-122"/>
              </a:rPr>
              <a:t>计算消息摘要</a:t>
            </a:r>
            <a:r>
              <a:rPr lang="en-US" altLang="zh-CN" sz="2400">
                <a:solidFill>
                  <a:schemeClr val="bg2"/>
                </a:solidFill>
                <a:ea typeface="宋体" panose="02010600030101010101" pitchFamily="2" charset="-122"/>
              </a:rPr>
              <a:t>(MD0)</a:t>
            </a:r>
            <a:endParaRPr lang="zh-CN" altLang="en-US" sz="2400">
              <a:solidFill>
                <a:schemeClr val="bg2"/>
              </a:solidFill>
              <a:ea typeface="宋体" panose="02010600030101010101" pitchFamily="2" charset="-122"/>
            </a:endParaRPr>
          </a:p>
          <a:p>
            <a:pPr marL="457200" indent="-457200">
              <a:lnSpc>
                <a:spcPct val="100000"/>
              </a:lnSpc>
              <a:buClrTx/>
              <a:buFont typeface="Arial" panose="020B0604020202020204" pitchFamily="34" charset="0"/>
              <a:buAutoNum type="circleNumDbPlain"/>
              <a:defRPr/>
            </a:pPr>
            <a:r>
              <a:rPr lang="zh-CN" altLang="en-US" sz="2400">
                <a:solidFill>
                  <a:schemeClr val="bg2"/>
                </a:solidFill>
                <a:ea typeface="宋体" panose="02010600030101010101" pitchFamily="2" charset="-122"/>
              </a:rPr>
              <a:t>发送方</a:t>
            </a:r>
            <a:r>
              <a:rPr lang="en-US" altLang="zh-CN" sz="2400">
                <a:solidFill>
                  <a:schemeClr val="bg2"/>
                </a:solidFill>
                <a:ea typeface="宋体" panose="02010600030101010101" pitchFamily="2" charset="-122"/>
              </a:rPr>
              <a:t>A</a:t>
            </a:r>
            <a:r>
              <a:rPr lang="zh-CN" altLang="en-US" sz="2400">
                <a:solidFill>
                  <a:schemeClr val="bg2"/>
                </a:solidFill>
                <a:ea typeface="宋体" panose="02010600030101010101" pitchFamily="2" charset="-122"/>
              </a:rPr>
              <a:t>用自己私钥加密这个消息摘要，这个过程的输出是</a:t>
            </a:r>
            <a:r>
              <a:rPr lang="en-US" altLang="zh-CN" sz="2400">
                <a:solidFill>
                  <a:schemeClr val="bg2"/>
                </a:solidFill>
                <a:ea typeface="宋体" panose="02010600030101010101" pitchFamily="2" charset="-122"/>
              </a:rPr>
              <a:t>A</a:t>
            </a:r>
            <a:r>
              <a:rPr lang="zh-CN" altLang="en-US" sz="2400">
                <a:solidFill>
                  <a:schemeClr val="bg2"/>
                </a:solidFill>
                <a:ea typeface="宋体" panose="02010600030101010101" pitchFamily="2" charset="-122"/>
              </a:rPr>
              <a:t>的数字签名</a:t>
            </a:r>
            <a:r>
              <a:rPr lang="en-US" altLang="zh-CN" sz="2400">
                <a:solidFill>
                  <a:schemeClr val="bg2"/>
                </a:solidFill>
                <a:ea typeface="宋体" panose="02010600030101010101" pitchFamily="2" charset="-122"/>
              </a:rPr>
              <a:t>(DS)</a:t>
            </a:r>
            <a:endParaRPr lang="zh-CN" altLang="en-US" sz="2400">
              <a:solidFill>
                <a:schemeClr val="bg2"/>
              </a:solidFill>
              <a:ea typeface="宋体" panose="02010600030101010101" pitchFamily="2" charset="-122"/>
            </a:endParaRPr>
          </a:p>
          <a:p>
            <a:pPr marL="457200" indent="-457200">
              <a:lnSpc>
                <a:spcPct val="100000"/>
              </a:lnSpc>
              <a:buClrTx/>
              <a:buFont typeface="Arial" panose="020B0604020202020204" pitchFamily="34" charset="0"/>
              <a:buAutoNum type="circleNumDbPlain"/>
              <a:defRPr/>
            </a:pPr>
            <a:r>
              <a:rPr lang="zh-CN" altLang="en-US" sz="2400">
                <a:solidFill>
                  <a:schemeClr val="bg2"/>
                </a:solidFill>
                <a:ea typeface="宋体" panose="02010600030101010101" pitchFamily="2" charset="-122"/>
              </a:rPr>
              <a:t>发送方</a:t>
            </a:r>
            <a:r>
              <a:rPr lang="en-US" altLang="zh-CN" sz="2400">
                <a:solidFill>
                  <a:schemeClr val="bg2"/>
                </a:solidFill>
                <a:ea typeface="宋体" panose="02010600030101010101" pitchFamily="2" charset="-122"/>
              </a:rPr>
              <a:t>(A)</a:t>
            </a:r>
            <a:r>
              <a:rPr lang="zh-CN" altLang="en-US" sz="2400">
                <a:solidFill>
                  <a:schemeClr val="bg2"/>
                </a:solidFill>
                <a:ea typeface="宋体" panose="02010600030101010101" pitchFamily="2" charset="-122"/>
              </a:rPr>
              <a:t>将消息</a:t>
            </a:r>
            <a:r>
              <a:rPr lang="en-US" altLang="zh-CN" sz="2400">
                <a:solidFill>
                  <a:schemeClr val="bg2"/>
                </a:solidFill>
                <a:ea typeface="宋体" panose="02010600030101010101" pitchFamily="2" charset="-122"/>
              </a:rPr>
              <a:t>M</a:t>
            </a:r>
            <a:r>
              <a:rPr lang="zh-CN" altLang="en-US" sz="2400">
                <a:solidFill>
                  <a:schemeClr val="bg2"/>
                </a:solidFill>
                <a:ea typeface="宋体" panose="02010600030101010101" pitchFamily="2" charset="-122"/>
              </a:rPr>
              <a:t>和数字签名</a:t>
            </a:r>
            <a:r>
              <a:rPr lang="en-US" altLang="zh-CN" sz="2400">
                <a:solidFill>
                  <a:schemeClr val="bg2"/>
                </a:solidFill>
                <a:ea typeface="宋体" panose="02010600030101010101" pitchFamily="2" charset="-122"/>
              </a:rPr>
              <a:t>(DS)</a:t>
            </a:r>
            <a:r>
              <a:rPr lang="zh-CN" altLang="en-US" sz="2400">
                <a:solidFill>
                  <a:schemeClr val="bg2"/>
                </a:solidFill>
                <a:ea typeface="宋体" panose="02010600030101010101" pitchFamily="2" charset="-122"/>
              </a:rPr>
              <a:t>一起发给接收方</a:t>
            </a:r>
            <a:r>
              <a:rPr lang="en-US" altLang="zh-CN" sz="2400">
                <a:solidFill>
                  <a:schemeClr val="bg2"/>
                </a:solidFill>
                <a:ea typeface="宋体" panose="02010600030101010101" pitchFamily="2" charset="-122"/>
              </a:rPr>
              <a:t>(B)</a:t>
            </a:r>
            <a:endParaRPr lang="zh-CN" altLang="en-US" sz="2400">
              <a:solidFill>
                <a:schemeClr val="bg2"/>
              </a:solidFill>
              <a:ea typeface="宋体" panose="02010600030101010101" pitchFamily="2" charset="-122"/>
            </a:endParaRPr>
          </a:p>
          <a:p>
            <a:pPr marL="457200" indent="-457200">
              <a:lnSpc>
                <a:spcPct val="100000"/>
              </a:lnSpc>
              <a:buClrTx/>
              <a:buFont typeface="Arial" panose="020B0604020202020204" pitchFamily="34" charset="0"/>
              <a:buAutoNum type="circleNumDbPlain"/>
              <a:defRPr/>
            </a:pPr>
            <a:r>
              <a:rPr lang="zh-CN" altLang="en-US" sz="2400">
                <a:solidFill>
                  <a:schemeClr val="bg2"/>
                </a:solidFill>
                <a:ea typeface="宋体" panose="02010600030101010101" pitchFamily="2" charset="-122"/>
              </a:rPr>
              <a:t>接收方</a:t>
            </a:r>
            <a:r>
              <a:rPr lang="en-US" altLang="zh-CN" sz="2400">
                <a:solidFill>
                  <a:schemeClr val="bg2"/>
                </a:solidFill>
                <a:ea typeface="宋体" panose="02010600030101010101" pitchFamily="2" charset="-122"/>
              </a:rPr>
              <a:t>(B)</a:t>
            </a:r>
            <a:r>
              <a:rPr lang="zh-CN" altLang="en-US" sz="2400">
                <a:solidFill>
                  <a:schemeClr val="bg2"/>
                </a:solidFill>
                <a:ea typeface="宋体" panose="02010600030101010101" pitchFamily="2" charset="-122"/>
              </a:rPr>
              <a:t>收到消息</a:t>
            </a:r>
            <a:r>
              <a:rPr lang="en-US" altLang="zh-CN" sz="2400">
                <a:solidFill>
                  <a:schemeClr val="bg2"/>
                </a:solidFill>
                <a:ea typeface="宋体" panose="02010600030101010101" pitchFamily="2" charset="-122"/>
              </a:rPr>
              <a:t>(M)</a:t>
            </a:r>
            <a:r>
              <a:rPr lang="zh-CN" altLang="en-US" sz="2400">
                <a:solidFill>
                  <a:schemeClr val="bg2"/>
                </a:solidFill>
                <a:ea typeface="宋体" panose="02010600030101010101" pitchFamily="2" charset="-122"/>
              </a:rPr>
              <a:t>和数字签名</a:t>
            </a:r>
            <a:r>
              <a:rPr lang="en-US" altLang="zh-CN" sz="2400">
                <a:solidFill>
                  <a:schemeClr val="bg2"/>
                </a:solidFill>
                <a:ea typeface="宋体" panose="02010600030101010101" pitchFamily="2" charset="-122"/>
              </a:rPr>
              <a:t>(DS)</a:t>
            </a:r>
            <a:r>
              <a:rPr lang="zh-CN" altLang="en-US" sz="2400">
                <a:solidFill>
                  <a:schemeClr val="bg2"/>
                </a:solidFill>
                <a:ea typeface="宋体" panose="02010600030101010101" pitchFamily="2" charset="-122"/>
              </a:rPr>
              <a:t>后，接收方</a:t>
            </a:r>
            <a:r>
              <a:rPr lang="en-US" altLang="zh-CN" sz="2400">
                <a:solidFill>
                  <a:schemeClr val="bg2"/>
                </a:solidFill>
                <a:ea typeface="宋体" panose="02010600030101010101" pitchFamily="2" charset="-122"/>
              </a:rPr>
              <a:t>(B)</a:t>
            </a:r>
            <a:r>
              <a:rPr lang="zh-CN" altLang="en-US" sz="2400">
                <a:solidFill>
                  <a:schemeClr val="bg2"/>
                </a:solidFill>
                <a:ea typeface="宋体" panose="02010600030101010101" pitchFamily="2" charset="-122"/>
              </a:rPr>
              <a:t>用发送方的公钥解密数字签名。这个过程得到原先的消息摘要</a:t>
            </a:r>
            <a:r>
              <a:rPr lang="en-US" altLang="zh-CN" sz="2400">
                <a:solidFill>
                  <a:schemeClr val="bg2"/>
                </a:solidFill>
                <a:ea typeface="宋体" panose="02010600030101010101" pitchFamily="2" charset="-122"/>
              </a:rPr>
              <a:t>(MDl</a:t>
            </a:r>
            <a:r>
              <a:rPr lang="zh-CN" altLang="en-US" sz="2400">
                <a:solidFill>
                  <a:schemeClr val="bg2"/>
                </a:solidFill>
                <a:ea typeface="宋体" panose="02010600030101010101" pitchFamily="2" charset="-122"/>
              </a:rPr>
              <a:t>）</a:t>
            </a:r>
            <a:endParaRPr lang="en-US" altLang="zh-CN" sz="2400">
              <a:solidFill>
                <a:schemeClr val="bg2"/>
              </a:solidFill>
              <a:ea typeface="宋体" panose="02010600030101010101" pitchFamily="2" charset="-122"/>
            </a:endParaRPr>
          </a:p>
          <a:p>
            <a:pPr marL="457200" indent="-457200">
              <a:lnSpc>
                <a:spcPct val="100000"/>
              </a:lnSpc>
              <a:buClrTx/>
              <a:buFont typeface="Arial" panose="020B0604020202020204" pitchFamily="34" charset="0"/>
              <a:buAutoNum type="circleNumDbPlain"/>
              <a:defRPr/>
            </a:pPr>
            <a:r>
              <a:rPr lang="zh-CN" altLang="en-US" sz="2400">
                <a:solidFill>
                  <a:schemeClr val="bg2"/>
                </a:solidFill>
                <a:ea typeface="宋体" panose="02010600030101010101" pitchFamily="2" charset="-122"/>
              </a:rPr>
              <a:t>接收方</a:t>
            </a:r>
            <a:r>
              <a:rPr lang="en-US" altLang="zh-CN" sz="2400">
                <a:solidFill>
                  <a:schemeClr val="bg2"/>
                </a:solidFill>
                <a:ea typeface="宋体" panose="02010600030101010101" pitchFamily="2" charset="-122"/>
              </a:rPr>
              <a:t>(B)</a:t>
            </a:r>
            <a:r>
              <a:rPr lang="zh-CN" altLang="en-US" sz="2400">
                <a:solidFill>
                  <a:schemeClr val="bg2"/>
                </a:solidFill>
                <a:ea typeface="宋体" panose="02010600030101010101" pitchFamily="2" charset="-122"/>
              </a:rPr>
              <a:t>使用与</a:t>
            </a:r>
            <a:r>
              <a:rPr lang="en-US" altLang="zh-CN" sz="2400">
                <a:solidFill>
                  <a:schemeClr val="bg2"/>
                </a:solidFill>
                <a:ea typeface="宋体" panose="02010600030101010101" pitchFamily="2" charset="-122"/>
              </a:rPr>
              <a:t>A</a:t>
            </a:r>
            <a:r>
              <a:rPr lang="zh-CN" altLang="en-US" sz="2400">
                <a:solidFill>
                  <a:schemeClr val="bg2"/>
                </a:solidFill>
                <a:ea typeface="宋体" panose="02010600030101010101" pitchFamily="2" charset="-122"/>
              </a:rPr>
              <a:t>相同的消息摘要算法计算消息摘要</a:t>
            </a:r>
            <a:r>
              <a:rPr lang="en-US" altLang="zh-CN" sz="2400">
                <a:solidFill>
                  <a:schemeClr val="bg2"/>
                </a:solidFill>
                <a:ea typeface="宋体" panose="02010600030101010101" pitchFamily="2" charset="-122"/>
              </a:rPr>
              <a:t>(MD2)</a:t>
            </a:r>
            <a:endParaRPr lang="zh-CN" altLang="en-US" sz="2400">
              <a:solidFill>
                <a:schemeClr val="bg2"/>
              </a:solidFill>
              <a:ea typeface="宋体" panose="02010600030101010101" pitchFamily="2" charset="-122"/>
            </a:endParaRPr>
          </a:p>
          <a:p>
            <a:pPr marL="457200" indent="-457200">
              <a:lnSpc>
                <a:spcPct val="100000"/>
              </a:lnSpc>
              <a:buClrTx/>
              <a:buFont typeface="Wingdings" pitchFamily="2" charset="2"/>
              <a:buNone/>
              <a:defRPr/>
            </a:pPr>
            <a:endParaRPr lang="en-US" altLang="zh-CN" sz="2400">
              <a:solidFill>
                <a:schemeClr val="bg2"/>
              </a:solidFill>
              <a:ea typeface="宋体" panose="02010600030101010101" pitchFamily="2" charset="-122"/>
            </a:endParaRPr>
          </a:p>
        </p:txBody>
      </p:sp>
      <p:sp>
        <p:nvSpPr>
          <p:cNvPr id="3" name="矩形 2">
            <a:extLst>
              <a:ext uri="{FF2B5EF4-FFF2-40B4-BE49-F238E27FC236}">
                <a16:creationId xmlns:a16="http://schemas.microsoft.com/office/drawing/2014/main" id="{DFFB8065-1E47-BC46-8EEC-732088936C9A}"/>
              </a:ext>
            </a:extLst>
          </p:cNvPr>
          <p:cNvSpPr/>
          <p:nvPr/>
        </p:nvSpPr>
        <p:spPr>
          <a:xfrm>
            <a:off x="685800" y="685800"/>
            <a:ext cx="906463" cy="523875"/>
          </a:xfrm>
          <a:prstGeom prst="rect">
            <a:avLst/>
          </a:prstGeom>
        </p:spPr>
        <p:txBody>
          <a:bodyPr wrap="none">
            <a:spAutoFit/>
          </a:bodyPr>
          <a:lstStyle/>
          <a:p>
            <a:pPr>
              <a:defRPr/>
            </a:pPr>
            <a:r>
              <a:rPr kumimoji="1" lang="zh-CN" altLang="en-US" sz="2800" dirty="0">
                <a:solidFill>
                  <a:srgbClr val="0000CC"/>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mj-cs"/>
              </a:rPr>
              <a:t>方法</a:t>
            </a:r>
          </a:p>
        </p:txBody>
      </p:sp>
    </p:spTree>
  </p:cSld>
  <p:clrMapOvr>
    <a:masterClrMapping/>
  </p:clrMapOvr>
  <p:transition spd="slow"/>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内容占位符 2">
            <a:extLst>
              <a:ext uri="{FF2B5EF4-FFF2-40B4-BE49-F238E27FC236}">
                <a16:creationId xmlns:a16="http://schemas.microsoft.com/office/drawing/2014/main" id="{EF447DD8-F8FB-9B4D-BBE4-F788B0F2304F}"/>
              </a:ext>
            </a:extLst>
          </p:cNvPr>
          <p:cNvSpPr>
            <a:spLocks noGrp="1" noChangeArrowheads="1"/>
          </p:cNvSpPr>
          <p:nvPr>
            <p:ph idx="1"/>
          </p:nvPr>
        </p:nvSpPr>
        <p:spPr>
          <a:xfrm>
            <a:off x="419100" y="1524000"/>
            <a:ext cx="8229600" cy="2667000"/>
          </a:xfrm>
        </p:spPr>
        <p:txBody>
          <a:bodyPr vert="horz" wrap="square" lIns="91440" tIns="45720" rIns="91440" bIns="45720" numCol="1" anchor="t" anchorCtr="0" compatLnSpc="1">
            <a:prstTxWarp prst="textNoShape">
              <a:avLst/>
            </a:prstTxWarp>
          </a:bodyPr>
          <a:lstStyle/>
          <a:p>
            <a:pPr lvl="1">
              <a:lnSpc>
                <a:spcPct val="120000"/>
              </a:lnSpc>
              <a:buClr>
                <a:srgbClr val="FF0000"/>
              </a:buClr>
              <a:buFont typeface="Wingdings" pitchFamily="2" charset="2"/>
              <a:buChar char="n"/>
              <a:defRPr/>
            </a:pPr>
            <a:r>
              <a:rPr lang="en-US" altLang="zh-CN" sz="2400">
                <a:solidFill>
                  <a:schemeClr val="bg2"/>
                </a:solidFill>
                <a:latin typeface="Times New Roman" panose="02020603050405020304" pitchFamily="18" charset="0"/>
                <a:ea typeface="黑体" panose="02010609060101010101" pitchFamily="49" charset="-122"/>
              </a:rPr>
              <a:t>MD2</a:t>
            </a:r>
            <a:r>
              <a:rPr lang="zh-CN" altLang="en-US" sz="2400">
                <a:solidFill>
                  <a:schemeClr val="bg2"/>
                </a:solidFill>
                <a:latin typeface="Times New Roman" panose="02020603050405020304" pitchFamily="18" charset="0"/>
                <a:ea typeface="黑体" panose="02010609060101010101" pitchFamily="49" charset="-122"/>
              </a:rPr>
              <a:t>，第</a:t>
            </a:r>
            <a:r>
              <a:rPr lang="en-US" altLang="zh-CN" sz="2400">
                <a:solidFill>
                  <a:schemeClr val="bg2"/>
                </a:solidFill>
                <a:latin typeface="Times New Roman" panose="02020603050405020304" pitchFamily="18" charset="0"/>
                <a:ea typeface="黑体" panose="02010609060101010101" pitchFamily="49" charset="-122"/>
              </a:rPr>
              <a:t>5</a:t>
            </a:r>
            <a:r>
              <a:rPr lang="zh-CN" altLang="en-US" sz="2400">
                <a:solidFill>
                  <a:schemeClr val="bg2"/>
                </a:solidFill>
                <a:latin typeface="Times New Roman" panose="02020603050405020304" pitchFamily="18" charset="0"/>
                <a:ea typeface="黑体" panose="02010609060101010101" pitchFamily="49" charset="-122"/>
              </a:rPr>
              <a:t>步求出；</a:t>
            </a:r>
          </a:p>
          <a:p>
            <a:pPr lvl="1">
              <a:lnSpc>
                <a:spcPct val="120000"/>
              </a:lnSpc>
              <a:buClr>
                <a:srgbClr val="FF0000"/>
              </a:buClr>
              <a:buFont typeface="Wingdings" pitchFamily="2" charset="2"/>
              <a:buChar char="n"/>
              <a:defRPr/>
            </a:pPr>
            <a:r>
              <a:rPr lang="en-US" altLang="zh-CN" sz="2400">
                <a:solidFill>
                  <a:schemeClr val="bg2"/>
                </a:solidFill>
                <a:latin typeface="Times New Roman" panose="02020603050405020304" pitchFamily="18" charset="0"/>
                <a:ea typeface="黑体" panose="02010609060101010101" pitchFamily="49" charset="-122"/>
              </a:rPr>
              <a:t>MDl</a:t>
            </a:r>
            <a:r>
              <a:rPr lang="zh-CN" altLang="en-US" sz="2400">
                <a:solidFill>
                  <a:schemeClr val="bg2"/>
                </a:solidFill>
                <a:latin typeface="Times New Roman" panose="02020603050405020304" pitchFamily="18" charset="0"/>
                <a:ea typeface="黑体" panose="02010609060101010101" pitchFamily="49" charset="-122"/>
              </a:rPr>
              <a:t>，第</a:t>
            </a:r>
            <a:r>
              <a:rPr lang="en-US" altLang="zh-CN" sz="2400">
                <a:solidFill>
                  <a:schemeClr val="bg2"/>
                </a:solidFill>
                <a:latin typeface="Times New Roman" panose="02020603050405020304" pitchFamily="18" charset="0"/>
                <a:ea typeface="黑体" panose="02010609060101010101" pitchFamily="49" charset="-122"/>
              </a:rPr>
              <a:t>4</a:t>
            </a:r>
            <a:r>
              <a:rPr lang="zh-CN" altLang="en-US" sz="2400">
                <a:solidFill>
                  <a:schemeClr val="bg2"/>
                </a:solidFill>
                <a:latin typeface="Times New Roman" panose="02020603050405020304" pitchFamily="18" charset="0"/>
                <a:ea typeface="黑体" panose="02010609060101010101" pitchFamily="49" charset="-122"/>
              </a:rPr>
              <a:t>步从</a:t>
            </a:r>
            <a:r>
              <a:rPr lang="en-US" altLang="zh-CN" sz="2400">
                <a:solidFill>
                  <a:schemeClr val="bg2"/>
                </a:solidFill>
                <a:latin typeface="Times New Roman" panose="02020603050405020304" pitchFamily="18" charset="0"/>
                <a:ea typeface="黑体" panose="02010609060101010101" pitchFamily="49" charset="-122"/>
              </a:rPr>
              <a:t>A</a:t>
            </a:r>
            <a:r>
              <a:rPr lang="zh-CN" altLang="en-US" sz="2400">
                <a:solidFill>
                  <a:schemeClr val="bg2"/>
                </a:solidFill>
                <a:latin typeface="Times New Roman" panose="02020603050405020304" pitchFamily="18" charset="0"/>
                <a:ea typeface="黑体" panose="02010609060101010101" pitchFamily="49" charset="-122"/>
              </a:rPr>
              <a:t>的数字签名求出。</a:t>
            </a:r>
          </a:p>
          <a:p>
            <a:pPr lvl="1">
              <a:lnSpc>
                <a:spcPct val="120000"/>
              </a:lnSpc>
              <a:buClr>
                <a:srgbClr val="FF0000"/>
              </a:buClr>
              <a:buFont typeface="Wingdings" pitchFamily="2" charset="2"/>
              <a:buChar char="n"/>
              <a:defRPr/>
            </a:pPr>
            <a:r>
              <a:rPr lang="zh-CN" altLang="en-US" sz="2400">
                <a:solidFill>
                  <a:schemeClr val="bg2"/>
                </a:solidFill>
                <a:latin typeface="Times New Roman" panose="02020603050405020304" pitchFamily="18" charset="0"/>
                <a:ea typeface="黑体" panose="02010609060101010101" pitchFamily="49" charset="-122"/>
              </a:rPr>
              <a:t>如果</a:t>
            </a:r>
            <a:r>
              <a:rPr lang="en-US" altLang="zh-CN" sz="2400">
                <a:solidFill>
                  <a:schemeClr val="bg2"/>
                </a:solidFill>
                <a:latin typeface="Times New Roman" panose="02020603050405020304" pitchFamily="18" charset="0"/>
                <a:ea typeface="黑体" panose="02010609060101010101" pitchFamily="49" charset="-122"/>
              </a:rPr>
              <a:t>MDI=MD2</a:t>
            </a:r>
            <a:r>
              <a:rPr lang="zh-CN" altLang="en-US" sz="2400">
                <a:solidFill>
                  <a:schemeClr val="bg2"/>
                </a:solidFill>
                <a:latin typeface="Times New Roman" panose="02020603050405020304" pitchFamily="18" charset="0"/>
                <a:ea typeface="黑体" panose="02010609060101010101" pitchFamily="49" charset="-122"/>
              </a:rPr>
              <a:t>，则可以表明：</a:t>
            </a:r>
            <a:r>
              <a:rPr lang="en-US" altLang="zh-CN" sz="2400">
                <a:solidFill>
                  <a:schemeClr val="bg2"/>
                </a:solidFill>
                <a:latin typeface="Times New Roman" panose="02020603050405020304" pitchFamily="18" charset="0"/>
                <a:ea typeface="黑体" panose="02010609060101010101" pitchFamily="49" charset="-122"/>
              </a:rPr>
              <a:t>B</a:t>
            </a:r>
            <a:r>
              <a:rPr lang="zh-CN" altLang="en-US" sz="2400">
                <a:solidFill>
                  <a:schemeClr val="bg2"/>
                </a:solidFill>
                <a:latin typeface="Times New Roman" panose="02020603050405020304" pitchFamily="18" charset="0"/>
                <a:ea typeface="黑体" panose="02010609060101010101" pitchFamily="49" charset="-122"/>
              </a:rPr>
              <a:t>接受原消息</a:t>
            </a:r>
            <a:r>
              <a:rPr lang="en-US" altLang="zh-CN" sz="2400">
                <a:solidFill>
                  <a:schemeClr val="bg2"/>
                </a:solidFill>
                <a:latin typeface="Times New Roman" panose="02020603050405020304" pitchFamily="18" charset="0"/>
                <a:ea typeface="黑体" panose="02010609060101010101" pitchFamily="49" charset="-122"/>
              </a:rPr>
              <a:t>(M)</a:t>
            </a:r>
            <a:r>
              <a:rPr lang="zh-CN" altLang="en-US" sz="2400">
                <a:solidFill>
                  <a:schemeClr val="bg2"/>
                </a:solidFill>
                <a:latin typeface="Times New Roman" panose="02020603050405020304" pitchFamily="18" charset="0"/>
                <a:ea typeface="黑体" panose="02010609060101010101" pitchFamily="49" charset="-122"/>
              </a:rPr>
              <a:t>是</a:t>
            </a:r>
            <a:r>
              <a:rPr lang="en-US" altLang="zh-CN" sz="2400">
                <a:solidFill>
                  <a:schemeClr val="bg2"/>
                </a:solidFill>
                <a:latin typeface="Times New Roman" panose="02020603050405020304" pitchFamily="18" charset="0"/>
                <a:ea typeface="黑体" panose="02010609060101010101" pitchFamily="49" charset="-122"/>
              </a:rPr>
              <a:t>A</a:t>
            </a:r>
            <a:r>
              <a:rPr lang="zh-CN" altLang="en-US" sz="2400">
                <a:solidFill>
                  <a:schemeClr val="bg2"/>
                </a:solidFill>
                <a:latin typeface="Times New Roman" panose="02020603050405020304" pitchFamily="18" charset="0"/>
                <a:ea typeface="黑体" panose="02010609060101010101" pitchFamily="49" charset="-122"/>
              </a:rPr>
              <a:t>发来的、未经修改的消息（认证和数据完整性），</a:t>
            </a:r>
            <a:r>
              <a:rPr lang="en-US" altLang="zh-CN" sz="2400">
                <a:solidFill>
                  <a:schemeClr val="bg2"/>
                </a:solidFill>
                <a:latin typeface="Times New Roman" panose="02020603050405020304" pitchFamily="18" charset="0"/>
                <a:ea typeface="黑体" panose="02010609060101010101" pitchFamily="49" charset="-122"/>
              </a:rPr>
              <a:t>B</a:t>
            </a:r>
            <a:r>
              <a:rPr lang="zh-CN" altLang="en-US" sz="2400">
                <a:solidFill>
                  <a:schemeClr val="bg2"/>
                </a:solidFill>
                <a:latin typeface="Times New Roman" panose="02020603050405020304" pitchFamily="18" charset="0"/>
                <a:ea typeface="黑体" panose="02010609060101010101" pitchFamily="49" charset="-122"/>
              </a:rPr>
              <a:t>也保证消息来自</a:t>
            </a:r>
            <a:r>
              <a:rPr lang="en-US" altLang="zh-CN" sz="2400">
                <a:solidFill>
                  <a:schemeClr val="bg2"/>
                </a:solidFill>
                <a:latin typeface="Times New Roman" panose="02020603050405020304" pitchFamily="18" charset="0"/>
                <a:ea typeface="黑体" panose="02010609060101010101" pitchFamily="49" charset="-122"/>
              </a:rPr>
              <a:t>A</a:t>
            </a:r>
            <a:r>
              <a:rPr lang="zh-CN" altLang="en-US" sz="2400">
                <a:solidFill>
                  <a:schemeClr val="bg2"/>
                </a:solidFill>
                <a:latin typeface="Times New Roman" panose="02020603050405020304" pitchFamily="18" charset="0"/>
                <a:ea typeface="黑体" panose="02010609060101010101" pitchFamily="49" charset="-122"/>
              </a:rPr>
              <a:t>而不是别人伪装</a:t>
            </a:r>
            <a:r>
              <a:rPr lang="en-US" altLang="zh-CN" sz="2400">
                <a:solidFill>
                  <a:schemeClr val="bg2"/>
                </a:solidFill>
                <a:latin typeface="Times New Roman" panose="02020603050405020304" pitchFamily="18" charset="0"/>
                <a:ea typeface="黑体" panose="02010609060101010101" pitchFamily="49" charset="-122"/>
              </a:rPr>
              <a:t>A</a:t>
            </a:r>
            <a:r>
              <a:rPr lang="zh-CN" altLang="en-US" sz="2400">
                <a:solidFill>
                  <a:schemeClr val="bg2"/>
                </a:solidFill>
                <a:latin typeface="Times New Roman" panose="02020603050405020304" pitchFamily="18" charset="0"/>
                <a:ea typeface="黑体" panose="02010609060101010101" pitchFamily="49" charset="-122"/>
              </a:rPr>
              <a:t>。</a:t>
            </a:r>
            <a:endParaRPr lang="en-US" altLang="zh-CN" sz="2400">
              <a:solidFill>
                <a:schemeClr val="bg2"/>
              </a:solidFill>
              <a:latin typeface="Times New Roman" panose="02020603050405020304" pitchFamily="18" charset="0"/>
              <a:ea typeface="黑体" panose="02010609060101010101" pitchFamily="49" charset="-122"/>
            </a:endParaRPr>
          </a:p>
        </p:txBody>
      </p:sp>
      <p:sp>
        <p:nvSpPr>
          <p:cNvPr id="133122" name="矩形 2">
            <a:extLst>
              <a:ext uri="{FF2B5EF4-FFF2-40B4-BE49-F238E27FC236}">
                <a16:creationId xmlns:a16="http://schemas.microsoft.com/office/drawing/2014/main" id="{13636478-7B7C-0144-B877-D8CA9E94506E}"/>
              </a:ext>
            </a:extLst>
          </p:cNvPr>
          <p:cNvSpPr>
            <a:spLocks noChangeArrowheads="1"/>
          </p:cNvSpPr>
          <p:nvPr/>
        </p:nvSpPr>
        <p:spPr bwMode="auto">
          <a:xfrm>
            <a:off x="457200" y="774700"/>
            <a:ext cx="7239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r>
              <a:rPr lang="en-US" altLang="zh-CN" sz="3200">
                <a:solidFill>
                  <a:srgbClr val="0000CC"/>
                </a:solidFill>
                <a:latin typeface="黑体" panose="02010609060101010101" pitchFamily="49" charset="-122"/>
                <a:ea typeface="黑体" panose="02010609060101010101" pitchFamily="49" charset="-122"/>
              </a:rPr>
              <a:t>B</a:t>
            </a:r>
            <a:r>
              <a:rPr lang="zh-CN" altLang="en-US" sz="3200">
                <a:solidFill>
                  <a:srgbClr val="0000CC"/>
                </a:solidFill>
                <a:latin typeface="黑体" panose="02010609060101010101" pitchFamily="49" charset="-122"/>
                <a:ea typeface="黑体" panose="02010609060101010101" pitchFamily="49" charset="-122"/>
              </a:rPr>
              <a:t>比较两个消息摘要如下：</a:t>
            </a:r>
          </a:p>
        </p:txBody>
      </p:sp>
      <p:sp>
        <p:nvSpPr>
          <p:cNvPr id="4" name="矩形 3">
            <a:extLst>
              <a:ext uri="{FF2B5EF4-FFF2-40B4-BE49-F238E27FC236}">
                <a16:creationId xmlns:a16="http://schemas.microsoft.com/office/drawing/2014/main" id="{933737C7-F149-1149-831B-E7AA0D7B8F91}"/>
              </a:ext>
            </a:extLst>
          </p:cNvPr>
          <p:cNvSpPr>
            <a:spLocks noChangeArrowheads="1"/>
          </p:cNvSpPr>
          <p:nvPr/>
        </p:nvSpPr>
        <p:spPr bwMode="auto">
          <a:xfrm>
            <a:off x="457200" y="4165600"/>
            <a:ext cx="8077200"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r>
              <a:rPr lang="zh-CN" altLang="en-US" sz="3200">
                <a:solidFill>
                  <a:srgbClr val="0000CC"/>
                </a:solidFill>
                <a:latin typeface="黑体" panose="02010609060101010101" pitchFamily="49" charset="-122"/>
                <a:ea typeface="黑体" panose="02010609060101010101" pitchFamily="49" charset="-122"/>
              </a:rPr>
              <a:t>该方法的缺点是：</a:t>
            </a:r>
          </a:p>
        </p:txBody>
      </p:sp>
      <p:sp>
        <p:nvSpPr>
          <p:cNvPr id="5" name="矩形 4">
            <a:extLst>
              <a:ext uri="{FF2B5EF4-FFF2-40B4-BE49-F238E27FC236}">
                <a16:creationId xmlns:a16="http://schemas.microsoft.com/office/drawing/2014/main" id="{F3AFB568-4E57-9049-AEA2-37B8416F7466}"/>
              </a:ext>
            </a:extLst>
          </p:cNvPr>
          <p:cNvSpPr>
            <a:spLocks noChangeArrowheads="1"/>
          </p:cNvSpPr>
          <p:nvPr/>
        </p:nvSpPr>
        <p:spPr bwMode="auto">
          <a:xfrm>
            <a:off x="2057400" y="4876800"/>
            <a:ext cx="5638800" cy="75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a:lnSpc>
                <a:spcPct val="120000"/>
              </a:lnSpc>
            </a:pPr>
            <a:r>
              <a:rPr lang="zh-CN" altLang="en-US" sz="3600">
                <a:latin typeface="Times New Roman" panose="02020603050405020304" pitchFamily="18" charset="0"/>
                <a:ea typeface="黑体" panose="02010609060101010101" pitchFamily="49" charset="-122"/>
              </a:rPr>
              <a:t>没有对信息</a:t>
            </a:r>
            <a:r>
              <a:rPr lang="en-US" altLang="zh-CN" sz="3600">
                <a:latin typeface="Times New Roman" panose="02020603050405020304" pitchFamily="18" charset="0"/>
                <a:ea typeface="黑体" panose="02010609060101010101" pitchFamily="49" charset="-122"/>
              </a:rPr>
              <a:t>M</a:t>
            </a:r>
            <a:r>
              <a:rPr lang="zh-CN" altLang="en-US" sz="3600">
                <a:latin typeface="Times New Roman" panose="02020603050405020304" pitchFamily="18" charset="0"/>
                <a:ea typeface="黑体" panose="02010609060101010101" pitchFamily="49" charset="-122"/>
              </a:rPr>
              <a:t>进行保密。</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500" fill="hold"/>
                                        <p:tgtEl>
                                          <p:spTgt spid="4"/>
                                        </p:tgtEl>
                                        <p:attrNameLst>
                                          <p:attrName>ppt_x</p:attrName>
                                        </p:attrNameLst>
                                      </p:cBhvr>
                                      <p:tavLst>
                                        <p:tav tm="0">
                                          <p:val>
                                            <p:strVal val="0-#ppt_w/2"/>
                                          </p:val>
                                        </p:tav>
                                        <p:tav tm="100000">
                                          <p:val>
                                            <p:strVal val="#ppt_x"/>
                                          </p:val>
                                        </p:tav>
                                      </p:tavLst>
                                    </p:anim>
                                    <p:anim calcmode="lin" valueType="num">
                                      <p:cBhvr additive="base">
                                        <p:cTn id="8" dur="1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up)">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build="p"/>
      <p:bldP spid="4" grpId="0"/>
      <p:bldP spid="5" grpId="0"/>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1026">
            <a:extLst>
              <a:ext uri="{FF2B5EF4-FFF2-40B4-BE49-F238E27FC236}">
                <a16:creationId xmlns:a16="http://schemas.microsoft.com/office/drawing/2014/main" id="{552EFDF3-65EF-9743-BC4D-D49F83029F7A}"/>
              </a:ext>
            </a:extLst>
          </p:cNvPr>
          <p:cNvSpPr>
            <a:spLocks noGrp="1" noChangeArrowheads="1"/>
          </p:cNvSpPr>
          <p:nvPr>
            <p:ph type="title"/>
          </p:nvPr>
        </p:nvSpPr>
        <p:spPr>
          <a:xfrm>
            <a:off x="152400" y="838200"/>
            <a:ext cx="8305800" cy="487363"/>
          </a:xfrm>
        </p:spPr>
        <p:txBody>
          <a:bodyPr vert="horz" wrap="square" lIns="91440" tIns="45720" rIns="91440" bIns="45720" numCol="1" anchor="t" anchorCtr="0" compatLnSpc="1">
            <a:prstTxWarp prst="textNoShape">
              <a:avLst/>
            </a:prstTxWarp>
          </a:bodyPr>
          <a:lstStyle/>
          <a:p>
            <a:pPr>
              <a:defRPr/>
            </a:pPr>
            <a:r>
              <a:rPr lang="zh-CN" altLang="en-US" sz="2800" dirty="0">
                <a:solidFill>
                  <a:srgbClr val="C00000"/>
                </a:solidFill>
                <a:ea typeface="宋体" panose="02010600030101010101" pitchFamily="2" charset="-122"/>
              </a:rPr>
              <a:t>（5）具有保密性和数据完整性检测的数字签名方法</a:t>
            </a:r>
          </a:p>
        </p:txBody>
      </p:sp>
      <p:sp>
        <p:nvSpPr>
          <p:cNvPr id="32771" name="Rectangle 1027">
            <a:extLst>
              <a:ext uri="{FF2B5EF4-FFF2-40B4-BE49-F238E27FC236}">
                <a16:creationId xmlns:a16="http://schemas.microsoft.com/office/drawing/2014/main" id="{FB7B40F9-EC95-FD43-97FA-8402957733A6}"/>
              </a:ext>
            </a:extLst>
          </p:cNvPr>
          <p:cNvSpPr>
            <a:spLocks noGrp="1" noChangeArrowheads="1"/>
          </p:cNvSpPr>
          <p:nvPr>
            <p:ph idx="1"/>
          </p:nvPr>
        </p:nvSpPr>
        <p:spPr>
          <a:xfrm>
            <a:off x="238125" y="1600200"/>
            <a:ext cx="8905875" cy="4343400"/>
          </a:xfrm>
        </p:spPr>
        <p:txBody>
          <a:bodyPr vert="horz" wrap="square" lIns="91440" tIns="45720" rIns="91440" bIns="45720" numCol="1" anchor="t" anchorCtr="0" compatLnSpc="1">
            <a:prstTxWarp prst="textNoShape">
              <a:avLst/>
            </a:prstTxWarp>
          </a:bodyPr>
          <a:lstStyle/>
          <a:p>
            <a:pPr marL="0" lvl="1" indent="0">
              <a:buFont typeface="Wingdings" pitchFamily="2" charset="2"/>
              <a:buNone/>
              <a:defRPr/>
            </a:pPr>
            <a:r>
              <a:rPr lang="zh-CN" altLang="en-US" sz="1800">
                <a:solidFill>
                  <a:schemeClr val="bg2"/>
                </a:solidFill>
                <a:latin typeface="Times New Roman" panose="02020603050405020304" pitchFamily="18" charset="0"/>
                <a:ea typeface="黑体" panose="02010609060101010101" pitchFamily="49" charset="-122"/>
              </a:rPr>
              <a:t>（1）发送方</a:t>
            </a:r>
            <a:r>
              <a:rPr lang="en-US" altLang="zh-CN" sz="1800">
                <a:solidFill>
                  <a:schemeClr val="bg2"/>
                </a:solidFill>
                <a:latin typeface="Times New Roman" panose="02020603050405020304" pitchFamily="18" charset="0"/>
                <a:ea typeface="黑体" panose="02010609060101010101" pitchFamily="49" charset="-122"/>
              </a:rPr>
              <a:t>A</a:t>
            </a:r>
            <a:r>
              <a:rPr lang="zh-CN" altLang="en-US" sz="1800">
                <a:solidFill>
                  <a:schemeClr val="bg2"/>
                </a:solidFill>
                <a:latin typeface="Times New Roman" panose="02020603050405020304" pitchFamily="18" charset="0"/>
                <a:ea typeface="黑体" panose="02010609060101010101" pitchFamily="49" charset="-122"/>
              </a:rPr>
              <a:t>用</a:t>
            </a:r>
            <a:r>
              <a:rPr lang="en-US" altLang="zh-CN" sz="1800">
                <a:solidFill>
                  <a:schemeClr val="bg2"/>
                </a:solidFill>
                <a:latin typeface="Times New Roman" panose="02020603050405020304" pitchFamily="18" charset="0"/>
                <a:ea typeface="黑体" panose="02010609060101010101" pitchFamily="49" charset="-122"/>
              </a:rPr>
              <a:t>MD5</a:t>
            </a:r>
            <a:r>
              <a:rPr lang="zh-CN" altLang="en-US" sz="1800">
                <a:solidFill>
                  <a:schemeClr val="bg2"/>
                </a:solidFill>
                <a:latin typeface="Times New Roman" panose="02020603050405020304" pitchFamily="18" charset="0"/>
                <a:ea typeface="黑体" panose="02010609060101010101" pitchFamily="49" charset="-122"/>
              </a:rPr>
              <a:t>或者</a:t>
            </a:r>
            <a:r>
              <a:rPr lang="en-US" altLang="zh-CN" sz="1800">
                <a:solidFill>
                  <a:schemeClr val="bg2"/>
                </a:solidFill>
                <a:latin typeface="Times New Roman" panose="02020603050405020304" pitchFamily="18" charset="0"/>
                <a:ea typeface="黑体" panose="02010609060101010101" pitchFamily="49" charset="-122"/>
              </a:rPr>
              <a:t>SHA-1</a:t>
            </a:r>
            <a:r>
              <a:rPr lang="zh-CN" altLang="en-US" sz="1800">
                <a:solidFill>
                  <a:schemeClr val="bg2"/>
                </a:solidFill>
                <a:latin typeface="Times New Roman" panose="02020603050405020304" pitchFamily="18" charset="0"/>
                <a:ea typeface="黑体" panose="02010609060101010101" pitchFamily="49" charset="-122"/>
              </a:rPr>
              <a:t>等消息摘要算法对消息</a:t>
            </a:r>
            <a:r>
              <a:rPr lang="en-US" altLang="zh-CN" sz="1800">
                <a:solidFill>
                  <a:schemeClr val="bg2"/>
                </a:solidFill>
                <a:latin typeface="Times New Roman" panose="02020603050405020304" pitchFamily="18" charset="0"/>
                <a:ea typeface="黑体" panose="02010609060101010101" pitchFamily="49" charset="-122"/>
              </a:rPr>
              <a:t>M</a:t>
            </a:r>
            <a:r>
              <a:rPr lang="zh-CN" altLang="en-US" sz="1800">
                <a:solidFill>
                  <a:schemeClr val="bg2"/>
                </a:solidFill>
                <a:latin typeface="Times New Roman" panose="02020603050405020304" pitchFamily="18" charset="0"/>
                <a:ea typeface="黑体" panose="02010609060101010101" pitchFamily="49" charset="-122"/>
              </a:rPr>
              <a:t>计算消息摘要(</a:t>
            </a:r>
            <a:r>
              <a:rPr lang="en-US" altLang="zh-CN" sz="1800">
                <a:solidFill>
                  <a:schemeClr val="bg2"/>
                </a:solidFill>
                <a:latin typeface="Times New Roman" panose="02020603050405020304" pitchFamily="18" charset="0"/>
                <a:ea typeface="黑体" panose="02010609060101010101" pitchFamily="49" charset="-122"/>
              </a:rPr>
              <a:t>MD0)</a:t>
            </a:r>
          </a:p>
          <a:p>
            <a:pPr marL="0" lvl="1" indent="0">
              <a:buFont typeface="Wingdings" pitchFamily="2" charset="2"/>
              <a:buNone/>
              <a:defRPr/>
            </a:pPr>
            <a:r>
              <a:rPr lang="zh-CN" altLang="en-US" sz="1800">
                <a:solidFill>
                  <a:schemeClr val="bg2"/>
                </a:solidFill>
                <a:latin typeface="Times New Roman" panose="02020603050405020304" pitchFamily="18" charset="0"/>
                <a:ea typeface="黑体" panose="02010609060101010101" pitchFamily="49" charset="-122"/>
              </a:rPr>
              <a:t>（2）发送方</a:t>
            </a:r>
            <a:r>
              <a:rPr lang="en-US" altLang="zh-CN" sz="1800">
                <a:solidFill>
                  <a:schemeClr val="bg2"/>
                </a:solidFill>
                <a:latin typeface="Times New Roman" panose="02020603050405020304" pitchFamily="18" charset="0"/>
                <a:ea typeface="黑体" panose="02010609060101010101" pitchFamily="49" charset="-122"/>
              </a:rPr>
              <a:t> A</a:t>
            </a:r>
            <a:r>
              <a:rPr lang="zh-CN" altLang="en-US" sz="1800">
                <a:solidFill>
                  <a:schemeClr val="bg2"/>
                </a:solidFill>
                <a:latin typeface="Times New Roman" panose="02020603050405020304" pitchFamily="18" charset="0"/>
                <a:ea typeface="黑体" panose="02010609060101010101" pitchFamily="49" charset="-122"/>
              </a:rPr>
              <a:t>用一次性对称密钥</a:t>
            </a:r>
            <a:r>
              <a:rPr lang="en-US" altLang="zh-CN" sz="1800">
                <a:solidFill>
                  <a:schemeClr val="bg2"/>
                </a:solidFill>
                <a:latin typeface="Times New Roman" panose="02020603050405020304" pitchFamily="18" charset="0"/>
                <a:ea typeface="黑体" panose="02010609060101010101" pitchFamily="49" charset="-122"/>
              </a:rPr>
              <a:t>K1</a:t>
            </a:r>
            <a:r>
              <a:rPr lang="zh-CN" altLang="en-US" sz="1800">
                <a:solidFill>
                  <a:schemeClr val="bg2"/>
                </a:solidFill>
                <a:latin typeface="Times New Roman" panose="02020603050405020304" pitchFamily="18" charset="0"/>
                <a:ea typeface="黑体" panose="02010609060101010101" pitchFamily="49" charset="-122"/>
              </a:rPr>
              <a:t>加密要发送的消息</a:t>
            </a:r>
            <a:r>
              <a:rPr lang="en-US" altLang="zh-CN" sz="1800">
                <a:solidFill>
                  <a:schemeClr val="bg2"/>
                </a:solidFill>
                <a:latin typeface="Times New Roman" panose="02020603050405020304" pitchFamily="18" charset="0"/>
                <a:ea typeface="黑体" panose="02010609060101010101" pitchFamily="49" charset="-122"/>
              </a:rPr>
              <a:t>M。（</a:t>
            </a:r>
            <a:r>
              <a:rPr lang="zh-CN" altLang="en-US" sz="1800">
                <a:solidFill>
                  <a:schemeClr val="bg2"/>
                </a:solidFill>
                <a:latin typeface="Times New Roman" panose="02020603050405020304" pitchFamily="18" charset="0"/>
                <a:ea typeface="黑体" panose="02010609060101010101" pitchFamily="49" charset="-122"/>
              </a:rPr>
              <a:t>消息保密）</a:t>
            </a:r>
          </a:p>
          <a:p>
            <a:pPr marL="0" lvl="1" indent="0">
              <a:buFont typeface="Wingdings" pitchFamily="2" charset="2"/>
              <a:buNone/>
              <a:defRPr/>
            </a:pPr>
            <a:r>
              <a:rPr lang="en-US" altLang="zh-CN" sz="1800">
                <a:solidFill>
                  <a:schemeClr val="bg2"/>
                </a:solidFill>
                <a:latin typeface="Times New Roman" panose="02020603050405020304" pitchFamily="18" charset="0"/>
                <a:ea typeface="黑体" panose="02010609060101010101" pitchFamily="49" charset="-122"/>
              </a:rPr>
              <a:t>（3）A</a:t>
            </a:r>
            <a:r>
              <a:rPr lang="zh-CN" altLang="en-US" sz="1800">
                <a:solidFill>
                  <a:schemeClr val="bg2"/>
                </a:solidFill>
                <a:latin typeface="Times New Roman" panose="02020603050405020304" pitchFamily="18" charset="0"/>
                <a:ea typeface="黑体" panose="02010609060101010101" pitchFamily="49" charset="-122"/>
              </a:rPr>
              <a:t>用</a:t>
            </a:r>
            <a:r>
              <a:rPr lang="en-US" altLang="zh-CN" sz="1800">
                <a:solidFill>
                  <a:schemeClr val="bg2"/>
                </a:solidFill>
                <a:latin typeface="Times New Roman" panose="02020603050405020304" pitchFamily="18" charset="0"/>
                <a:ea typeface="黑体" panose="02010609060101010101" pitchFamily="49" charset="-122"/>
              </a:rPr>
              <a:t>B</a:t>
            </a:r>
            <a:r>
              <a:rPr lang="zh-CN" altLang="en-US" sz="1800">
                <a:solidFill>
                  <a:schemeClr val="bg2"/>
                </a:solidFill>
                <a:latin typeface="Times New Roman" panose="02020603050405020304" pitchFamily="18" charset="0"/>
                <a:ea typeface="黑体" panose="02010609060101010101" pitchFamily="49" charset="-122"/>
              </a:rPr>
              <a:t>的公钥加密一次性对称密钥</a:t>
            </a:r>
            <a:r>
              <a:rPr lang="en-US" altLang="zh-CN" sz="1800">
                <a:solidFill>
                  <a:schemeClr val="bg2"/>
                </a:solidFill>
                <a:latin typeface="Times New Roman" panose="02020603050405020304" pitchFamily="18" charset="0"/>
                <a:ea typeface="黑体" panose="02010609060101010101" pitchFamily="49" charset="-122"/>
              </a:rPr>
              <a:t>K1（</a:t>
            </a:r>
            <a:r>
              <a:rPr lang="zh-CN" altLang="en-US" sz="1800">
                <a:solidFill>
                  <a:schemeClr val="bg2"/>
                </a:solidFill>
                <a:latin typeface="Times New Roman" panose="02020603050405020304" pitchFamily="18" charset="0"/>
                <a:ea typeface="黑体" panose="02010609060101010101" pitchFamily="49" charset="-122"/>
              </a:rPr>
              <a:t>密钥的封装）</a:t>
            </a:r>
            <a:endParaRPr lang="en-US" altLang="zh-CN" sz="1800">
              <a:solidFill>
                <a:schemeClr val="bg2"/>
              </a:solidFill>
              <a:latin typeface="Times New Roman" panose="02020603050405020304" pitchFamily="18" charset="0"/>
              <a:ea typeface="黑体" panose="02010609060101010101" pitchFamily="49" charset="-122"/>
            </a:endParaRPr>
          </a:p>
          <a:p>
            <a:pPr marL="0" lvl="1" indent="0">
              <a:buFont typeface="Wingdings" pitchFamily="2" charset="2"/>
              <a:buNone/>
              <a:defRPr/>
            </a:pPr>
            <a:r>
              <a:rPr lang="zh-CN" altLang="en-US" sz="1800">
                <a:solidFill>
                  <a:schemeClr val="bg2"/>
                </a:solidFill>
                <a:latin typeface="Times New Roman" panose="02020603050405020304" pitchFamily="18" charset="0"/>
                <a:ea typeface="黑体" panose="02010609060101010101" pitchFamily="49" charset="-122"/>
              </a:rPr>
              <a:t>（4）发送方</a:t>
            </a:r>
            <a:r>
              <a:rPr lang="en-US" altLang="zh-CN" sz="1800">
                <a:solidFill>
                  <a:schemeClr val="bg2"/>
                </a:solidFill>
                <a:latin typeface="Times New Roman" panose="02020603050405020304" pitchFamily="18" charset="0"/>
                <a:ea typeface="黑体" panose="02010609060101010101" pitchFamily="49" charset="-122"/>
              </a:rPr>
              <a:t>A</a:t>
            </a:r>
            <a:r>
              <a:rPr lang="zh-CN" altLang="en-US" sz="1800">
                <a:solidFill>
                  <a:schemeClr val="bg2"/>
                </a:solidFill>
                <a:latin typeface="Times New Roman" panose="02020603050405020304" pitchFamily="18" charset="0"/>
                <a:ea typeface="黑体" panose="02010609060101010101" pitchFamily="49" charset="-122"/>
              </a:rPr>
              <a:t>用自己私钥加密消息摘要(</a:t>
            </a:r>
            <a:r>
              <a:rPr lang="en-US" altLang="zh-CN" sz="1800">
                <a:solidFill>
                  <a:schemeClr val="bg2"/>
                </a:solidFill>
                <a:latin typeface="Times New Roman" panose="02020603050405020304" pitchFamily="18" charset="0"/>
                <a:ea typeface="黑体" panose="02010609060101010101" pitchFamily="49" charset="-122"/>
              </a:rPr>
              <a:t>MD0)</a:t>
            </a:r>
            <a:r>
              <a:rPr lang="zh-CN" altLang="en-US" sz="1800">
                <a:solidFill>
                  <a:schemeClr val="bg2"/>
                </a:solidFill>
                <a:latin typeface="Times New Roman" panose="02020603050405020304" pitchFamily="18" charset="0"/>
                <a:ea typeface="黑体" panose="02010609060101010101" pitchFamily="49" charset="-122"/>
              </a:rPr>
              <a:t> ，这个过程的输出是</a:t>
            </a:r>
            <a:r>
              <a:rPr lang="en-US" altLang="zh-CN" sz="1800">
                <a:solidFill>
                  <a:schemeClr val="bg2"/>
                </a:solidFill>
                <a:latin typeface="Times New Roman" panose="02020603050405020304" pitchFamily="18" charset="0"/>
                <a:ea typeface="黑体" panose="02010609060101010101" pitchFamily="49" charset="-122"/>
              </a:rPr>
              <a:t>A</a:t>
            </a:r>
            <a:r>
              <a:rPr lang="zh-CN" altLang="en-US" sz="1800">
                <a:solidFill>
                  <a:schemeClr val="bg2"/>
                </a:solidFill>
                <a:latin typeface="Times New Roman" panose="02020603050405020304" pitchFamily="18" charset="0"/>
                <a:ea typeface="黑体" panose="02010609060101010101" pitchFamily="49" charset="-122"/>
              </a:rPr>
              <a:t>的数字签名(</a:t>
            </a:r>
            <a:r>
              <a:rPr lang="en-US" altLang="zh-CN" sz="1800">
                <a:solidFill>
                  <a:schemeClr val="bg2"/>
                </a:solidFill>
                <a:latin typeface="Times New Roman" panose="02020603050405020304" pitchFamily="18" charset="0"/>
                <a:ea typeface="黑体" panose="02010609060101010101" pitchFamily="49" charset="-122"/>
              </a:rPr>
              <a:t>DS)</a:t>
            </a:r>
          </a:p>
          <a:p>
            <a:pPr marL="0" indent="0">
              <a:buFont typeface="Wingdings" pitchFamily="2" charset="2"/>
              <a:buNone/>
              <a:defRPr/>
            </a:pPr>
            <a:r>
              <a:rPr lang="zh-CN" altLang="en-US" sz="1800">
                <a:solidFill>
                  <a:schemeClr val="bg2"/>
                </a:solidFill>
                <a:latin typeface="Times New Roman" panose="02020603050405020304" pitchFamily="18" charset="0"/>
                <a:ea typeface="黑体" panose="02010609060101010101" pitchFamily="49" charset="-122"/>
              </a:rPr>
              <a:t>（5）发送方</a:t>
            </a:r>
            <a:r>
              <a:rPr lang="en-US" altLang="zh-CN" sz="1800">
                <a:solidFill>
                  <a:schemeClr val="bg2"/>
                </a:solidFill>
                <a:latin typeface="Times New Roman" panose="02020603050405020304" pitchFamily="18" charset="0"/>
                <a:ea typeface="黑体" panose="02010609060101010101" pitchFamily="49" charset="-122"/>
              </a:rPr>
              <a:t>A</a:t>
            </a:r>
            <a:r>
              <a:rPr lang="zh-CN" altLang="en-US" sz="1800">
                <a:solidFill>
                  <a:schemeClr val="bg2"/>
                </a:solidFill>
                <a:latin typeface="Times New Roman" panose="02020603050405020304" pitchFamily="18" charset="0"/>
                <a:ea typeface="黑体" panose="02010609060101010101" pitchFamily="49" charset="-122"/>
              </a:rPr>
              <a:t>将加密的消息</a:t>
            </a:r>
            <a:r>
              <a:rPr lang="en-US" altLang="zh-CN" sz="1800">
                <a:solidFill>
                  <a:schemeClr val="bg2"/>
                </a:solidFill>
                <a:latin typeface="Times New Roman" panose="02020603050405020304" pitchFamily="18" charset="0"/>
                <a:ea typeface="黑体" panose="02010609060101010101" pitchFamily="49" charset="-122"/>
              </a:rPr>
              <a:t>M，</a:t>
            </a:r>
            <a:r>
              <a:rPr lang="zh-CN" altLang="en-US" sz="1800">
                <a:solidFill>
                  <a:schemeClr val="bg2"/>
                </a:solidFill>
                <a:latin typeface="Times New Roman" panose="02020603050405020304" pitchFamily="18" charset="0"/>
                <a:ea typeface="黑体" panose="02010609060101010101" pitchFamily="49" charset="-122"/>
              </a:rPr>
              <a:t>加密的一次性对称密钥</a:t>
            </a:r>
            <a:r>
              <a:rPr lang="en-US" altLang="zh-CN" sz="1800">
                <a:solidFill>
                  <a:schemeClr val="bg2"/>
                </a:solidFill>
                <a:latin typeface="Times New Roman" panose="02020603050405020304" pitchFamily="18" charset="0"/>
                <a:ea typeface="黑体" panose="02010609060101010101" pitchFamily="49" charset="-122"/>
              </a:rPr>
              <a:t>K1</a:t>
            </a:r>
            <a:r>
              <a:rPr lang="zh-CN" altLang="en-US" sz="1800">
                <a:solidFill>
                  <a:schemeClr val="bg2"/>
                </a:solidFill>
                <a:latin typeface="Times New Roman" panose="02020603050405020304" pitchFamily="18" charset="0"/>
                <a:ea typeface="黑体" panose="02010609060101010101" pitchFamily="49" charset="-122"/>
              </a:rPr>
              <a:t>和数字签名 (</a:t>
            </a:r>
            <a:r>
              <a:rPr lang="en-US" altLang="zh-CN" sz="1800">
                <a:solidFill>
                  <a:schemeClr val="bg2"/>
                </a:solidFill>
                <a:latin typeface="Times New Roman" panose="02020603050405020304" pitchFamily="18" charset="0"/>
                <a:ea typeface="黑体" panose="02010609060101010101" pitchFamily="49" charset="-122"/>
              </a:rPr>
              <a:t>DS)</a:t>
            </a:r>
            <a:r>
              <a:rPr lang="zh-CN" altLang="en-US" sz="1800">
                <a:solidFill>
                  <a:schemeClr val="bg2"/>
                </a:solidFill>
                <a:latin typeface="Times New Roman" panose="02020603050405020304" pitchFamily="18" charset="0"/>
                <a:ea typeface="黑体" panose="02010609060101010101" pitchFamily="49" charset="-122"/>
              </a:rPr>
              <a:t>一起发给接收方</a:t>
            </a:r>
            <a:r>
              <a:rPr lang="en-US" altLang="zh-CN" sz="1800">
                <a:solidFill>
                  <a:schemeClr val="bg2"/>
                </a:solidFill>
                <a:latin typeface="Times New Roman" panose="02020603050405020304" pitchFamily="18" charset="0"/>
                <a:ea typeface="黑体" panose="02010609060101010101" pitchFamily="49" charset="-122"/>
              </a:rPr>
              <a:t>B</a:t>
            </a:r>
          </a:p>
          <a:p>
            <a:pPr marL="0" indent="0">
              <a:buFont typeface="Wingdings" pitchFamily="2" charset="2"/>
              <a:buNone/>
              <a:defRPr/>
            </a:pPr>
            <a:r>
              <a:rPr lang="zh-CN" altLang="en-US" sz="1800">
                <a:solidFill>
                  <a:schemeClr val="bg2"/>
                </a:solidFill>
                <a:latin typeface="Times New Roman" panose="02020603050405020304" pitchFamily="18" charset="0"/>
                <a:ea typeface="黑体" panose="02010609060101010101" pitchFamily="49" charset="-122"/>
              </a:rPr>
              <a:t>（</a:t>
            </a:r>
            <a:r>
              <a:rPr lang="en-US" altLang="zh-CN" sz="1800">
                <a:solidFill>
                  <a:schemeClr val="bg2"/>
                </a:solidFill>
                <a:latin typeface="Times New Roman" panose="02020603050405020304" pitchFamily="18" charset="0"/>
                <a:ea typeface="黑体" panose="02010609060101010101" pitchFamily="49" charset="-122"/>
              </a:rPr>
              <a:t>6</a:t>
            </a:r>
            <a:r>
              <a:rPr lang="zh-CN" altLang="en-US" sz="1800">
                <a:solidFill>
                  <a:schemeClr val="bg2"/>
                </a:solidFill>
                <a:latin typeface="Times New Roman" panose="02020603050405020304" pitchFamily="18" charset="0"/>
                <a:ea typeface="黑体" panose="02010609060101010101" pitchFamily="49" charset="-122"/>
              </a:rPr>
              <a:t>）</a:t>
            </a:r>
            <a:r>
              <a:rPr lang="en-US" altLang="zh-CN" sz="1800">
                <a:solidFill>
                  <a:schemeClr val="bg2"/>
                </a:solidFill>
                <a:latin typeface="Times New Roman" panose="02020603050405020304" pitchFamily="18" charset="0"/>
                <a:ea typeface="黑体" panose="02010609060101010101" pitchFamily="49" charset="-122"/>
              </a:rPr>
              <a:t>B</a:t>
            </a:r>
            <a:r>
              <a:rPr lang="zh-CN" altLang="en-US" sz="1800">
                <a:solidFill>
                  <a:schemeClr val="bg2"/>
                </a:solidFill>
                <a:latin typeface="Times New Roman" panose="02020603050405020304" pitchFamily="18" charset="0"/>
                <a:ea typeface="黑体" panose="02010609060101010101" pitchFamily="49" charset="-122"/>
              </a:rPr>
              <a:t>用自己的私钥解密第3步的结果（加密的一次性对称密钥</a:t>
            </a:r>
            <a:r>
              <a:rPr lang="en-US" altLang="zh-CN" sz="1800">
                <a:solidFill>
                  <a:schemeClr val="bg2"/>
                </a:solidFill>
                <a:latin typeface="Times New Roman" panose="02020603050405020304" pitchFamily="18" charset="0"/>
                <a:ea typeface="黑体" panose="02010609060101010101" pitchFamily="49" charset="-122"/>
              </a:rPr>
              <a:t>K1</a:t>
            </a:r>
            <a:r>
              <a:rPr lang="zh-CN" altLang="en-US" sz="1800">
                <a:solidFill>
                  <a:schemeClr val="bg2"/>
                </a:solidFill>
                <a:latin typeface="Times New Roman" panose="02020603050405020304" pitchFamily="18" charset="0"/>
                <a:ea typeface="黑体" panose="02010609060101010101" pitchFamily="49" charset="-122"/>
              </a:rPr>
              <a:t> ），得到一次性对称密钥</a:t>
            </a:r>
            <a:r>
              <a:rPr lang="en-US" altLang="zh-CN" sz="1800">
                <a:solidFill>
                  <a:schemeClr val="bg2"/>
                </a:solidFill>
                <a:latin typeface="Times New Roman" panose="02020603050405020304" pitchFamily="18" charset="0"/>
                <a:ea typeface="黑体" panose="02010609060101010101" pitchFamily="49" charset="-122"/>
              </a:rPr>
              <a:t>K1</a:t>
            </a:r>
          </a:p>
          <a:p>
            <a:pPr marL="0" indent="0">
              <a:buFont typeface="Wingdings" pitchFamily="2" charset="2"/>
              <a:buNone/>
              <a:defRPr/>
            </a:pPr>
            <a:r>
              <a:rPr lang="zh-CN" altLang="en-US" sz="1800">
                <a:solidFill>
                  <a:schemeClr val="bg2"/>
                </a:solidFill>
                <a:latin typeface="Times New Roman" panose="02020603050405020304" pitchFamily="18" charset="0"/>
                <a:ea typeface="黑体" panose="02010609060101010101" pitchFamily="49" charset="-122"/>
              </a:rPr>
              <a:t>（7）</a:t>
            </a:r>
            <a:r>
              <a:rPr lang="en-US" altLang="zh-CN" sz="1800">
                <a:solidFill>
                  <a:schemeClr val="bg2"/>
                </a:solidFill>
                <a:latin typeface="Times New Roman" panose="02020603050405020304" pitchFamily="18" charset="0"/>
                <a:ea typeface="黑体" panose="02010609060101010101" pitchFamily="49" charset="-122"/>
              </a:rPr>
              <a:t>B</a:t>
            </a:r>
            <a:r>
              <a:rPr lang="zh-CN" altLang="en-US" sz="1800">
                <a:solidFill>
                  <a:schemeClr val="bg2"/>
                </a:solidFill>
                <a:latin typeface="Times New Roman" panose="02020603050405020304" pitchFamily="18" charset="0"/>
                <a:ea typeface="黑体" panose="02010609060101010101" pitchFamily="49" charset="-122"/>
              </a:rPr>
              <a:t>用一次性对称密钥</a:t>
            </a:r>
            <a:r>
              <a:rPr lang="en-US" altLang="zh-CN" sz="1800">
                <a:solidFill>
                  <a:schemeClr val="bg2"/>
                </a:solidFill>
                <a:latin typeface="Times New Roman" panose="02020603050405020304" pitchFamily="18" charset="0"/>
                <a:ea typeface="黑体" panose="02010609060101010101" pitchFamily="49" charset="-122"/>
              </a:rPr>
              <a:t>K1</a:t>
            </a:r>
            <a:r>
              <a:rPr lang="zh-CN" altLang="en-US" sz="1800">
                <a:solidFill>
                  <a:schemeClr val="bg2"/>
                </a:solidFill>
                <a:latin typeface="Times New Roman" panose="02020603050405020304" pitchFamily="18" charset="0"/>
                <a:ea typeface="黑体" panose="02010609060101010101" pitchFamily="49" charset="-122"/>
              </a:rPr>
              <a:t>解密第2步的结果（加密的信息</a:t>
            </a:r>
            <a:r>
              <a:rPr lang="en-US" altLang="zh-CN" sz="1800">
                <a:solidFill>
                  <a:schemeClr val="bg2"/>
                </a:solidFill>
                <a:latin typeface="Times New Roman" panose="02020603050405020304" pitchFamily="18" charset="0"/>
                <a:ea typeface="黑体" panose="02010609060101010101" pitchFamily="49" charset="-122"/>
              </a:rPr>
              <a:t>M），</a:t>
            </a:r>
            <a:r>
              <a:rPr lang="zh-CN" altLang="en-US" sz="1800">
                <a:solidFill>
                  <a:schemeClr val="bg2"/>
                </a:solidFill>
                <a:latin typeface="Times New Roman" panose="02020603050405020304" pitchFamily="18" charset="0"/>
                <a:ea typeface="黑体" panose="02010609060101010101" pitchFamily="49" charset="-122"/>
              </a:rPr>
              <a:t>得到原消息</a:t>
            </a:r>
            <a:r>
              <a:rPr lang="en-US" altLang="zh-CN" sz="1800">
                <a:solidFill>
                  <a:schemeClr val="bg2"/>
                </a:solidFill>
                <a:latin typeface="Times New Roman" panose="02020603050405020304" pitchFamily="18" charset="0"/>
                <a:ea typeface="黑体" panose="02010609060101010101" pitchFamily="49" charset="-122"/>
              </a:rPr>
              <a:t>M</a:t>
            </a:r>
          </a:p>
          <a:p>
            <a:pPr marL="0" indent="0">
              <a:buFont typeface="Wingdings" pitchFamily="2" charset="2"/>
              <a:buNone/>
              <a:defRPr/>
            </a:pPr>
            <a:r>
              <a:rPr lang="zh-CN" altLang="en-US" sz="1800">
                <a:solidFill>
                  <a:schemeClr val="bg2"/>
                </a:solidFill>
                <a:latin typeface="Times New Roman" panose="02020603050405020304" pitchFamily="18" charset="0"/>
                <a:ea typeface="黑体" panose="02010609060101010101" pitchFamily="49" charset="-122"/>
              </a:rPr>
              <a:t>（</a:t>
            </a:r>
            <a:r>
              <a:rPr lang="en-US" altLang="zh-CN" sz="1800">
                <a:solidFill>
                  <a:schemeClr val="bg2"/>
                </a:solidFill>
                <a:latin typeface="Times New Roman" panose="02020603050405020304" pitchFamily="18" charset="0"/>
                <a:ea typeface="黑体" panose="02010609060101010101" pitchFamily="49" charset="-122"/>
              </a:rPr>
              <a:t>8</a:t>
            </a:r>
            <a:r>
              <a:rPr lang="zh-CN" altLang="en-US" sz="1800">
                <a:solidFill>
                  <a:schemeClr val="bg2"/>
                </a:solidFill>
                <a:latin typeface="Times New Roman" panose="02020603050405020304" pitchFamily="18" charset="0"/>
                <a:ea typeface="黑体" panose="02010609060101010101" pitchFamily="49" charset="-122"/>
              </a:rPr>
              <a:t>）接收方</a:t>
            </a:r>
            <a:r>
              <a:rPr lang="en-US" altLang="zh-CN" sz="1800">
                <a:solidFill>
                  <a:schemeClr val="bg2"/>
                </a:solidFill>
                <a:latin typeface="Times New Roman" panose="02020603050405020304" pitchFamily="18" charset="0"/>
                <a:ea typeface="黑体" panose="02010609060101010101" pitchFamily="49" charset="-122"/>
              </a:rPr>
              <a:t>B</a:t>
            </a:r>
            <a:r>
              <a:rPr lang="zh-CN" altLang="en-US" sz="1800">
                <a:solidFill>
                  <a:schemeClr val="bg2"/>
                </a:solidFill>
                <a:latin typeface="Times New Roman" panose="02020603050405020304" pitchFamily="18" charset="0"/>
                <a:ea typeface="黑体" panose="02010609060101010101" pitchFamily="49" charset="-122"/>
              </a:rPr>
              <a:t>使用与</a:t>
            </a:r>
            <a:r>
              <a:rPr lang="en-US" altLang="zh-CN" sz="1800">
                <a:solidFill>
                  <a:schemeClr val="bg2"/>
                </a:solidFill>
                <a:latin typeface="Times New Roman" panose="02020603050405020304" pitchFamily="18" charset="0"/>
                <a:ea typeface="黑体" panose="02010609060101010101" pitchFamily="49" charset="-122"/>
              </a:rPr>
              <a:t>A</a:t>
            </a:r>
            <a:r>
              <a:rPr lang="zh-CN" altLang="en-US" sz="1800">
                <a:solidFill>
                  <a:schemeClr val="bg2"/>
                </a:solidFill>
                <a:latin typeface="Times New Roman" panose="02020603050405020304" pitchFamily="18" charset="0"/>
                <a:ea typeface="黑体" panose="02010609060101010101" pitchFamily="49" charset="-122"/>
              </a:rPr>
              <a:t>相同的消息摘要算法再次计算接收到的消息</a:t>
            </a:r>
            <a:r>
              <a:rPr lang="en-US" altLang="zh-CN" sz="1800">
                <a:solidFill>
                  <a:schemeClr val="bg2"/>
                </a:solidFill>
                <a:latin typeface="Times New Roman" panose="02020603050405020304" pitchFamily="18" charset="0"/>
                <a:ea typeface="黑体" panose="02010609060101010101" pitchFamily="49" charset="-122"/>
              </a:rPr>
              <a:t>M’</a:t>
            </a:r>
            <a:r>
              <a:rPr lang="zh-CN" altLang="en-US" sz="1800">
                <a:solidFill>
                  <a:schemeClr val="bg2"/>
                </a:solidFill>
                <a:latin typeface="Times New Roman" panose="02020603050405020304" pitchFamily="18" charset="0"/>
                <a:ea typeface="黑体" panose="02010609060101010101" pitchFamily="49" charset="-122"/>
              </a:rPr>
              <a:t>的摘要(</a:t>
            </a:r>
            <a:r>
              <a:rPr lang="en-US" altLang="zh-CN" sz="1800">
                <a:solidFill>
                  <a:schemeClr val="bg2"/>
                </a:solidFill>
                <a:latin typeface="Times New Roman" panose="02020603050405020304" pitchFamily="18" charset="0"/>
                <a:ea typeface="黑体" panose="02010609060101010101" pitchFamily="49" charset="-122"/>
              </a:rPr>
              <a:t>MD2)</a:t>
            </a:r>
          </a:p>
          <a:p>
            <a:pPr marL="0" indent="0">
              <a:buFont typeface="Wingdings" pitchFamily="2" charset="2"/>
              <a:buNone/>
              <a:defRPr/>
            </a:pPr>
            <a:r>
              <a:rPr lang="zh-CN" altLang="en-US" sz="1800">
                <a:solidFill>
                  <a:schemeClr val="bg2"/>
                </a:solidFill>
                <a:latin typeface="Times New Roman" panose="02020603050405020304" pitchFamily="18" charset="0"/>
                <a:ea typeface="黑体" panose="02010609060101010101" pitchFamily="49" charset="-122"/>
              </a:rPr>
              <a:t>（</a:t>
            </a:r>
            <a:r>
              <a:rPr lang="en-US" altLang="zh-CN" sz="1800">
                <a:solidFill>
                  <a:schemeClr val="bg2"/>
                </a:solidFill>
                <a:latin typeface="Times New Roman" panose="02020603050405020304" pitchFamily="18" charset="0"/>
                <a:ea typeface="黑体" panose="02010609060101010101" pitchFamily="49" charset="-122"/>
              </a:rPr>
              <a:t>9</a:t>
            </a:r>
            <a:r>
              <a:rPr lang="zh-CN" altLang="en-US" sz="1800">
                <a:solidFill>
                  <a:schemeClr val="bg2"/>
                </a:solidFill>
                <a:latin typeface="Times New Roman" panose="02020603050405020304" pitchFamily="18" charset="0"/>
                <a:ea typeface="黑体" panose="02010609060101010101" pitchFamily="49" charset="-122"/>
              </a:rPr>
              <a:t>）通过第5步收到数字签名 后，用发送方</a:t>
            </a:r>
            <a:r>
              <a:rPr lang="en-US" altLang="zh-CN" sz="1800">
                <a:solidFill>
                  <a:schemeClr val="bg2"/>
                </a:solidFill>
                <a:latin typeface="Times New Roman" panose="02020603050405020304" pitchFamily="18" charset="0"/>
                <a:ea typeface="黑体" panose="02010609060101010101" pitchFamily="49" charset="-122"/>
              </a:rPr>
              <a:t>A</a:t>
            </a:r>
            <a:r>
              <a:rPr lang="zh-CN" altLang="en-US" sz="1800">
                <a:solidFill>
                  <a:schemeClr val="bg2"/>
                </a:solidFill>
                <a:latin typeface="Times New Roman" panose="02020603050405020304" pitchFamily="18" charset="0"/>
                <a:ea typeface="黑体" panose="02010609060101010101" pitchFamily="49" charset="-122"/>
              </a:rPr>
              <a:t>的公钥解密数字签名。这个过程得到原先的消息摘要(</a:t>
            </a:r>
            <a:r>
              <a:rPr lang="en-US" altLang="zh-CN" sz="1800">
                <a:solidFill>
                  <a:schemeClr val="bg2"/>
                </a:solidFill>
                <a:latin typeface="Times New Roman" panose="02020603050405020304" pitchFamily="18" charset="0"/>
                <a:ea typeface="黑体" panose="02010609060101010101" pitchFamily="49" charset="-122"/>
              </a:rPr>
              <a:t>MD1）。</a:t>
            </a:r>
          </a:p>
        </p:txBody>
      </p:sp>
    </p:spTree>
  </p:cSld>
  <p:clrMapOvr>
    <a:masterClrMapping/>
  </p:clrMapOvr>
  <p:transition spd="slow"/>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3">
            <a:extLst>
              <a:ext uri="{FF2B5EF4-FFF2-40B4-BE49-F238E27FC236}">
                <a16:creationId xmlns:a16="http://schemas.microsoft.com/office/drawing/2014/main" id="{2DBA4483-73F5-234A-A802-63B479B11A09}"/>
              </a:ext>
            </a:extLst>
          </p:cNvPr>
          <p:cNvSpPr>
            <a:spLocks noGrp="1" noChangeArrowheads="1"/>
          </p:cNvSpPr>
          <p:nvPr>
            <p:ph idx="1"/>
          </p:nvPr>
        </p:nvSpPr>
        <p:spPr>
          <a:xfrm>
            <a:off x="381000" y="1635125"/>
            <a:ext cx="8382000" cy="2403475"/>
          </a:xfrm>
        </p:spPr>
        <p:txBody>
          <a:bodyPr vert="horz" wrap="square" lIns="91440" tIns="45720" rIns="91440" bIns="45720" numCol="1" anchor="t" anchorCtr="0" compatLnSpc="1">
            <a:prstTxWarp prst="textNoShape">
              <a:avLst/>
            </a:prstTxWarp>
          </a:bodyPr>
          <a:lstStyle/>
          <a:p>
            <a:pPr lvl="1" algn="just">
              <a:buClr>
                <a:srgbClr val="FF0000"/>
              </a:buClr>
              <a:buFont typeface="Wingdings" pitchFamily="2" charset="2"/>
              <a:buChar char="u"/>
              <a:defRPr/>
            </a:pPr>
            <a:r>
              <a:rPr lang="en-US" altLang="zh-CN" sz="2400">
                <a:solidFill>
                  <a:schemeClr val="bg2"/>
                </a:solidFill>
                <a:latin typeface="Times New Roman" panose="02020603050405020304" pitchFamily="18" charset="0"/>
                <a:ea typeface="黑体" panose="02010609060101010101" pitchFamily="49" charset="-122"/>
              </a:rPr>
              <a:t>MD2，</a:t>
            </a:r>
            <a:r>
              <a:rPr lang="zh-CN" altLang="en-US" sz="2400">
                <a:solidFill>
                  <a:schemeClr val="bg2"/>
                </a:solidFill>
                <a:latin typeface="Times New Roman" panose="02020603050405020304" pitchFamily="18" charset="0"/>
                <a:ea typeface="黑体" panose="02010609060101010101" pitchFamily="49" charset="-122"/>
              </a:rPr>
              <a:t>由第8步求出；</a:t>
            </a:r>
          </a:p>
          <a:p>
            <a:pPr lvl="1" algn="just">
              <a:buClr>
                <a:srgbClr val="FF0000"/>
              </a:buClr>
              <a:buFont typeface="Wingdings" pitchFamily="2" charset="2"/>
              <a:buChar char="u"/>
              <a:defRPr/>
            </a:pPr>
            <a:r>
              <a:rPr lang="en-US" altLang="zh-CN" sz="2400">
                <a:solidFill>
                  <a:schemeClr val="bg2"/>
                </a:solidFill>
                <a:latin typeface="Times New Roman" panose="02020603050405020304" pitchFamily="18" charset="0"/>
                <a:ea typeface="黑体" panose="02010609060101010101" pitchFamily="49" charset="-122"/>
              </a:rPr>
              <a:t>MD1，</a:t>
            </a:r>
            <a:r>
              <a:rPr lang="zh-CN" altLang="en-US" sz="2400">
                <a:solidFill>
                  <a:schemeClr val="bg2"/>
                </a:solidFill>
                <a:latin typeface="Times New Roman" panose="02020603050405020304" pitchFamily="18" charset="0"/>
                <a:ea typeface="黑体" panose="02010609060101010101" pitchFamily="49" charset="-122"/>
              </a:rPr>
              <a:t>由第9步从</a:t>
            </a:r>
            <a:r>
              <a:rPr lang="en-US" altLang="zh-CN" sz="2400">
                <a:solidFill>
                  <a:schemeClr val="bg2"/>
                </a:solidFill>
                <a:latin typeface="Times New Roman" panose="02020603050405020304" pitchFamily="18" charset="0"/>
                <a:ea typeface="黑体" panose="02010609060101010101" pitchFamily="49" charset="-122"/>
              </a:rPr>
              <a:t>A</a:t>
            </a:r>
            <a:r>
              <a:rPr lang="zh-CN" altLang="en-US" sz="2400">
                <a:solidFill>
                  <a:schemeClr val="bg2"/>
                </a:solidFill>
                <a:latin typeface="Times New Roman" panose="02020603050405020304" pitchFamily="18" charset="0"/>
                <a:ea typeface="黑体" panose="02010609060101010101" pitchFamily="49" charset="-122"/>
              </a:rPr>
              <a:t>的数字签名求出。</a:t>
            </a:r>
          </a:p>
          <a:p>
            <a:pPr lvl="1" algn="just">
              <a:buClr>
                <a:srgbClr val="FF0000"/>
              </a:buClr>
              <a:buFont typeface="Wingdings" pitchFamily="2" charset="2"/>
              <a:buChar char="u"/>
              <a:defRPr/>
            </a:pPr>
            <a:r>
              <a:rPr lang="zh-CN" altLang="en-US" sz="2400">
                <a:solidFill>
                  <a:schemeClr val="bg2"/>
                </a:solidFill>
                <a:latin typeface="Times New Roman" panose="02020603050405020304" pitchFamily="18" charset="0"/>
                <a:ea typeface="黑体" panose="02010609060101010101" pitchFamily="49" charset="-122"/>
              </a:rPr>
              <a:t>如果</a:t>
            </a:r>
            <a:r>
              <a:rPr lang="en-US" altLang="zh-CN" sz="2400">
                <a:solidFill>
                  <a:schemeClr val="bg2"/>
                </a:solidFill>
                <a:latin typeface="Times New Roman" panose="02020603050405020304" pitchFamily="18" charset="0"/>
                <a:ea typeface="黑体" panose="02010609060101010101" pitchFamily="49" charset="-122"/>
              </a:rPr>
              <a:t>MDI=MD2，</a:t>
            </a:r>
            <a:r>
              <a:rPr lang="zh-CN" altLang="en-US" sz="2400">
                <a:solidFill>
                  <a:schemeClr val="bg2"/>
                </a:solidFill>
                <a:latin typeface="Times New Roman" panose="02020603050405020304" pitchFamily="18" charset="0"/>
                <a:ea typeface="黑体" panose="02010609060101010101" pitchFamily="49" charset="-122"/>
              </a:rPr>
              <a:t>则可以表明：</a:t>
            </a:r>
            <a:r>
              <a:rPr lang="en-US" altLang="zh-CN" sz="2400">
                <a:solidFill>
                  <a:schemeClr val="bg2"/>
                </a:solidFill>
                <a:latin typeface="Times New Roman" panose="02020603050405020304" pitchFamily="18" charset="0"/>
                <a:ea typeface="黑体" panose="02010609060101010101" pitchFamily="49" charset="-122"/>
              </a:rPr>
              <a:t>B</a:t>
            </a:r>
            <a:r>
              <a:rPr lang="zh-CN" altLang="en-US" sz="2400">
                <a:solidFill>
                  <a:schemeClr val="bg2"/>
                </a:solidFill>
                <a:latin typeface="Times New Roman" panose="02020603050405020304" pitchFamily="18" charset="0"/>
                <a:ea typeface="黑体" panose="02010609060101010101" pitchFamily="49" charset="-122"/>
              </a:rPr>
              <a:t>接收原的消息</a:t>
            </a:r>
            <a:r>
              <a:rPr lang="en-US" altLang="zh-CN" sz="2400">
                <a:solidFill>
                  <a:schemeClr val="bg2"/>
                </a:solidFill>
                <a:latin typeface="Times New Roman" panose="02020603050405020304" pitchFamily="18" charset="0"/>
                <a:ea typeface="黑体" panose="02010609060101010101" pitchFamily="49" charset="-122"/>
              </a:rPr>
              <a:t>M</a:t>
            </a:r>
            <a:r>
              <a:rPr lang="zh-CN" altLang="en-US" sz="2400">
                <a:solidFill>
                  <a:schemeClr val="bg2"/>
                </a:solidFill>
                <a:latin typeface="Times New Roman" panose="02020603050405020304" pitchFamily="18" charset="0"/>
                <a:ea typeface="黑体" panose="02010609060101010101" pitchFamily="49" charset="-122"/>
              </a:rPr>
              <a:t>可以防止截获攻击（保密性）并且是从</a:t>
            </a:r>
            <a:r>
              <a:rPr lang="en-US" altLang="zh-CN" sz="2400">
                <a:solidFill>
                  <a:schemeClr val="bg2"/>
                </a:solidFill>
                <a:latin typeface="Times New Roman" panose="02020603050405020304" pitchFamily="18" charset="0"/>
                <a:ea typeface="黑体" panose="02010609060101010101" pitchFamily="49" charset="-122"/>
              </a:rPr>
              <a:t>A</a:t>
            </a:r>
            <a:r>
              <a:rPr lang="zh-CN" altLang="en-US" sz="2400">
                <a:solidFill>
                  <a:schemeClr val="bg2"/>
                </a:solidFill>
                <a:latin typeface="Times New Roman" panose="02020603050405020304" pitchFamily="18" charset="0"/>
                <a:ea typeface="黑体" panose="02010609060101010101" pitchFamily="49" charset="-122"/>
              </a:rPr>
              <a:t>发来的</a:t>
            </a:r>
            <a:r>
              <a:rPr lang="en-US" altLang="zh-CN" sz="2400">
                <a:solidFill>
                  <a:schemeClr val="bg2"/>
                </a:solidFill>
                <a:latin typeface="Times New Roman" panose="02020603050405020304" pitchFamily="18" charset="0"/>
                <a:ea typeface="黑体" panose="02010609060101010101" pitchFamily="49" charset="-122"/>
              </a:rPr>
              <a:t>（</a:t>
            </a:r>
            <a:r>
              <a:rPr lang="zh-CN" altLang="en-US" sz="2400">
                <a:solidFill>
                  <a:schemeClr val="bg2"/>
                </a:solidFill>
                <a:latin typeface="Times New Roman" panose="02020603050405020304" pitchFamily="18" charset="0"/>
                <a:ea typeface="黑体" panose="02010609060101010101" pitchFamily="49" charset="-122"/>
              </a:rPr>
              <a:t>认证</a:t>
            </a:r>
            <a:r>
              <a:rPr lang="en-US" altLang="zh-CN" sz="2400">
                <a:solidFill>
                  <a:schemeClr val="bg2"/>
                </a:solidFill>
                <a:latin typeface="Times New Roman" panose="02020603050405020304" pitchFamily="18" charset="0"/>
                <a:ea typeface="黑体" panose="02010609060101010101" pitchFamily="49" charset="-122"/>
              </a:rPr>
              <a:t>）</a:t>
            </a:r>
            <a:r>
              <a:rPr lang="zh-CN" altLang="en-US" sz="2400">
                <a:solidFill>
                  <a:schemeClr val="bg2"/>
                </a:solidFill>
                <a:latin typeface="Times New Roman" panose="02020603050405020304" pitchFamily="18" charset="0"/>
                <a:ea typeface="黑体" panose="02010609060101010101" pitchFamily="49" charset="-122"/>
              </a:rPr>
              <a:t> 、是未经修改的消息（数据完整性），</a:t>
            </a:r>
            <a:r>
              <a:rPr lang="en-US" altLang="zh-CN" sz="2400">
                <a:solidFill>
                  <a:schemeClr val="bg2"/>
                </a:solidFill>
                <a:latin typeface="Times New Roman" panose="02020603050405020304" pitchFamily="18" charset="0"/>
                <a:ea typeface="黑体" panose="02010609060101010101" pitchFamily="49" charset="-122"/>
              </a:rPr>
              <a:t>B</a:t>
            </a:r>
            <a:r>
              <a:rPr lang="zh-CN" altLang="en-US" sz="2400">
                <a:solidFill>
                  <a:schemeClr val="bg2"/>
                </a:solidFill>
                <a:latin typeface="Times New Roman" panose="02020603050405020304" pitchFamily="18" charset="0"/>
                <a:ea typeface="黑体" panose="02010609060101010101" pitchFamily="49" charset="-122"/>
              </a:rPr>
              <a:t>也保证消息来自</a:t>
            </a:r>
            <a:r>
              <a:rPr lang="en-US" altLang="zh-CN" sz="2400">
                <a:solidFill>
                  <a:schemeClr val="bg2"/>
                </a:solidFill>
                <a:latin typeface="Times New Roman" panose="02020603050405020304" pitchFamily="18" charset="0"/>
                <a:ea typeface="黑体" panose="02010609060101010101" pitchFamily="49" charset="-122"/>
              </a:rPr>
              <a:t>A</a:t>
            </a:r>
            <a:r>
              <a:rPr lang="zh-CN" altLang="en-US" sz="2400">
                <a:solidFill>
                  <a:schemeClr val="bg2"/>
                </a:solidFill>
                <a:latin typeface="Times New Roman" panose="02020603050405020304" pitchFamily="18" charset="0"/>
                <a:ea typeface="黑体" panose="02010609060101010101" pitchFamily="49" charset="-122"/>
              </a:rPr>
              <a:t>而不是别人伪装</a:t>
            </a:r>
            <a:r>
              <a:rPr lang="en-US" altLang="zh-CN" sz="2400">
                <a:solidFill>
                  <a:schemeClr val="bg2"/>
                </a:solidFill>
                <a:latin typeface="Times New Roman" panose="02020603050405020304" pitchFamily="18" charset="0"/>
                <a:ea typeface="黑体" panose="02010609060101010101" pitchFamily="49" charset="-122"/>
              </a:rPr>
              <a:t>A（</a:t>
            </a:r>
            <a:r>
              <a:rPr lang="zh-CN" altLang="en-US" sz="2400">
                <a:solidFill>
                  <a:schemeClr val="bg2"/>
                </a:solidFill>
                <a:latin typeface="Times New Roman" panose="02020603050405020304" pitchFamily="18" charset="0"/>
                <a:ea typeface="黑体" panose="02010609060101010101" pitchFamily="49" charset="-122"/>
              </a:rPr>
              <a:t>数字签名</a:t>
            </a:r>
            <a:r>
              <a:rPr lang="en-US" altLang="zh-CN" sz="2400">
                <a:solidFill>
                  <a:schemeClr val="bg2"/>
                </a:solidFill>
                <a:latin typeface="Times New Roman" panose="02020603050405020304" pitchFamily="18" charset="0"/>
                <a:ea typeface="黑体" panose="02010609060101010101" pitchFamily="49" charset="-122"/>
              </a:rPr>
              <a:t>）。</a:t>
            </a:r>
          </a:p>
        </p:txBody>
      </p:sp>
      <p:sp>
        <p:nvSpPr>
          <p:cNvPr id="3" name="矩形 2">
            <a:extLst>
              <a:ext uri="{FF2B5EF4-FFF2-40B4-BE49-F238E27FC236}">
                <a16:creationId xmlns:a16="http://schemas.microsoft.com/office/drawing/2014/main" id="{35FE32B4-5841-FE4D-927D-807AB03CCB04}"/>
              </a:ext>
            </a:extLst>
          </p:cNvPr>
          <p:cNvSpPr>
            <a:spLocks noChangeArrowheads="1"/>
          </p:cNvSpPr>
          <p:nvPr/>
        </p:nvSpPr>
        <p:spPr bwMode="auto">
          <a:xfrm>
            <a:off x="533400" y="4090988"/>
            <a:ext cx="8001000"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algn="just"/>
            <a:r>
              <a:rPr lang="zh-CN" altLang="en-US" sz="2800">
                <a:solidFill>
                  <a:srgbClr val="0000CC"/>
                </a:solidFill>
                <a:latin typeface="黑体" panose="02010609060101010101" pitchFamily="49" charset="-122"/>
                <a:ea typeface="黑体" panose="02010609060101010101" pitchFamily="49" charset="-122"/>
              </a:rPr>
              <a:t>讨论，这里的数字签名是否需要再加密？</a:t>
            </a:r>
            <a:endParaRPr lang="en-US" altLang="zh-CN" sz="2800">
              <a:solidFill>
                <a:srgbClr val="0000CC"/>
              </a:solidFill>
              <a:latin typeface="黑体" panose="02010609060101010101" pitchFamily="49" charset="-122"/>
              <a:ea typeface="黑体" panose="02010609060101010101" pitchFamily="49" charset="-122"/>
            </a:endParaRPr>
          </a:p>
        </p:txBody>
      </p:sp>
      <p:sp>
        <p:nvSpPr>
          <p:cNvPr id="4" name="矩形 3">
            <a:extLst>
              <a:ext uri="{FF2B5EF4-FFF2-40B4-BE49-F238E27FC236}">
                <a16:creationId xmlns:a16="http://schemas.microsoft.com/office/drawing/2014/main" id="{6360250A-DDC1-4A4F-AC67-2038D34B007F}"/>
              </a:ext>
            </a:extLst>
          </p:cNvPr>
          <p:cNvSpPr>
            <a:spLocks noChangeArrowheads="1"/>
          </p:cNvSpPr>
          <p:nvPr/>
        </p:nvSpPr>
        <p:spPr bwMode="auto">
          <a:xfrm>
            <a:off x="858838" y="4876800"/>
            <a:ext cx="76962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algn="just"/>
            <a:r>
              <a:rPr lang="zh-CN" altLang="en-US" sz="2400">
                <a:solidFill>
                  <a:schemeClr val="bg2"/>
                </a:solidFill>
                <a:latin typeface="黑体" panose="02010609060101010101" pitchFamily="49" charset="-122"/>
                <a:ea typeface="黑体" panose="02010609060101010101" pitchFamily="49" charset="-122"/>
              </a:rPr>
              <a:t>答：可以不加密，因为从数字签名解密得到的信息摘要里是看不到与原消息有关的任何信息，这由摘要的性质决定的。</a:t>
            </a:r>
          </a:p>
        </p:txBody>
      </p:sp>
      <p:sp>
        <p:nvSpPr>
          <p:cNvPr id="135172" name="矩形 4">
            <a:extLst>
              <a:ext uri="{FF2B5EF4-FFF2-40B4-BE49-F238E27FC236}">
                <a16:creationId xmlns:a16="http://schemas.microsoft.com/office/drawing/2014/main" id="{2A2DD3E0-8351-7E46-9129-40A6B8EF32A2}"/>
              </a:ext>
            </a:extLst>
          </p:cNvPr>
          <p:cNvSpPr>
            <a:spLocks noChangeArrowheads="1"/>
          </p:cNvSpPr>
          <p:nvPr/>
        </p:nvSpPr>
        <p:spPr bwMode="auto">
          <a:xfrm>
            <a:off x="381000" y="838200"/>
            <a:ext cx="76962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algn="just"/>
            <a:r>
              <a:rPr lang="en-US" altLang="zh-CN" sz="3200">
                <a:solidFill>
                  <a:schemeClr val="bg2"/>
                </a:solidFill>
                <a:latin typeface="黑体" panose="02010609060101010101" pitchFamily="49" charset="-122"/>
                <a:ea typeface="黑体" panose="02010609060101010101" pitchFamily="49" charset="-122"/>
              </a:rPr>
              <a:t>B</a:t>
            </a:r>
            <a:r>
              <a:rPr lang="zh-CN" altLang="en-US" sz="3200">
                <a:solidFill>
                  <a:schemeClr val="bg2"/>
                </a:solidFill>
                <a:latin typeface="黑体" panose="02010609060101010101" pitchFamily="49" charset="-122"/>
                <a:ea typeface="黑体" panose="02010609060101010101" pitchFamily="49" charset="-122"/>
              </a:rPr>
              <a:t>比较两个消息摘要如下：</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2500" fill="hold"/>
                                        <p:tgtEl>
                                          <p:spTgt spid="3"/>
                                        </p:tgtEl>
                                        <p:attrNameLst>
                                          <p:attrName>ppt_w</p:attrName>
                                        </p:attrNameLst>
                                      </p:cBhvr>
                                      <p:tavLst>
                                        <p:tav tm="0">
                                          <p:val>
                                            <p:fltVal val="0"/>
                                          </p:val>
                                        </p:tav>
                                        <p:tav tm="100000">
                                          <p:val>
                                            <p:strVal val="#ppt_w"/>
                                          </p:val>
                                        </p:tav>
                                      </p:tavLst>
                                    </p:anim>
                                    <p:anim calcmode="lin" valueType="num">
                                      <p:cBhvr>
                                        <p:cTn id="8" dur="2500" fill="hold"/>
                                        <p:tgtEl>
                                          <p:spTgt spid="3"/>
                                        </p:tgtEl>
                                        <p:attrNameLst>
                                          <p:attrName>ppt_h</p:attrName>
                                        </p:attrNameLst>
                                      </p:cBhvr>
                                      <p:tavLst>
                                        <p:tav tm="0">
                                          <p:val>
                                            <p:fltVal val="0"/>
                                          </p:val>
                                        </p:tav>
                                        <p:tav tm="100000">
                                          <p:val>
                                            <p:strVal val="#ppt_h"/>
                                          </p:val>
                                        </p:tav>
                                      </p:tavLst>
                                    </p:anim>
                                    <p:animEffect transition="in" filter="fade">
                                      <p:cBhvr>
                                        <p:cTn id="9" dur="2500"/>
                                        <p:tgtEl>
                                          <p:spTgt spid="3"/>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22" presetClass="entr" presetSubtype="1"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wipe(up)">
                                      <p:cBhvr>
                                        <p:cTn id="1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build="p"/>
      <p:bldP spid="3" grpId="0"/>
      <p:bldP spid="4" grpId="0"/>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a:extLst>
              <a:ext uri="{FF2B5EF4-FFF2-40B4-BE49-F238E27FC236}">
                <a16:creationId xmlns:a16="http://schemas.microsoft.com/office/drawing/2014/main" id="{29B68839-2EFC-3942-B51E-3FDA8B9315F2}"/>
              </a:ext>
            </a:extLst>
          </p:cNvPr>
          <p:cNvSpPr>
            <a:spLocks noGrp="1" noChangeArrowheads="1"/>
          </p:cNvSpPr>
          <p:nvPr>
            <p:ph type="title"/>
          </p:nvPr>
        </p:nvSpPr>
        <p:spPr>
          <a:xfrm>
            <a:off x="228600" y="838200"/>
            <a:ext cx="8229600" cy="563563"/>
          </a:xfrm>
        </p:spPr>
        <p:txBody>
          <a:bodyPr vert="horz" wrap="square" lIns="91440" tIns="45720" rIns="91440" bIns="45720" numCol="1" anchor="t" anchorCtr="0" compatLnSpc="1">
            <a:prstTxWarp prst="textNoShape">
              <a:avLst/>
            </a:prstTxWarp>
          </a:bodyPr>
          <a:lstStyle/>
          <a:p>
            <a:pPr>
              <a:defRPr/>
            </a:pPr>
            <a:r>
              <a:rPr lang="zh-CN" altLang="en-US" sz="2800">
                <a:solidFill>
                  <a:srgbClr val="0000CC"/>
                </a:solidFill>
                <a:ea typeface="宋体" panose="02010600030101010101" pitchFamily="2" charset="-122"/>
              </a:rPr>
              <a:t>（</a:t>
            </a:r>
            <a:r>
              <a:rPr lang="en-US" altLang="zh-CN" sz="2800">
                <a:solidFill>
                  <a:srgbClr val="0000CC"/>
                </a:solidFill>
                <a:ea typeface="宋体" panose="02010600030101010101" pitchFamily="2" charset="-122"/>
              </a:rPr>
              <a:t>6</a:t>
            </a:r>
            <a:r>
              <a:rPr lang="zh-CN" altLang="en-US" sz="2800">
                <a:solidFill>
                  <a:srgbClr val="0000CC"/>
                </a:solidFill>
                <a:ea typeface="宋体" panose="02010600030101010101" pitchFamily="2" charset="-122"/>
              </a:rPr>
              <a:t>）双方都不能抵赖的数字签名抗抵赖机制</a:t>
            </a:r>
          </a:p>
        </p:txBody>
      </p:sp>
      <p:sp>
        <p:nvSpPr>
          <p:cNvPr id="35843" name="内容占位符 2">
            <a:extLst>
              <a:ext uri="{FF2B5EF4-FFF2-40B4-BE49-F238E27FC236}">
                <a16:creationId xmlns:a16="http://schemas.microsoft.com/office/drawing/2014/main" id="{4FEE2B14-D32D-9644-9325-F91154EA0B80}"/>
              </a:ext>
            </a:extLst>
          </p:cNvPr>
          <p:cNvSpPr>
            <a:spLocks noGrp="1" noChangeArrowheads="1"/>
          </p:cNvSpPr>
          <p:nvPr>
            <p:ph idx="1"/>
          </p:nvPr>
        </p:nvSpPr>
        <p:spPr>
          <a:xfrm>
            <a:off x="457200" y="1376363"/>
            <a:ext cx="8531225" cy="4038600"/>
          </a:xfrm>
        </p:spPr>
        <p:txBody>
          <a:bodyPr vert="horz" wrap="square" lIns="91440" tIns="45720" rIns="91440" bIns="45720" numCol="1" anchor="t" anchorCtr="0" compatLnSpc="1">
            <a:prstTxWarp prst="textNoShape">
              <a:avLst/>
            </a:prstTxWarp>
          </a:bodyPr>
          <a:lstStyle/>
          <a:p>
            <a:pPr marL="457200" lvl="1" indent="-457200">
              <a:buClr>
                <a:schemeClr val="bg2"/>
              </a:buClr>
              <a:buFont typeface="Arial" panose="020B0604020202020204" pitchFamily="34" charset="0"/>
              <a:buAutoNum type="circleNumDbPlain"/>
              <a:defRPr/>
            </a:pPr>
            <a:r>
              <a:rPr lang="en-US" altLang="zh-CN" sz="2000">
                <a:solidFill>
                  <a:schemeClr val="bg2"/>
                </a:solidFill>
                <a:latin typeface="Times New Roman" panose="02020603050405020304" pitchFamily="18" charset="0"/>
                <a:ea typeface="黑体" panose="02010609060101010101" pitchFamily="49" charset="-122"/>
              </a:rPr>
              <a:t>A</a:t>
            </a:r>
            <a:r>
              <a:rPr lang="zh-CN" altLang="en-US" sz="2000">
                <a:solidFill>
                  <a:schemeClr val="bg2"/>
                </a:solidFill>
                <a:latin typeface="Times New Roman" panose="02020603050405020304" pitchFamily="18" charset="0"/>
                <a:ea typeface="黑体" panose="02010609060101010101" pitchFamily="49" charset="-122"/>
              </a:rPr>
              <a:t>用随机对称密钥</a:t>
            </a:r>
            <a:r>
              <a:rPr lang="en-US" altLang="zh-CN" sz="2000">
                <a:solidFill>
                  <a:schemeClr val="bg2"/>
                </a:solidFill>
                <a:latin typeface="Times New Roman" panose="02020603050405020304" pitchFamily="18" charset="0"/>
                <a:ea typeface="黑体" panose="02010609060101010101" pitchFamily="49" charset="-122"/>
              </a:rPr>
              <a:t>K</a:t>
            </a:r>
            <a:r>
              <a:rPr lang="zh-CN" altLang="en-US" sz="2000">
                <a:solidFill>
                  <a:schemeClr val="bg2"/>
                </a:solidFill>
                <a:latin typeface="Times New Roman" panose="02020603050405020304" pitchFamily="18" charset="0"/>
                <a:ea typeface="黑体" panose="02010609060101010101" pitchFamily="49" charset="-122"/>
              </a:rPr>
              <a:t>对信息</a:t>
            </a:r>
            <a:r>
              <a:rPr lang="en-US" altLang="zh-CN" sz="2000">
                <a:solidFill>
                  <a:schemeClr val="bg2"/>
                </a:solidFill>
                <a:latin typeface="Times New Roman" panose="02020603050405020304" pitchFamily="18" charset="0"/>
                <a:ea typeface="黑体" panose="02010609060101010101" pitchFamily="49" charset="-122"/>
              </a:rPr>
              <a:t>M</a:t>
            </a:r>
            <a:r>
              <a:rPr lang="zh-CN" altLang="en-US" sz="2000">
                <a:solidFill>
                  <a:schemeClr val="bg2"/>
                </a:solidFill>
                <a:latin typeface="Times New Roman" panose="02020603050405020304" pitchFamily="18" charset="0"/>
                <a:ea typeface="黑体" panose="02010609060101010101" pitchFamily="49" charset="-122"/>
              </a:rPr>
              <a:t>加密得到</a:t>
            </a:r>
            <a:r>
              <a:rPr lang="en-US" altLang="zh-CN" sz="2000">
                <a:solidFill>
                  <a:schemeClr val="bg2"/>
                </a:solidFill>
                <a:latin typeface="Times New Roman" panose="02020603050405020304" pitchFamily="18" charset="0"/>
                <a:ea typeface="黑体" panose="02010609060101010101" pitchFamily="49" charset="-122"/>
              </a:rPr>
              <a:t>E(K</a:t>
            </a:r>
            <a:r>
              <a:rPr lang="zh-CN" altLang="en-US" sz="2000">
                <a:solidFill>
                  <a:schemeClr val="bg2"/>
                </a:solidFill>
                <a:latin typeface="Times New Roman" panose="02020603050405020304" pitchFamily="18" charset="0"/>
                <a:ea typeface="黑体" panose="02010609060101010101" pitchFamily="49" charset="-122"/>
              </a:rPr>
              <a:t>，</a:t>
            </a:r>
            <a:r>
              <a:rPr lang="en-US" altLang="zh-CN" sz="2000">
                <a:solidFill>
                  <a:schemeClr val="bg2"/>
                </a:solidFill>
                <a:latin typeface="Times New Roman" panose="02020603050405020304" pitchFamily="18" charset="0"/>
                <a:ea typeface="黑体" panose="02010609060101010101" pitchFamily="49" charset="-122"/>
              </a:rPr>
              <a:t>M)</a:t>
            </a:r>
            <a:r>
              <a:rPr lang="zh-CN" altLang="en-US" sz="2000">
                <a:solidFill>
                  <a:schemeClr val="bg2"/>
                </a:solidFill>
                <a:latin typeface="Times New Roman" panose="02020603050405020304" pitchFamily="18" charset="0"/>
                <a:ea typeface="黑体" panose="02010609060101010101" pitchFamily="49" charset="-122"/>
              </a:rPr>
              <a:t>，并用自己的私钥进行数字签名，记为</a:t>
            </a:r>
            <a:r>
              <a:rPr lang="en-US" altLang="zh-CN" sz="2000">
                <a:solidFill>
                  <a:schemeClr val="bg2"/>
                </a:solidFill>
                <a:latin typeface="Times New Roman" panose="02020603050405020304" pitchFamily="18" charset="0"/>
                <a:ea typeface="黑体" panose="02010609060101010101" pitchFamily="49" charset="-122"/>
              </a:rPr>
              <a:t>A</a:t>
            </a:r>
            <a:r>
              <a:rPr lang="zh-CN" altLang="en-US" sz="2000">
                <a:solidFill>
                  <a:schemeClr val="bg2"/>
                </a:solidFill>
                <a:latin typeface="Times New Roman" panose="02020603050405020304" pitchFamily="18" charset="0"/>
                <a:ea typeface="黑体" panose="02010609060101010101" pitchFamily="49" charset="-122"/>
              </a:rPr>
              <a:t>私</a:t>
            </a:r>
            <a:r>
              <a:rPr lang="en-US" altLang="zh-CN" sz="2000">
                <a:solidFill>
                  <a:schemeClr val="bg2"/>
                </a:solidFill>
                <a:latin typeface="Times New Roman" panose="02020603050405020304" pitchFamily="18" charset="0"/>
                <a:ea typeface="黑体" panose="02010609060101010101" pitchFamily="49" charset="-122"/>
              </a:rPr>
              <a:t>(E(K</a:t>
            </a:r>
            <a:r>
              <a:rPr lang="zh-CN" altLang="en-US" sz="2000">
                <a:solidFill>
                  <a:schemeClr val="bg2"/>
                </a:solidFill>
                <a:latin typeface="Times New Roman" panose="02020603050405020304" pitchFamily="18" charset="0"/>
                <a:ea typeface="黑体" panose="02010609060101010101" pitchFamily="49" charset="-122"/>
              </a:rPr>
              <a:t>，</a:t>
            </a:r>
            <a:r>
              <a:rPr lang="en-US" altLang="zh-CN" sz="2000">
                <a:solidFill>
                  <a:schemeClr val="bg2"/>
                </a:solidFill>
                <a:latin typeface="Times New Roman" panose="02020603050405020304" pitchFamily="18" charset="0"/>
                <a:ea typeface="黑体" panose="02010609060101010101" pitchFamily="49" charset="-122"/>
              </a:rPr>
              <a:t>M))</a:t>
            </a:r>
            <a:r>
              <a:rPr lang="zh-CN" altLang="en-US" sz="2000">
                <a:solidFill>
                  <a:schemeClr val="bg2"/>
                </a:solidFill>
                <a:latin typeface="Times New Roman" panose="02020603050405020304" pitchFamily="18" charset="0"/>
                <a:ea typeface="黑体" panose="02010609060101010101" pitchFamily="49" charset="-122"/>
              </a:rPr>
              <a:t>，然后用接收方的公钥加密后发送给接收方（三次加密）；</a:t>
            </a:r>
          </a:p>
          <a:p>
            <a:pPr marL="457200" lvl="1" indent="-457200">
              <a:buClr>
                <a:schemeClr val="bg2"/>
              </a:buClr>
              <a:buFont typeface="Arial" panose="020B0604020202020204" pitchFamily="34" charset="0"/>
              <a:buAutoNum type="circleNumDbPlain"/>
              <a:defRPr/>
            </a:pPr>
            <a:r>
              <a:rPr lang="zh-CN" altLang="en-US" sz="2000">
                <a:solidFill>
                  <a:schemeClr val="bg2"/>
                </a:solidFill>
                <a:latin typeface="Times New Roman" panose="02020603050405020304" pitchFamily="18" charset="0"/>
                <a:ea typeface="黑体" panose="02010609060101010101" pitchFamily="49" charset="-122"/>
              </a:rPr>
              <a:t>接收方用自己的私钥解密后得到</a:t>
            </a:r>
            <a:r>
              <a:rPr lang="en-US" altLang="zh-CN" sz="2000">
                <a:solidFill>
                  <a:schemeClr val="bg2"/>
                </a:solidFill>
                <a:latin typeface="Times New Roman" panose="02020603050405020304" pitchFamily="18" charset="0"/>
                <a:ea typeface="黑体" panose="02010609060101010101" pitchFamily="49" charset="-122"/>
              </a:rPr>
              <a:t>A</a:t>
            </a:r>
            <a:r>
              <a:rPr lang="zh-CN" altLang="en-US" sz="2000">
                <a:solidFill>
                  <a:schemeClr val="bg2"/>
                </a:solidFill>
                <a:latin typeface="Times New Roman" panose="02020603050405020304" pitchFamily="18" charset="0"/>
                <a:ea typeface="黑体" panose="02010609060101010101" pitchFamily="49" charset="-122"/>
              </a:rPr>
              <a:t>私</a:t>
            </a:r>
            <a:r>
              <a:rPr lang="en-US" altLang="zh-CN" sz="2000">
                <a:solidFill>
                  <a:schemeClr val="bg2"/>
                </a:solidFill>
                <a:latin typeface="Times New Roman" panose="02020603050405020304" pitchFamily="18" charset="0"/>
                <a:ea typeface="黑体" panose="02010609060101010101" pitchFamily="49" charset="-122"/>
              </a:rPr>
              <a:t>(E(K</a:t>
            </a:r>
            <a:r>
              <a:rPr lang="zh-CN" altLang="en-US" sz="2000">
                <a:solidFill>
                  <a:schemeClr val="bg2"/>
                </a:solidFill>
                <a:latin typeface="Times New Roman" panose="02020603050405020304" pitchFamily="18" charset="0"/>
                <a:ea typeface="黑体" panose="02010609060101010101" pitchFamily="49" charset="-122"/>
              </a:rPr>
              <a:t>，</a:t>
            </a:r>
            <a:r>
              <a:rPr lang="en-US" altLang="zh-CN" sz="2000">
                <a:solidFill>
                  <a:schemeClr val="bg2"/>
                </a:solidFill>
                <a:latin typeface="Times New Roman" panose="02020603050405020304" pitchFamily="18" charset="0"/>
                <a:ea typeface="黑体" panose="02010609060101010101" pitchFamily="49" charset="-122"/>
              </a:rPr>
              <a:t>M))</a:t>
            </a:r>
            <a:r>
              <a:rPr lang="zh-CN" altLang="en-US" sz="2000">
                <a:solidFill>
                  <a:schemeClr val="bg2"/>
                </a:solidFill>
                <a:latin typeface="Times New Roman" panose="02020603050405020304" pitchFamily="18" charset="0"/>
                <a:ea typeface="黑体" panose="02010609060101010101" pitchFamily="49" charset="-122"/>
              </a:rPr>
              <a:t>，再用发送方的公钥解密后得到</a:t>
            </a:r>
            <a:r>
              <a:rPr lang="en-US" altLang="zh-CN" sz="2000">
                <a:solidFill>
                  <a:schemeClr val="bg2"/>
                </a:solidFill>
                <a:latin typeface="Times New Roman" panose="02020603050405020304" pitchFamily="18" charset="0"/>
                <a:ea typeface="黑体" panose="02010609060101010101" pitchFamily="49" charset="-122"/>
              </a:rPr>
              <a:t>E(K</a:t>
            </a:r>
            <a:r>
              <a:rPr lang="zh-CN" altLang="en-US" sz="2000">
                <a:solidFill>
                  <a:schemeClr val="bg2"/>
                </a:solidFill>
                <a:latin typeface="Times New Roman" panose="02020603050405020304" pitchFamily="18" charset="0"/>
                <a:ea typeface="黑体" panose="02010609060101010101" pitchFamily="49" charset="-122"/>
              </a:rPr>
              <a:t>，</a:t>
            </a:r>
            <a:r>
              <a:rPr lang="en-US" altLang="zh-CN" sz="2000">
                <a:solidFill>
                  <a:schemeClr val="bg2"/>
                </a:solidFill>
                <a:latin typeface="Times New Roman" panose="02020603050405020304" pitchFamily="18" charset="0"/>
                <a:ea typeface="黑体" panose="02010609060101010101" pitchFamily="49" charset="-122"/>
              </a:rPr>
              <a:t>M)</a:t>
            </a:r>
            <a:r>
              <a:rPr lang="zh-CN" altLang="en-US" sz="2000">
                <a:solidFill>
                  <a:schemeClr val="bg2"/>
                </a:solidFill>
                <a:latin typeface="Times New Roman" panose="02020603050405020304" pitchFamily="18" charset="0"/>
                <a:ea typeface="黑体" panose="02010609060101010101" pitchFamily="49" charset="-122"/>
              </a:rPr>
              <a:t>；</a:t>
            </a:r>
            <a:r>
              <a:rPr lang="en-US" altLang="zh-CN" sz="2000">
                <a:solidFill>
                  <a:schemeClr val="bg2"/>
                </a:solidFill>
                <a:latin typeface="Times New Roman" panose="02020603050405020304" pitchFamily="18" charset="0"/>
                <a:ea typeface="黑体" panose="02010609060101010101" pitchFamily="49" charset="-122"/>
              </a:rPr>
              <a:t>(</a:t>
            </a:r>
            <a:r>
              <a:rPr lang="zh-CN" altLang="en-US" sz="2000">
                <a:solidFill>
                  <a:schemeClr val="bg2"/>
                </a:solidFill>
                <a:latin typeface="Times New Roman" panose="02020603050405020304" pitchFamily="18" charset="0"/>
                <a:ea typeface="黑体" panose="02010609060101010101" pitchFamily="49" charset="-122"/>
              </a:rPr>
              <a:t>这一步确定发送方不可抵赖</a:t>
            </a:r>
            <a:r>
              <a:rPr lang="en-US" altLang="zh-CN" sz="2000">
                <a:solidFill>
                  <a:schemeClr val="bg2"/>
                </a:solidFill>
                <a:latin typeface="Times New Roman" panose="02020603050405020304" pitchFamily="18" charset="0"/>
                <a:ea typeface="黑体" panose="02010609060101010101" pitchFamily="49" charset="-122"/>
              </a:rPr>
              <a:t>)</a:t>
            </a:r>
            <a:r>
              <a:rPr lang="zh-CN" altLang="en-US" sz="2000">
                <a:solidFill>
                  <a:schemeClr val="bg2"/>
                </a:solidFill>
                <a:latin typeface="Times New Roman" panose="02020603050405020304" pitchFamily="18" charset="0"/>
                <a:ea typeface="黑体" panose="02010609060101010101" pitchFamily="49" charset="-122"/>
              </a:rPr>
              <a:t> （两次解密）；</a:t>
            </a:r>
          </a:p>
          <a:p>
            <a:pPr marL="457200" lvl="1" indent="-457200">
              <a:buClr>
                <a:schemeClr val="bg2"/>
              </a:buClr>
              <a:buFont typeface="Arial" panose="020B0604020202020204" pitchFamily="34" charset="0"/>
              <a:buAutoNum type="circleNumDbPlain"/>
              <a:defRPr/>
            </a:pPr>
            <a:r>
              <a:rPr lang="en-US" altLang="zh-CN" sz="2000">
                <a:solidFill>
                  <a:schemeClr val="bg2"/>
                </a:solidFill>
                <a:latin typeface="Times New Roman" panose="02020603050405020304" pitchFamily="18" charset="0"/>
                <a:ea typeface="黑体" panose="02010609060101010101" pitchFamily="49" charset="-122"/>
              </a:rPr>
              <a:t>B</a:t>
            </a:r>
            <a:r>
              <a:rPr lang="zh-CN" altLang="en-US" sz="2000">
                <a:solidFill>
                  <a:schemeClr val="bg2"/>
                </a:solidFill>
                <a:latin typeface="Times New Roman" panose="02020603050405020304" pitchFamily="18" charset="0"/>
                <a:ea typeface="黑体" panose="02010609060101010101" pitchFamily="49" charset="-122"/>
              </a:rPr>
              <a:t>用自己的私钥签名</a:t>
            </a:r>
            <a:r>
              <a:rPr lang="en-US" altLang="zh-CN" sz="2000">
                <a:solidFill>
                  <a:schemeClr val="bg2"/>
                </a:solidFill>
                <a:latin typeface="Times New Roman" panose="02020603050405020304" pitchFamily="18" charset="0"/>
                <a:ea typeface="黑体" panose="02010609060101010101" pitchFamily="49" charset="-122"/>
              </a:rPr>
              <a:t>E(K</a:t>
            </a:r>
            <a:r>
              <a:rPr lang="zh-CN" altLang="en-US" sz="2000">
                <a:solidFill>
                  <a:schemeClr val="bg2"/>
                </a:solidFill>
                <a:latin typeface="Times New Roman" panose="02020603050405020304" pitchFamily="18" charset="0"/>
                <a:ea typeface="黑体" panose="02010609060101010101" pitchFamily="49" charset="-122"/>
              </a:rPr>
              <a:t>，</a:t>
            </a:r>
            <a:r>
              <a:rPr lang="en-US" altLang="zh-CN" sz="2000">
                <a:solidFill>
                  <a:schemeClr val="bg2"/>
                </a:solidFill>
                <a:latin typeface="Times New Roman" panose="02020603050405020304" pitchFamily="18" charset="0"/>
                <a:ea typeface="黑体" panose="02010609060101010101" pitchFamily="49" charset="-122"/>
              </a:rPr>
              <a:t>M)</a:t>
            </a:r>
            <a:r>
              <a:rPr lang="zh-CN" altLang="en-US" sz="2000">
                <a:solidFill>
                  <a:schemeClr val="bg2"/>
                </a:solidFill>
                <a:latin typeface="Times New Roman" panose="02020603050405020304" pitchFamily="18" charset="0"/>
                <a:ea typeface="黑体" panose="02010609060101010101" pitchFamily="49" charset="-122"/>
              </a:rPr>
              <a:t>，得到</a:t>
            </a:r>
            <a:r>
              <a:rPr lang="en-US" altLang="zh-CN" sz="2000">
                <a:solidFill>
                  <a:schemeClr val="bg2"/>
                </a:solidFill>
                <a:latin typeface="Times New Roman" panose="02020603050405020304" pitchFamily="18" charset="0"/>
                <a:ea typeface="黑体" panose="02010609060101010101" pitchFamily="49" charset="-122"/>
              </a:rPr>
              <a:t>B</a:t>
            </a:r>
            <a:r>
              <a:rPr lang="zh-CN" altLang="en-US" sz="2000">
                <a:solidFill>
                  <a:schemeClr val="bg2"/>
                </a:solidFill>
                <a:latin typeface="Times New Roman" panose="02020603050405020304" pitchFamily="18" charset="0"/>
                <a:ea typeface="黑体" panose="02010609060101010101" pitchFamily="49" charset="-122"/>
              </a:rPr>
              <a:t>私</a:t>
            </a:r>
            <a:r>
              <a:rPr lang="en-US" altLang="zh-CN" sz="2000">
                <a:solidFill>
                  <a:schemeClr val="bg2"/>
                </a:solidFill>
                <a:latin typeface="Times New Roman" panose="02020603050405020304" pitchFamily="18" charset="0"/>
                <a:ea typeface="黑体" panose="02010609060101010101" pitchFamily="49" charset="-122"/>
              </a:rPr>
              <a:t>(E(K</a:t>
            </a:r>
            <a:r>
              <a:rPr lang="zh-CN" altLang="en-US" sz="2000">
                <a:solidFill>
                  <a:schemeClr val="bg2"/>
                </a:solidFill>
                <a:latin typeface="Times New Roman" panose="02020603050405020304" pitchFamily="18" charset="0"/>
                <a:ea typeface="黑体" panose="02010609060101010101" pitchFamily="49" charset="-122"/>
              </a:rPr>
              <a:t>，</a:t>
            </a:r>
            <a:r>
              <a:rPr lang="en-US" altLang="zh-CN" sz="2000">
                <a:solidFill>
                  <a:schemeClr val="bg2"/>
                </a:solidFill>
                <a:latin typeface="Times New Roman" panose="02020603050405020304" pitchFamily="18" charset="0"/>
                <a:ea typeface="黑体" panose="02010609060101010101" pitchFamily="49" charset="-122"/>
              </a:rPr>
              <a:t>M))</a:t>
            </a:r>
            <a:r>
              <a:rPr lang="zh-CN" altLang="en-US" sz="2000">
                <a:solidFill>
                  <a:schemeClr val="bg2"/>
                </a:solidFill>
                <a:latin typeface="Times New Roman" panose="02020603050405020304" pitchFamily="18" charset="0"/>
                <a:ea typeface="黑体" panose="02010609060101010101" pitchFamily="49" charset="-122"/>
              </a:rPr>
              <a:t>，再用发送方的公钥验证后送给发送方；（这个步骤确定接收方不可抵赖，进行了两次加密）；</a:t>
            </a:r>
            <a:endParaRPr lang="en-US" altLang="zh-CN" sz="2000">
              <a:solidFill>
                <a:schemeClr val="bg2"/>
              </a:solidFill>
              <a:latin typeface="Times New Roman" panose="02020603050405020304" pitchFamily="18" charset="0"/>
              <a:ea typeface="黑体" panose="02010609060101010101" pitchFamily="49" charset="-122"/>
            </a:endParaRPr>
          </a:p>
          <a:p>
            <a:pPr marL="457200" lvl="1" indent="-457200">
              <a:buClr>
                <a:schemeClr val="bg2"/>
              </a:buClr>
              <a:buFont typeface="Arial" panose="020B0604020202020204" pitchFamily="34" charset="0"/>
              <a:buAutoNum type="circleNumDbPlain"/>
              <a:defRPr/>
            </a:pPr>
            <a:r>
              <a:rPr lang="en-US" altLang="zh-CN" sz="2000">
                <a:solidFill>
                  <a:schemeClr val="bg2"/>
                </a:solidFill>
                <a:latin typeface="Times New Roman" panose="02020603050405020304" pitchFamily="18" charset="0"/>
                <a:ea typeface="黑体" panose="02010609060101010101" pitchFamily="49" charset="-122"/>
              </a:rPr>
              <a:t>A</a:t>
            </a:r>
            <a:r>
              <a:rPr lang="zh-CN" altLang="en-US" sz="2000">
                <a:solidFill>
                  <a:schemeClr val="bg2"/>
                </a:solidFill>
                <a:latin typeface="Times New Roman" panose="02020603050405020304" pitchFamily="18" charset="0"/>
                <a:ea typeface="黑体" panose="02010609060101010101" pitchFamily="49" charset="-122"/>
              </a:rPr>
              <a:t>用自己的私钥解密得到</a:t>
            </a:r>
            <a:r>
              <a:rPr lang="en-US" altLang="zh-CN" sz="2000">
                <a:solidFill>
                  <a:schemeClr val="bg2"/>
                </a:solidFill>
                <a:latin typeface="Times New Roman" panose="02020603050405020304" pitchFamily="18" charset="0"/>
                <a:ea typeface="黑体" panose="02010609060101010101" pitchFamily="49" charset="-122"/>
              </a:rPr>
              <a:t>B</a:t>
            </a:r>
            <a:r>
              <a:rPr lang="zh-CN" altLang="en-US" sz="2000">
                <a:solidFill>
                  <a:schemeClr val="bg2"/>
                </a:solidFill>
                <a:latin typeface="Times New Roman" panose="02020603050405020304" pitchFamily="18" charset="0"/>
                <a:ea typeface="黑体" panose="02010609060101010101" pitchFamily="49" charset="-122"/>
              </a:rPr>
              <a:t>私</a:t>
            </a:r>
            <a:r>
              <a:rPr lang="en-US" altLang="zh-CN" sz="2000">
                <a:solidFill>
                  <a:schemeClr val="bg2"/>
                </a:solidFill>
                <a:latin typeface="Times New Roman" panose="02020603050405020304" pitchFamily="18" charset="0"/>
                <a:ea typeface="黑体" panose="02010609060101010101" pitchFamily="49" charset="-122"/>
              </a:rPr>
              <a:t>(E(K</a:t>
            </a:r>
            <a:r>
              <a:rPr lang="zh-CN" altLang="en-US" sz="2000">
                <a:solidFill>
                  <a:schemeClr val="bg2"/>
                </a:solidFill>
                <a:latin typeface="Times New Roman" panose="02020603050405020304" pitchFamily="18" charset="0"/>
                <a:ea typeface="黑体" panose="02010609060101010101" pitchFamily="49" charset="-122"/>
              </a:rPr>
              <a:t>，</a:t>
            </a:r>
            <a:r>
              <a:rPr lang="en-US" altLang="zh-CN" sz="2000">
                <a:solidFill>
                  <a:schemeClr val="bg2"/>
                </a:solidFill>
                <a:latin typeface="Times New Roman" panose="02020603050405020304" pitchFamily="18" charset="0"/>
                <a:ea typeface="黑体" panose="02010609060101010101" pitchFamily="49" charset="-122"/>
              </a:rPr>
              <a:t>M))</a:t>
            </a:r>
            <a:r>
              <a:rPr lang="zh-CN" altLang="en-US" sz="2000">
                <a:solidFill>
                  <a:schemeClr val="bg2"/>
                </a:solidFill>
                <a:latin typeface="Times New Roman" panose="02020603050405020304" pitchFamily="18" charset="0"/>
                <a:ea typeface="黑体" panose="02010609060101010101" pitchFamily="49" charset="-122"/>
              </a:rPr>
              <a:t>，再用接收方的公钥解密得到</a:t>
            </a:r>
            <a:r>
              <a:rPr lang="en-US" altLang="zh-CN" sz="2000">
                <a:solidFill>
                  <a:schemeClr val="bg2"/>
                </a:solidFill>
                <a:latin typeface="Times New Roman" panose="02020603050405020304" pitchFamily="18" charset="0"/>
                <a:ea typeface="黑体" panose="02010609060101010101" pitchFamily="49" charset="-122"/>
              </a:rPr>
              <a:t>E(K</a:t>
            </a:r>
            <a:r>
              <a:rPr lang="zh-CN" altLang="en-US" sz="2000">
                <a:solidFill>
                  <a:schemeClr val="bg2"/>
                </a:solidFill>
                <a:latin typeface="Times New Roman" panose="02020603050405020304" pitchFamily="18" charset="0"/>
                <a:ea typeface="黑体" panose="02010609060101010101" pitchFamily="49" charset="-122"/>
              </a:rPr>
              <a:t>，</a:t>
            </a:r>
            <a:r>
              <a:rPr lang="en-US" altLang="zh-CN" sz="2000">
                <a:solidFill>
                  <a:schemeClr val="bg2"/>
                </a:solidFill>
                <a:latin typeface="Times New Roman" panose="02020603050405020304" pitchFamily="18" charset="0"/>
                <a:ea typeface="黑体" panose="02010609060101010101" pitchFamily="49" charset="-122"/>
              </a:rPr>
              <a:t>M)</a:t>
            </a:r>
            <a:r>
              <a:rPr lang="zh-CN" altLang="en-US" sz="2000">
                <a:solidFill>
                  <a:schemeClr val="bg2"/>
                </a:solidFill>
                <a:latin typeface="Times New Roman" panose="02020603050405020304" pitchFamily="18" charset="0"/>
                <a:ea typeface="黑体" panose="02010609060101010101" pitchFamily="49" charset="-122"/>
              </a:rPr>
              <a:t>，确认接收方已收到信息；</a:t>
            </a:r>
          </a:p>
          <a:p>
            <a:pPr marL="457200" lvl="1" indent="-457200">
              <a:buClr>
                <a:schemeClr val="bg2"/>
              </a:buClr>
              <a:buFont typeface="Arial" panose="020B0604020202020204" pitchFamily="34" charset="0"/>
              <a:buAutoNum type="circleNumDbPlain"/>
              <a:defRPr/>
            </a:pPr>
            <a:r>
              <a:rPr lang="en-US" altLang="zh-CN" sz="2000">
                <a:solidFill>
                  <a:schemeClr val="bg2"/>
                </a:solidFill>
                <a:latin typeface="Times New Roman" panose="02020603050405020304" pitchFamily="18" charset="0"/>
                <a:ea typeface="黑体" panose="02010609060101010101" pitchFamily="49" charset="-122"/>
              </a:rPr>
              <a:t>A</a:t>
            </a:r>
            <a:r>
              <a:rPr lang="zh-CN" altLang="en-US" sz="2000">
                <a:solidFill>
                  <a:schemeClr val="bg2"/>
                </a:solidFill>
                <a:latin typeface="Times New Roman" panose="02020603050405020304" pitchFamily="18" charset="0"/>
                <a:ea typeface="黑体" panose="02010609060101010101" pitchFamily="49" charset="-122"/>
              </a:rPr>
              <a:t>把对称密钥</a:t>
            </a:r>
            <a:r>
              <a:rPr lang="en-US" altLang="zh-CN" sz="2000">
                <a:solidFill>
                  <a:schemeClr val="bg2"/>
                </a:solidFill>
                <a:latin typeface="Times New Roman" panose="02020603050405020304" pitchFamily="18" charset="0"/>
                <a:ea typeface="黑体" panose="02010609060101010101" pitchFamily="49" charset="-122"/>
              </a:rPr>
              <a:t>K</a:t>
            </a:r>
            <a:r>
              <a:rPr lang="zh-CN" altLang="en-US" sz="2000">
                <a:solidFill>
                  <a:schemeClr val="bg2"/>
                </a:solidFill>
                <a:latin typeface="Times New Roman" panose="02020603050405020304" pitchFamily="18" charset="0"/>
                <a:ea typeface="黑体" panose="02010609060101010101" pitchFamily="49" charset="-122"/>
              </a:rPr>
              <a:t>用自己的私钥签名，并用</a:t>
            </a:r>
            <a:r>
              <a:rPr lang="en-US" altLang="zh-CN" sz="2000">
                <a:solidFill>
                  <a:schemeClr val="bg2"/>
                </a:solidFill>
                <a:latin typeface="Times New Roman" panose="02020603050405020304" pitchFamily="18" charset="0"/>
                <a:ea typeface="黑体" panose="02010609060101010101" pitchFamily="49" charset="-122"/>
              </a:rPr>
              <a:t>B</a:t>
            </a:r>
            <a:r>
              <a:rPr lang="zh-CN" altLang="en-US" sz="2000">
                <a:solidFill>
                  <a:schemeClr val="bg2"/>
                </a:solidFill>
                <a:latin typeface="Times New Roman" panose="02020603050405020304" pitchFamily="18" charset="0"/>
                <a:ea typeface="黑体" panose="02010609060101010101" pitchFamily="49" charset="-122"/>
              </a:rPr>
              <a:t>的公钥加密，然后发送给</a:t>
            </a:r>
            <a:r>
              <a:rPr lang="en-US" altLang="zh-CN" sz="2000">
                <a:solidFill>
                  <a:schemeClr val="bg2"/>
                </a:solidFill>
                <a:latin typeface="Times New Roman" panose="02020603050405020304" pitchFamily="18" charset="0"/>
                <a:ea typeface="黑体" panose="02010609060101010101" pitchFamily="49" charset="-122"/>
              </a:rPr>
              <a:t>B</a:t>
            </a:r>
            <a:r>
              <a:rPr lang="zh-CN" altLang="en-US" sz="2000">
                <a:solidFill>
                  <a:schemeClr val="bg2"/>
                </a:solidFill>
                <a:latin typeface="Times New Roman" panose="02020603050405020304" pitchFamily="18" charset="0"/>
                <a:ea typeface="黑体" panose="02010609060101010101" pitchFamily="49" charset="-122"/>
              </a:rPr>
              <a:t>；</a:t>
            </a:r>
          </a:p>
          <a:p>
            <a:pPr marL="457200" lvl="1" indent="-457200">
              <a:buClr>
                <a:schemeClr val="bg2"/>
              </a:buClr>
              <a:buFont typeface="Arial" panose="020B0604020202020204" pitchFamily="34" charset="0"/>
              <a:buAutoNum type="circleNumDbPlain"/>
              <a:defRPr/>
            </a:pPr>
            <a:r>
              <a:rPr lang="en-US" altLang="zh-CN" sz="2000">
                <a:solidFill>
                  <a:schemeClr val="bg2"/>
                </a:solidFill>
                <a:latin typeface="Times New Roman" panose="02020603050405020304" pitchFamily="18" charset="0"/>
                <a:ea typeface="黑体" panose="02010609060101010101" pitchFamily="49" charset="-122"/>
              </a:rPr>
              <a:t>B</a:t>
            </a:r>
            <a:r>
              <a:rPr lang="zh-CN" altLang="en-US" sz="2000">
                <a:solidFill>
                  <a:schemeClr val="bg2"/>
                </a:solidFill>
                <a:latin typeface="Times New Roman" panose="02020603050405020304" pitchFamily="18" charset="0"/>
                <a:ea typeface="黑体" panose="02010609060101010101" pitchFamily="49" charset="-122"/>
              </a:rPr>
              <a:t>解密后，得到对称密钥</a:t>
            </a:r>
            <a:r>
              <a:rPr lang="en-US" altLang="zh-CN" sz="2000">
                <a:solidFill>
                  <a:schemeClr val="bg2"/>
                </a:solidFill>
                <a:latin typeface="Times New Roman" panose="02020603050405020304" pitchFamily="18" charset="0"/>
                <a:ea typeface="黑体" panose="02010609060101010101" pitchFamily="49" charset="-122"/>
              </a:rPr>
              <a:t>K</a:t>
            </a:r>
            <a:r>
              <a:rPr lang="zh-CN" altLang="en-US" sz="2000">
                <a:solidFill>
                  <a:schemeClr val="bg2"/>
                </a:solidFill>
                <a:latin typeface="Times New Roman" panose="02020603050405020304" pitchFamily="18" charset="0"/>
                <a:ea typeface="黑体" panose="02010609060101010101" pitchFamily="49" charset="-122"/>
              </a:rPr>
              <a:t>，就可以对</a:t>
            </a:r>
            <a:r>
              <a:rPr lang="en-US" altLang="zh-CN" sz="2000">
                <a:solidFill>
                  <a:schemeClr val="bg2"/>
                </a:solidFill>
                <a:latin typeface="Times New Roman" panose="02020603050405020304" pitchFamily="18" charset="0"/>
                <a:ea typeface="黑体" panose="02010609060101010101" pitchFamily="49" charset="-122"/>
              </a:rPr>
              <a:t>E(K</a:t>
            </a:r>
            <a:r>
              <a:rPr lang="zh-CN" altLang="en-US" sz="2000">
                <a:solidFill>
                  <a:schemeClr val="bg2"/>
                </a:solidFill>
                <a:latin typeface="Times New Roman" panose="02020603050405020304" pitchFamily="18" charset="0"/>
                <a:ea typeface="黑体" panose="02010609060101010101" pitchFamily="49" charset="-122"/>
              </a:rPr>
              <a:t>，</a:t>
            </a:r>
            <a:r>
              <a:rPr lang="en-US" altLang="zh-CN" sz="2000">
                <a:solidFill>
                  <a:schemeClr val="bg2"/>
                </a:solidFill>
                <a:latin typeface="Times New Roman" panose="02020603050405020304" pitchFamily="18" charset="0"/>
                <a:ea typeface="黑体" panose="02010609060101010101" pitchFamily="49" charset="-122"/>
              </a:rPr>
              <a:t>M)</a:t>
            </a:r>
            <a:r>
              <a:rPr lang="zh-CN" altLang="en-US" sz="2000">
                <a:solidFill>
                  <a:schemeClr val="bg2"/>
                </a:solidFill>
                <a:latin typeface="Times New Roman" panose="02020603050405020304" pitchFamily="18" charset="0"/>
                <a:ea typeface="黑体" panose="02010609060101010101" pitchFamily="49" charset="-122"/>
              </a:rPr>
              <a:t>解密而得到</a:t>
            </a:r>
            <a:r>
              <a:rPr lang="en-US" altLang="zh-CN" sz="2000">
                <a:solidFill>
                  <a:schemeClr val="bg2"/>
                </a:solidFill>
                <a:latin typeface="Times New Roman" panose="02020603050405020304" pitchFamily="18" charset="0"/>
                <a:ea typeface="黑体" panose="02010609060101010101" pitchFamily="49" charset="-122"/>
              </a:rPr>
              <a:t>M</a:t>
            </a:r>
            <a:r>
              <a:rPr lang="zh-CN" altLang="en-US" sz="2000">
                <a:solidFill>
                  <a:schemeClr val="bg2"/>
                </a:solidFill>
                <a:latin typeface="Times New Roman" panose="02020603050405020304" pitchFamily="18" charset="0"/>
                <a:ea typeface="黑体" panose="02010609060101010101" pitchFamily="49" charset="-122"/>
              </a:rPr>
              <a:t>；</a:t>
            </a:r>
          </a:p>
        </p:txBody>
      </p:sp>
      <p:sp>
        <p:nvSpPr>
          <p:cNvPr id="2" name="矩形 1">
            <a:extLst>
              <a:ext uri="{FF2B5EF4-FFF2-40B4-BE49-F238E27FC236}">
                <a16:creationId xmlns:a16="http://schemas.microsoft.com/office/drawing/2014/main" id="{A2321AEF-3E6C-7145-A0BB-38C5128A5D5D}"/>
              </a:ext>
            </a:extLst>
          </p:cNvPr>
          <p:cNvSpPr>
            <a:spLocks noChangeArrowheads="1"/>
          </p:cNvSpPr>
          <p:nvPr/>
        </p:nvSpPr>
        <p:spPr bwMode="auto">
          <a:xfrm>
            <a:off x="685800" y="5383213"/>
            <a:ext cx="7772400" cy="76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sz="4800" b="1">
                <a:solidFill>
                  <a:srgbClr val="FF0000"/>
                </a:solidFill>
                <a:latin typeface="隶书" pitchFamily="49" charset="-122"/>
                <a:ea typeface="隶书" pitchFamily="49" charset="-122"/>
              </a:defRPr>
            </a:lvl1pPr>
            <a:lvl2pPr>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marL="0" lvl="1">
              <a:buClr>
                <a:schemeClr val="bg2"/>
              </a:buClr>
            </a:pPr>
            <a:r>
              <a:rPr lang="zh-CN" altLang="en-US" sz="2400">
                <a:latin typeface="Times New Roman" panose="02020603050405020304" pitchFamily="18" charset="0"/>
                <a:ea typeface="黑体" panose="02010609060101010101" pitchFamily="49" charset="-122"/>
              </a:rPr>
              <a:t>抵赖行为的反驳：</a:t>
            </a:r>
            <a:r>
              <a:rPr lang="zh-CN" altLang="en-US" sz="2000">
                <a:solidFill>
                  <a:srgbClr val="0000CC"/>
                </a:solidFill>
                <a:latin typeface="Times New Roman" panose="02020603050405020304" pitchFamily="18" charset="0"/>
                <a:ea typeface="黑体" panose="02010609060101010101" pitchFamily="49" charset="-122"/>
              </a:rPr>
              <a:t>由于双方都交换了数字签名，因此这个机制对双方的抵赖行为都具有作用</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3" grpId="0" build="p"/>
      <p:bldP spid="2" grpId="0"/>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a:extLst>
              <a:ext uri="{FF2B5EF4-FFF2-40B4-BE49-F238E27FC236}">
                <a16:creationId xmlns:a16="http://schemas.microsoft.com/office/drawing/2014/main" id="{C8DBA662-4FF6-B24D-81A2-B7EEFD3D7A8A}"/>
              </a:ext>
            </a:extLst>
          </p:cNvPr>
          <p:cNvSpPr>
            <a:spLocks noGrp="1" noChangeArrowheads="1"/>
          </p:cNvSpPr>
          <p:nvPr>
            <p:ph type="title"/>
          </p:nvPr>
        </p:nvSpPr>
        <p:spPr>
          <a:xfrm>
            <a:off x="381000" y="838200"/>
            <a:ext cx="8229600" cy="563563"/>
          </a:xfrm>
        </p:spPr>
        <p:txBody>
          <a:bodyPr vert="horz" wrap="square" lIns="91440" tIns="45720" rIns="91440" bIns="45720" numCol="1" anchor="t" anchorCtr="0" compatLnSpc="1">
            <a:prstTxWarp prst="textNoShape">
              <a:avLst/>
            </a:prstTxWarp>
          </a:bodyPr>
          <a:lstStyle/>
          <a:p>
            <a:pPr>
              <a:defRPr/>
            </a:pPr>
            <a:r>
              <a:rPr lang="zh-CN" altLang="en-US" sz="2800">
                <a:solidFill>
                  <a:srgbClr val="0000CC"/>
                </a:solidFill>
                <a:ea typeface="宋体" panose="02010600030101010101" pitchFamily="2" charset="-122"/>
              </a:rPr>
              <a:t>直接签名的缺点</a:t>
            </a:r>
          </a:p>
        </p:txBody>
      </p:sp>
      <p:sp>
        <p:nvSpPr>
          <p:cNvPr id="37891" name="内容占位符 2">
            <a:extLst>
              <a:ext uri="{FF2B5EF4-FFF2-40B4-BE49-F238E27FC236}">
                <a16:creationId xmlns:a16="http://schemas.microsoft.com/office/drawing/2014/main" id="{AC43DD4C-6ACC-964C-BF70-847AD5A88E3C}"/>
              </a:ext>
            </a:extLst>
          </p:cNvPr>
          <p:cNvSpPr>
            <a:spLocks noGrp="1" noChangeArrowheads="1"/>
          </p:cNvSpPr>
          <p:nvPr>
            <p:ph idx="1"/>
          </p:nvPr>
        </p:nvSpPr>
        <p:spPr>
          <a:xfrm>
            <a:off x="333375" y="1600200"/>
            <a:ext cx="8229600" cy="4038600"/>
          </a:xfrm>
        </p:spPr>
        <p:txBody>
          <a:bodyPr vert="horz" wrap="square" lIns="91440" tIns="45720" rIns="91440" bIns="45720" numCol="1" anchor="t" anchorCtr="0" compatLnSpc="1">
            <a:prstTxWarp prst="textNoShape">
              <a:avLst/>
            </a:prstTxWarp>
          </a:bodyPr>
          <a:lstStyle/>
          <a:p>
            <a:pPr lvl="1" algn="just">
              <a:buClr>
                <a:srgbClr val="FF0000"/>
              </a:buClr>
              <a:buFont typeface="Wingdings" pitchFamily="2" charset="2"/>
              <a:buChar char="u"/>
              <a:defRPr/>
            </a:pPr>
            <a:r>
              <a:rPr lang="zh-CN" altLang="en-US" sz="2400">
                <a:solidFill>
                  <a:schemeClr val="bg2"/>
                </a:solidFill>
                <a:latin typeface="Times New Roman" panose="02020603050405020304" pitchFamily="18" charset="0"/>
                <a:ea typeface="黑体" panose="02010609060101010101" pitchFamily="49" charset="-122"/>
              </a:rPr>
              <a:t>前面讲述的直接签名中，不可抵赖性的验证模式依赖于发送方的密钥保密，发送方要抵赖发送某一消息时，可能会声称其私有密钥已暴露、过期或被盗用等</a:t>
            </a:r>
            <a:endParaRPr lang="en-US" altLang="zh-CN" sz="2400">
              <a:solidFill>
                <a:schemeClr val="bg2"/>
              </a:solidFill>
              <a:latin typeface="Times New Roman" panose="02020603050405020304" pitchFamily="18" charset="0"/>
              <a:ea typeface="黑体" panose="02010609060101010101" pitchFamily="49" charset="-122"/>
            </a:endParaRPr>
          </a:p>
          <a:p>
            <a:pPr lvl="1" algn="just">
              <a:buClr>
                <a:srgbClr val="FF0000"/>
              </a:buClr>
              <a:buFont typeface="Wingdings" pitchFamily="2" charset="2"/>
              <a:buChar char="u"/>
              <a:defRPr/>
            </a:pPr>
            <a:r>
              <a:rPr lang="zh-CN" altLang="en-US" sz="2400">
                <a:solidFill>
                  <a:schemeClr val="bg2"/>
                </a:solidFill>
                <a:latin typeface="Times New Roman" panose="02020603050405020304" pitchFamily="18" charset="0"/>
                <a:ea typeface="黑体" panose="02010609060101010101" pitchFamily="49" charset="-122"/>
              </a:rPr>
              <a:t>需要可信第三方的参与来确保类似的情况出现，例如及时将已暴露的私钥报告给可信的第三方授权中心，接收方在验证签名时要先到可信的第三方授权中心查验发送方的公钥是否注销，然后再验证签名</a:t>
            </a:r>
            <a:endParaRPr lang="en-US" altLang="zh-CN" sz="2400">
              <a:solidFill>
                <a:schemeClr val="bg2"/>
              </a:solidFill>
              <a:latin typeface="Times New Roman" panose="02020603050405020304" pitchFamily="18" charset="0"/>
              <a:ea typeface="黑体" panose="02010609060101010101" pitchFamily="49" charset="-122"/>
            </a:endParaRPr>
          </a:p>
          <a:p>
            <a:pPr lvl="1" algn="just">
              <a:buClr>
                <a:srgbClr val="FF0000"/>
              </a:buClr>
              <a:buFont typeface="Wingdings" pitchFamily="2" charset="2"/>
              <a:buChar char="u"/>
              <a:defRPr/>
            </a:pPr>
            <a:r>
              <a:rPr lang="zh-CN" altLang="en-US" sz="2400">
                <a:solidFill>
                  <a:schemeClr val="bg2"/>
                </a:solidFill>
                <a:latin typeface="Times New Roman" panose="02020603050405020304" pitchFamily="18" charset="0"/>
                <a:ea typeface="黑体" panose="02010609060101010101" pitchFamily="49" charset="-122"/>
              </a:rPr>
              <a:t>仲裁者必须是一个所有通信方都能充分信任的仲裁机构</a:t>
            </a:r>
          </a:p>
        </p:txBody>
      </p:sp>
    </p:spTree>
  </p:cSld>
  <p:clrMapOvr>
    <a:masterClrMapping/>
  </p:clrMapOvr>
  <p:transition spd="slow"/>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a:extLst>
              <a:ext uri="{FF2B5EF4-FFF2-40B4-BE49-F238E27FC236}">
                <a16:creationId xmlns:a16="http://schemas.microsoft.com/office/drawing/2014/main" id="{24F30A48-1E63-FC48-9DD0-3B59365A4C0E}"/>
              </a:ext>
            </a:extLst>
          </p:cNvPr>
          <p:cNvSpPr>
            <a:spLocks noGrp="1" noChangeArrowheads="1"/>
          </p:cNvSpPr>
          <p:nvPr>
            <p:ph type="title"/>
          </p:nvPr>
        </p:nvSpPr>
        <p:spPr>
          <a:xfrm>
            <a:off x="304800" y="762000"/>
            <a:ext cx="8229600" cy="487363"/>
          </a:xfrm>
        </p:spPr>
        <p:txBody>
          <a:bodyPr vert="horz" wrap="square" lIns="91440" tIns="45720" rIns="91440" bIns="45720" numCol="1" anchor="t" anchorCtr="0" compatLnSpc="1">
            <a:prstTxWarp prst="textNoShape">
              <a:avLst/>
            </a:prstTxWarp>
          </a:bodyPr>
          <a:lstStyle/>
          <a:p>
            <a:pPr>
              <a:defRPr/>
            </a:pPr>
            <a:r>
              <a:rPr lang="zh-CN" altLang="en-US" sz="2800">
                <a:solidFill>
                  <a:srgbClr val="0000CC"/>
                </a:solidFill>
                <a:ea typeface="宋体" panose="02010600030101010101" pitchFamily="2" charset="-122"/>
              </a:rPr>
              <a:t>（</a:t>
            </a:r>
            <a:r>
              <a:rPr lang="en-US" altLang="zh-CN" sz="2800">
                <a:solidFill>
                  <a:srgbClr val="0000CC"/>
                </a:solidFill>
                <a:ea typeface="宋体" panose="02010600030101010101" pitchFamily="2" charset="-122"/>
              </a:rPr>
              <a:t>7</a:t>
            </a:r>
            <a:r>
              <a:rPr lang="zh-CN" altLang="en-US" sz="2800">
                <a:solidFill>
                  <a:srgbClr val="0000CC"/>
                </a:solidFill>
                <a:ea typeface="宋体" panose="02010600030101010101" pitchFamily="2" charset="-122"/>
              </a:rPr>
              <a:t>）基于第三方的仲裁的不可抵赖机制</a:t>
            </a:r>
          </a:p>
        </p:txBody>
      </p:sp>
      <p:sp>
        <p:nvSpPr>
          <p:cNvPr id="3" name="内容占位符 2">
            <a:extLst>
              <a:ext uri="{FF2B5EF4-FFF2-40B4-BE49-F238E27FC236}">
                <a16:creationId xmlns:a16="http://schemas.microsoft.com/office/drawing/2014/main" id="{87E5FF75-4185-C14A-ABD1-CDCE22209D72}"/>
              </a:ext>
            </a:extLst>
          </p:cNvPr>
          <p:cNvSpPr>
            <a:spLocks noGrp="1"/>
          </p:cNvSpPr>
          <p:nvPr>
            <p:ph idx="1"/>
          </p:nvPr>
        </p:nvSpPr>
        <p:spPr>
          <a:xfrm>
            <a:off x="457200" y="1600200"/>
            <a:ext cx="8458200" cy="4525963"/>
          </a:xfrm>
          <a:ln>
            <a:miter/>
          </a:ln>
        </p:spPr>
        <p:txBody>
          <a:bodyPr vert="horz" wrap="square" lIns="91440" tIns="45720" rIns="91440" bIns="45720" numCol="1" anchor="t" anchorCtr="0" compatLnSpc="1">
            <a:prstTxWarp prst="textNoShape">
              <a:avLst/>
            </a:prstTxWarp>
          </a:bodyPr>
          <a:lstStyle/>
          <a:p>
            <a:pPr marL="457200" lvl="1" indent="-457200">
              <a:lnSpc>
                <a:spcPct val="100000"/>
              </a:lnSpc>
              <a:buClr>
                <a:schemeClr val="bg2"/>
              </a:buClr>
              <a:buFont typeface="Arial" panose="020B0604020202020204" pitchFamily="34" charset="0"/>
              <a:buAutoNum type="circleNumDbPlain"/>
              <a:defRPr/>
            </a:pPr>
            <a:r>
              <a:rPr lang="en-US" altLang="zh-CN" sz="2000">
                <a:solidFill>
                  <a:schemeClr val="bg2"/>
                </a:solidFill>
                <a:latin typeface="Times New Roman" panose="02020603050405020304" pitchFamily="18" charset="0"/>
                <a:ea typeface="黑体" panose="02010609060101010101" pitchFamily="49" charset="-122"/>
              </a:rPr>
              <a:t>X</a:t>
            </a:r>
            <a:r>
              <a:rPr lang="zh-CN" altLang="en-US" sz="2000">
                <a:solidFill>
                  <a:schemeClr val="bg2"/>
                </a:solidFill>
                <a:latin typeface="Times New Roman" panose="02020603050405020304" pitchFamily="18" charset="0"/>
                <a:ea typeface="黑体" panose="02010609060101010101" pitchFamily="49" charset="-122"/>
              </a:rPr>
              <a:t>用自己的私有密钥</a:t>
            </a:r>
            <a:r>
              <a:rPr lang="en-US" altLang="zh-CN" sz="2000">
                <a:solidFill>
                  <a:schemeClr val="bg2"/>
                </a:solidFill>
                <a:latin typeface="Times New Roman" panose="02020603050405020304" pitchFamily="18" charset="0"/>
                <a:ea typeface="黑体" panose="02010609060101010101" pitchFamily="49" charset="-122"/>
              </a:rPr>
              <a:t>KRx</a:t>
            </a:r>
            <a:r>
              <a:rPr lang="zh-CN" altLang="en-US" sz="2000">
                <a:solidFill>
                  <a:schemeClr val="bg2"/>
                </a:solidFill>
                <a:latin typeface="Times New Roman" panose="02020603050405020304" pitchFamily="18" charset="0"/>
                <a:ea typeface="黑体" panose="02010609060101010101" pitchFamily="49" charset="-122"/>
              </a:rPr>
              <a:t>签名（加密）要发送的消息</a:t>
            </a:r>
            <a:r>
              <a:rPr lang="en-US" altLang="zh-CN" sz="2000">
                <a:solidFill>
                  <a:schemeClr val="bg2"/>
                </a:solidFill>
                <a:latin typeface="Times New Roman" panose="02020603050405020304" pitchFamily="18" charset="0"/>
                <a:ea typeface="黑体" panose="02010609060101010101" pitchFamily="49" charset="-122"/>
              </a:rPr>
              <a:t>M</a:t>
            </a:r>
            <a:r>
              <a:rPr lang="zh-CN" altLang="en-US" sz="2000">
                <a:solidFill>
                  <a:schemeClr val="bg2"/>
                </a:solidFill>
                <a:latin typeface="Times New Roman" panose="02020603050405020304" pitchFamily="18" charset="0"/>
                <a:ea typeface="黑体" panose="02010609060101010101" pitchFamily="49" charset="-122"/>
              </a:rPr>
              <a:t>，用</a:t>
            </a:r>
            <a:r>
              <a:rPr lang="en-US" altLang="zh-CN" sz="2000">
                <a:solidFill>
                  <a:schemeClr val="bg2"/>
                </a:solidFill>
                <a:latin typeface="Times New Roman" panose="02020603050405020304" pitchFamily="18" charset="0"/>
                <a:ea typeface="黑体" panose="02010609060101010101" pitchFamily="49" charset="-122"/>
              </a:rPr>
              <a:t>EKRx[M]</a:t>
            </a:r>
            <a:r>
              <a:rPr lang="zh-CN" altLang="en-US" sz="2000">
                <a:solidFill>
                  <a:schemeClr val="bg2"/>
                </a:solidFill>
                <a:latin typeface="Times New Roman" panose="02020603050405020304" pitchFamily="18" charset="0"/>
                <a:ea typeface="黑体" panose="02010609060101010101" pitchFamily="49" charset="-122"/>
              </a:rPr>
              <a:t>表示；</a:t>
            </a:r>
          </a:p>
          <a:p>
            <a:pPr marL="457200" lvl="1" indent="-457200">
              <a:lnSpc>
                <a:spcPct val="100000"/>
              </a:lnSpc>
              <a:buClr>
                <a:schemeClr val="bg2"/>
              </a:buClr>
              <a:buFont typeface="Arial" panose="020B0604020202020204" pitchFamily="34" charset="0"/>
              <a:buAutoNum type="circleNumDbPlain"/>
              <a:defRPr/>
            </a:pPr>
            <a:r>
              <a:rPr lang="en-US" altLang="zh-CN" sz="2000">
                <a:solidFill>
                  <a:schemeClr val="bg2"/>
                </a:solidFill>
                <a:latin typeface="Times New Roman" panose="02020603050405020304" pitchFamily="18" charset="0"/>
                <a:ea typeface="黑体" panose="02010609060101010101" pitchFamily="49" charset="-122"/>
              </a:rPr>
              <a:t>X</a:t>
            </a:r>
            <a:r>
              <a:rPr lang="zh-CN" altLang="en-US" sz="2000">
                <a:solidFill>
                  <a:schemeClr val="bg2"/>
                </a:solidFill>
                <a:latin typeface="Times New Roman" panose="02020603050405020304" pitchFamily="18" charset="0"/>
                <a:ea typeface="黑体" panose="02010609060101010101" pitchFamily="49" charset="-122"/>
              </a:rPr>
              <a:t>用</a:t>
            </a:r>
            <a:r>
              <a:rPr lang="en-US" altLang="zh-CN" sz="2000">
                <a:solidFill>
                  <a:schemeClr val="bg2"/>
                </a:solidFill>
                <a:latin typeface="Times New Roman" panose="02020603050405020304" pitchFamily="18" charset="0"/>
                <a:ea typeface="黑体" panose="02010609060101010101" pitchFamily="49" charset="-122"/>
              </a:rPr>
              <a:t>Y</a:t>
            </a:r>
            <a:r>
              <a:rPr lang="zh-CN" altLang="en-US" sz="2000">
                <a:solidFill>
                  <a:schemeClr val="bg2"/>
                </a:solidFill>
                <a:latin typeface="Times New Roman" panose="02020603050405020304" pitchFamily="18" charset="0"/>
                <a:ea typeface="黑体" panose="02010609060101010101" pitchFamily="49" charset="-122"/>
              </a:rPr>
              <a:t>的公开密钥</a:t>
            </a:r>
            <a:r>
              <a:rPr lang="en-US" altLang="zh-CN" sz="2000">
                <a:solidFill>
                  <a:schemeClr val="bg2"/>
                </a:solidFill>
                <a:latin typeface="Times New Roman" panose="02020603050405020304" pitchFamily="18" charset="0"/>
                <a:ea typeface="黑体" panose="02010609060101010101" pitchFamily="49" charset="-122"/>
              </a:rPr>
              <a:t>KUy</a:t>
            </a:r>
            <a:r>
              <a:rPr lang="zh-CN" altLang="en-US" sz="2000">
                <a:solidFill>
                  <a:schemeClr val="bg2"/>
                </a:solidFill>
                <a:latin typeface="Times New Roman" panose="02020603050405020304" pitchFamily="18" charset="0"/>
                <a:ea typeface="黑体" panose="02010609060101010101" pitchFamily="49" charset="-122"/>
              </a:rPr>
              <a:t>加密第</a:t>
            </a:r>
            <a:r>
              <a:rPr lang="en-US" altLang="zh-CN" sz="2000">
                <a:solidFill>
                  <a:schemeClr val="bg2"/>
                </a:solidFill>
                <a:latin typeface="Times New Roman" panose="02020603050405020304" pitchFamily="18" charset="0"/>
                <a:ea typeface="黑体" panose="02010609060101010101" pitchFamily="49" charset="-122"/>
              </a:rPr>
              <a:t>1</a:t>
            </a:r>
            <a:r>
              <a:rPr lang="zh-CN" altLang="en-US" sz="2000">
                <a:solidFill>
                  <a:schemeClr val="bg2"/>
                </a:solidFill>
                <a:latin typeface="Times New Roman" panose="02020603050405020304" pitchFamily="18" charset="0"/>
                <a:ea typeface="黑体" panose="02010609060101010101" pitchFamily="49" charset="-122"/>
              </a:rPr>
              <a:t>步结果，用</a:t>
            </a:r>
            <a:r>
              <a:rPr lang="en-US" altLang="zh-CN" sz="2000">
                <a:solidFill>
                  <a:schemeClr val="bg2"/>
                </a:solidFill>
                <a:latin typeface="Times New Roman" panose="02020603050405020304" pitchFamily="18" charset="0"/>
                <a:ea typeface="黑体" panose="02010609060101010101" pitchFamily="49" charset="-122"/>
              </a:rPr>
              <a:t>EKUy (EKRx[M])</a:t>
            </a:r>
            <a:r>
              <a:rPr lang="zh-CN" altLang="en-US" sz="2000">
                <a:solidFill>
                  <a:schemeClr val="bg2"/>
                </a:solidFill>
                <a:latin typeface="Times New Roman" panose="02020603050405020304" pitchFamily="18" charset="0"/>
                <a:ea typeface="黑体" panose="02010609060101010101" pitchFamily="49" charset="-122"/>
              </a:rPr>
              <a:t>表示；</a:t>
            </a:r>
          </a:p>
          <a:p>
            <a:pPr marL="457200" lvl="1" indent="-457200">
              <a:lnSpc>
                <a:spcPct val="100000"/>
              </a:lnSpc>
              <a:buClr>
                <a:schemeClr val="bg2"/>
              </a:buClr>
              <a:buFont typeface="Arial" panose="020B0604020202020204" pitchFamily="34" charset="0"/>
              <a:buAutoNum type="circleNumDbPlain"/>
              <a:defRPr/>
            </a:pPr>
            <a:r>
              <a:rPr lang="en-US" altLang="zh-CN" sz="2000">
                <a:solidFill>
                  <a:schemeClr val="bg2"/>
                </a:solidFill>
                <a:latin typeface="Times New Roman" panose="02020603050405020304" pitchFamily="18" charset="0"/>
                <a:ea typeface="黑体" panose="02010609060101010101" pitchFamily="49" charset="-122"/>
              </a:rPr>
              <a:t>X</a:t>
            </a:r>
            <a:r>
              <a:rPr lang="zh-CN" altLang="en-US" sz="2000">
                <a:solidFill>
                  <a:schemeClr val="bg2"/>
                </a:solidFill>
                <a:latin typeface="Times New Roman" panose="02020603050405020304" pitchFamily="18" charset="0"/>
                <a:ea typeface="黑体" panose="02010609060101010101" pitchFamily="49" charset="-122"/>
              </a:rPr>
              <a:t>将第</a:t>
            </a:r>
            <a:r>
              <a:rPr lang="en-US" altLang="zh-CN" sz="2000">
                <a:solidFill>
                  <a:schemeClr val="bg2"/>
                </a:solidFill>
                <a:latin typeface="Times New Roman" panose="02020603050405020304" pitchFamily="18" charset="0"/>
                <a:ea typeface="黑体" panose="02010609060101010101" pitchFamily="49" charset="-122"/>
              </a:rPr>
              <a:t>2</a:t>
            </a:r>
            <a:r>
              <a:rPr lang="zh-CN" altLang="en-US" sz="2000">
                <a:solidFill>
                  <a:schemeClr val="bg2"/>
                </a:solidFill>
                <a:latin typeface="Times New Roman" panose="02020603050405020304" pitchFamily="18" charset="0"/>
                <a:ea typeface="黑体" panose="02010609060101010101" pitchFamily="49" charset="-122"/>
              </a:rPr>
              <a:t>步的结果以及</a:t>
            </a:r>
            <a:r>
              <a:rPr lang="en-US" altLang="zh-CN" sz="2000">
                <a:solidFill>
                  <a:schemeClr val="bg2"/>
                </a:solidFill>
                <a:latin typeface="Times New Roman" panose="02020603050405020304" pitchFamily="18" charset="0"/>
                <a:ea typeface="黑体" panose="02010609060101010101" pitchFamily="49" charset="-122"/>
              </a:rPr>
              <a:t>X</a:t>
            </a:r>
            <a:r>
              <a:rPr lang="zh-CN" altLang="en-US" sz="2000">
                <a:solidFill>
                  <a:schemeClr val="bg2"/>
                </a:solidFill>
                <a:latin typeface="Times New Roman" panose="02020603050405020304" pitchFamily="18" charset="0"/>
                <a:ea typeface="黑体" panose="02010609060101010101" pitchFamily="49" charset="-122"/>
              </a:rPr>
              <a:t>的标识符</a:t>
            </a:r>
            <a:r>
              <a:rPr lang="en-US" altLang="zh-CN" sz="2000">
                <a:solidFill>
                  <a:schemeClr val="bg2"/>
                </a:solidFill>
                <a:latin typeface="Times New Roman" panose="02020603050405020304" pitchFamily="18" charset="0"/>
                <a:ea typeface="黑体" panose="02010609060101010101" pitchFamily="49" charset="-122"/>
              </a:rPr>
              <a:t>IDx</a:t>
            </a:r>
            <a:r>
              <a:rPr lang="zh-CN" altLang="en-US" sz="2000">
                <a:solidFill>
                  <a:schemeClr val="bg2"/>
                </a:solidFill>
                <a:latin typeface="Times New Roman" panose="02020603050405020304" pitchFamily="18" charset="0"/>
                <a:ea typeface="黑体" panose="02010609060101010101" pitchFamily="49" charset="-122"/>
              </a:rPr>
              <a:t>一起用</a:t>
            </a:r>
            <a:r>
              <a:rPr lang="en-US" altLang="zh-CN" sz="2000">
                <a:solidFill>
                  <a:schemeClr val="bg2"/>
                </a:solidFill>
                <a:latin typeface="Times New Roman" panose="02020603050405020304" pitchFamily="18" charset="0"/>
                <a:ea typeface="黑体" panose="02010609060101010101" pitchFamily="49" charset="-122"/>
              </a:rPr>
              <a:t>KRx</a:t>
            </a:r>
            <a:r>
              <a:rPr lang="zh-CN" altLang="en-US" sz="2000">
                <a:solidFill>
                  <a:schemeClr val="bg2"/>
                </a:solidFill>
                <a:latin typeface="Times New Roman" panose="02020603050405020304" pitchFamily="18" charset="0"/>
                <a:ea typeface="黑体" panose="02010609060101010101" pitchFamily="49" charset="-122"/>
              </a:rPr>
              <a:t>签名后发送给</a:t>
            </a:r>
            <a:r>
              <a:rPr lang="en-US" altLang="zh-CN" sz="2000">
                <a:solidFill>
                  <a:schemeClr val="bg2"/>
                </a:solidFill>
                <a:latin typeface="Times New Roman" panose="02020603050405020304" pitchFamily="18" charset="0"/>
                <a:ea typeface="黑体" panose="02010609060101010101" pitchFamily="49" charset="-122"/>
              </a:rPr>
              <a:t>A</a:t>
            </a:r>
            <a:r>
              <a:rPr lang="zh-CN" altLang="en-US" sz="2000">
                <a:solidFill>
                  <a:schemeClr val="bg2"/>
                </a:solidFill>
                <a:latin typeface="Times New Roman" panose="02020603050405020304" pitchFamily="18" charset="0"/>
                <a:ea typeface="黑体" panose="02010609060101010101" pitchFamily="49" charset="-122"/>
              </a:rPr>
              <a:t>，用</a:t>
            </a:r>
            <a:r>
              <a:rPr lang="en-US" altLang="zh-CN" sz="2000">
                <a:solidFill>
                  <a:schemeClr val="bg2"/>
                </a:solidFill>
                <a:latin typeface="Times New Roman" panose="02020603050405020304" pitchFamily="18" charset="0"/>
                <a:ea typeface="黑体" panose="02010609060101010101" pitchFamily="49" charset="-122"/>
              </a:rPr>
              <a:t>EKRx[IDx||EKUy (EKRx[M])</a:t>
            </a:r>
            <a:r>
              <a:rPr lang="zh-CN" altLang="en-US" sz="2000">
                <a:solidFill>
                  <a:schemeClr val="bg2"/>
                </a:solidFill>
                <a:latin typeface="Times New Roman" panose="02020603050405020304" pitchFamily="18" charset="0"/>
                <a:ea typeface="黑体" panose="02010609060101010101" pitchFamily="49" charset="-122"/>
              </a:rPr>
              <a:t>表示；</a:t>
            </a:r>
          </a:p>
          <a:p>
            <a:pPr marL="457200" lvl="1" indent="-457200">
              <a:lnSpc>
                <a:spcPct val="100000"/>
              </a:lnSpc>
              <a:buClr>
                <a:schemeClr val="bg2"/>
              </a:buClr>
              <a:buFont typeface="Arial" panose="020B0604020202020204" pitchFamily="34" charset="0"/>
              <a:buAutoNum type="circleNumDbPlain"/>
              <a:defRPr/>
            </a:pPr>
            <a:r>
              <a:rPr lang="en-US" altLang="zh-CN" sz="2000">
                <a:solidFill>
                  <a:schemeClr val="bg2"/>
                </a:solidFill>
                <a:latin typeface="Times New Roman" panose="02020603050405020304" pitchFamily="18" charset="0"/>
                <a:ea typeface="黑体" panose="02010609060101010101" pitchFamily="49" charset="-122"/>
              </a:rPr>
              <a:t>X</a:t>
            </a:r>
            <a:r>
              <a:rPr lang="zh-CN" altLang="en-US" sz="2000">
                <a:solidFill>
                  <a:schemeClr val="bg2"/>
                </a:solidFill>
                <a:latin typeface="Times New Roman" panose="02020603050405020304" pitchFamily="18" charset="0"/>
                <a:ea typeface="黑体" panose="02010609060101010101" pitchFamily="49" charset="-122"/>
              </a:rPr>
              <a:t>将</a:t>
            </a:r>
            <a:r>
              <a:rPr lang="en-US" altLang="zh-CN" sz="2000">
                <a:solidFill>
                  <a:schemeClr val="bg2"/>
                </a:solidFill>
                <a:latin typeface="Times New Roman" panose="02020603050405020304" pitchFamily="18" charset="0"/>
                <a:ea typeface="黑体" panose="02010609060101010101" pitchFamily="49" charset="-122"/>
              </a:rPr>
              <a:t>X</a:t>
            </a:r>
            <a:r>
              <a:rPr lang="zh-CN" altLang="en-US" sz="2000">
                <a:solidFill>
                  <a:schemeClr val="bg2"/>
                </a:solidFill>
                <a:latin typeface="Times New Roman" panose="02020603050405020304" pitchFamily="18" charset="0"/>
                <a:ea typeface="黑体" panose="02010609060101010101" pitchFamily="49" charset="-122"/>
              </a:rPr>
              <a:t>的标识符</a:t>
            </a:r>
            <a:r>
              <a:rPr lang="en-US" altLang="zh-CN" sz="2000">
                <a:solidFill>
                  <a:schemeClr val="bg2"/>
                </a:solidFill>
                <a:latin typeface="Times New Roman" panose="02020603050405020304" pitchFamily="18" charset="0"/>
                <a:ea typeface="黑体" panose="02010609060101010101" pitchFamily="49" charset="-122"/>
              </a:rPr>
              <a:t>IDx</a:t>
            </a:r>
            <a:r>
              <a:rPr lang="zh-CN" altLang="en-US" sz="2000">
                <a:solidFill>
                  <a:schemeClr val="bg2"/>
                </a:solidFill>
                <a:latin typeface="Times New Roman" panose="02020603050405020304" pitchFamily="18" charset="0"/>
                <a:ea typeface="黑体" panose="02010609060101010101" pitchFamily="49" charset="-122"/>
              </a:rPr>
              <a:t>也发送给</a:t>
            </a:r>
            <a:r>
              <a:rPr lang="en-US" altLang="zh-CN" sz="2000">
                <a:solidFill>
                  <a:schemeClr val="bg2"/>
                </a:solidFill>
                <a:latin typeface="Times New Roman" panose="02020603050405020304" pitchFamily="18" charset="0"/>
                <a:ea typeface="黑体" panose="02010609060101010101" pitchFamily="49" charset="-122"/>
              </a:rPr>
              <a:t>A</a:t>
            </a:r>
            <a:r>
              <a:rPr lang="zh-CN" altLang="en-US" sz="2000">
                <a:solidFill>
                  <a:schemeClr val="bg2"/>
                </a:solidFill>
                <a:latin typeface="Times New Roman" panose="02020603050405020304" pitchFamily="18" charset="0"/>
                <a:ea typeface="黑体" panose="02010609060101010101" pitchFamily="49" charset="-122"/>
              </a:rPr>
              <a:t>；</a:t>
            </a:r>
            <a:endParaRPr lang="en-US" altLang="zh-CN" sz="2000">
              <a:solidFill>
                <a:schemeClr val="bg2"/>
              </a:solidFill>
              <a:latin typeface="Times New Roman" panose="02020603050405020304" pitchFamily="18" charset="0"/>
              <a:ea typeface="黑体" panose="02010609060101010101" pitchFamily="49" charset="-122"/>
            </a:endParaRPr>
          </a:p>
          <a:p>
            <a:pPr marL="457200" lvl="1" indent="-457200">
              <a:lnSpc>
                <a:spcPct val="100000"/>
              </a:lnSpc>
              <a:buClr>
                <a:schemeClr val="bg2"/>
              </a:buClr>
              <a:buFont typeface="Arial" panose="020B0604020202020204" pitchFamily="34" charset="0"/>
              <a:buAutoNum type="circleNumDbPlain"/>
              <a:defRPr/>
            </a:pPr>
            <a:r>
              <a:rPr lang="en-US" altLang="zh-CN" sz="2000">
                <a:solidFill>
                  <a:schemeClr val="bg2"/>
                </a:solidFill>
                <a:latin typeface="Times New Roman" panose="02020603050405020304" pitchFamily="18" charset="0"/>
                <a:ea typeface="黑体" panose="02010609060101010101" pitchFamily="49" charset="-122"/>
              </a:rPr>
              <a:t>A</a:t>
            </a:r>
            <a:r>
              <a:rPr lang="zh-CN" altLang="en-US" sz="2000">
                <a:solidFill>
                  <a:schemeClr val="bg2"/>
                </a:solidFill>
                <a:latin typeface="Times New Roman" panose="02020603050405020304" pitchFamily="18" charset="0"/>
                <a:ea typeface="黑体" panose="02010609060101010101" pitchFamily="49" charset="-122"/>
              </a:rPr>
              <a:t>首先检查</a:t>
            </a:r>
            <a:r>
              <a:rPr lang="en-US" altLang="zh-CN" sz="2000">
                <a:solidFill>
                  <a:schemeClr val="bg2"/>
                </a:solidFill>
                <a:latin typeface="Times New Roman" panose="02020603050405020304" pitchFamily="18" charset="0"/>
                <a:ea typeface="黑体" panose="02010609060101010101" pitchFamily="49" charset="-122"/>
              </a:rPr>
              <a:t>X</a:t>
            </a:r>
            <a:r>
              <a:rPr lang="zh-CN" altLang="en-US" sz="2000">
                <a:solidFill>
                  <a:schemeClr val="bg2"/>
                </a:solidFill>
                <a:latin typeface="Times New Roman" panose="02020603050405020304" pitchFamily="18" charset="0"/>
                <a:ea typeface="黑体" panose="02010609060101010101" pitchFamily="49" charset="-122"/>
              </a:rPr>
              <a:t>的公钥</a:t>
            </a:r>
            <a:r>
              <a:rPr lang="en-US" altLang="zh-CN" sz="2000">
                <a:solidFill>
                  <a:schemeClr val="bg2"/>
                </a:solidFill>
                <a:latin typeface="Times New Roman" panose="02020603050405020304" pitchFamily="18" charset="0"/>
                <a:ea typeface="黑体" panose="02010609060101010101" pitchFamily="49" charset="-122"/>
              </a:rPr>
              <a:t>/</a:t>
            </a:r>
            <a:r>
              <a:rPr lang="zh-CN" altLang="en-US" sz="2000">
                <a:solidFill>
                  <a:schemeClr val="bg2"/>
                </a:solidFill>
                <a:latin typeface="Times New Roman" panose="02020603050405020304" pitchFamily="18" charset="0"/>
                <a:ea typeface="黑体" panose="02010609060101010101" pitchFamily="49" charset="-122"/>
              </a:rPr>
              <a:t>私钥对是否有效和身份是否真实（后者可借助身份的可鉴别性来完成），并通过第</a:t>
            </a:r>
            <a:r>
              <a:rPr lang="en-US" altLang="zh-CN" sz="2000">
                <a:solidFill>
                  <a:schemeClr val="bg2"/>
                </a:solidFill>
                <a:latin typeface="Times New Roman" panose="02020603050405020304" pitchFamily="18" charset="0"/>
                <a:ea typeface="黑体" panose="02010609060101010101" pitchFamily="49" charset="-122"/>
              </a:rPr>
              <a:t>3</a:t>
            </a:r>
            <a:r>
              <a:rPr lang="zh-CN" altLang="en-US" sz="2000">
                <a:solidFill>
                  <a:schemeClr val="bg2"/>
                </a:solidFill>
                <a:latin typeface="Times New Roman" panose="02020603050405020304" pitchFamily="18" charset="0"/>
                <a:ea typeface="黑体" panose="02010609060101010101" pitchFamily="49" charset="-122"/>
              </a:rPr>
              <a:t>步解密得到的</a:t>
            </a:r>
            <a:r>
              <a:rPr lang="en-US" altLang="zh-CN" sz="2000">
                <a:solidFill>
                  <a:schemeClr val="bg2"/>
                </a:solidFill>
                <a:latin typeface="Times New Roman" panose="02020603050405020304" pitchFamily="18" charset="0"/>
                <a:ea typeface="黑体" panose="02010609060101010101" pitchFamily="49" charset="-122"/>
              </a:rPr>
              <a:t>X</a:t>
            </a:r>
            <a:r>
              <a:rPr lang="zh-CN" altLang="en-US" sz="2000">
                <a:solidFill>
                  <a:schemeClr val="bg2"/>
                </a:solidFill>
                <a:latin typeface="Times New Roman" panose="02020603050405020304" pitchFamily="18" charset="0"/>
                <a:ea typeface="黑体" panose="02010609060101010101" pitchFamily="49" charset="-122"/>
              </a:rPr>
              <a:t>的标识符和第</a:t>
            </a:r>
            <a:r>
              <a:rPr lang="en-US" altLang="zh-CN" sz="2000">
                <a:solidFill>
                  <a:schemeClr val="bg2"/>
                </a:solidFill>
                <a:latin typeface="Times New Roman" panose="02020603050405020304" pitchFamily="18" charset="0"/>
                <a:ea typeface="黑体" panose="02010609060101010101" pitchFamily="49" charset="-122"/>
              </a:rPr>
              <a:t>4</a:t>
            </a:r>
            <a:r>
              <a:rPr lang="zh-CN" altLang="en-US" sz="2000">
                <a:solidFill>
                  <a:schemeClr val="bg2"/>
                </a:solidFill>
                <a:latin typeface="Times New Roman" panose="02020603050405020304" pitchFamily="18" charset="0"/>
                <a:ea typeface="黑体" panose="02010609060101010101" pitchFamily="49" charset="-122"/>
              </a:rPr>
              <a:t>步收到的</a:t>
            </a:r>
            <a:r>
              <a:rPr lang="en-US" altLang="zh-CN" sz="2000">
                <a:solidFill>
                  <a:schemeClr val="bg2"/>
                </a:solidFill>
                <a:latin typeface="Times New Roman" panose="02020603050405020304" pitchFamily="18" charset="0"/>
                <a:ea typeface="黑体" panose="02010609060101010101" pitchFamily="49" charset="-122"/>
              </a:rPr>
              <a:t>X</a:t>
            </a:r>
            <a:r>
              <a:rPr lang="zh-CN" altLang="en-US" sz="2000">
                <a:solidFill>
                  <a:schemeClr val="bg2"/>
                </a:solidFill>
                <a:latin typeface="Times New Roman" panose="02020603050405020304" pitchFamily="18" charset="0"/>
                <a:ea typeface="黑体" panose="02010609060101010101" pitchFamily="49" charset="-122"/>
              </a:rPr>
              <a:t>的标识符比较相等来确保</a:t>
            </a:r>
            <a:r>
              <a:rPr lang="en-US" altLang="zh-CN" sz="2000">
                <a:solidFill>
                  <a:schemeClr val="bg2"/>
                </a:solidFill>
                <a:latin typeface="Times New Roman" panose="02020603050405020304" pitchFamily="18" charset="0"/>
                <a:ea typeface="黑体" panose="02010609060101010101" pitchFamily="49" charset="-122"/>
              </a:rPr>
              <a:t>X</a:t>
            </a:r>
            <a:r>
              <a:rPr lang="zh-CN" altLang="en-US" sz="2000">
                <a:solidFill>
                  <a:schemeClr val="bg2"/>
                </a:solidFill>
                <a:latin typeface="Times New Roman" panose="02020603050405020304" pitchFamily="18" charset="0"/>
                <a:ea typeface="黑体" panose="02010609060101010101" pitchFamily="49" charset="-122"/>
              </a:rPr>
              <a:t>的身份不被假冒；</a:t>
            </a:r>
          </a:p>
          <a:p>
            <a:pPr marL="457200" lvl="1" indent="-457200">
              <a:buClr>
                <a:schemeClr val="bg2"/>
              </a:buClr>
              <a:buFont typeface="Arial" panose="020B0604020202020204" pitchFamily="34" charset="0"/>
              <a:buAutoNum type="circleNumDbPlain"/>
              <a:defRPr/>
            </a:pPr>
            <a:endParaRPr lang="zh-CN" altLang="en-US" sz="2000">
              <a:solidFill>
                <a:schemeClr val="bg2"/>
              </a:solidFill>
              <a:latin typeface="Times New Roman" panose="02020603050405020304" pitchFamily="18" charset="0"/>
              <a:ea typeface="黑体" panose="02010609060101010101" pitchFamily="49" charset="-122"/>
            </a:endParaRPr>
          </a:p>
        </p:txBody>
      </p:sp>
      <p:sp>
        <p:nvSpPr>
          <p:cNvPr id="2" name="矩形 1">
            <a:extLst>
              <a:ext uri="{FF2B5EF4-FFF2-40B4-BE49-F238E27FC236}">
                <a16:creationId xmlns:a16="http://schemas.microsoft.com/office/drawing/2014/main" id="{4A4BF040-1471-F049-A4EC-B755690E9867}"/>
              </a:ext>
            </a:extLst>
          </p:cNvPr>
          <p:cNvSpPr/>
          <p:nvPr/>
        </p:nvSpPr>
        <p:spPr>
          <a:xfrm>
            <a:off x="477838" y="4953000"/>
            <a:ext cx="8056562" cy="769938"/>
          </a:xfrm>
          <a:prstGeom prst="rect">
            <a:avLst/>
          </a:prstGeom>
        </p:spPr>
        <p:txBody>
          <a:bodyPr>
            <a:spAutoFit/>
          </a:bodyPr>
          <a:lstStyle>
            <a:lvl1pPr>
              <a:defRPr sz="4800" b="1">
                <a:solidFill>
                  <a:srgbClr val="FF0000"/>
                </a:solidFill>
                <a:latin typeface="隶书" pitchFamily="49" charset="-122"/>
                <a:ea typeface="隶书" pitchFamily="49" charset="-122"/>
              </a:defRPr>
            </a:lvl1pPr>
            <a:lvl2pPr>
              <a:defRPr sz="4800" b="1">
                <a:solidFill>
                  <a:srgbClr val="FF0000"/>
                </a:solidFill>
                <a:latin typeface="隶书" pitchFamily="49" charset="-122"/>
                <a:ea typeface="隶书" pitchFamily="49" charset="-122"/>
              </a:defRPr>
            </a:lvl2pPr>
            <a:lvl3pPr>
              <a:defRPr sz="4800" b="1">
                <a:solidFill>
                  <a:srgbClr val="FF0000"/>
                </a:solidFill>
                <a:latin typeface="隶书" pitchFamily="49" charset="-122"/>
                <a:ea typeface="隶书" pitchFamily="49" charset="-122"/>
              </a:defRPr>
            </a:lvl3pPr>
            <a:lvl4pPr>
              <a:defRPr sz="4800" b="1">
                <a:solidFill>
                  <a:srgbClr val="FF0000"/>
                </a:solidFill>
                <a:latin typeface="隶书" pitchFamily="49" charset="-122"/>
                <a:ea typeface="隶书" pitchFamily="49" charset="-122"/>
              </a:defRPr>
            </a:lvl4pPr>
            <a:lvl5pPr>
              <a:defRPr sz="4800" b="1">
                <a:solidFill>
                  <a:srgbClr val="FF0000"/>
                </a:solidFill>
                <a:latin typeface="隶书" pitchFamily="49" charset="-122"/>
                <a:ea typeface="隶书" pitchFamily="49" charset="-122"/>
              </a:defRPr>
            </a:lvl5pPr>
            <a:lvl6pPr fontAlgn="base">
              <a:spcBef>
                <a:spcPct val="0"/>
              </a:spcBef>
              <a:spcAft>
                <a:spcPct val="0"/>
              </a:spcAft>
              <a:defRPr sz="4800" b="1">
                <a:solidFill>
                  <a:srgbClr val="FF0000"/>
                </a:solidFill>
                <a:latin typeface="隶书" pitchFamily="49" charset="-122"/>
                <a:ea typeface="隶书" pitchFamily="49" charset="-122"/>
              </a:defRPr>
            </a:lvl6pPr>
            <a:lvl7pPr fontAlgn="base">
              <a:spcBef>
                <a:spcPct val="0"/>
              </a:spcBef>
              <a:spcAft>
                <a:spcPct val="0"/>
              </a:spcAft>
              <a:defRPr sz="4800" b="1">
                <a:solidFill>
                  <a:srgbClr val="FF0000"/>
                </a:solidFill>
                <a:latin typeface="隶书" pitchFamily="49" charset="-122"/>
                <a:ea typeface="隶书" pitchFamily="49" charset="-122"/>
              </a:defRPr>
            </a:lvl7pPr>
            <a:lvl8pPr fontAlgn="base">
              <a:spcBef>
                <a:spcPct val="0"/>
              </a:spcBef>
              <a:spcAft>
                <a:spcPct val="0"/>
              </a:spcAft>
              <a:defRPr sz="4800" b="1">
                <a:solidFill>
                  <a:srgbClr val="FF0000"/>
                </a:solidFill>
                <a:latin typeface="隶书" pitchFamily="49" charset="-122"/>
                <a:ea typeface="隶书" pitchFamily="49" charset="-122"/>
              </a:defRPr>
            </a:lvl8pPr>
            <a:lvl9pPr fontAlgn="base">
              <a:spcBef>
                <a:spcPct val="0"/>
              </a:spcBef>
              <a:spcAft>
                <a:spcPct val="0"/>
              </a:spcAft>
              <a:defRPr sz="4800" b="1">
                <a:solidFill>
                  <a:srgbClr val="FF0000"/>
                </a:solidFill>
                <a:latin typeface="隶书" pitchFamily="49" charset="-122"/>
                <a:ea typeface="隶书" pitchFamily="49" charset="-122"/>
              </a:defRPr>
            </a:lvl9pPr>
          </a:lstStyle>
          <a:p>
            <a:pPr marL="0" lvl="1">
              <a:spcBef>
                <a:spcPct val="30000"/>
              </a:spcBef>
              <a:buClr>
                <a:schemeClr val="bg2"/>
              </a:buClr>
              <a:buSzPct val="75000"/>
              <a:defRPr/>
            </a:pPr>
            <a:r>
              <a:rPr lang="en-US" altLang="zh-CN" sz="2400">
                <a:effectLst>
                  <a:outerShdw blurRad="38100" dist="38100" dir="2700000" algn="tl">
                    <a:srgbClr val="C0C0C0"/>
                  </a:outerShdw>
                </a:effectLst>
                <a:latin typeface="Times New Roman" panose="02020603050405020304" pitchFamily="18" charset="0"/>
                <a:ea typeface="黑体" panose="02010609060101010101" pitchFamily="49" charset="-122"/>
              </a:rPr>
              <a:t>A</a:t>
            </a:r>
            <a:r>
              <a:rPr lang="zh-CN" altLang="en-US" sz="2400">
                <a:effectLst>
                  <a:outerShdw blurRad="38100" dist="38100" dir="2700000" algn="tl">
                    <a:srgbClr val="C0C0C0"/>
                  </a:outerShdw>
                </a:effectLst>
                <a:latin typeface="Times New Roman" panose="02020603050405020304" pitchFamily="18" charset="0"/>
                <a:ea typeface="黑体" panose="02010609060101010101" pitchFamily="49" charset="-122"/>
              </a:rPr>
              <a:t>对</a:t>
            </a:r>
            <a:r>
              <a:rPr lang="en-US" altLang="zh-CN" sz="2400">
                <a:effectLst>
                  <a:outerShdw blurRad="38100" dist="38100" dir="2700000" algn="tl">
                    <a:srgbClr val="C0C0C0"/>
                  </a:outerShdw>
                </a:effectLst>
                <a:latin typeface="Times New Roman" panose="02020603050405020304" pitchFamily="18" charset="0"/>
                <a:ea typeface="黑体" panose="02010609060101010101" pitchFamily="49" charset="-122"/>
              </a:rPr>
              <a:t>X</a:t>
            </a:r>
            <a:r>
              <a:rPr lang="zh-CN" altLang="en-US" sz="2400">
                <a:effectLst>
                  <a:outerShdw blurRad="38100" dist="38100" dir="2700000" algn="tl">
                    <a:srgbClr val="C0C0C0"/>
                  </a:outerShdw>
                </a:effectLst>
                <a:latin typeface="Times New Roman" panose="02020603050405020304" pitchFamily="18" charset="0"/>
                <a:ea typeface="黑体" panose="02010609060101010101" pitchFamily="49" charset="-122"/>
              </a:rPr>
              <a:t>的抵赖反驳：</a:t>
            </a:r>
            <a:r>
              <a:rPr lang="en-US" altLang="zh-CN" sz="2000">
                <a:solidFill>
                  <a:srgbClr val="0000CC"/>
                </a:solidFill>
                <a:effectLst>
                  <a:outerShdw blurRad="38100" dist="38100" dir="2700000" algn="tl">
                    <a:srgbClr val="C0C0C0"/>
                  </a:outerShdw>
                </a:effectLst>
                <a:latin typeface="Times New Roman" panose="02020603050405020304" pitchFamily="18" charset="0"/>
                <a:ea typeface="黑体" panose="02010609060101010101" pitchFamily="49" charset="-122"/>
              </a:rPr>
              <a:t>A</a:t>
            </a:r>
            <a:r>
              <a:rPr lang="zh-CN" altLang="en-US" sz="2000">
                <a:solidFill>
                  <a:srgbClr val="0000CC"/>
                </a:solidFill>
                <a:effectLst>
                  <a:outerShdw blurRad="38100" dist="38100" dir="2700000" algn="tl">
                    <a:srgbClr val="C0C0C0"/>
                  </a:outerShdw>
                </a:effectLst>
                <a:latin typeface="Times New Roman" panose="02020603050405020304" pitchFamily="18" charset="0"/>
                <a:ea typeface="黑体" panose="02010609060101010101" pitchFamily="49" charset="-122"/>
              </a:rPr>
              <a:t>通过第</a:t>
            </a:r>
            <a:r>
              <a:rPr lang="en-US" altLang="zh-CN" sz="2000">
                <a:solidFill>
                  <a:srgbClr val="0000CC"/>
                </a:solidFill>
                <a:effectLst>
                  <a:outerShdw blurRad="38100" dist="38100" dir="2700000" algn="tl">
                    <a:srgbClr val="C0C0C0"/>
                  </a:outerShdw>
                </a:effectLst>
                <a:latin typeface="Times New Roman" panose="02020603050405020304" pitchFamily="18" charset="0"/>
                <a:ea typeface="黑体" panose="02010609060101010101" pitchFamily="49" charset="-122"/>
              </a:rPr>
              <a:t>3</a:t>
            </a:r>
            <a:r>
              <a:rPr lang="zh-CN" altLang="en-US" sz="2000">
                <a:solidFill>
                  <a:srgbClr val="0000CC"/>
                </a:solidFill>
                <a:effectLst>
                  <a:outerShdw blurRad="38100" dist="38100" dir="2700000" algn="tl">
                    <a:srgbClr val="C0C0C0"/>
                  </a:outerShdw>
                </a:effectLst>
                <a:latin typeface="Times New Roman" panose="02020603050405020304" pitchFamily="18" charset="0"/>
                <a:ea typeface="黑体" panose="02010609060101010101" pitchFamily="49" charset="-122"/>
              </a:rPr>
              <a:t>步的数字签名知该消息是来自</a:t>
            </a:r>
            <a:r>
              <a:rPr lang="en-US" altLang="zh-CN" sz="2000">
                <a:solidFill>
                  <a:srgbClr val="0000CC"/>
                </a:solidFill>
                <a:effectLst>
                  <a:outerShdw blurRad="38100" dist="38100" dir="2700000" algn="tl">
                    <a:srgbClr val="C0C0C0"/>
                  </a:outerShdw>
                </a:effectLst>
                <a:latin typeface="Times New Roman" panose="02020603050405020304" pitchFamily="18" charset="0"/>
                <a:ea typeface="黑体" panose="02010609060101010101" pitchFamily="49" charset="-122"/>
              </a:rPr>
              <a:t>X</a:t>
            </a:r>
            <a:r>
              <a:rPr lang="zh-CN" altLang="en-US" sz="2000">
                <a:solidFill>
                  <a:srgbClr val="0000CC"/>
                </a:solidFill>
                <a:effectLst>
                  <a:outerShdw blurRad="38100" dist="38100" dir="2700000" algn="tl">
                    <a:srgbClr val="C0C0C0"/>
                  </a:outerShdw>
                </a:effectLst>
                <a:latin typeface="Times New Roman" panose="02020603050405020304" pitchFamily="18" charset="0"/>
                <a:ea typeface="黑体" panose="02010609060101010101" pitchFamily="49" charset="-122"/>
              </a:rPr>
              <a:t>，并且中途未被篡改，</a:t>
            </a:r>
            <a:r>
              <a:rPr lang="en-US" altLang="zh-CN" sz="2000">
                <a:solidFill>
                  <a:srgbClr val="0000CC"/>
                </a:solidFill>
                <a:effectLst>
                  <a:outerShdw blurRad="38100" dist="38100" dir="2700000" algn="tl">
                    <a:srgbClr val="C0C0C0"/>
                  </a:outerShdw>
                </a:effectLst>
                <a:latin typeface="Times New Roman" panose="02020603050405020304" pitchFamily="18" charset="0"/>
                <a:ea typeface="黑体" panose="02010609060101010101" pitchFamily="49" charset="-122"/>
              </a:rPr>
              <a:t>X</a:t>
            </a:r>
            <a:r>
              <a:rPr lang="zh-CN" altLang="en-US" sz="2000">
                <a:solidFill>
                  <a:srgbClr val="0000CC"/>
                </a:solidFill>
                <a:effectLst>
                  <a:outerShdw blurRad="38100" dist="38100" dir="2700000" algn="tl">
                    <a:srgbClr val="C0C0C0"/>
                  </a:outerShdw>
                </a:effectLst>
                <a:latin typeface="Times New Roman" panose="02020603050405020304" pitchFamily="18" charset="0"/>
                <a:ea typeface="黑体" panose="02010609060101010101" pitchFamily="49" charset="-122"/>
              </a:rPr>
              <a:t>不能抵赖；</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
                                            <p:bg/>
                                          </p:spTgt>
                                        </p:tgtEl>
                                        <p:attrNameLst>
                                          <p:attrName>style.visibility</p:attrName>
                                        </p:attrNameLst>
                                      </p:cBhvr>
                                      <p:to>
                                        <p:strVal val="visible"/>
                                      </p:to>
                                    </p:set>
                                    <p:anim calcmode="lin" valueType="num">
                                      <p:cBhvr additive="base">
                                        <p:cTn id="7" dur="500" fill="hold"/>
                                        <p:tgtEl>
                                          <p:spTgt spid="3">
                                            <p:bg/>
                                          </p:spTgt>
                                        </p:tgtEl>
                                        <p:attrNameLst>
                                          <p:attrName>ppt_x</p:attrName>
                                        </p:attrNameLst>
                                      </p:cBhvr>
                                      <p:tavLst>
                                        <p:tav tm="0">
                                          <p:val>
                                            <p:strVal val="#ppt_x"/>
                                          </p:val>
                                        </p:tav>
                                        <p:tav tm="100000">
                                          <p:val>
                                            <p:strVal val="#ppt_x"/>
                                          </p:val>
                                        </p:tav>
                                      </p:tavLst>
                                    </p:anim>
                                    <p:anim calcmode="lin" valueType="num">
                                      <p:cBhvr additive="base">
                                        <p:cTn id="8" dur="500" fill="hold"/>
                                        <p:tgtEl>
                                          <p:spTgt spid="3">
                                            <p:bg/>
                                          </p:spTgt>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par>
                          <p:cTn id="14" fill="hold" nodeType="afterGroup">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par>
                          <p:cTn id="19" fill="hold" nodeType="afterGroup">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 calcmode="lin" valueType="num">
                                      <p:cBhvr additive="base">
                                        <p:cTn id="22"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par>
                          <p:cTn id="24" fill="hold" nodeType="afterGroup">
                            <p:stCondLst>
                              <p:cond delay="2000"/>
                            </p:stCondLst>
                            <p:childTnLst>
                              <p:par>
                                <p:cTn id="25" presetID="2" presetClass="entr" presetSubtype="4" fill="hold" grpId="0" nodeType="after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 calcmode="lin" valueType="num">
                                      <p:cBhvr additive="base">
                                        <p:cTn id="2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par>
                          <p:cTn id="29" fill="hold" nodeType="afterGroup">
                            <p:stCondLst>
                              <p:cond delay="2500"/>
                            </p:stCondLst>
                            <p:childTnLst>
                              <p:par>
                                <p:cTn id="30" presetID="2" presetClass="entr" presetSubtype="4" fill="hold" grpId="0" nodeType="after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 calcmode="lin" valueType="num">
                                      <p:cBhvr additive="base">
                                        <p:cTn id="32"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2"/>
                                        </p:tgtEl>
                                        <p:attrNameLst>
                                          <p:attrName>style.visibility</p:attrName>
                                        </p:attrNameLst>
                                      </p:cBhvr>
                                      <p:to>
                                        <p:strVal val="visible"/>
                                      </p:to>
                                    </p:set>
                                    <p:animEffect transition="in" filter="wipe(up)">
                                      <p:cBhvr>
                                        <p:cTn id="3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2" grpId="0"/>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2F73024F-728B-8748-830A-E58938C3F97E}"/>
              </a:ext>
            </a:extLst>
          </p:cNvPr>
          <p:cNvSpPr/>
          <p:nvPr/>
        </p:nvSpPr>
        <p:spPr>
          <a:xfrm>
            <a:off x="762000" y="1828800"/>
            <a:ext cx="7848600" cy="2124075"/>
          </a:xfrm>
          <a:prstGeom prst="rect">
            <a:avLst/>
          </a:prstGeom>
        </p:spPr>
        <p:txBody>
          <a:bodyPr>
            <a:spAutoFit/>
          </a:bodyPr>
          <a:lstStyle>
            <a:lvl1pPr>
              <a:defRPr sz="4800" b="1">
                <a:solidFill>
                  <a:srgbClr val="FF0000"/>
                </a:solidFill>
                <a:latin typeface="隶书" pitchFamily="49" charset="-122"/>
                <a:ea typeface="隶书" pitchFamily="49" charset="-122"/>
              </a:defRPr>
            </a:lvl1pPr>
            <a:lvl2pPr indent="-457200">
              <a:defRPr sz="4800" b="1">
                <a:solidFill>
                  <a:srgbClr val="FF0000"/>
                </a:solidFill>
                <a:latin typeface="隶书" pitchFamily="49" charset="-122"/>
                <a:ea typeface="隶书" pitchFamily="49" charset="-122"/>
              </a:defRPr>
            </a:lvl2pPr>
            <a:lvl3pPr>
              <a:defRPr sz="4800" b="1">
                <a:solidFill>
                  <a:srgbClr val="FF0000"/>
                </a:solidFill>
                <a:latin typeface="隶书" pitchFamily="49" charset="-122"/>
                <a:ea typeface="隶书" pitchFamily="49" charset="-122"/>
              </a:defRPr>
            </a:lvl3pPr>
            <a:lvl4pPr>
              <a:defRPr sz="4800" b="1">
                <a:solidFill>
                  <a:srgbClr val="FF0000"/>
                </a:solidFill>
                <a:latin typeface="隶书" pitchFamily="49" charset="-122"/>
                <a:ea typeface="隶书" pitchFamily="49" charset="-122"/>
              </a:defRPr>
            </a:lvl4pPr>
            <a:lvl5pPr>
              <a:defRPr sz="4800" b="1">
                <a:solidFill>
                  <a:srgbClr val="FF0000"/>
                </a:solidFill>
                <a:latin typeface="隶书" pitchFamily="49" charset="-122"/>
                <a:ea typeface="隶书" pitchFamily="49" charset="-122"/>
              </a:defRPr>
            </a:lvl5pPr>
            <a:lvl6pPr fontAlgn="base">
              <a:spcBef>
                <a:spcPct val="0"/>
              </a:spcBef>
              <a:spcAft>
                <a:spcPct val="0"/>
              </a:spcAft>
              <a:defRPr sz="4800" b="1">
                <a:solidFill>
                  <a:srgbClr val="FF0000"/>
                </a:solidFill>
                <a:latin typeface="隶书" pitchFamily="49" charset="-122"/>
                <a:ea typeface="隶书" pitchFamily="49" charset="-122"/>
              </a:defRPr>
            </a:lvl6pPr>
            <a:lvl7pPr fontAlgn="base">
              <a:spcBef>
                <a:spcPct val="0"/>
              </a:spcBef>
              <a:spcAft>
                <a:spcPct val="0"/>
              </a:spcAft>
              <a:defRPr sz="4800" b="1">
                <a:solidFill>
                  <a:srgbClr val="FF0000"/>
                </a:solidFill>
                <a:latin typeface="隶书" pitchFamily="49" charset="-122"/>
                <a:ea typeface="隶书" pitchFamily="49" charset="-122"/>
              </a:defRPr>
            </a:lvl7pPr>
            <a:lvl8pPr fontAlgn="base">
              <a:spcBef>
                <a:spcPct val="0"/>
              </a:spcBef>
              <a:spcAft>
                <a:spcPct val="0"/>
              </a:spcAft>
              <a:defRPr sz="4800" b="1">
                <a:solidFill>
                  <a:srgbClr val="FF0000"/>
                </a:solidFill>
                <a:latin typeface="隶书" pitchFamily="49" charset="-122"/>
                <a:ea typeface="隶书" pitchFamily="49" charset="-122"/>
              </a:defRPr>
            </a:lvl8pPr>
            <a:lvl9pPr fontAlgn="base">
              <a:spcBef>
                <a:spcPct val="0"/>
              </a:spcBef>
              <a:spcAft>
                <a:spcPct val="0"/>
              </a:spcAft>
              <a:defRPr sz="4800" b="1">
                <a:solidFill>
                  <a:srgbClr val="FF0000"/>
                </a:solidFill>
                <a:latin typeface="隶书" pitchFamily="49" charset="-122"/>
                <a:ea typeface="隶书" pitchFamily="49" charset="-122"/>
              </a:defRPr>
            </a:lvl9pPr>
          </a:lstStyle>
          <a:p>
            <a:pPr lvl="1">
              <a:spcBef>
                <a:spcPct val="30000"/>
              </a:spcBef>
              <a:buClr>
                <a:schemeClr val="bg2"/>
              </a:buClr>
              <a:buSzPct val="75000"/>
              <a:buFont typeface="Arial" panose="020B0604020202020204" pitchFamily="34" charset="0"/>
              <a:buAutoNum type="circleNumDbPlain" startAt="6"/>
              <a:defRPr/>
            </a:pPr>
            <a:r>
              <a:rPr lang="en-US" altLang="zh-CN" sz="2000">
                <a:solidFill>
                  <a:schemeClr val="bg2"/>
                </a:solidFill>
                <a:effectLst>
                  <a:outerShdw blurRad="38100" dist="38100" dir="2700000" algn="tl">
                    <a:srgbClr val="C0C0C0"/>
                  </a:outerShdw>
                </a:effectLst>
                <a:latin typeface="Times New Roman" panose="02020603050405020304" pitchFamily="18" charset="0"/>
                <a:ea typeface="黑体" panose="02010609060101010101" pitchFamily="49" charset="-122"/>
              </a:rPr>
              <a:t>A</a:t>
            </a:r>
            <a:r>
              <a:rPr lang="zh-CN" altLang="en-US" sz="2000">
                <a:solidFill>
                  <a:schemeClr val="bg2"/>
                </a:solidFill>
                <a:effectLst>
                  <a:outerShdw blurRad="38100" dist="38100" dir="2700000" algn="tl">
                    <a:srgbClr val="C0C0C0"/>
                  </a:outerShdw>
                </a:effectLst>
                <a:latin typeface="Times New Roman" panose="02020603050405020304" pitchFamily="18" charset="0"/>
                <a:ea typeface="黑体" panose="02010609060101010101" pitchFamily="49" charset="-122"/>
              </a:rPr>
              <a:t>将从</a:t>
            </a:r>
            <a:r>
              <a:rPr lang="en-US" altLang="zh-CN" sz="2000">
                <a:solidFill>
                  <a:schemeClr val="bg2"/>
                </a:solidFill>
                <a:effectLst>
                  <a:outerShdw blurRad="38100" dist="38100" dir="2700000" algn="tl">
                    <a:srgbClr val="C0C0C0"/>
                  </a:outerShdw>
                </a:effectLst>
                <a:latin typeface="Times New Roman" panose="02020603050405020304" pitchFamily="18" charset="0"/>
                <a:ea typeface="黑体" panose="02010609060101010101" pitchFamily="49" charset="-122"/>
              </a:rPr>
              <a:t>X</a:t>
            </a:r>
            <a:r>
              <a:rPr lang="zh-CN" altLang="en-US" sz="2000">
                <a:solidFill>
                  <a:schemeClr val="bg2"/>
                </a:solidFill>
                <a:effectLst>
                  <a:outerShdw blurRad="38100" dist="38100" dir="2700000" algn="tl">
                    <a:srgbClr val="C0C0C0"/>
                  </a:outerShdw>
                </a:effectLst>
                <a:latin typeface="Times New Roman" panose="02020603050405020304" pitchFamily="18" charset="0"/>
                <a:ea typeface="黑体" panose="02010609060101010101" pitchFamily="49" charset="-122"/>
              </a:rPr>
              <a:t>收到签名消息解密验证后获得的信息</a:t>
            </a:r>
            <a:r>
              <a:rPr lang="en-US" altLang="zh-CN" sz="2000">
                <a:solidFill>
                  <a:schemeClr val="bg2"/>
                </a:solidFill>
                <a:effectLst>
                  <a:outerShdw blurRad="38100" dist="38100" dir="2700000" algn="tl">
                    <a:srgbClr val="C0C0C0"/>
                  </a:outerShdw>
                </a:effectLst>
                <a:latin typeface="Times New Roman" panose="02020603050405020304" pitchFamily="18" charset="0"/>
                <a:ea typeface="黑体" panose="02010609060101010101" pitchFamily="49" charset="-122"/>
              </a:rPr>
              <a:t>IDx||EKUy[EKRx[M]</a:t>
            </a:r>
            <a:r>
              <a:rPr lang="zh-CN" altLang="en-US" sz="2000">
                <a:solidFill>
                  <a:schemeClr val="bg2"/>
                </a:solidFill>
                <a:effectLst>
                  <a:outerShdw blurRad="38100" dist="38100" dir="2700000" algn="tl">
                    <a:srgbClr val="C0C0C0"/>
                  </a:outerShdw>
                </a:effectLst>
                <a:latin typeface="Times New Roman" panose="02020603050405020304" pitchFamily="18" charset="0"/>
                <a:ea typeface="黑体" panose="02010609060101010101" pitchFamily="49" charset="-122"/>
              </a:rPr>
              <a:t>，再加上时间戳</a:t>
            </a:r>
            <a:r>
              <a:rPr lang="en-US" altLang="zh-CN" sz="2000">
                <a:solidFill>
                  <a:schemeClr val="bg2"/>
                </a:solidFill>
                <a:effectLst>
                  <a:outerShdw blurRad="38100" dist="38100" dir="2700000" algn="tl">
                    <a:srgbClr val="C0C0C0"/>
                  </a:outerShdw>
                </a:effectLst>
                <a:latin typeface="Times New Roman" panose="02020603050405020304" pitchFamily="18" charset="0"/>
                <a:ea typeface="黑体" panose="02010609060101010101" pitchFamily="49" charset="-122"/>
              </a:rPr>
              <a:t>T</a:t>
            </a:r>
            <a:r>
              <a:rPr lang="zh-CN" altLang="en-US" sz="2000">
                <a:solidFill>
                  <a:schemeClr val="bg2"/>
                </a:solidFill>
                <a:effectLst>
                  <a:outerShdw blurRad="38100" dist="38100" dir="2700000" algn="tl">
                    <a:srgbClr val="C0C0C0"/>
                  </a:outerShdw>
                </a:effectLst>
                <a:latin typeface="Times New Roman" panose="02020603050405020304" pitchFamily="18" charset="0"/>
                <a:ea typeface="黑体" panose="02010609060101010101" pitchFamily="49" charset="-122"/>
              </a:rPr>
              <a:t>（防止重放攻击）用自己的私钥</a:t>
            </a:r>
            <a:r>
              <a:rPr lang="en-US" altLang="zh-CN" sz="2000">
                <a:solidFill>
                  <a:schemeClr val="bg2"/>
                </a:solidFill>
                <a:effectLst>
                  <a:outerShdw blurRad="38100" dist="38100" dir="2700000" algn="tl">
                    <a:srgbClr val="C0C0C0"/>
                  </a:outerShdw>
                </a:effectLst>
                <a:latin typeface="Times New Roman" panose="02020603050405020304" pitchFamily="18" charset="0"/>
                <a:ea typeface="黑体" panose="02010609060101010101" pitchFamily="49" charset="-122"/>
              </a:rPr>
              <a:t>KRa</a:t>
            </a:r>
            <a:r>
              <a:rPr lang="zh-CN" altLang="en-US" sz="2000">
                <a:solidFill>
                  <a:schemeClr val="bg2"/>
                </a:solidFill>
                <a:effectLst>
                  <a:outerShdw blurRad="38100" dist="38100" dir="2700000" algn="tl">
                    <a:srgbClr val="C0C0C0"/>
                  </a:outerShdw>
                </a:effectLst>
                <a:latin typeface="Times New Roman" panose="02020603050405020304" pitchFamily="18" charset="0"/>
                <a:ea typeface="黑体" panose="02010609060101010101" pitchFamily="49" charset="-122"/>
              </a:rPr>
              <a:t>签名后发送给</a:t>
            </a:r>
            <a:r>
              <a:rPr lang="en-US" altLang="zh-CN" sz="2000">
                <a:solidFill>
                  <a:schemeClr val="bg2"/>
                </a:solidFill>
                <a:effectLst>
                  <a:outerShdw blurRad="38100" dist="38100" dir="2700000" algn="tl">
                    <a:srgbClr val="C0C0C0"/>
                  </a:outerShdw>
                </a:effectLst>
                <a:latin typeface="Times New Roman" panose="02020603050405020304" pitchFamily="18" charset="0"/>
                <a:ea typeface="黑体" panose="02010609060101010101" pitchFamily="49" charset="-122"/>
              </a:rPr>
              <a:t>Y</a:t>
            </a:r>
            <a:r>
              <a:rPr lang="zh-CN" altLang="en-US" sz="2000">
                <a:solidFill>
                  <a:schemeClr val="bg2"/>
                </a:solidFill>
                <a:effectLst>
                  <a:outerShdw blurRad="38100" dist="38100" dir="2700000" algn="tl">
                    <a:srgbClr val="C0C0C0"/>
                  </a:outerShdw>
                </a:effectLst>
                <a:latin typeface="Times New Roman" panose="02020603050405020304" pitchFamily="18" charset="0"/>
                <a:ea typeface="黑体" panose="02010609060101010101" pitchFamily="49" charset="-122"/>
              </a:rPr>
              <a:t>，公式为</a:t>
            </a:r>
            <a:r>
              <a:rPr lang="en-US" altLang="zh-CN" sz="2000">
                <a:solidFill>
                  <a:schemeClr val="bg2"/>
                </a:solidFill>
                <a:effectLst>
                  <a:outerShdw blurRad="38100" dist="38100" dir="2700000" algn="tl">
                    <a:srgbClr val="C0C0C0"/>
                  </a:outerShdw>
                </a:effectLst>
                <a:latin typeface="Times New Roman" panose="02020603050405020304" pitchFamily="18" charset="0"/>
                <a:ea typeface="黑体" panose="02010609060101010101" pitchFamily="49" charset="-122"/>
              </a:rPr>
              <a:t>EKRa[IDx||EKUy[EKRx[M]]||T]</a:t>
            </a:r>
            <a:r>
              <a:rPr lang="zh-CN" altLang="en-US" sz="2000">
                <a:solidFill>
                  <a:schemeClr val="bg2"/>
                </a:solidFill>
                <a:effectLst>
                  <a:outerShdw blurRad="38100" dist="38100" dir="2700000" algn="tl">
                    <a:srgbClr val="C0C0C0"/>
                  </a:outerShdw>
                </a:effectLst>
                <a:latin typeface="Times New Roman" panose="02020603050405020304" pitchFamily="18" charset="0"/>
                <a:ea typeface="黑体" panose="02010609060101010101" pitchFamily="49" charset="-122"/>
              </a:rPr>
              <a:t>，并保留要被签名的副本；</a:t>
            </a:r>
            <a:endParaRPr lang="en-US" altLang="zh-CN" sz="2000">
              <a:solidFill>
                <a:schemeClr val="bg2"/>
              </a:solidFill>
              <a:effectLst>
                <a:outerShdw blurRad="38100" dist="38100" dir="2700000" algn="tl">
                  <a:srgbClr val="C0C0C0"/>
                </a:outerShdw>
              </a:effectLst>
              <a:latin typeface="Times New Roman" panose="02020603050405020304" pitchFamily="18" charset="0"/>
              <a:ea typeface="黑体" panose="02010609060101010101" pitchFamily="49" charset="-122"/>
            </a:endParaRPr>
          </a:p>
          <a:p>
            <a:pPr lvl="1">
              <a:spcBef>
                <a:spcPct val="30000"/>
              </a:spcBef>
              <a:buClr>
                <a:schemeClr val="bg2"/>
              </a:buClr>
              <a:buSzPct val="75000"/>
              <a:buFont typeface="Arial" panose="020B0604020202020204" pitchFamily="34" charset="0"/>
              <a:buAutoNum type="circleNumDbPlain" startAt="6"/>
              <a:defRPr/>
            </a:pPr>
            <a:r>
              <a:rPr lang="en-US" altLang="zh-CN" sz="2000">
                <a:solidFill>
                  <a:schemeClr val="bg2"/>
                </a:solidFill>
                <a:effectLst>
                  <a:outerShdw blurRad="38100" dist="38100" dir="2700000" algn="tl">
                    <a:srgbClr val="C0C0C0"/>
                  </a:outerShdw>
                </a:effectLst>
                <a:latin typeface="Times New Roman" panose="02020603050405020304" pitchFamily="18" charset="0"/>
                <a:ea typeface="黑体" panose="02010609060101010101" pitchFamily="49" charset="-122"/>
              </a:rPr>
              <a:t>Y</a:t>
            </a:r>
            <a:r>
              <a:rPr lang="zh-CN" altLang="en-US" sz="2000">
                <a:solidFill>
                  <a:schemeClr val="bg2"/>
                </a:solidFill>
                <a:effectLst>
                  <a:outerShdw blurRad="38100" dist="38100" dir="2700000" algn="tl">
                    <a:srgbClr val="C0C0C0"/>
                  </a:outerShdw>
                </a:effectLst>
                <a:latin typeface="Times New Roman" panose="02020603050405020304" pitchFamily="18" charset="0"/>
                <a:ea typeface="黑体" panose="02010609060101010101" pitchFamily="49" charset="-122"/>
              </a:rPr>
              <a:t>收到</a:t>
            </a:r>
            <a:r>
              <a:rPr lang="en-US" altLang="zh-CN" sz="2000">
                <a:solidFill>
                  <a:schemeClr val="bg2"/>
                </a:solidFill>
                <a:effectLst>
                  <a:outerShdw blurRad="38100" dist="38100" dir="2700000" algn="tl">
                    <a:srgbClr val="C0C0C0"/>
                  </a:outerShdw>
                </a:effectLst>
                <a:latin typeface="Times New Roman" panose="02020603050405020304" pitchFamily="18" charset="0"/>
                <a:ea typeface="黑体" panose="02010609060101010101" pitchFamily="49" charset="-122"/>
              </a:rPr>
              <a:t>A</a:t>
            </a:r>
            <a:r>
              <a:rPr lang="zh-CN" altLang="en-US" sz="2000">
                <a:solidFill>
                  <a:schemeClr val="bg2"/>
                </a:solidFill>
                <a:effectLst>
                  <a:outerShdw blurRad="38100" dist="38100" dir="2700000" algn="tl">
                    <a:srgbClr val="C0C0C0"/>
                  </a:outerShdw>
                </a:effectLst>
                <a:latin typeface="Times New Roman" panose="02020603050405020304" pitchFamily="18" charset="0"/>
                <a:ea typeface="黑体" panose="02010609060101010101" pitchFamily="49" charset="-122"/>
              </a:rPr>
              <a:t>的信息后用</a:t>
            </a:r>
            <a:r>
              <a:rPr lang="en-US" altLang="zh-CN" sz="2000">
                <a:solidFill>
                  <a:schemeClr val="bg2"/>
                </a:solidFill>
                <a:effectLst>
                  <a:outerShdw blurRad="38100" dist="38100" dir="2700000" algn="tl">
                    <a:srgbClr val="C0C0C0"/>
                  </a:outerShdw>
                </a:effectLst>
                <a:latin typeface="Times New Roman" panose="02020603050405020304" pitchFamily="18" charset="0"/>
                <a:ea typeface="黑体" panose="02010609060101010101" pitchFamily="49" charset="-122"/>
              </a:rPr>
              <a:t>A</a:t>
            </a:r>
            <a:r>
              <a:rPr lang="zh-CN" altLang="en-US" sz="2000">
                <a:solidFill>
                  <a:schemeClr val="bg2"/>
                </a:solidFill>
                <a:effectLst>
                  <a:outerShdw blurRad="38100" dist="38100" dir="2700000" algn="tl">
                    <a:srgbClr val="C0C0C0"/>
                  </a:outerShdw>
                </a:effectLst>
                <a:latin typeface="Times New Roman" panose="02020603050405020304" pitchFamily="18" charset="0"/>
                <a:ea typeface="黑体" panose="02010609060101010101" pitchFamily="49" charset="-122"/>
              </a:rPr>
              <a:t>的公钥解密获得</a:t>
            </a:r>
            <a:r>
              <a:rPr lang="en-US" altLang="zh-CN" sz="2000">
                <a:solidFill>
                  <a:schemeClr val="bg2"/>
                </a:solidFill>
                <a:effectLst>
                  <a:outerShdw blurRad="38100" dist="38100" dir="2700000" algn="tl">
                    <a:srgbClr val="C0C0C0"/>
                  </a:outerShdw>
                </a:effectLst>
                <a:latin typeface="Times New Roman" panose="02020603050405020304" pitchFamily="18" charset="0"/>
                <a:ea typeface="黑体" panose="02010609060101010101" pitchFamily="49" charset="-122"/>
              </a:rPr>
              <a:t>EKUy[EKRx[M]</a:t>
            </a:r>
            <a:r>
              <a:rPr lang="zh-CN" altLang="en-US" sz="2000">
                <a:solidFill>
                  <a:schemeClr val="bg2"/>
                </a:solidFill>
                <a:effectLst>
                  <a:outerShdw blurRad="38100" dist="38100" dir="2700000" algn="tl">
                    <a:srgbClr val="C0C0C0"/>
                  </a:outerShdw>
                </a:effectLst>
                <a:latin typeface="Times New Roman" panose="02020603050405020304" pitchFamily="18" charset="0"/>
                <a:ea typeface="黑体" panose="02010609060101010101" pitchFamily="49" charset="-122"/>
              </a:rPr>
              <a:t>；</a:t>
            </a:r>
          </a:p>
          <a:p>
            <a:pPr lvl="1">
              <a:spcBef>
                <a:spcPct val="30000"/>
              </a:spcBef>
              <a:buClr>
                <a:schemeClr val="bg2"/>
              </a:buClr>
              <a:buSzPct val="75000"/>
              <a:buFont typeface="Arial" panose="020B0604020202020204" pitchFamily="34" charset="0"/>
              <a:buAutoNum type="circleNumDbPlain" startAt="6"/>
              <a:defRPr/>
            </a:pPr>
            <a:r>
              <a:rPr lang="en-US" altLang="zh-CN" sz="2000">
                <a:solidFill>
                  <a:schemeClr val="bg2"/>
                </a:solidFill>
                <a:effectLst>
                  <a:outerShdw blurRad="38100" dist="38100" dir="2700000" algn="tl">
                    <a:srgbClr val="C0C0C0"/>
                  </a:outerShdw>
                </a:effectLst>
                <a:latin typeface="Times New Roman" panose="02020603050405020304" pitchFamily="18" charset="0"/>
                <a:ea typeface="黑体" panose="02010609060101010101" pitchFamily="49" charset="-122"/>
              </a:rPr>
              <a:t>Y</a:t>
            </a:r>
            <a:r>
              <a:rPr lang="zh-CN" altLang="en-US" sz="2000">
                <a:solidFill>
                  <a:schemeClr val="bg2"/>
                </a:solidFill>
                <a:effectLst>
                  <a:outerShdw blurRad="38100" dist="38100" dir="2700000" algn="tl">
                    <a:srgbClr val="C0C0C0"/>
                  </a:outerShdw>
                </a:effectLst>
                <a:latin typeface="Times New Roman" panose="02020603050405020304" pitchFamily="18" charset="0"/>
                <a:ea typeface="黑体" panose="02010609060101010101" pitchFamily="49" charset="-122"/>
              </a:rPr>
              <a:t>用自己的私钥解密第</a:t>
            </a:r>
            <a:r>
              <a:rPr lang="en-US" altLang="zh-CN" sz="2000">
                <a:solidFill>
                  <a:schemeClr val="bg2"/>
                </a:solidFill>
                <a:effectLst>
                  <a:outerShdw blurRad="38100" dist="38100" dir="2700000" algn="tl">
                    <a:srgbClr val="C0C0C0"/>
                  </a:outerShdw>
                </a:effectLst>
                <a:latin typeface="Times New Roman" panose="02020603050405020304" pitchFamily="18" charset="0"/>
                <a:ea typeface="黑体" panose="02010609060101010101" pitchFamily="49" charset="-122"/>
              </a:rPr>
              <a:t>8</a:t>
            </a:r>
            <a:r>
              <a:rPr lang="zh-CN" altLang="en-US" sz="2000">
                <a:solidFill>
                  <a:schemeClr val="bg2"/>
                </a:solidFill>
                <a:effectLst>
                  <a:outerShdw blurRad="38100" dist="38100" dir="2700000" algn="tl">
                    <a:srgbClr val="C0C0C0"/>
                  </a:outerShdw>
                </a:effectLst>
                <a:latin typeface="Times New Roman" panose="02020603050405020304" pitchFamily="18" charset="0"/>
                <a:ea typeface="黑体" panose="02010609060101010101" pitchFamily="49" charset="-122"/>
              </a:rPr>
              <a:t>步的信息，再用</a:t>
            </a:r>
            <a:r>
              <a:rPr lang="en-US" altLang="zh-CN" sz="2000">
                <a:solidFill>
                  <a:schemeClr val="bg2"/>
                </a:solidFill>
                <a:effectLst>
                  <a:outerShdw blurRad="38100" dist="38100" dir="2700000" algn="tl">
                    <a:srgbClr val="C0C0C0"/>
                  </a:outerShdw>
                </a:effectLst>
                <a:latin typeface="Times New Roman" panose="02020603050405020304" pitchFamily="18" charset="0"/>
                <a:ea typeface="黑体" panose="02010609060101010101" pitchFamily="49" charset="-122"/>
              </a:rPr>
              <a:t>X</a:t>
            </a:r>
            <a:r>
              <a:rPr lang="zh-CN" altLang="en-US" sz="2000">
                <a:solidFill>
                  <a:schemeClr val="bg2"/>
                </a:solidFill>
                <a:effectLst>
                  <a:outerShdw blurRad="38100" dist="38100" dir="2700000" algn="tl">
                    <a:srgbClr val="C0C0C0"/>
                  </a:outerShdw>
                </a:effectLst>
                <a:latin typeface="Times New Roman" panose="02020603050405020304" pitchFamily="18" charset="0"/>
                <a:ea typeface="黑体" panose="02010609060101010101" pitchFamily="49" charset="-122"/>
              </a:rPr>
              <a:t>公钥解密，就获得</a:t>
            </a:r>
            <a:r>
              <a:rPr lang="en-US" altLang="zh-CN" sz="2000">
                <a:solidFill>
                  <a:schemeClr val="bg2"/>
                </a:solidFill>
                <a:effectLst>
                  <a:outerShdw blurRad="38100" dist="38100" dir="2700000" algn="tl">
                    <a:srgbClr val="C0C0C0"/>
                  </a:outerShdw>
                </a:effectLst>
                <a:latin typeface="Times New Roman" panose="02020603050405020304" pitchFamily="18" charset="0"/>
                <a:ea typeface="黑体" panose="02010609060101010101" pitchFamily="49" charset="-122"/>
              </a:rPr>
              <a:t>M</a:t>
            </a:r>
            <a:r>
              <a:rPr lang="zh-CN" altLang="en-US" sz="2000">
                <a:solidFill>
                  <a:schemeClr val="bg2"/>
                </a:solidFill>
                <a:effectLst>
                  <a:outerShdw blurRad="38100" dist="38100" dir="2700000" algn="tl">
                    <a:srgbClr val="C0C0C0"/>
                  </a:outerShdw>
                </a:effectLst>
                <a:latin typeface="Times New Roman" panose="02020603050405020304" pitchFamily="18" charset="0"/>
                <a:ea typeface="黑体" panose="02010609060101010101" pitchFamily="49" charset="-122"/>
              </a:rPr>
              <a:t>；</a:t>
            </a:r>
          </a:p>
        </p:txBody>
      </p:sp>
      <p:sp>
        <p:nvSpPr>
          <p:cNvPr id="5" name="标题 1">
            <a:extLst>
              <a:ext uri="{FF2B5EF4-FFF2-40B4-BE49-F238E27FC236}">
                <a16:creationId xmlns:a16="http://schemas.microsoft.com/office/drawing/2014/main" id="{B4FE8A0E-5BB4-3742-9B99-954C04A3CFA9}"/>
              </a:ext>
            </a:extLst>
          </p:cNvPr>
          <p:cNvSpPr>
            <a:spLocks noGrp="1" noChangeArrowheads="1"/>
          </p:cNvSpPr>
          <p:nvPr>
            <p:ph type="title"/>
          </p:nvPr>
        </p:nvSpPr>
        <p:spPr>
          <a:xfrm>
            <a:off x="304800" y="838200"/>
            <a:ext cx="8229600" cy="487363"/>
          </a:xfrm>
        </p:spPr>
        <p:txBody>
          <a:bodyPr vert="horz" wrap="square" lIns="91440" tIns="45720" rIns="91440" bIns="45720" numCol="1" anchor="t" anchorCtr="0" compatLnSpc="1">
            <a:prstTxWarp prst="textNoShape">
              <a:avLst/>
            </a:prstTxWarp>
          </a:bodyPr>
          <a:lstStyle/>
          <a:p>
            <a:pPr>
              <a:defRPr/>
            </a:pPr>
            <a:r>
              <a:rPr lang="zh-CN" altLang="en-US" sz="2800">
                <a:solidFill>
                  <a:srgbClr val="0000CC"/>
                </a:solidFill>
                <a:ea typeface="宋体" panose="02010600030101010101" pitchFamily="2" charset="-122"/>
              </a:rPr>
              <a:t>（</a:t>
            </a:r>
            <a:r>
              <a:rPr lang="en-US" altLang="zh-CN" sz="2800">
                <a:solidFill>
                  <a:srgbClr val="0000CC"/>
                </a:solidFill>
                <a:ea typeface="宋体" panose="02010600030101010101" pitchFamily="2" charset="-122"/>
              </a:rPr>
              <a:t>7</a:t>
            </a:r>
            <a:r>
              <a:rPr lang="zh-CN" altLang="en-US" sz="2800">
                <a:solidFill>
                  <a:srgbClr val="0000CC"/>
                </a:solidFill>
                <a:ea typeface="宋体" panose="02010600030101010101" pitchFamily="2" charset="-122"/>
              </a:rPr>
              <a:t>）基于第三方的仲裁的抗抵赖机制</a:t>
            </a:r>
          </a:p>
        </p:txBody>
      </p:sp>
      <p:sp>
        <p:nvSpPr>
          <p:cNvPr id="6" name="矩形 5">
            <a:extLst>
              <a:ext uri="{FF2B5EF4-FFF2-40B4-BE49-F238E27FC236}">
                <a16:creationId xmlns:a16="http://schemas.microsoft.com/office/drawing/2014/main" id="{A82088DA-9ACC-C948-9E6C-9E816A564DCD}"/>
              </a:ext>
            </a:extLst>
          </p:cNvPr>
          <p:cNvSpPr/>
          <p:nvPr/>
        </p:nvSpPr>
        <p:spPr>
          <a:xfrm>
            <a:off x="790575" y="4456113"/>
            <a:ext cx="8077200" cy="1076325"/>
          </a:xfrm>
          <a:prstGeom prst="rect">
            <a:avLst/>
          </a:prstGeom>
        </p:spPr>
        <p:txBody>
          <a:bodyPr>
            <a:spAutoFit/>
          </a:bodyPr>
          <a:lstStyle>
            <a:lvl1pPr>
              <a:defRPr sz="4800" b="1">
                <a:solidFill>
                  <a:srgbClr val="FF0000"/>
                </a:solidFill>
                <a:latin typeface="隶书" pitchFamily="49" charset="-122"/>
                <a:ea typeface="隶书" pitchFamily="49" charset="-122"/>
              </a:defRPr>
            </a:lvl1pPr>
            <a:lvl2pPr>
              <a:defRPr sz="4800" b="1">
                <a:solidFill>
                  <a:srgbClr val="FF0000"/>
                </a:solidFill>
                <a:latin typeface="隶书" pitchFamily="49" charset="-122"/>
                <a:ea typeface="隶书" pitchFamily="49" charset="-122"/>
              </a:defRPr>
            </a:lvl2pPr>
            <a:lvl3pPr>
              <a:defRPr sz="4800" b="1">
                <a:solidFill>
                  <a:srgbClr val="FF0000"/>
                </a:solidFill>
                <a:latin typeface="隶书" pitchFamily="49" charset="-122"/>
                <a:ea typeface="隶书" pitchFamily="49" charset="-122"/>
              </a:defRPr>
            </a:lvl3pPr>
            <a:lvl4pPr>
              <a:defRPr sz="4800" b="1">
                <a:solidFill>
                  <a:srgbClr val="FF0000"/>
                </a:solidFill>
                <a:latin typeface="隶书" pitchFamily="49" charset="-122"/>
                <a:ea typeface="隶书" pitchFamily="49" charset="-122"/>
              </a:defRPr>
            </a:lvl4pPr>
            <a:lvl5pPr>
              <a:defRPr sz="4800" b="1">
                <a:solidFill>
                  <a:srgbClr val="FF0000"/>
                </a:solidFill>
                <a:latin typeface="隶书" pitchFamily="49" charset="-122"/>
                <a:ea typeface="隶书" pitchFamily="49" charset="-122"/>
              </a:defRPr>
            </a:lvl5pPr>
            <a:lvl6pPr fontAlgn="base">
              <a:spcBef>
                <a:spcPct val="0"/>
              </a:spcBef>
              <a:spcAft>
                <a:spcPct val="0"/>
              </a:spcAft>
              <a:defRPr sz="4800" b="1">
                <a:solidFill>
                  <a:srgbClr val="FF0000"/>
                </a:solidFill>
                <a:latin typeface="隶书" pitchFamily="49" charset="-122"/>
                <a:ea typeface="隶书" pitchFamily="49" charset="-122"/>
              </a:defRPr>
            </a:lvl6pPr>
            <a:lvl7pPr fontAlgn="base">
              <a:spcBef>
                <a:spcPct val="0"/>
              </a:spcBef>
              <a:spcAft>
                <a:spcPct val="0"/>
              </a:spcAft>
              <a:defRPr sz="4800" b="1">
                <a:solidFill>
                  <a:srgbClr val="FF0000"/>
                </a:solidFill>
                <a:latin typeface="隶书" pitchFamily="49" charset="-122"/>
                <a:ea typeface="隶书" pitchFamily="49" charset="-122"/>
              </a:defRPr>
            </a:lvl7pPr>
            <a:lvl8pPr fontAlgn="base">
              <a:spcBef>
                <a:spcPct val="0"/>
              </a:spcBef>
              <a:spcAft>
                <a:spcPct val="0"/>
              </a:spcAft>
              <a:defRPr sz="4800" b="1">
                <a:solidFill>
                  <a:srgbClr val="FF0000"/>
                </a:solidFill>
                <a:latin typeface="隶书" pitchFamily="49" charset="-122"/>
                <a:ea typeface="隶书" pitchFamily="49" charset="-122"/>
              </a:defRPr>
            </a:lvl8pPr>
            <a:lvl9pPr fontAlgn="base">
              <a:spcBef>
                <a:spcPct val="0"/>
              </a:spcBef>
              <a:spcAft>
                <a:spcPct val="0"/>
              </a:spcAft>
              <a:defRPr sz="4800" b="1">
                <a:solidFill>
                  <a:srgbClr val="FF0000"/>
                </a:solidFill>
                <a:latin typeface="隶书" pitchFamily="49" charset="-122"/>
                <a:ea typeface="隶书" pitchFamily="49" charset="-122"/>
              </a:defRPr>
            </a:lvl9pPr>
          </a:lstStyle>
          <a:p>
            <a:pPr marL="0" lvl="1">
              <a:spcBef>
                <a:spcPct val="30000"/>
              </a:spcBef>
              <a:buClr>
                <a:schemeClr val="bg2"/>
              </a:buClr>
              <a:buSzPct val="75000"/>
              <a:defRPr/>
            </a:pPr>
            <a:r>
              <a:rPr lang="en-US" altLang="zh-CN" sz="2400">
                <a:effectLst>
                  <a:outerShdw blurRad="38100" dist="38100" dir="2700000" algn="tl">
                    <a:srgbClr val="C0C0C0"/>
                  </a:outerShdw>
                </a:effectLst>
                <a:latin typeface="Times New Roman" panose="02020603050405020304" pitchFamily="18" charset="0"/>
                <a:ea typeface="黑体" panose="02010609060101010101" pitchFamily="49" charset="-122"/>
              </a:rPr>
              <a:t>Y</a:t>
            </a:r>
            <a:r>
              <a:rPr lang="zh-CN" altLang="en-US" sz="2400">
                <a:effectLst>
                  <a:outerShdw blurRad="38100" dist="38100" dir="2700000" algn="tl">
                    <a:srgbClr val="C0C0C0"/>
                  </a:outerShdw>
                </a:effectLst>
                <a:latin typeface="Times New Roman" panose="02020603050405020304" pitchFamily="18" charset="0"/>
                <a:ea typeface="黑体" panose="02010609060101010101" pitchFamily="49" charset="-122"/>
              </a:rPr>
              <a:t>对</a:t>
            </a:r>
            <a:r>
              <a:rPr lang="en-US" altLang="zh-CN" sz="2400">
                <a:effectLst>
                  <a:outerShdw blurRad="38100" dist="38100" dir="2700000" algn="tl">
                    <a:srgbClr val="C0C0C0"/>
                  </a:outerShdw>
                </a:effectLst>
                <a:latin typeface="Times New Roman" panose="02020603050405020304" pitchFamily="18" charset="0"/>
                <a:ea typeface="黑体" panose="02010609060101010101" pitchFamily="49" charset="-122"/>
              </a:rPr>
              <a:t>X</a:t>
            </a:r>
            <a:r>
              <a:rPr lang="zh-CN" altLang="en-US" sz="2400">
                <a:effectLst>
                  <a:outerShdw blurRad="38100" dist="38100" dir="2700000" algn="tl">
                    <a:srgbClr val="C0C0C0"/>
                  </a:outerShdw>
                </a:effectLst>
                <a:latin typeface="Times New Roman" panose="02020603050405020304" pitchFamily="18" charset="0"/>
                <a:ea typeface="黑体" panose="02010609060101010101" pitchFamily="49" charset="-122"/>
              </a:rPr>
              <a:t>的抵赖反驳：</a:t>
            </a:r>
            <a:r>
              <a:rPr lang="zh-CN" altLang="en-US" sz="2000">
                <a:solidFill>
                  <a:srgbClr val="0000CC"/>
                </a:solidFill>
                <a:effectLst>
                  <a:outerShdw blurRad="38100" dist="38100" dir="2700000" algn="tl">
                    <a:srgbClr val="C0C0C0"/>
                  </a:outerShdw>
                </a:effectLst>
                <a:latin typeface="Times New Roman" panose="02020603050405020304" pitchFamily="18" charset="0"/>
                <a:ea typeface="黑体" panose="02010609060101010101" pitchFamily="49" charset="-122"/>
              </a:rPr>
              <a:t>如果</a:t>
            </a:r>
            <a:r>
              <a:rPr lang="en-US" altLang="zh-CN" sz="2000">
                <a:solidFill>
                  <a:srgbClr val="0000CC"/>
                </a:solidFill>
                <a:effectLst>
                  <a:outerShdw blurRad="38100" dist="38100" dir="2700000" algn="tl">
                    <a:srgbClr val="C0C0C0"/>
                  </a:outerShdw>
                </a:effectLst>
                <a:latin typeface="Times New Roman" panose="02020603050405020304" pitchFamily="18" charset="0"/>
                <a:ea typeface="黑体" panose="02010609060101010101" pitchFamily="49" charset="-122"/>
              </a:rPr>
              <a:t>X</a:t>
            </a:r>
            <a:r>
              <a:rPr lang="zh-CN" altLang="en-US" sz="2000">
                <a:solidFill>
                  <a:srgbClr val="0000CC"/>
                </a:solidFill>
                <a:effectLst>
                  <a:outerShdw blurRad="38100" dist="38100" dir="2700000" algn="tl">
                    <a:srgbClr val="C0C0C0"/>
                  </a:outerShdw>
                </a:effectLst>
                <a:latin typeface="Times New Roman" panose="02020603050405020304" pitchFamily="18" charset="0"/>
                <a:ea typeface="黑体" panose="02010609060101010101" pitchFamily="49" charset="-122"/>
              </a:rPr>
              <a:t>抵赖发送过</a:t>
            </a:r>
            <a:r>
              <a:rPr lang="en-US" altLang="zh-CN" sz="2000">
                <a:solidFill>
                  <a:srgbClr val="0000CC"/>
                </a:solidFill>
                <a:effectLst>
                  <a:outerShdw blurRad="38100" dist="38100" dir="2700000" algn="tl">
                    <a:srgbClr val="C0C0C0"/>
                  </a:outerShdw>
                </a:effectLst>
                <a:latin typeface="Times New Roman" panose="02020603050405020304" pitchFamily="18" charset="0"/>
                <a:ea typeface="黑体" panose="02010609060101010101" pitchFamily="49" charset="-122"/>
              </a:rPr>
              <a:t>M</a:t>
            </a:r>
            <a:r>
              <a:rPr lang="zh-CN" altLang="en-US" sz="2000">
                <a:solidFill>
                  <a:srgbClr val="0000CC"/>
                </a:solidFill>
                <a:effectLst>
                  <a:outerShdw blurRad="38100" dist="38100" dir="2700000" algn="tl">
                    <a:srgbClr val="C0C0C0"/>
                  </a:outerShdw>
                </a:effectLst>
                <a:latin typeface="Times New Roman" panose="02020603050405020304" pitchFamily="18" charset="0"/>
                <a:ea typeface="黑体" panose="02010609060101010101" pitchFamily="49" charset="-122"/>
              </a:rPr>
              <a:t>，</a:t>
            </a:r>
            <a:r>
              <a:rPr lang="en-US" altLang="zh-CN" sz="2000">
                <a:solidFill>
                  <a:srgbClr val="0000CC"/>
                </a:solidFill>
                <a:effectLst>
                  <a:outerShdw blurRad="38100" dist="38100" dir="2700000" algn="tl">
                    <a:srgbClr val="C0C0C0"/>
                  </a:outerShdw>
                </a:effectLst>
                <a:latin typeface="Times New Roman" panose="02020603050405020304" pitchFamily="18" charset="0"/>
                <a:ea typeface="黑体" panose="02010609060101010101" pitchFamily="49" charset="-122"/>
              </a:rPr>
              <a:t>Y</a:t>
            </a:r>
            <a:r>
              <a:rPr lang="zh-CN" altLang="en-US" sz="2000">
                <a:solidFill>
                  <a:srgbClr val="0000CC"/>
                </a:solidFill>
                <a:effectLst>
                  <a:outerShdw blurRad="38100" dist="38100" dir="2700000" algn="tl">
                    <a:srgbClr val="C0C0C0"/>
                  </a:outerShdw>
                </a:effectLst>
                <a:latin typeface="Times New Roman" panose="02020603050405020304" pitchFamily="18" charset="0"/>
                <a:ea typeface="黑体" panose="02010609060101010101" pitchFamily="49" charset="-122"/>
              </a:rPr>
              <a:t>可以向</a:t>
            </a:r>
            <a:r>
              <a:rPr lang="en-US" altLang="zh-CN" sz="2000">
                <a:solidFill>
                  <a:srgbClr val="0000CC"/>
                </a:solidFill>
                <a:effectLst>
                  <a:outerShdw blurRad="38100" dist="38100" dir="2700000" algn="tl">
                    <a:srgbClr val="C0C0C0"/>
                  </a:outerShdw>
                </a:effectLst>
                <a:latin typeface="Times New Roman" panose="02020603050405020304" pitchFamily="18" charset="0"/>
                <a:ea typeface="黑体" panose="02010609060101010101" pitchFamily="49" charset="-122"/>
              </a:rPr>
              <a:t>A</a:t>
            </a:r>
            <a:r>
              <a:rPr lang="zh-CN" altLang="en-US" sz="2000">
                <a:solidFill>
                  <a:srgbClr val="0000CC"/>
                </a:solidFill>
                <a:effectLst>
                  <a:outerShdw blurRad="38100" dist="38100" dir="2700000" algn="tl">
                    <a:srgbClr val="C0C0C0"/>
                  </a:outerShdw>
                </a:effectLst>
                <a:latin typeface="Times New Roman" panose="02020603050405020304" pitchFamily="18" charset="0"/>
                <a:ea typeface="黑体" panose="02010609060101010101" pitchFamily="49" charset="-122"/>
              </a:rPr>
              <a:t>提起申诉，将</a:t>
            </a:r>
            <a:r>
              <a:rPr lang="en-US" altLang="zh-CN" sz="2000">
                <a:solidFill>
                  <a:srgbClr val="0000CC"/>
                </a:solidFill>
                <a:effectLst>
                  <a:outerShdw blurRad="38100" dist="38100" dir="2700000" algn="tl">
                    <a:srgbClr val="C0C0C0"/>
                  </a:outerShdw>
                </a:effectLst>
                <a:latin typeface="Times New Roman" panose="02020603050405020304" pitchFamily="18" charset="0"/>
                <a:ea typeface="黑体" panose="02010609060101010101" pitchFamily="49" charset="-122"/>
              </a:rPr>
              <a:t>IDx|| EKUy[EKRx[M]] || T</a:t>
            </a:r>
            <a:r>
              <a:rPr lang="zh-CN" altLang="en-US" sz="2000">
                <a:solidFill>
                  <a:srgbClr val="0000CC"/>
                </a:solidFill>
                <a:effectLst>
                  <a:outerShdw blurRad="38100" dist="38100" dir="2700000" algn="tl">
                    <a:srgbClr val="C0C0C0"/>
                  </a:outerShdw>
                </a:effectLst>
                <a:latin typeface="Times New Roman" panose="02020603050405020304" pitchFamily="18" charset="0"/>
                <a:ea typeface="黑体" panose="02010609060101010101" pitchFamily="49" charset="-122"/>
              </a:rPr>
              <a:t>发给</a:t>
            </a:r>
            <a:r>
              <a:rPr lang="en-US" altLang="zh-CN" sz="2000">
                <a:solidFill>
                  <a:srgbClr val="0000CC"/>
                </a:solidFill>
                <a:effectLst>
                  <a:outerShdw blurRad="38100" dist="38100" dir="2700000" algn="tl">
                    <a:srgbClr val="C0C0C0"/>
                  </a:outerShdw>
                </a:effectLst>
                <a:latin typeface="Times New Roman" panose="02020603050405020304" pitchFamily="18" charset="0"/>
                <a:ea typeface="黑体" panose="02010609060101010101" pitchFamily="49" charset="-122"/>
              </a:rPr>
              <a:t>A</a:t>
            </a:r>
            <a:r>
              <a:rPr lang="zh-CN" altLang="en-US" sz="2000">
                <a:solidFill>
                  <a:srgbClr val="0000CC"/>
                </a:solidFill>
                <a:effectLst>
                  <a:outerShdw blurRad="38100" dist="38100" dir="2700000" algn="tl">
                    <a:srgbClr val="C0C0C0"/>
                  </a:outerShdw>
                </a:effectLst>
                <a:latin typeface="Times New Roman" panose="02020603050405020304" pitchFamily="18" charset="0"/>
                <a:ea typeface="黑体" panose="02010609060101010101" pitchFamily="49" charset="-122"/>
              </a:rPr>
              <a:t>，由</a:t>
            </a:r>
            <a:r>
              <a:rPr lang="en-US" altLang="zh-CN" sz="2000">
                <a:solidFill>
                  <a:srgbClr val="0000CC"/>
                </a:solidFill>
                <a:effectLst>
                  <a:outerShdw blurRad="38100" dist="38100" dir="2700000" algn="tl">
                    <a:srgbClr val="C0C0C0"/>
                  </a:outerShdw>
                </a:effectLst>
                <a:latin typeface="Times New Roman" panose="02020603050405020304" pitchFamily="18" charset="0"/>
                <a:ea typeface="黑体" panose="02010609060101010101" pitchFamily="49" charset="-122"/>
              </a:rPr>
              <a:t>A</a:t>
            </a:r>
            <a:r>
              <a:rPr lang="zh-CN" altLang="en-US" sz="2000">
                <a:solidFill>
                  <a:srgbClr val="0000CC"/>
                </a:solidFill>
                <a:effectLst>
                  <a:outerShdw blurRad="38100" dist="38100" dir="2700000" algn="tl">
                    <a:srgbClr val="C0C0C0"/>
                  </a:outerShdw>
                </a:effectLst>
                <a:latin typeface="Times New Roman" panose="02020603050405020304" pitchFamily="18" charset="0"/>
                <a:ea typeface="黑体" panose="02010609060101010101" pitchFamily="49" charset="-122"/>
              </a:rPr>
              <a:t>根据原来的保留信息（第</a:t>
            </a:r>
            <a:r>
              <a:rPr lang="en-US" altLang="zh-CN" sz="2000">
                <a:solidFill>
                  <a:srgbClr val="0000CC"/>
                </a:solidFill>
                <a:effectLst>
                  <a:outerShdw blurRad="38100" dist="38100" dir="2700000" algn="tl">
                    <a:srgbClr val="C0C0C0"/>
                  </a:outerShdw>
                </a:effectLst>
                <a:latin typeface="Times New Roman" panose="02020603050405020304" pitchFamily="18" charset="0"/>
                <a:ea typeface="黑体" panose="02010609060101010101" pitchFamily="49" charset="-122"/>
              </a:rPr>
              <a:t>7</a:t>
            </a:r>
            <a:r>
              <a:rPr lang="zh-CN" altLang="en-US" sz="2000">
                <a:solidFill>
                  <a:srgbClr val="0000CC"/>
                </a:solidFill>
                <a:effectLst>
                  <a:outerShdw blurRad="38100" dist="38100" dir="2700000" algn="tl">
                    <a:srgbClr val="C0C0C0"/>
                  </a:outerShdw>
                </a:effectLst>
                <a:latin typeface="Times New Roman" panose="02020603050405020304" pitchFamily="18" charset="0"/>
                <a:ea typeface="黑体" panose="02010609060101010101" pitchFamily="49" charset="-122"/>
              </a:rPr>
              <a:t>步）通过第</a:t>
            </a:r>
            <a:r>
              <a:rPr lang="en-US" altLang="zh-CN" sz="2000">
                <a:solidFill>
                  <a:srgbClr val="0000CC"/>
                </a:solidFill>
                <a:effectLst>
                  <a:outerShdw blurRad="38100" dist="38100" dir="2700000" algn="tl">
                    <a:srgbClr val="C0C0C0"/>
                  </a:outerShdw>
                </a:effectLst>
                <a:latin typeface="Times New Roman" panose="02020603050405020304" pitchFamily="18" charset="0"/>
                <a:ea typeface="黑体" panose="02010609060101010101" pitchFamily="49" charset="-122"/>
              </a:rPr>
              <a:t>6</a:t>
            </a:r>
            <a:r>
              <a:rPr lang="zh-CN" altLang="en-US" sz="2000">
                <a:solidFill>
                  <a:srgbClr val="0000CC"/>
                </a:solidFill>
                <a:effectLst>
                  <a:outerShdw blurRad="38100" dist="38100" dir="2700000" algn="tl">
                    <a:srgbClr val="C0C0C0"/>
                  </a:outerShdw>
                </a:effectLst>
                <a:latin typeface="Times New Roman" panose="02020603050405020304" pitchFamily="18" charset="0"/>
                <a:ea typeface="黑体" panose="02010609060101010101" pitchFamily="49" charset="-122"/>
              </a:rPr>
              <a:t>步来确认</a:t>
            </a:r>
            <a:r>
              <a:rPr lang="en-US" altLang="zh-CN" sz="2000">
                <a:solidFill>
                  <a:srgbClr val="0000CC"/>
                </a:solidFill>
                <a:effectLst>
                  <a:outerShdw blurRad="38100" dist="38100" dir="2700000" algn="tl">
                    <a:srgbClr val="C0C0C0"/>
                  </a:outerShdw>
                </a:effectLst>
                <a:latin typeface="Times New Roman" panose="02020603050405020304" pitchFamily="18" charset="0"/>
                <a:ea typeface="黑体" panose="02010609060101010101" pitchFamily="49" charset="-122"/>
              </a:rPr>
              <a:t>X</a:t>
            </a:r>
            <a:r>
              <a:rPr lang="zh-CN" altLang="en-US" sz="2000">
                <a:solidFill>
                  <a:srgbClr val="0000CC"/>
                </a:solidFill>
                <a:effectLst>
                  <a:outerShdw blurRad="38100" dist="38100" dir="2700000" algn="tl">
                    <a:srgbClr val="C0C0C0"/>
                  </a:outerShdw>
                </a:effectLst>
                <a:latin typeface="Times New Roman" panose="02020603050405020304" pitchFamily="18" charset="0"/>
                <a:ea typeface="黑体" panose="02010609060101010101" pitchFamily="49" charset="-122"/>
              </a:rPr>
              <a:t>不可抵赖没有发送消息</a:t>
            </a:r>
            <a:r>
              <a:rPr lang="en-US" altLang="zh-CN" sz="2000">
                <a:solidFill>
                  <a:srgbClr val="0000CC"/>
                </a:solidFill>
                <a:effectLst>
                  <a:outerShdw blurRad="38100" dist="38100" dir="2700000" algn="tl">
                    <a:srgbClr val="C0C0C0"/>
                  </a:outerShdw>
                </a:effectLst>
                <a:latin typeface="Times New Roman" panose="02020603050405020304" pitchFamily="18" charset="0"/>
                <a:ea typeface="黑体" panose="02010609060101010101" pitchFamily="49" charset="-122"/>
              </a:rPr>
              <a:t>M</a:t>
            </a:r>
            <a:r>
              <a:rPr lang="zh-CN" altLang="en-US" sz="2000">
                <a:solidFill>
                  <a:srgbClr val="0000CC"/>
                </a:solidFill>
                <a:effectLst>
                  <a:outerShdw blurRad="38100" dist="38100" dir="2700000" algn="tl">
                    <a:srgbClr val="C0C0C0"/>
                  </a:outerShdw>
                </a:effectLst>
                <a:latin typeface="Times New Roman" panose="02020603050405020304" pitchFamily="18" charset="0"/>
                <a:ea typeface="黑体" panose="02010609060101010101"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53" presetClass="entr" presetSubtype="16"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p:cTn id="13" dur="500" fill="hold"/>
                                        <p:tgtEl>
                                          <p:spTgt spid="6"/>
                                        </p:tgtEl>
                                        <p:attrNameLst>
                                          <p:attrName>ppt_w</p:attrName>
                                        </p:attrNameLst>
                                      </p:cBhvr>
                                      <p:tavLst>
                                        <p:tav tm="0">
                                          <p:val>
                                            <p:fltVal val="0"/>
                                          </p:val>
                                        </p:tav>
                                        <p:tav tm="100000">
                                          <p:val>
                                            <p:strVal val="#ppt_w"/>
                                          </p:val>
                                        </p:tav>
                                      </p:tavLst>
                                    </p:anim>
                                    <p:anim calcmode="lin" valueType="num">
                                      <p:cBhvr>
                                        <p:cTn id="14" dur="500" fill="hold"/>
                                        <p:tgtEl>
                                          <p:spTgt spid="6"/>
                                        </p:tgtEl>
                                        <p:attrNameLst>
                                          <p:attrName>ppt_h</p:attrName>
                                        </p:attrNameLst>
                                      </p:cBhvr>
                                      <p:tavLst>
                                        <p:tav tm="0">
                                          <p:val>
                                            <p:fltVal val="0"/>
                                          </p:val>
                                        </p:tav>
                                        <p:tav tm="100000">
                                          <p:val>
                                            <p:strVal val="#ppt_h"/>
                                          </p:val>
                                        </p:tav>
                                      </p:tavLst>
                                    </p:anim>
                                    <p:animEffect transition="in" filter="fade">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D031830-63C7-3A4F-BF01-2EE36A1FEB94}"/>
              </a:ext>
            </a:extLst>
          </p:cNvPr>
          <p:cNvSpPr/>
          <p:nvPr/>
        </p:nvSpPr>
        <p:spPr>
          <a:xfrm>
            <a:off x="457200" y="685800"/>
            <a:ext cx="4572000" cy="479425"/>
          </a:xfrm>
          <a:prstGeom prst="rect">
            <a:avLst/>
          </a:prstGeom>
        </p:spPr>
        <p:txBody>
          <a:bodyPr>
            <a:spAutoFit/>
          </a:bodyPr>
          <a:lstStyle/>
          <a:p>
            <a:pPr eaLnBrk="1" hangingPunct="1">
              <a:lnSpc>
                <a:spcPct val="90000"/>
              </a:lnSpc>
              <a:defRPr/>
            </a:pPr>
            <a:r>
              <a:rPr lang="zh-CN" altLang="en-US" sz="2800">
                <a:effectLst>
                  <a:outerShdw blurRad="38100" dist="38100" dir="2700000" algn="tl">
                    <a:srgbClr val="C0C0C0"/>
                  </a:outerShdw>
                </a:effectLst>
                <a:latin typeface="黑体" panose="02010609060101010101" pitchFamily="49" charset="-122"/>
                <a:ea typeface="黑体" panose="02010609060101010101" pitchFamily="49" charset="-122"/>
              </a:rPr>
              <a:t>抗抵赖面临的威胁</a:t>
            </a:r>
          </a:p>
        </p:txBody>
      </p:sp>
      <p:sp>
        <p:nvSpPr>
          <p:cNvPr id="3" name="Rectangle 3">
            <a:extLst>
              <a:ext uri="{FF2B5EF4-FFF2-40B4-BE49-F238E27FC236}">
                <a16:creationId xmlns:a16="http://schemas.microsoft.com/office/drawing/2014/main" id="{4E319DEC-48B2-6C40-814E-19FFF0B0BC1F}"/>
              </a:ext>
            </a:extLst>
          </p:cNvPr>
          <p:cNvSpPr txBox="1">
            <a:spLocks noChangeArrowheads="1"/>
          </p:cNvSpPr>
          <p:nvPr/>
        </p:nvSpPr>
        <p:spPr bwMode="auto">
          <a:xfrm>
            <a:off x="1066800" y="1371600"/>
            <a:ext cx="6438900" cy="4822825"/>
          </a:xfrm>
          <a:prstGeom prst="rect">
            <a:avLst/>
          </a:prstGeom>
          <a:noFill/>
        </p:spPr>
        <p:txBody>
          <a:bodyPr/>
          <a:lstStyle>
            <a:lvl1pPr marL="571500" indent="-571500">
              <a:defRPr sz="4800" b="1">
                <a:solidFill>
                  <a:srgbClr val="FF0000"/>
                </a:solidFill>
                <a:latin typeface="隶书" pitchFamily="49" charset="-122"/>
                <a:ea typeface="隶书" pitchFamily="49" charset="-122"/>
              </a:defRPr>
            </a:lvl1pPr>
            <a:lvl2pPr marL="1028700" indent="-455613">
              <a:defRPr sz="4800" b="1">
                <a:solidFill>
                  <a:srgbClr val="FF0000"/>
                </a:solidFill>
                <a:latin typeface="隶书" pitchFamily="49" charset="-122"/>
                <a:ea typeface="隶书" pitchFamily="49" charset="-122"/>
              </a:defRPr>
            </a:lvl2pPr>
            <a:lvl3pPr>
              <a:defRPr sz="4800" b="1">
                <a:solidFill>
                  <a:srgbClr val="FF0000"/>
                </a:solidFill>
                <a:latin typeface="隶书" pitchFamily="49" charset="-122"/>
                <a:ea typeface="隶书" pitchFamily="49" charset="-122"/>
              </a:defRPr>
            </a:lvl3pPr>
            <a:lvl4pPr>
              <a:defRPr sz="4800" b="1">
                <a:solidFill>
                  <a:srgbClr val="FF0000"/>
                </a:solidFill>
                <a:latin typeface="隶书" pitchFamily="49" charset="-122"/>
                <a:ea typeface="隶书" pitchFamily="49" charset="-122"/>
              </a:defRPr>
            </a:lvl4pPr>
            <a:lvl5pPr>
              <a:defRPr sz="4800" b="1">
                <a:solidFill>
                  <a:srgbClr val="FF0000"/>
                </a:solidFill>
                <a:latin typeface="隶书" pitchFamily="49" charset="-122"/>
                <a:ea typeface="隶书" pitchFamily="49" charset="-122"/>
              </a:defRPr>
            </a:lvl5pPr>
            <a:lvl6pPr fontAlgn="base">
              <a:spcBef>
                <a:spcPct val="0"/>
              </a:spcBef>
              <a:spcAft>
                <a:spcPct val="0"/>
              </a:spcAft>
              <a:defRPr sz="4800" b="1">
                <a:solidFill>
                  <a:srgbClr val="FF0000"/>
                </a:solidFill>
                <a:latin typeface="隶书" pitchFamily="49" charset="-122"/>
                <a:ea typeface="隶书" pitchFamily="49" charset="-122"/>
              </a:defRPr>
            </a:lvl6pPr>
            <a:lvl7pPr fontAlgn="base">
              <a:spcBef>
                <a:spcPct val="0"/>
              </a:spcBef>
              <a:spcAft>
                <a:spcPct val="0"/>
              </a:spcAft>
              <a:defRPr sz="4800" b="1">
                <a:solidFill>
                  <a:srgbClr val="FF0000"/>
                </a:solidFill>
                <a:latin typeface="隶书" pitchFamily="49" charset="-122"/>
                <a:ea typeface="隶书" pitchFamily="49" charset="-122"/>
              </a:defRPr>
            </a:lvl7pPr>
            <a:lvl8pPr fontAlgn="base">
              <a:spcBef>
                <a:spcPct val="0"/>
              </a:spcBef>
              <a:spcAft>
                <a:spcPct val="0"/>
              </a:spcAft>
              <a:defRPr sz="4800" b="1">
                <a:solidFill>
                  <a:srgbClr val="FF0000"/>
                </a:solidFill>
                <a:latin typeface="隶书" pitchFamily="49" charset="-122"/>
                <a:ea typeface="隶书" pitchFamily="49" charset="-122"/>
              </a:defRPr>
            </a:lvl8pPr>
            <a:lvl9pPr fontAlgn="base">
              <a:spcBef>
                <a:spcPct val="0"/>
              </a:spcBef>
              <a:spcAft>
                <a:spcPct val="0"/>
              </a:spcAft>
              <a:defRPr sz="4800" b="1">
                <a:solidFill>
                  <a:srgbClr val="FF0000"/>
                </a:solidFill>
                <a:latin typeface="隶书" pitchFamily="49" charset="-122"/>
                <a:ea typeface="隶书" pitchFamily="49" charset="-122"/>
              </a:defRPr>
            </a:lvl9pPr>
          </a:lstStyle>
          <a:p>
            <a:pPr eaLnBrk="1" hangingPunct="1">
              <a:lnSpc>
                <a:spcPct val="90000"/>
              </a:lnSpc>
              <a:spcBef>
                <a:spcPct val="30000"/>
              </a:spcBef>
              <a:buClr>
                <a:srgbClr val="FF0000"/>
              </a:buClr>
              <a:buSzPct val="75000"/>
              <a:buFont typeface="Wingdings" pitchFamily="2" charset="2"/>
              <a:buChar char="n"/>
              <a:defRPr/>
            </a:pPr>
            <a:r>
              <a:rPr lang="zh-CN" altLang="en-US" sz="2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密钥泄露</a:t>
            </a:r>
          </a:p>
          <a:p>
            <a:pPr lvl="1" eaLnBrk="1" hangingPunct="1">
              <a:lnSpc>
                <a:spcPct val="90000"/>
              </a:lnSpc>
              <a:spcBef>
                <a:spcPct val="30000"/>
              </a:spcBef>
              <a:buClr>
                <a:srgbClr val="FF0000"/>
              </a:buClr>
              <a:buSzPct val="75000"/>
              <a:buFont typeface="Wingdings" pitchFamily="2" charset="2"/>
              <a:buChar char="u"/>
              <a:defRPr/>
            </a:pPr>
            <a:r>
              <a:rPr lang="zh-CN" altLang="en-US" sz="2000">
                <a:solidFill>
                  <a:schemeClr val="bg2"/>
                </a:solidFill>
                <a:effectLst>
                  <a:outerShdw blurRad="38100" dist="38100" dir="2700000" algn="tl">
                    <a:srgbClr val="C0C0C0"/>
                  </a:outerShdw>
                </a:effectLst>
                <a:latin typeface="Arial" panose="020B0604020202020204" pitchFamily="34" charset="0"/>
                <a:ea typeface="宋体" panose="02010600030101010101" pitchFamily="2" charset="-122"/>
              </a:rPr>
              <a:t>实体生成密钥泄露</a:t>
            </a:r>
          </a:p>
          <a:p>
            <a:pPr lvl="1" eaLnBrk="1" hangingPunct="1">
              <a:lnSpc>
                <a:spcPct val="90000"/>
              </a:lnSpc>
              <a:spcBef>
                <a:spcPct val="30000"/>
              </a:spcBef>
              <a:buClr>
                <a:srgbClr val="FF0000"/>
              </a:buClr>
              <a:buSzPct val="75000"/>
              <a:buFont typeface="Wingdings" pitchFamily="2" charset="2"/>
              <a:buChar char="u"/>
              <a:defRPr/>
            </a:pPr>
            <a:r>
              <a:rPr lang="en-US" altLang="zh-CN" sz="2000">
                <a:solidFill>
                  <a:schemeClr val="bg2"/>
                </a:solidFill>
                <a:effectLst>
                  <a:outerShdw blurRad="38100" dist="38100" dir="2700000" algn="tl">
                    <a:srgbClr val="C0C0C0"/>
                  </a:outerShdw>
                </a:effectLst>
                <a:latin typeface="Arial" panose="020B0604020202020204" pitchFamily="34" charset="0"/>
                <a:ea typeface="宋体" panose="02010600030101010101" pitchFamily="2" charset="-122"/>
              </a:rPr>
              <a:t>TTP</a:t>
            </a:r>
            <a:r>
              <a:rPr lang="zh-CN" altLang="en-US" sz="2000">
                <a:solidFill>
                  <a:schemeClr val="bg2"/>
                </a:solidFill>
                <a:effectLst>
                  <a:outerShdw blurRad="38100" dist="38100" dir="2700000" algn="tl">
                    <a:srgbClr val="C0C0C0"/>
                  </a:outerShdw>
                </a:effectLst>
                <a:latin typeface="Arial" panose="020B0604020202020204" pitchFamily="34" charset="0"/>
                <a:ea typeface="宋体" panose="02010600030101010101" pitchFamily="2" charset="-122"/>
              </a:rPr>
              <a:t>生成秘钥的泄露</a:t>
            </a:r>
          </a:p>
          <a:p>
            <a:pPr lvl="1" eaLnBrk="1" hangingPunct="1">
              <a:lnSpc>
                <a:spcPct val="90000"/>
              </a:lnSpc>
              <a:spcBef>
                <a:spcPct val="30000"/>
              </a:spcBef>
              <a:buClr>
                <a:srgbClr val="FF0000"/>
              </a:buClr>
              <a:buSzPct val="75000"/>
              <a:buFont typeface="Wingdings" pitchFamily="2" charset="2"/>
              <a:buChar char="u"/>
              <a:defRPr/>
            </a:pPr>
            <a:r>
              <a:rPr lang="zh-CN" altLang="en-US" sz="2000">
                <a:solidFill>
                  <a:schemeClr val="bg2"/>
                </a:solidFill>
                <a:effectLst>
                  <a:outerShdw blurRad="38100" dist="38100" dir="2700000" algn="tl">
                    <a:srgbClr val="C0C0C0"/>
                  </a:outerShdw>
                </a:effectLst>
                <a:latin typeface="Arial" panose="020B0604020202020204" pitchFamily="34" charset="0"/>
                <a:ea typeface="宋体" panose="02010600030101010101" pitchFamily="2" charset="-122"/>
              </a:rPr>
              <a:t>替换实体验证密钥</a:t>
            </a:r>
          </a:p>
          <a:p>
            <a:pPr lvl="1" eaLnBrk="1" hangingPunct="1">
              <a:lnSpc>
                <a:spcPct val="90000"/>
              </a:lnSpc>
              <a:spcBef>
                <a:spcPct val="30000"/>
              </a:spcBef>
              <a:buClr>
                <a:srgbClr val="FF0000"/>
              </a:buClr>
              <a:buSzPct val="75000"/>
              <a:buFont typeface="Wingdings" pitchFamily="2" charset="2"/>
              <a:buChar char="u"/>
              <a:defRPr/>
            </a:pPr>
            <a:r>
              <a:rPr lang="zh-CN" altLang="en-US" sz="2000">
                <a:solidFill>
                  <a:schemeClr val="bg2"/>
                </a:solidFill>
                <a:effectLst>
                  <a:outerShdw blurRad="38100" dist="38100" dir="2700000" algn="tl">
                    <a:srgbClr val="C0C0C0"/>
                  </a:outerShdw>
                </a:effectLst>
                <a:latin typeface="Arial" panose="020B0604020202020204" pitchFamily="34" charset="0"/>
                <a:ea typeface="宋体" panose="02010600030101010101" pitchFamily="2" charset="-122"/>
              </a:rPr>
              <a:t>替换</a:t>
            </a:r>
            <a:r>
              <a:rPr lang="en-US" altLang="zh-CN" sz="2000">
                <a:solidFill>
                  <a:schemeClr val="bg2"/>
                </a:solidFill>
                <a:effectLst>
                  <a:outerShdw blurRad="38100" dist="38100" dir="2700000" algn="tl">
                    <a:srgbClr val="C0C0C0"/>
                  </a:outerShdw>
                </a:effectLst>
                <a:latin typeface="Arial" panose="020B0604020202020204" pitchFamily="34" charset="0"/>
                <a:ea typeface="宋体" panose="02010600030101010101" pitchFamily="2" charset="-122"/>
              </a:rPr>
              <a:t>TTP</a:t>
            </a:r>
            <a:r>
              <a:rPr lang="zh-CN" altLang="en-US" sz="2000">
                <a:solidFill>
                  <a:schemeClr val="bg2"/>
                </a:solidFill>
                <a:effectLst>
                  <a:outerShdw blurRad="38100" dist="38100" dir="2700000" algn="tl">
                    <a:srgbClr val="C0C0C0"/>
                  </a:outerShdw>
                </a:effectLst>
                <a:latin typeface="Arial" panose="020B0604020202020204" pitchFamily="34" charset="0"/>
                <a:ea typeface="宋体" panose="02010600030101010101" pitchFamily="2" charset="-122"/>
              </a:rPr>
              <a:t>验证密钥</a:t>
            </a:r>
            <a:endParaRPr lang="en-US" altLang="zh-CN" sz="2000">
              <a:solidFill>
                <a:schemeClr val="bg2"/>
              </a:solidFill>
              <a:effectLst>
                <a:outerShdw blurRad="38100" dist="38100" dir="2700000" algn="tl">
                  <a:srgbClr val="C0C0C0"/>
                </a:outerShdw>
              </a:effectLst>
              <a:latin typeface="Arial" panose="020B0604020202020204" pitchFamily="34" charset="0"/>
              <a:ea typeface="宋体" panose="02010600030101010101" pitchFamily="2" charset="-122"/>
            </a:endParaRPr>
          </a:p>
          <a:p>
            <a:pPr eaLnBrk="1" hangingPunct="1">
              <a:lnSpc>
                <a:spcPct val="90000"/>
              </a:lnSpc>
              <a:spcBef>
                <a:spcPct val="30000"/>
              </a:spcBef>
              <a:buClr>
                <a:srgbClr val="FF0000"/>
              </a:buClr>
              <a:buSzPct val="75000"/>
              <a:buFont typeface="Wingdings" pitchFamily="2" charset="2"/>
              <a:buChar char="n"/>
              <a:defRPr/>
            </a:pPr>
            <a:r>
              <a:rPr lang="zh-CN" altLang="en-US" sz="2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泄露证据</a:t>
            </a:r>
          </a:p>
          <a:p>
            <a:pPr lvl="1" eaLnBrk="1" hangingPunct="1">
              <a:lnSpc>
                <a:spcPct val="90000"/>
              </a:lnSpc>
              <a:spcBef>
                <a:spcPct val="30000"/>
              </a:spcBef>
              <a:buClr>
                <a:srgbClr val="FF0000"/>
              </a:buClr>
              <a:buSzPct val="75000"/>
              <a:buFont typeface="Wingdings" pitchFamily="2" charset="2"/>
              <a:buChar char="u"/>
              <a:defRPr/>
            </a:pPr>
            <a:r>
              <a:rPr lang="zh-CN" altLang="en-US" sz="2000">
                <a:solidFill>
                  <a:schemeClr val="bg2"/>
                </a:solidFill>
                <a:effectLst>
                  <a:outerShdw blurRad="38100" dist="38100" dir="2700000" algn="tl">
                    <a:srgbClr val="C0C0C0"/>
                  </a:outerShdw>
                </a:effectLst>
                <a:latin typeface="Arial" panose="020B0604020202020204" pitchFamily="34" charset="0"/>
                <a:ea typeface="宋体" panose="02010600030101010101" pitchFamily="2" charset="-122"/>
              </a:rPr>
              <a:t>证据的未授权修改和破坏</a:t>
            </a:r>
          </a:p>
          <a:p>
            <a:pPr lvl="1" eaLnBrk="1" hangingPunct="1">
              <a:lnSpc>
                <a:spcPct val="90000"/>
              </a:lnSpc>
              <a:spcBef>
                <a:spcPct val="30000"/>
              </a:spcBef>
              <a:buClr>
                <a:srgbClr val="FF0000"/>
              </a:buClr>
              <a:buSzPct val="75000"/>
              <a:buFont typeface="Wingdings" pitchFamily="2" charset="2"/>
              <a:buChar char="u"/>
              <a:defRPr/>
            </a:pPr>
            <a:r>
              <a:rPr lang="zh-CN" altLang="en-US" sz="2000">
                <a:solidFill>
                  <a:schemeClr val="bg2"/>
                </a:solidFill>
                <a:effectLst>
                  <a:outerShdw blurRad="38100" dist="38100" dir="2700000" algn="tl">
                    <a:srgbClr val="C0C0C0"/>
                  </a:outerShdw>
                </a:effectLst>
                <a:latin typeface="Arial" panose="020B0604020202020204" pitchFamily="34" charset="0"/>
                <a:ea typeface="宋体" panose="02010600030101010101" pitchFamily="2" charset="-122"/>
              </a:rPr>
              <a:t>破坏证据或使之无效</a:t>
            </a:r>
          </a:p>
          <a:p>
            <a:pPr eaLnBrk="1" hangingPunct="1">
              <a:lnSpc>
                <a:spcPct val="90000"/>
              </a:lnSpc>
              <a:spcBef>
                <a:spcPct val="30000"/>
              </a:spcBef>
              <a:buClr>
                <a:srgbClr val="FF0000"/>
              </a:buClr>
              <a:buSzPct val="75000"/>
              <a:buFont typeface="Wingdings" pitchFamily="2" charset="2"/>
              <a:buChar char="n"/>
              <a:defRPr/>
            </a:pPr>
            <a:r>
              <a:rPr lang="zh-CN" altLang="en-US" sz="2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伪造证据</a:t>
            </a:r>
          </a:p>
          <a:p>
            <a:pPr lvl="1" eaLnBrk="1" hangingPunct="1">
              <a:lnSpc>
                <a:spcPct val="90000"/>
              </a:lnSpc>
              <a:spcBef>
                <a:spcPct val="30000"/>
              </a:spcBef>
              <a:buClr>
                <a:srgbClr val="FF0000"/>
              </a:buClr>
              <a:buSzPct val="75000"/>
              <a:buFont typeface="Wingdings" pitchFamily="2" charset="2"/>
              <a:buChar char="u"/>
              <a:defRPr/>
            </a:pPr>
            <a:r>
              <a:rPr lang="zh-CN" altLang="en-US" sz="2000">
                <a:solidFill>
                  <a:schemeClr val="bg2"/>
                </a:solidFill>
                <a:effectLst>
                  <a:outerShdw blurRad="38100" dist="38100" dir="2700000" algn="tl">
                    <a:srgbClr val="C0C0C0"/>
                  </a:outerShdw>
                </a:effectLst>
                <a:latin typeface="Arial" panose="020B0604020202020204" pitchFamily="34" charset="0"/>
                <a:ea typeface="宋体" panose="02010600030101010101" pitchFamily="2" charset="-122"/>
              </a:rPr>
              <a:t>外部人员伪造证据</a:t>
            </a:r>
          </a:p>
          <a:p>
            <a:pPr lvl="1" eaLnBrk="1" hangingPunct="1">
              <a:lnSpc>
                <a:spcPct val="90000"/>
              </a:lnSpc>
              <a:spcBef>
                <a:spcPct val="30000"/>
              </a:spcBef>
              <a:buClr>
                <a:srgbClr val="FF0000"/>
              </a:buClr>
              <a:buSzPct val="75000"/>
              <a:buFont typeface="Wingdings" pitchFamily="2" charset="2"/>
              <a:buChar char="u"/>
              <a:defRPr/>
            </a:pPr>
            <a:r>
              <a:rPr lang="zh-CN" altLang="en-US" sz="2000">
                <a:solidFill>
                  <a:schemeClr val="bg2"/>
                </a:solidFill>
                <a:effectLst>
                  <a:outerShdw blurRad="38100" dist="38100" dir="2700000" algn="tl">
                    <a:srgbClr val="C0C0C0"/>
                  </a:outerShdw>
                </a:effectLst>
                <a:latin typeface="Arial" panose="020B0604020202020204" pitchFamily="34" charset="0"/>
                <a:ea typeface="宋体" panose="02010600030101010101" pitchFamily="2" charset="-122"/>
              </a:rPr>
              <a:t>证据的虚假验证</a:t>
            </a:r>
          </a:p>
          <a:p>
            <a:pPr lvl="1" eaLnBrk="1" hangingPunct="1">
              <a:lnSpc>
                <a:spcPct val="90000"/>
              </a:lnSpc>
              <a:spcBef>
                <a:spcPct val="30000"/>
              </a:spcBef>
              <a:buClr>
                <a:srgbClr val="FF0000"/>
              </a:buClr>
              <a:buSzPct val="75000"/>
              <a:buFont typeface="Wingdings" pitchFamily="2" charset="2"/>
              <a:buChar char="u"/>
              <a:defRPr/>
            </a:pPr>
            <a:r>
              <a:rPr lang="zh-CN" altLang="en-US" sz="2000">
                <a:solidFill>
                  <a:schemeClr val="bg2"/>
                </a:solidFill>
                <a:effectLst>
                  <a:outerShdw blurRad="38100" dist="38100" dir="2700000" algn="tl">
                    <a:srgbClr val="C0C0C0"/>
                  </a:outerShdw>
                </a:effectLst>
                <a:latin typeface="Arial" panose="020B0604020202020204" pitchFamily="34" charset="0"/>
                <a:ea typeface="宋体" panose="02010600030101010101" pitchFamily="2" charset="-122"/>
              </a:rPr>
              <a:t>可信第三方伪造证据</a:t>
            </a: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75BB40A6-2B25-C941-B12D-CF79A30F4D38}"/>
              </a:ext>
            </a:extLst>
          </p:cNvPr>
          <p:cNvSpPr/>
          <p:nvPr/>
        </p:nvSpPr>
        <p:spPr>
          <a:xfrm>
            <a:off x="381000" y="815975"/>
            <a:ext cx="6248400" cy="479425"/>
          </a:xfrm>
          <a:prstGeom prst="rect">
            <a:avLst/>
          </a:prstGeom>
        </p:spPr>
        <p:txBody>
          <a:bodyPr>
            <a:spAutoFit/>
          </a:bodyPr>
          <a:lstStyle/>
          <a:p>
            <a:pPr eaLnBrk="1" hangingPunct="1">
              <a:lnSpc>
                <a:spcPct val="90000"/>
              </a:lnSpc>
              <a:defRPr/>
            </a:pPr>
            <a:r>
              <a:rPr lang="en-US" altLang="zh-CN" sz="2800">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49" charset="-122"/>
              </a:rPr>
              <a:t>4.6.9  </a:t>
            </a:r>
            <a:r>
              <a:rPr lang="zh-CN" altLang="en-US" sz="2800">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49" charset="-122"/>
              </a:rPr>
              <a:t>公证机制</a:t>
            </a:r>
          </a:p>
        </p:txBody>
      </p:sp>
      <p:sp>
        <p:nvSpPr>
          <p:cNvPr id="141314" name="矩形 2">
            <a:extLst>
              <a:ext uri="{FF2B5EF4-FFF2-40B4-BE49-F238E27FC236}">
                <a16:creationId xmlns:a16="http://schemas.microsoft.com/office/drawing/2014/main" id="{541AC7C3-08F4-2247-9784-62D7E3B1A7A0}"/>
              </a:ext>
            </a:extLst>
          </p:cNvPr>
          <p:cNvSpPr>
            <a:spLocks noChangeArrowheads="1"/>
          </p:cNvSpPr>
          <p:nvPr/>
        </p:nvSpPr>
        <p:spPr bwMode="auto">
          <a:xfrm>
            <a:off x="838200" y="1905000"/>
            <a:ext cx="7315200" cy="2420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a:lnSpc>
                <a:spcPct val="150000"/>
              </a:lnSpc>
            </a:pPr>
            <a:r>
              <a:rPr lang="zh-CN" altLang="en-US" sz="2400">
                <a:latin typeface="黑体" panose="02010609060101010101" pitchFamily="49" charset="-122"/>
                <a:ea typeface="黑体" panose="02010609060101010101" pitchFamily="49" charset="-122"/>
              </a:rPr>
              <a:t>定义：</a:t>
            </a:r>
            <a:r>
              <a:rPr lang="zh-CN" altLang="zh-CN" sz="2000">
                <a:solidFill>
                  <a:schemeClr val="bg2"/>
                </a:solidFill>
                <a:latin typeface="黑体" panose="02010609060101010101" pitchFamily="49" charset="-122"/>
                <a:ea typeface="黑体" panose="02010609060101010101" pitchFamily="49" charset="-122"/>
              </a:rPr>
              <a:t>在通信过程中，信息的完整性、信源、通信时间和目的地、密钥分配、数字签名等，均可以借助公证机制加以保证。保证是由第三方公证机制提供，它接受通信实体的委托，并掌握可供证明的可信赖的所需信息。公证可以是仲裁方式或判决方式的。</a:t>
            </a:r>
            <a:endParaRPr lang="zh-CN" altLang="en-US" sz="2000">
              <a:solidFill>
                <a:schemeClr val="bg2"/>
              </a:solidFill>
              <a:latin typeface="黑体" panose="02010609060101010101" pitchFamily="49" charset="-122"/>
              <a:ea typeface="黑体" panose="02010609060101010101" pitchFamily="49" charset="-122"/>
            </a:endParaRP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5474" name="图片 1">
            <a:extLst>
              <a:ext uri="{FF2B5EF4-FFF2-40B4-BE49-F238E27FC236}">
                <a16:creationId xmlns:a16="http://schemas.microsoft.com/office/drawing/2014/main" id="{ACE97127-9218-BB42-9AEF-0ABC9FE34D57}"/>
              </a:ext>
            </a:extLst>
          </p:cNvPr>
          <p:cNvPicPr>
            <a:picLocks noChangeAspect="1"/>
          </p:cNvPicPr>
          <p:nvPr/>
        </p:nvPicPr>
        <p:blipFill>
          <a:blip r:embed="rId2"/>
          <a:srcRect/>
          <a:stretch>
            <a:fillRect/>
          </a:stretch>
        </p:blipFill>
        <p:spPr bwMode="auto">
          <a:xfrm>
            <a:off x="404813" y="1481138"/>
            <a:ext cx="8334375" cy="3895725"/>
          </a:xfrm>
          <a:prstGeom prst="rect">
            <a:avLst/>
          </a:prstGeom>
          <a:noFill/>
          <a:ln w="28575">
            <a:solidFill>
              <a:schemeClr val="tx1">
                <a:lumMod val="50000"/>
              </a:schemeClr>
            </a:solidFill>
            <a:miter lim="800000"/>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7C803D9-3B8B-7E4D-AC15-01BAFE3B04DB}"/>
              </a:ext>
            </a:extLst>
          </p:cNvPr>
          <p:cNvSpPr/>
          <p:nvPr/>
        </p:nvSpPr>
        <p:spPr>
          <a:xfrm>
            <a:off x="381000" y="739775"/>
            <a:ext cx="6248400" cy="479425"/>
          </a:xfrm>
          <a:prstGeom prst="rect">
            <a:avLst/>
          </a:prstGeom>
        </p:spPr>
        <p:txBody>
          <a:bodyPr>
            <a:spAutoFit/>
          </a:bodyPr>
          <a:lstStyle/>
          <a:p>
            <a:pPr eaLnBrk="1" hangingPunct="1">
              <a:lnSpc>
                <a:spcPct val="90000"/>
              </a:lnSpc>
              <a:defRPr/>
            </a:pPr>
            <a:r>
              <a:rPr lang="en-US" altLang="zh-CN" sz="2800">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49" charset="-122"/>
              </a:rPr>
              <a:t>4.6.10 </a:t>
            </a:r>
            <a:r>
              <a:rPr lang="zh-CN" altLang="en-US" sz="2800">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49" charset="-122"/>
              </a:rPr>
              <a:t>安全审计和报警机制</a:t>
            </a:r>
          </a:p>
        </p:txBody>
      </p:sp>
      <p:sp>
        <p:nvSpPr>
          <p:cNvPr id="4" name="Rectangle 3">
            <a:extLst>
              <a:ext uri="{FF2B5EF4-FFF2-40B4-BE49-F238E27FC236}">
                <a16:creationId xmlns:a16="http://schemas.microsoft.com/office/drawing/2014/main" id="{22C9F927-97B3-6C43-B6FA-9E88D6982547}"/>
              </a:ext>
            </a:extLst>
          </p:cNvPr>
          <p:cNvSpPr txBox="1">
            <a:spLocks noChangeArrowheads="1"/>
          </p:cNvSpPr>
          <p:nvPr/>
        </p:nvSpPr>
        <p:spPr bwMode="auto">
          <a:xfrm>
            <a:off x="533400" y="1371600"/>
            <a:ext cx="7505700" cy="4522788"/>
          </a:xfrm>
          <a:prstGeom prst="rect">
            <a:avLst/>
          </a:prstGeom>
          <a:noFill/>
        </p:spPr>
        <p:txBody>
          <a:bodyPr/>
          <a:lstStyle>
            <a:lvl1pPr marL="571500" indent="-571500">
              <a:defRPr sz="4800" b="1">
                <a:solidFill>
                  <a:srgbClr val="FF0000"/>
                </a:solidFill>
                <a:latin typeface="隶书" pitchFamily="49" charset="-122"/>
                <a:ea typeface="隶书" pitchFamily="49" charset="-122"/>
              </a:defRPr>
            </a:lvl1pPr>
            <a:lvl2pPr>
              <a:defRPr sz="4800" b="1">
                <a:solidFill>
                  <a:srgbClr val="FF0000"/>
                </a:solidFill>
                <a:latin typeface="隶书" pitchFamily="49" charset="-122"/>
                <a:ea typeface="隶书" pitchFamily="49" charset="-122"/>
              </a:defRPr>
            </a:lvl2pPr>
            <a:lvl3pPr>
              <a:defRPr sz="4800" b="1">
                <a:solidFill>
                  <a:srgbClr val="FF0000"/>
                </a:solidFill>
                <a:latin typeface="隶书" pitchFamily="49" charset="-122"/>
                <a:ea typeface="隶书" pitchFamily="49" charset="-122"/>
              </a:defRPr>
            </a:lvl3pPr>
            <a:lvl4pPr>
              <a:defRPr sz="4800" b="1">
                <a:solidFill>
                  <a:srgbClr val="FF0000"/>
                </a:solidFill>
                <a:latin typeface="隶书" pitchFamily="49" charset="-122"/>
                <a:ea typeface="隶书" pitchFamily="49" charset="-122"/>
              </a:defRPr>
            </a:lvl4pPr>
            <a:lvl5pPr>
              <a:defRPr sz="4800" b="1">
                <a:solidFill>
                  <a:srgbClr val="FF0000"/>
                </a:solidFill>
                <a:latin typeface="隶书" pitchFamily="49" charset="-122"/>
                <a:ea typeface="隶书" pitchFamily="49" charset="-122"/>
              </a:defRPr>
            </a:lvl5pPr>
            <a:lvl6pPr fontAlgn="base">
              <a:spcBef>
                <a:spcPct val="0"/>
              </a:spcBef>
              <a:spcAft>
                <a:spcPct val="0"/>
              </a:spcAft>
              <a:defRPr sz="4800" b="1">
                <a:solidFill>
                  <a:srgbClr val="FF0000"/>
                </a:solidFill>
                <a:latin typeface="隶书" pitchFamily="49" charset="-122"/>
                <a:ea typeface="隶书" pitchFamily="49" charset="-122"/>
              </a:defRPr>
            </a:lvl6pPr>
            <a:lvl7pPr fontAlgn="base">
              <a:spcBef>
                <a:spcPct val="0"/>
              </a:spcBef>
              <a:spcAft>
                <a:spcPct val="0"/>
              </a:spcAft>
              <a:defRPr sz="4800" b="1">
                <a:solidFill>
                  <a:srgbClr val="FF0000"/>
                </a:solidFill>
                <a:latin typeface="隶书" pitchFamily="49" charset="-122"/>
                <a:ea typeface="隶书" pitchFamily="49" charset="-122"/>
              </a:defRPr>
            </a:lvl7pPr>
            <a:lvl8pPr fontAlgn="base">
              <a:spcBef>
                <a:spcPct val="0"/>
              </a:spcBef>
              <a:spcAft>
                <a:spcPct val="0"/>
              </a:spcAft>
              <a:defRPr sz="4800" b="1">
                <a:solidFill>
                  <a:srgbClr val="FF0000"/>
                </a:solidFill>
                <a:latin typeface="隶书" pitchFamily="49" charset="-122"/>
                <a:ea typeface="隶书" pitchFamily="49" charset="-122"/>
              </a:defRPr>
            </a:lvl8pPr>
            <a:lvl9pPr fontAlgn="base">
              <a:spcBef>
                <a:spcPct val="0"/>
              </a:spcBef>
              <a:spcAft>
                <a:spcPct val="0"/>
              </a:spcAft>
              <a:defRPr sz="4800" b="1">
                <a:solidFill>
                  <a:srgbClr val="FF0000"/>
                </a:solidFill>
                <a:latin typeface="隶书" pitchFamily="49" charset="-122"/>
                <a:ea typeface="隶书" pitchFamily="49" charset="-122"/>
              </a:defRPr>
            </a:lvl9pPr>
          </a:lstStyle>
          <a:p>
            <a:pPr eaLnBrk="1" hangingPunct="1">
              <a:lnSpc>
                <a:spcPct val="90000"/>
              </a:lnSpc>
              <a:spcBef>
                <a:spcPct val="30000"/>
              </a:spcBef>
              <a:buClr>
                <a:srgbClr val="FF0000"/>
              </a:buClr>
              <a:buSzPct val="75000"/>
              <a:buFont typeface="Wingdings" pitchFamily="2" charset="2"/>
              <a:buChar char="u"/>
              <a:defRPr/>
            </a:pPr>
            <a:r>
              <a:rPr lang="zh-CN" altLang="en-US" sz="2000" dirty="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安全审计跟踪可以通过事后的安全审计来检测和调查安全策略执行的情况以及安全遭到的破坏情况。</a:t>
            </a:r>
          </a:p>
          <a:p>
            <a:pPr eaLnBrk="1" hangingPunct="1">
              <a:lnSpc>
                <a:spcPct val="90000"/>
              </a:lnSpc>
              <a:spcBef>
                <a:spcPct val="30000"/>
              </a:spcBef>
              <a:buClr>
                <a:srgbClr val="FF0000"/>
              </a:buClr>
              <a:buSzPct val="75000"/>
              <a:buFont typeface="Wingdings" pitchFamily="2" charset="2"/>
              <a:buChar char="u"/>
              <a:defRPr/>
            </a:pPr>
            <a:r>
              <a:rPr lang="zh-CN" altLang="en-US" sz="2000" dirty="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安全审计考虑系统记录和活动的独立评估、考核、以测试系统控制是否充分，确保与既定策略和操作规程相一致，有助于对入侵进行评估，指出控制、策略和程序的变化。</a:t>
            </a:r>
          </a:p>
          <a:p>
            <a:pPr eaLnBrk="1" hangingPunct="1">
              <a:lnSpc>
                <a:spcPct val="90000"/>
              </a:lnSpc>
              <a:spcBef>
                <a:spcPct val="30000"/>
              </a:spcBef>
              <a:buClr>
                <a:srgbClr val="FF0000"/>
              </a:buClr>
              <a:buSzPct val="75000"/>
              <a:buFont typeface="Wingdings" pitchFamily="2" charset="2"/>
              <a:buChar char="u"/>
              <a:defRPr/>
            </a:pPr>
            <a:r>
              <a:rPr lang="zh-CN" altLang="en-US" sz="2000" dirty="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安全审计需要安全审计跟踪中与安全有关的记录信息，和从安全审计跟踪中得到的分析和报告信息。</a:t>
            </a:r>
          </a:p>
          <a:p>
            <a:pPr eaLnBrk="1" hangingPunct="1">
              <a:lnSpc>
                <a:spcPct val="90000"/>
              </a:lnSpc>
              <a:spcBef>
                <a:spcPct val="30000"/>
              </a:spcBef>
              <a:buClr>
                <a:srgbClr val="FF0000"/>
              </a:buClr>
              <a:buSzPct val="75000"/>
              <a:buFont typeface="Wingdings" pitchFamily="2" charset="2"/>
              <a:buChar char="u"/>
              <a:defRPr/>
            </a:pPr>
            <a:r>
              <a:rPr lang="zh-CN" altLang="en-US" sz="2000" dirty="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日志或记录被视为一种安全机制，而分析和报告生成被视为一种安全管理功能。</a:t>
            </a:r>
          </a:p>
          <a:p>
            <a:pPr eaLnBrk="1" hangingPunct="1">
              <a:lnSpc>
                <a:spcPct val="90000"/>
              </a:lnSpc>
              <a:spcBef>
                <a:spcPct val="30000"/>
              </a:spcBef>
              <a:buClr>
                <a:srgbClr val="FF0000"/>
              </a:buClr>
              <a:buSzPct val="75000"/>
              <a:buFont typeface="Wingdings" pitchFamily="2" charset="2"/>
              <a:buChar char="u"/>
              <a:defRPr/>
            </a:pPr>
            <a:r>
              <a:rPr lang="zh-CN" altLang="en-US" sz="2000" dirty="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通过指明所记录的与安全有关的事件的类别，安全审计跟踪信息的收集可以适应各种需要。</a:t>
            </a:r>
          </a:p>
          <a:p>
            <a:pPr eaLnBrk="1" hangingPunct="1">
              <a:lnSpc>
                <a:spcPct val="90000"/>
              </a:lnSpc>
              <a:spcBef>
                <a:spcPct val="30000"/>
              </a:spcBef>
              <a:buClr>
                <a:srgbClr val="FF0000"/>
              </a:buClr>
              <a:buSzPct val="75000"/>
              <a:buFont typeface="Wingdings" pitchFamily="2" charset="2"/>
              <a:buChar char="u"/>
              <a:defRPr/>
            </a:pPr>
            <a:r>
              <a:rPr lang="zh-CN" altLang="en-US" sz="2000" dirty="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安全审计跟踪的存在对潜在的安全攻击源的攻击可以起到威慑作用。</a:t>
            </a: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B5C6ADB-8C20-A24B-9E87-313DB662E624}"/>
              </a:ext>
            </a:extLst>
          </p:cNvPr>
          <p:cNvSpPr/>
          <p:nvPr/>
        </p:nvSpPr>
        <p:spPr>
          <a:xfrm>
            <a:off x="381000" y="739775"/>
            <a:ext cx="6248400" cy="479425"/>
          </a:xfrm>
          <a:prstGeom prst="rect">
            <a:avLst/>
          </a:prstGeom>
        </p:spPr>
        <p:txBody>
          <a:bodyPr>
            <a:spAutoFit/>
          </a:bodyPr>
          <a:lstStyle/>
          <a:p>
            <a:pPr eaLnBrk="1" hangingPunct="1">
              <a:lnSpc>
                <a:spcPct val="90000"/>
              </a:lnSpc>
              <a:defRPr/>
            </a:pPr>
            <a:r>
              <a:rPr kumimoji="1" lang="en-US" altLang="zh-CN" sz="2800" dirty="0">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4.6.11 </a:t>
            </a:r>
            <a:r>
              <a:rPr kumimoji="1" lang="zh-CN" altLang="en-US" sz="2800" dirty="0">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普遍安全机制</a:t>
            </a:r>
          </a:p>
        </p:txBody>
      </p:sp>
      <p:sp>
        <p:nvSpPr>
          <p:cNvPr id="4" name="Rectangle 3">
            <a:extLst>
              <a:ext uri="{FF2B5EF4-FFF2-40B4-BE49-F238E27FC236}">
                <a16:creationId xmlns:a16="http://schemas.microsoft.com/office/drawing/2014/main" id="{7375C931-6BEB-AF4A-98CB-86363DAF05CC}"/>
              </a:ext>
            </a:extLst>
          </p:cNvPr>
          <p:cNvSpPr txBox="1">
            <a:spLocks noChangeArrowheads="1"/>
          </p:cNvSpPr>
          <p:nvPr/>
        </p:nvSpPr>
        <p:spPr bwMode="auto">
          <a:xfrm>
            <a:off x="685800" y="1524000"/>
            <a:ext cx="6172200" cy="2514600"/>
          </a:xfrm>
          <a:prstGeom prst="rect">
            <a:avLst/>
          </a:prstGeom>
          <a:noFill/>
        </p:spPr>
        <p:txBody>
          <a:bodyPr/>
          <a:lstStyle>
            <a:lvl1pPr>
              <a:defRPr sz="4800" b="1">
                <a:solidFill>
                  <a:srgbClr val="FF0000"/>
                </a:solidFill>
                <a:latin typeface="隶书" pitchFamily="49" charset="-122"/>
                <a:ea typeface="隶书" pitchFamily="49" charset="-122"/>
              </a:defRPr>
            </a:lvl1pPr>
            <a:lvl2pPr marL="1028700" indent="-455613">
              <a:defRPr sz="4800" b="1">
                <a:solidFill>
                  <a:srgbClr val="FF0000"/>
                </a:solidFill>
                <a:latin typeface="隶书" pitchFamily="49" charset="-122"/>
                <a:ea typeface="隶书" pitchFamily="49" charset="-122"/>
              </a:defRPr>
            </a:lvl2pPr>
            <a:lvl3pPr>
              <a:defRPr sz="4800" b="1">
                <a:solidFill>
                  <a:srgbClr val="FF0000"/>
                </a:solidFill>
                <a:latin typeface="隶书" pitchFamily="49" charset="-122"/>
                <a:ea typeface="隶书" pitchFamily="49" charset="-122"/>
              </a:defRPr>
            </a:lvl3pPr>
            <a:lvl4pPr>
              <a:defRPr sz="4800" b="1">
                <a:solidFill>
                  <a:srgbClr val="FF0000"/>
                </a:solidFill>
                <a:latin typeface="隶书" pitchFamily="49" charset="-122"/>
                <a:ea typeface="隶书" pitchFamily="49" charset="-122"/>
              </a:defRPr>
            </a:lvl4pPr>
            <a:lvl5pPr>
              <a:defRPr sz="4800" b="1">
                <a:solidFill>
                  <a:srgbClr val="FF0000"/>
                </a:solidFill>
                <a:latin typeface="隶书" pitchFamily="49" charset="-122"/>
                <a:ea typeface="隶书" pitchFamily="49" charset="-122"/>
              </a:defRPr>
            </a:lvl5pPr>
            <a:lvl6pPr fontAlgn="base">
              <a:spcBef>
                <a:spcPct val="0"/>
              </a:spcBef>
              <a:spcAft>
                <a:spcPct val="0"/>
              </a:spcAft>
              <a:defRPr sz="4800" b="1">
                <a:solidFill>
                  <a:srgbClr val="FF0000"/>
                </a:solidFill>
                <a:latin typeface="隶书" pitchFamily="49" charset="-122"/>
                <a:ea typeface="隶书" pitchFamily="49" charset="-122"/>
              </a:defRPr>
            </a:lvl6pPr>
            <a:lvl7pPr fontAlgn="base">
              <a:spcBef>
                <a:spcPct val="0"/>
              </a:spcBef>
              <a:spcAft>
                <a:spcPct val="0"/>
              </a:spcAft>
              <a:defRPr sz="4800" b="1">
                <a:solidFill>
                  <a:srgbClr val="FF0000"/>
                </a:solidFill>
                <a:latin typeface="隶书" pitchFamily="49" charset="-122"/>
                <a:ea typeface="隶书" pitchFamily="49" charset="-122"/>
              </a:defRPr>
            </a:lvl7pPr>
            <a:lvl8pPr fontAlgn="base">
              <a:spcBef>
                <a:spcPct val="0"/>
              </a:spcBef>
              <a:spcAft>
                <a:spcPct val="0"/>
              </a:spcAft>
              <a:defRPr sz="4800" b="1">
                <a:solidFill>
                  <a:srgbClr val="FF0000"/>
                </a:solidFill>
                <a:latin typeface="隶书" pitchFamily="49" charset="-122"/>
                <a:ea typeface="隶书" pitchFamily="49" charset="-122"/>
              </a:defRPr>
            </a:lvl8pPr>
            <a:lvl9pPr fontAlgn="base">
              <a:spcBef>
                <a:spcPct val="0"/>
              </a:spcBef>
              <a:spcAft>
                <a:spcPct val="0"/>
              </a:spcAft>
              <a:defRPr sz="4800" b="1">
                <a:solidFill>
                  <a:srgbClr val="FF0000"/>
                </a:solidFill>
                <a:latin typeface="隶书" pitchFamily="49" charset="-122"/>
                <a:ea typeface="隶书" pitchFamily="49" charset="-122"/>
              </a:defRPr>
            </a:lvl9pPr>
          </a:lstStyle>
          <a:p>
            <a:pPr lvl="1" eaLnBrk="1" hangingPunct="1">
              <a:lnSpc>
                <a:spcPct val="90000"/>
              </a:lnSpc>
              <a:spcBef>
                <a:spcPct val="30000"/>
              </a:spcBef>
              <a:buClr>
                <a:srgbClr val="FF0000"/>
              </a:buClr>
              <a:buSzPct val="75000"/>
              <a:buFont typeface="Wingdings" pitchFamily="2" charset="2"/>
              <a:buChar char="u"/>
              <a:defRPr/>
            </a:pPr>
            <a:r>
              <a:rPr lang="zh-CN" altLang="en-US" sz="2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可信机制</a:t>
            </a:r>
          </a:p>
          <a:p>
            <a:pPr lvl="1" eaLnBrk="1" hangingPunct="1">
              <a:lnSpc>
                <a:spcPct val="90000"/>
              </a:lnSpc>
              <a:spcBef>
                <a:spcPct val="30000"/>
              </a:spcBef>
              <a:buClr>
                <a:srgbClr val="FF0000"/>
              </a:buClr>
              <a:buSzPct val="75000"/>
              <a:buFont typeface="Wingdings" pitchFamily="2" charset="2"/>
              <a:buChar char="u"/>
              <a:defRPr/>
            </a:pPr>
            <a:r>
              <a:rPr lang="zh-CN" altLang="en-US" sz="2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安全标记</a:t>
            </a:r>
          </a:p>
          <a:p>
            <a:pPr lvl="1" eaLnBrk="1" hangingPunct="1">
              <a:lnSpc>
                <a:spcPct val="90000"/>
              </a:lnSpc>
              <a:spcBef>
                <a:spcPct val="30000"/>
              </a:spcBef>
              <a:buClr>
                <a:srgbClr val="FF0000"/>
              </a:buClr>
              <a:buSzPct val="75000"/>
              <a:buFont typeface="Wingdings" pitchFamily="2" charset="2"/>
              <a:buChar char="u"/>
              <a:defRPr/>
            </a:pPr>
            <a:r>
              <a:rPr lang="zh-CN" altLang="en-US" sz="2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事件检测机制</a:t>
            </a:r>
          </a:p>
          <a:p>
            <a:pPr lvl="1" eaLnBrk="1" hangingPunct="1">
              <a:lnSpc>
                <a:spcPct val="90000"/>
              </a:lnSpc>
              <a:spcBef>
                <a:spcPct val="30000"/>
              </a:spcBef>
              <a:buClr>
                <a:srgbClr val="FF0000"/>
              </a:buClr>
              <a:buSzPct val="75000"/>
              <a:buFont typeface="Wingdings" pitchFamily="2" charset="2"/>
              <a:buChar char="u"/>
              <a:defRPr/>
            </a:pPr>
            <a:r>
              <a:rPr lang="zh-CN" altLang="en-US" sz="2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安全恢复机制</a:t>
            </a:r>
          </a:p>
          <a:p>
            <a:pPr lvl="1" eaLnBrk="1" hangingPunct="1">
              <a:lnSpc>
                <a:spcPct val="90000"/>
              </a:lnSpc>
              <a:spcBef>
                <a:spcPct val="30000"/>
              </a:spcBef>
              <a:buClr>
                <a:srgbClr val="FF0000"/>
              </a:buClr>
              <a:buSzPct val="75000"/>
              <a:buFont typeface="Wingdings" pitchFamily="2" charset="2"/>
              <a:buChar char="u"/>
              <a:defRPr/>
            </a:pPr>
            <a:r>
              <a:rPr lang="zh-CN" altLang="en-US" sz="240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路由选择机制</a:t>
            </a: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45409" name="图片 2">
            <a:extLst>
              <a:ext uri="{FF2B5EF4-FFF2-40B4-BE49-F238E27FC236}">
                <a16:creationId xmlns:a16="http://schemas.microsoft.com/office/drawing/2014/main" id="{B548E363-2317-F045-A7AF-F5E05F2076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5000" y="3581400"/>
            <a:ext cx="3429000" cy="266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3">
            <a:extLst>
              <a:ext uri="{FF2B5EF4-FFF2-40B4-BE49-F238E27FC236}">
                <a16:creationId xmlns:a16="http://schemas.microsoft.com/office/drawing/2014/main" id="{43503074-5498-0345-B2AB-77B4010F9B83}"/>
              </a:ext>
            </a:extLst>
          </p:cNvPr>
          <p:cNvSpPr txBox="1">
            <a:spLocks noChangeArrowheads="1"/>
          </p:cNvSpPr>
          <p:nvPr/>
        </p:nvSpPr>
        <p:spPr>
          <a:xfrm>
            <a:off x="381000" y="1676400"/>
            <a:ext cx="8397875" cy="4038600"/>
          </a:xfrm>
          <a:prstGeom prst="rect">
            <a:avLst/>
          </a:prstGeom>
        </p:spPr>
        <p:txBody>
          <a:bodyPr/>
          <a:lstStyle/>
          <a:p>
            <a:pPr>
              <a:lnSpc>
                <a:spcPct val="130000"/>
              </a:lnSpc>
              <a:spcBef>
                <a:spcPct val="30000"/>
              </a:spcBef>
              <a:buClr>
                <a:srgbClr val="0070C0"/>
              </a:buClr>
              <a:buSzPct val="75000"/>
              <a:defRPr/>
            </a:pPr>
            <a:r>
              <a:rPr lang="zh-CN" altLang="en-US" sz="2000" dirty="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       大约在11周后有个讨论课，问题分组，代表发言（默认是组长，大家可以报名发言，不发言的要至少提问一个问题），大家讨论：</a:t>
            </a:r>
          </a:p>
          <a:p>
            <a:pPr>
              <a:lnSpc>
                <a:spcPts val="2600"/>
              </a:lnSpc>
              <a:spcBef>
                <a:spcPct val="30000"/>
              </a:spcBef>
              <a:buClr>
                <a:srgbClr val="0070C0"/>
              </a:buClr>
              <a:buSzPct val="75000"/>
              <a:defRPr/>
            </a:pPr>
            <a:r>
              <a:rPr lang="zh-CN" altLang="en-US" sz="2000" dirty="0">
                <a:solidFill>
                  <a:schemeClr val="bg2"/>
                </a:solidFill>
                <a:effectLst>
                  <a:outerShdw blurRad="38100" dist="38100" dir="2700000" algn="tl">
                    <a:srgbClr val="C0C0C0"/>
                  </a:outerShdw>
                </a:effectLst>
                <a:latin typeface="黑体" panose="02010609060101010101" pitchFamily="49" charset="-122"/>
                <a:ea typeface="黑体" panose="02010609060101010101" pitchFamily="49" charset="-122"/>
              </a:rPr>
              <a:t>   </a:t>
            </a:r>
            <a:r>
              <a:rPr lang="zh-CN" altLang="en-US" sz="2000" dirty="0">
                <a:solidFill>
                  <a:srgbClr val="0000CC"/>
                </a:solidFill>
                <a:effectLst>
                  <a:outerShdw blurRad="38100" dist="38100" dir="2700000" algn="tl">
                    <a:srgbClr val="C0C0C0"/>
                  </a:outerShdw>
                </a:effectLst>
                <a:latin typeface="黑体" panose="02010609060101010101" pitchFamily="49" charset="-122"/>
                <a:ea typeface="黑体" panose="02010609060101010101" pitchFamily="49" charset="-122"/>
              </a:rPr>
              <a:t>（1）加密技术在网络安全中的作用的辩证关系</a:t>
            </a:r>
          </a:p>
          <a:p>
            <a:pPr>
              <a:lnSpc>
                <a:spcPts val="2600"/>
              </a:lnSpc>
              <a:spcBef>
                <a:spcPct val="30000"/>
              </a:spcBef>
              <a:buClr>
                <a:srgbClr val="0070C0"/>
              </a:buClr>
              <a:buSzPct val="75000"/>
              <a:defRPr/>
            </a:pPr>
            <a:r>
              <a:rPr lang="zh-CN" altLang="en-US" sz="2000" dirty="0">
                <a:solidFill>
                  <a:srgbClr val="0000CC"/>
                </a:solidFill>
                <a:effectLst>
                  <a:outerShdw blurRad="38100" dist="38100" dir="2700000" algn="tl">
                    <a:srgbClr val="C0C0C0"/>
                  </a:outerShdw>
                </a:effectLst>
                <a:latin typeface="黑体" panose="02010609060101010101" pitchFamily="49" charset="-122"/>
                <a:ea typeface="黑体" panose="02010609060101010101" pitchFamily="49" charset="-122"/>
              </a:rPr>
              <a:t>   （2）安全技术与安全管理在网络安全中的关系</a:t>
            </a:r>
          </a:p>
          <a:p>
            <a:pPr>
              <a:lnSpc>
                <a:spcPts val="2600"/>
              </a:lnSpc>
              <a:spcBef>
                <a:spcPct val="30000"/>
              </a:spcBef>
              <a:buClr>
                <a:srgbClr val="0070C0"/>
              </a:buClr>
              <a:buSzPct val="75000"/>
              <a:defRPr/>
            </a:pPr>
            <a:r>
              <a:rPr lang="zh-CN" altLang="en-US" sz="2000" dirty="0">
                <a:solidFill>
                  <a:srgbClr val="0000CC"/>
                </a:solidFill>
                <a:effectLst>
                  <a:outerShdw blurRad="38100" dist="38100" dir="2700000" algn="tl">
                    <a:srgbClr val="C0C0C0"/>
                  </a:outerShdw>
                </a:effectLst>
                <a:latin typeface="黑体" panose="02010609060101010101" pitchFamily="49" charset="-122"/>
                <a:ea typeface="黑体" panose="02010609060101010101" pitchFamily="49" charset="-122"/>
              </a:rPr>
              <a:t>   （3）网络安全与资金投入的关系</a:t>
            </a:r>
          </a:p>
          <a:p>
            <a:pPr>
              <a:lnSpc>
                <a:spcPts val="2600"/>
              </a:lnSpc>
              <a:spcBef>
                <a:spcPct val="30000"/>
              </a:spcBef>
              <a:buClr>
                <a:srgbClr val="0070C0"/>
              </a:buClr>
              <a:buSzPct val="75000"/>
              <a:defRPr/>
            </a:pPr>
            <a:r>
              <a:rPr lang="zh-CN" altLang="en-US" sz="2000" dirty="0">
                <a:solidFill>
                  <a:srgbClr val="0000CC"/>
                </a:solidFill>
                <a:effectLst>
                  <a:outerShdw blurRad="38100" dist="38100" dir="2700000" algn="tl">
                    <a:srgbClr val="C0C0C0"/>
                  </a:outerShdw>
                </a:effectLst>
                <a:latin typeface="黑体" panose="02010609060101010101" pitchFamily="49" charset="-122"/>
                <a:ea typeface="黑体" panose="02010609060101010101" pitchFamily="49" charset="-122"/>
              </a:rPr>
              <a:t>   （4）网络安全与网络性能的关系</a:t>
            </a:r>
          </a:p>
          <a:p>
            <a:pPr>
              <a:lnSpc>
                <a:spcPts val="2600"/>
              </a:lnSpc>
              <a:spcBef>
                <a:spcPct val="30000"/>
              </a:spcBef>
              <a:buClr>
                <a:srgbClr val="0070C0"/>
              </a:buClr>
              <a:buSzPct val="75000"/>
              <a:defRPr/>
            </a:pPr>
            <a:r>
              <a:rPr lang="zh-CN" altLang="en-US" sz="2000" dirty="0">
                <a:solidFill>
                  <a:srgbClr val="0000CC"/>
                </a:solidFill>
                <a:effectLst>
                  <a:outerShdw blurRad="38100" dist="38100" dir="2700000" algn="tl">
                    <a:srgbClr val="C0C0C0"/>
                  </a:outerShdw>
                </a:effectLst>
                <a:latin typeface="黑体" panose="02010609060101010101" pitchFamily="49" charset="-122"/>
                <a:ea typeface="黑体" panose="02010609060101010101" pitchFamily="49" charset="-122"/>
              </a:rPr>
              <a:t>   （5）网络不安全的内因与外因及其辩证关系</a:t>
            </a:r>
          </a:p>
          <a:p>
            <a:pPr>
              <a:lnSpc>
                <a:spcPts val="2600"/>
              </a:lnSpc>
              <a:spcBef>
                <a:spcPct val="30000"/>
              </a:spcBef>
              <a:buClr>
                <a:srgbClr val="0070C0"/>
              </a:buClr>
              <a:buSzPct val="75000"/>
              <a:defRPr/>
            </a:pPr>
            <a:r>
              <a:rPr lang="zh-CN" altLang="en-US" sz="2000" dirty="0">
                <a:solidFill>
                  <a:srgbClr val="0000CC"/>
                </a:solidFill>
                <a:effectLst>
                  <a:outerShdw blurRad="38100" dist="38100" dir="2700000" algn="tl">
                    <a:srgbClr val="C0C0C0"/>
                  </a:outerShdw>
                </a:effectLst>
                <a:latin typeface="黑体" panose="02010609060101010101" pitchFamily="49" charset="-122"/>
                <a:ea typeface="黑体" panose="02010609060101010101" pitchFamily="49" charset="-122"/>
              </a:rPr>
              <a:t>   （6）防火墙的利与弊</a:t>
            </a:r>
          </a:p>
          <a:p>
            <a:pPr>
              <a:lnSpc>
                <a:spcPts val="2600"/>
              </a:lnSpc>
              <a:spcBef>
                <a:spcPct val="30000"/>
              </a:spcBef>
              <a:buClr>
                <a:srgbClr val="0070C0"/>
              </a:buClr>
              <a:buSzPct val="75000"/>
              <a:defRPr/>
            </a:pPr>
            <a:r>
              <a:rPr lang="zh-CN" altLang="en-US" sz="2000" dirty="0">
                <a:solidFill>
                  <a:srgbClr val="0000CC"/>
                </a:solidFill>
                <a:effectLst>
                  <a:outerShdw blurRad="38100" dist="38100" dir="2700000" algn="tl">
                    <a:srgbClr val="C0C0C0"/>
                  </a:outerShdw>
                </a:effectLst>
                <a:latin typeface="黑体" panose="02010609060101010101" pitchFamily="49" charset="-122"/>
                <a:ea typeface="黑体" panose="02010609060101010101" pitchFamily="49" charset="-122"/>
              </a:rPr>
              <a:t>   （7）网络安全与其他安全的关系和地位</a:t>
            </a:r>
            <a:endParaRPr lang="en-US" altLang="zh-CN" sz="2000" dirty="0">
              <a:solidFill>
                <a:srgbClr val="0000CC"/>
              </a:solidFill>
              <a:effectLst>
                <a:outerShdw blurRad="38100" dist="38100" dir="2700000" algn="tl">
                  <a:srgbClr val="C0C0C0"/>
                </a:outerShdw>
              </a:effectLst>
              <a:latin typeface="黑体" panose="02010609060101010101" pitchFamily="49" charset="-122"/>
              <a:ea typeface="黑体" panose="02010609060101010101" pitchFamily="49" charset="-122"/>
            </a:endParaRPr>
          </a:p>
        </p:txBody>
      </p:sp>
      <p:sp>
        <p:nvSpPr>
          <p:cNvPr id="5" name="矩形 4">
            <a:extLst>
              <a:ext uri="{FF2B5EF4-FFF2-40B4-BE49-F238E27FC236}">
                <a16:creationId xmlns:a16="http://schemas.microsoft.com/office/drawing/2014/main" id="{C732C482-2DF0-FC40-BE80-41C06FCC7D43}"/>
              </a:ext>
            </a:extLst>
          </p:cNvPr>
          <p:cNvSpPr/>
          <p:nvPr/>
        </p:nvSpPr>
        <p:spPr>
          <a:xfrm>
            <a:off x="381000" y="919163"/>
            <a:ext cx="6248400" cy="534987"/>
          </a:xfrm>
          <a:prstGeom prst="rect">
            <a:avLst/>
          </a:prstGeom>
        </p:spPr>
        <p:txBody>
          <a:bodyPr>
            <a:spAutoFit/>
          </a:bodyPr>
          <a:lstStyle/>
          <a:p>
            <a:pPr eaLnBrk="1" hangingPunct="1">
              <a:lnSpc>
                <a:spcPct val="90000"/>
              </a:lnSpc>
              <a:defRPr/>
            </a:pPr>
            <a:r>
              <a:rPr lang="zh-CN" altLang="en-US" sz="3200">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49" charset="-122"/>
              </a:rPr>
              <a:t>分组讨论题目</a:t>
            </a: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3" name="Rectangle 2">
            <a:extLst>
              <a:ext uri="{FF2B5EF4-FFF2-40B4-BE49-F238E27FC236}">
                <a16:creationId xmlns:a16="http://schemas.microsoft.com/office/drawing/2014/main" id="{231E0D3C-78DD-464A-AA22-41E0D7FEFAEB}"/>
              </a:ext>
            </a:extLst>
          </p:cNvPr>
          <p:cNvSpPr>
            <a:spLocks noChangeArrowheads="1"/>
          </p:cNvSpPr>
          <p:nvPr/>
        </p:nvSpPr>
        <p:spPr bwMode="auto">
          <a:xfrm>
            <a:off x="304800" y="1438275"/>
            <a:ext cx="8382000" cy="412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66700">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algn="just"/>
            <a:r>
              <a:rPr lang="zh-CN" altLang="en-US" sz="2200">
                <a:solidFill>
                  <a:srgbClr val="000000"/>
                </a:solidFill>
                <a:latin typeface="宋体" panose="02010600030101010101" pitchFamily="2" charset="-122"/>
                <a:ea typeface="宋体" panose="02010600030101010101" pitchFamily="2" charset="-122"/>
              </a:rPr>
              <a:t>  </a:t>
            </a:r>
            <a:r>
              <a:rPr lang="zh-CN" altLang="en-US" sz="2000">
                <a:solidFill>
                  <a:srgbClr val="000000"/>
                </a:solidFill>
                <a:latin typeface="黑体" panose="02010609060101010101" pitchFamily="49" charset="-122"/>
                <a:ea typeface="黑体" panose="02010609060101010101" pitchFamily="49" charset="-122"/>
              </a:rPr>
              <a:t>安全需求是制定和实施相应的安全策略的依据。信息安全的成功标志是风险的最小化、收敛性和可控性，而不是零风险。</a:t>
            </a:r>
          </a:p>
          <a:p>
            <a:pPr algn="just"/>
            <a:r>
              <a:rPr lang="zh-CN" altLang="en-US" sz="2000">
                <a:solidFill>
                  <a:srgbClr val="000000"/>
                </a:solidFill>
                <a:latin typeface="黑体" panose="02010609060101010101" pitchFamily="49" charset="-122"/>
                <a:ea typeface="黑体" panose="02010609060101010101" pitchFamily="49" charset="-122"/>
              </a:rPr>
              <a:t>  信息安全的保护机制包括电磁辐射、环境安全、计算机技术、网络技术等技术因素，还包括信息安全管理（含系统安全管理、安全服务管理和安全机制管理）、法律和心理因素等机制。</a:t>
            </a:r>
          </a:p>
          <a:p>
            <a:pPr algn="just"/>
            <a:r>
              <a:rPr lang="en-US" altLang="zh-CN" sz="2000">
                <a:solidFill>
                  <a:srgbClr val="000000"/>
                </a:solidFill>
                <a:latin typeface="黑体" panose="02010609060101010101" pitchFamily="49" charset="-122"/>
                <a:ea typeface="黑体" panose="02010609060101010101" pitchFamily="49" charset="-122"/>
              </a:rPr>
              <a:t>  OSI</a:t>
            </a:r>
            <a:r>
              <a:rPr lang="zh-CN" altLang="en-US" sz="2000">
                <a:solidFill>
                  <a:srgbClr val="000000"/>
                </a:solidFill>
                <a:latin typeface="黑体" panose="02010609060101010101" pitchFamily="49" charset="-122"/>
                <a:ea typeface="黑体" panose="02010609060101010101" pitchFamily="49" charset="-122"/>
              </a:rPr>
              <a:t>结构的安全模型提供五种安全服务：鉴别服务、访问控制、数据保密性、数据完整性和抗抵赖。通过不同的安全机制在不同层次中实现这五大服务。在此基础上总结出技术、组织和管理上的安全构成体系。</a:t>
            </a:r>
          </a:p>
          <a:p>
            <a:pPr algn="just"/>
            <a:r>
              <a:rPr lang="zh-CN" altLang="en-US" sz="2000">
                <a:solidFill>
                  <a:srgbClr val="000000"/>
                </a:solidFill>
                <a:latin typeface="黑体" panose="02010609060101010101" pitchFamily="49" charset="-122"/>
                <a:ea typeface="黑体" panose="02010609060101010101" pitchFamily="49" charset="-122"/>
              </a:rPr>
              <a:t>  从技术的角度介绍信息安全常用技术与产品。重点有备份恢复技术、加密认证技术、网络安全技术、访问控制技术和应用安全技术等几大类。</a:t>
            </a:r>
          </a:p>
          <a:p>
            <a:r>
              <a:rPr lang="zh-CN" altLang="en-US" sz="2000">
                <a:solidFill>
                  <a:srgbClr val="000000"/>
                </a:solidFill>
                <a:latin typeface="黑体" panose="02010609060101010101" pitchFamily="49" charset="-122"/>
                <a:ea typeface="黑体" panose="02010609060101010101" pitchFamily="49" charset="-122"/>
              </a:rPr>
              <a:t>  不同的信息系统对安全有不同的要求。本章介绍了常见的</a:t>
            </a:r>
            <a:r>
              <a:rPr lang="en-US" altLang="zh-CN" sz="2000">
                <a:solidFill>
                  <a:srgbClr val="000000"/>
                </a:solidFill>
                <a:latin typeface="黑体" panose="02010609060101010101" pitchFamily="49" charset="-122"/>
                <a:ea typeface="黑体" panose="02010609060101010101" pitchFamily="49" charset="-122"/>
              </a:rPr>
              <a:t>CC</a:t>
            </a:r>
            <a:r>
              <a:rPr lang="zh-CN" altLang="en-US" sz="2000">
                <a:solidFill>
                  <a:srgbClr val="000000"/>
                </a:solidFill>
                <a:latin typeface="黑体" panose="02010609060101010101" pitchFamily="49" charset="-122"/>
                <a:ea typeface="黑体" panose="02010609060101010101" pitchFamily="49" charset="-122"/>
              </a:rPr>
              <a:t>通用安全等级的评估标准和我国的安全分级标准，并给出了针对不同对象的安全认证。 </a:t>
            </a:r>
          </a:p>
        </p:txBody>
      </p:sp>
      <p:sp>
        <p:nvSpPr>
          <p:cNvPr id="146434" name="Rectangle 3">
            <a:extLst>
              <a:ext uri="{FF2B5EF4-FFF2-40B4-BE49-F238E27FC236}">
                <a16:creationId xmlns:a16="http://schemas.microsoft.com/office/drawing/2014/main" id="{1B03E017-561B-4349-87EF-FDD3A64DC2D4}"/>
              </a:ext>
            </a:extLst>
          </p:cNvPr>
          <p:cNvSpPr>
            <a:spLocks noChangeArrowheads="1"/>
          </p:cNvSpPr>
          <p:nvPr/>
        </p:nvSpPr>
        <p:spPr bwMode="auto">
          <a:xfrm>
            <a:off x="381000" y="715963"/>
            <a:ext cx="27241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r>
              <a:rPr lang="zh-CN" altLang="en-US" sz="3200">
                <a:latin typeface="宋体" panose="02010600030101010101" pitchFamily="2" charset="-122"/>
                <a:ea typeface="黑体" panose="02010609060101010101" pitchFamily="49" charset="-122"/>
              </a:rPr>
              <a:t>本章小结</a:t>
            </a: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7" name="标题 1">
            <a:extLst>
              <a:ext uri="{FF2B5EF4-FFF2-40B4-BE49-F238E27FC236}">
                <a16:creationId xmlns:a16="http://schemas.microsoft.com/office/drawing/2014/main" id="{7A866918-0F77-0645-B224-EB6A4E5A3CE4}"/>
              </a:ext>
            </a:extLst>
          </p:cNvPr>
          <p:cNvSpPr txBox="1">
            <a:spLocks noChangeArrowheads="1"/>
          </p:cNvSpPr>
          <p:nvPr/>
        </p:nvSpPr>
        <p:spPr bwMode="auto">
          <a:xfrm>
            <a:off x="1008063" y="3429000"/>
            <a:ext cx="7127875" cy="107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algn="ctr" eaLnBrk="1" hangingPunct="1"/>
            <a:r>
              <a:rPr kumimoji="1" lang="en-US" altLang="zh-CN" sz="6000">
                <a:solidFill>
                  <a:srgbClr val="790004"/>
                </a:solidFill>
                <a:latin typeface="Microsoft YaHei" panose="020B0503020204020204" pitchFamily="34" charset="-122"/>
                <a:ea typeface="Microsoft YaHei" panose="020B0503020204020204" pitchFamily="34" charset="-122"/>
              </a:rPr>
              <a:t>Thanks</a:t>
            </a:r>
            <a:r>
              <a:rPr kumimoji="1" lang="zh-CN" altLang="en-US" sz="6000">
                <a:solidFill>
                  <a:srgbClr val="790004"/>
                </a:solidFill>
                <a:latin typeface="Microsoft YaHei" panose="020B0503020204020204" pitchFamily="34" charset="-122"/>
                <a:ea typeface="Microsoft YaHei" panose="020B0503020204020204" pitchFamily="34" charset="-122"/>
              </a:rPr>
              <a:t>！</a:t>
            </a:r>
            <a:endParaRPr lang="zh-CN" altLang="en-US" sz="6000">
              <a:solidFill>
                <a:srgbClr val="C00000"/>
              </a:solidFill>
              <a:latin typeface="Microsoft YaHei" panose="020B0503020204020204" pitchFamily="34" charset="-122"/>
              <a:ea typeface="Microsoft YaHei" panose="020B0503020204020204" pitchFamily="34" charset="-122"/>
            </a:endParaRPr>
          </a:p>
        </p:txBody>
      </p:sp>
      <p:sp>
        <p:nvSpPr>
          <p:cNvPr id="147458" name="Rectangle 2">
            <a:extLst>
              <a:ext uri="{FF2B5EF4-FFF2-40B4-BE49-F238E27FC236}">
                <a16:creationId xmlns:a16="http://schemas.microsoft.com/office/drawing/2014/main" id="{CBA23D12-849F-174D-B6A6-9D37F61BED9A}"/>
              </a:ext>
            </a:extLst>
          </p:cNvPr>
          <p:cNvSpPr txBox="1">
            <a:spLocks noRot="1" noChangeArrowheads="1"/>
          </p:cNvSpPr>
          <p:nvPr/>
        </p:nvSpPr>
        <p:spPr bwMode="auto">
          <a:xfrm>
            <a:off x="1260475" y="990600"/>
            <a:ext cx="662305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4800" b="1">
                <a:solidFill>
                  <a:srgbClr val="FF0000"/>
                </a:solidFill>
                <a:latin typeface="隶书" pitchFamily="49" charset="-122"/>
                <a:ea typeface="隶书" pitchFamily="49" charset="-122"/>
              </a:defRPr>
            </a:lvl1pPr>
            <a:lvl2pPr marL="742950" indent="-285750">
              <a:defRPr sz="4800" b="1">
                <a:solidFill>
                  <a:srgbClr val="FF0000"/>
                </a:solidFill>
                <a:latin typeface="隶书" pitchFamily="49" charset="-122"/>
                <a:ea typeface="隶书" pitchFamily="49" charset="-122"/>
              </a:defRPr>
            </a:lvl2pPr>
            <a:lvl3pPr marL="1143000" indent="-228600">
              <a:defRPr sz="4800" b="1">
                <a:solidFill>
                  <a:srgbClr val="FF0000"/>
                </a:solidFill>
                <a:latin typeface="隶书" pitchFamily="49" charset="-122"/>
                <a:ea typeface="隶书" pitchFamily="49" charset="-122"/>
              </a:defRPr>
            </a:lvl3pPr>
            <a:lvl4pPr marL="1600200" indent="-228600">
              <a:defRPr sz="4800" b="1">
                <a:solidFill>
                  <a:srgbClr val="FF0000"/>
                </a:solidFill>
                <a:latin typeface="隶书" pitchFamily="49" charset="-122"/>
                <a:ea typeface="隶书" pitchFamily="49" charset="-122"/>
              </a:defRPr>
            </a:lvl4pPr>
            <a:lvl5pPr marL="2057400" indent="-228600">
              <a:defRPr sz="4800" b="1">
                <a:solidFill>
                  <a:srgbClr val="FF0000"/>
                </a:solidFill>
                <a:latin typeface="隶书" pitchFamily="49" charset="-122"/>
                <a:ea typeface="隶书" pitchFamily="49" charset="-122"/>
              </a:defRPr>
            </a:lvl5pPr>
            <a:lvl6pPr marL="2514600" indent="-228600" eaLnBrk="0" fontAlgn="base" hangingPunct="0">
              <a:spcBef>
                <a:spcPct val="0"/>
              </a:spcBef>
              <a:spcAft>
                <a:spcPct val="0"/>
              </a:spcAft>
              <a:defRPr sz="4800" b="1">
                <a:solidFill>
                  <a:srgbClr val="FF0000"/>
                </a:solidFill>
                <a:latin typeface="隶书" pitchFamily="49" charset="-122"/>
                <a:ea typeface="隶书" pitchFamily="49" charset="-122"/>
              </a:defRPr>
            </a:lvl6pPr>
            <a:lvl7pPr marL="2971800" indent="-228600" eaLnBrk="0" fontAlgn="base" hangingPunct="0">
              <a:spcBef>
                <a:spcPct val="0"/>
              </a:spcBef>
              <a:spcAft>
                <a:spcPct val="0"/>
              </a:spcAft>
              <a:defRPr sz="4800" b="1">
                <a:solidFill>
                  <a:srgbClr val="FF0000"/>
                </a:solidFill>
                <a:latin typeface="隶书" pitchFamily="49" charset="-122"/>
                <a:ea typeface="隶书" pitchFamily="49" charset="-122"/>
              </a:defRPr>
            </a:lvl7pPr>
            <a:lvl8pPr marL="3429000" indent="-228600" eaLnBrk="0" fontAlgn="base" hangingPunct="0">
              <a:spcBef>
                <a:spcPct val="0"/>
              </a:spcBef>
              <a:spcAft>
                <a:spcPct val="0"/>
              </a:spcAft>
              <a:defRPr sz="4800" b="1">
                <a:solidFill>
                  <a:srgbClr val="FF0000"/>
                </a:solidFill>
                <a:latin typeface="隶书" pitchFamily="49" charset="-122"/>
                <a:ea typeface="隶书" pitchFamily="49" charset="-122"/>
              </a:defRPr>
            </a:lvl8pPr>
            <a:lvl9pPr marL="3886200" indent="-228600" eaLnBrk="0" fontAlgn="base" hangingPunct="0">
              <a:spcBef>
                <a:spcPct val="0"/>
              </a:spcBef>
              <a:spcAft>
                <a:spcPct val="0"/>
              </a:spcAft>
              <a:defRPr sz="4800" b="1">
                <a:solidFill>
                  <a:srgbClr val="FF0000"/>
                </a:solidFill>
                <a:latin typeface="隶书" pitchFamily="49" charset="-122"/>
                <a:ea typeface="隶书" pitchFamily="49" charset="-122"/>
              </a:defRPr>
            </a:lvl9pPr>
          </a:lstStyle>
          <a:p>
            <a:pPr eaLnBrk="1" hangingPunct="1"/>
            <a:r>
              <a:rPr kumimoji="1" lang="en-US" altLang="zh-CN" sz="4400">
                <a:solidFill>
                  <a:srgbClr val="790004"/>
                </a:solidFill>
                <a:latin typeface="Microsoft YaHei" panose="020B0503020204020204" pitchFamily="34" charset="-122"/>
                <a:ea typeface="Microsoft YaHei" panose="020B0503020204020204" pitchFamily="34" charset="-122"/>
              </a:rPr>
              <a:t>Questions</a:t>
            </a:r>
            <a:r>
              <a:rPr kumimoji="1" lang="zh-CN" altLang="en-US" sz="4400">
                <a:solidFill>
                  <a:srgbClr val="790004"/>
                </a:solidFill>
                <a:latin typeface="Microsoft YaHei" panose="020B0503020204020204" pitchFamily="34" charset="-122"/>
                <a:ea typeface="Microsoft YaHei" panose="020B0503020204020204" pitchFamily="34" charset="-122"/>
              </a:rPr>
              <a:t> </a:t>
            </a:r>
            <a:r>
              <a:rPr kumimoji="1" lang="en-US" altLang="zh-CN" sz="4400">
                <a:solidFill>
                  <a:srgbClr val="790004"/>
                </a:solidFill>
                <a:latin typeface="Microsoft YaHei" panose="020B0503020204020204" pitchFamily="34" charset="-122"/>
                <a:ea typeface="Microsoft YaHei" panose="020B0503020204020204" pitchFamily="34" charset="-122"/>
              </a:rPr>
              <a:t>&amp;</a:t>
            </a:r>
            <a:r>
              <a:rPr kumimoji="1" lang="zh-CN" altLang="en-US" sz="4400">
                <a:solidFill>
                  <a:srgbClr val="790004"/>
                </a:solidFill>
                <a:latin typeface="Microsoft YaHei" panose="020B0503020204020204" pitchFamily="34" charset="-122"/>
                <a:ea typeface="Microsoft YaHei" panose="020B0503020204020204" pitchFamily="34" charset="-122"/>
              </a:rPr>
              <a:t> </a:t>
            </a:r>
            <a:r>
              <a:rPr kumimoji="1" lang="en-US" altLang="zh-CN" sz="4400">
                <a:solidFill>
                  <a:srgbClr val="790004"/>
                </a:solidFill>
                <a:latin typeface="Microsoft YaHei" panose="020B0503020204020204" pitchFamily="34" charset="-122"/>
                <a:ea typeface="Microsoft YaHei" panose="020B0503020204020204" pitchFamily="34" charset="-122"/>
              </a:rPr>
              <a:t>Answers</a:t>
            </a:r>
          </a:p>
        </p:txBody>
      </p:sp>
    </p:spTree>
  </p:cSld>
  <p:clrMapOvr>
    <a:masterClrMapping/>
  </p:clrMapOvr>
</p:sld>
</file>

<file path=ppt/theme/theme1.xml><?xml version="1.0" encoding="utf-8"?>
<a:theme xmlns:a="http://schemas.openxmlformats.org/drawingml/2006/main" name="模版">
  <a:themeElements>
    <a:clrScheme name="">
      <a:dk1>
        <a:srgbClr val="000000"/>
      </a:dk1>
      <a:lt1>
        <a:srgbClr val="FFFFFF"/>
      </a:lt1>
      <a:dk2>
        <a:srgbClr val="339966"/>
      </a:dk2>
      <a:lt2>
        <a:srgbClr val="FFF15B"/>
      </a:lt2>
      <a:accent1>
        <a:srgbClr val="FCEB98"/>
      </a:accent1>
      <a:accent2>
        <a:srgbClr val="F0962A"/>
      </a:accent2>
      <a:accent3>
        <a:srgbClr val="ADCAB8"/>
      </a:accent3>
      <a:accent4>
        <a:srgbClr val="DADADA"/>
      </a:accent4>
      <a:accent5>
        <a:srgbClr val="FDF3CA"/>
      </a:accent5>
      <a:accent6>
        <a:srgbClr val="D98725"/>
      </a:accent6>
      <a:hlink>
        <a:srgbClr val="FFFFFF"/>
      </a:hlink>
      <a:folHlink>
        <a:srgbClr val="FFFFCC"/>
      </a:folHlink>
    </a:clrScheme>
    <a:fontScheme name="模版">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rgbClr val="000000"/>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90000"/>
          </a:lnSpc>
          <a:spcBef>
            <a:spcPct val="0"/>
          </a:spcBef>
          <a:spcAft>
            <a:spcPct val="0"/>
          </a:spcAft>
          <a:buClrTx/>
          <a:buSzTx/>
          <a:buFontTx/>
          <a:buNone/>
          <a:defRPr kumimoji="1" lang="en-US" sz="4800" b="1" i="0" u="none" strike="noStrike" cap="none" normalizeH="0" baseline="0" smtClean="0">
            <a:ln>
              <a:noFill/>
            </a:ln>
            <a:solidFill>
              <a:srgbClr val="FF0000"/>
            </a:solidFill>
            <a:effectLst>
              <a:outerShdw blurRad="38100" dist="38100" dir="2700000" algn="tl">
                <a:srgbClr val="000000">
                  <a:alpha val="43137"/>
                </a:srgbClr>
              </a:outerShdw>
            </a:effectLst>
            <a:latin typeface="隶书" pitchFamily="49" charset="-122"/>
            <a:ea typeface="隶书" pitchFamily="49" charset="-122"/>
            <a:cs typeface="Arial" panose="020B0604020202020204" pitchFamily="34" charset="0"/>
          </a:defRPr>
        </a:defPPr>
      </a:lstStyle>
    </a:spDef>
    <a:lnDef>
      <a:spPr bwMode="auto">
        <a:xfrm>
          <a:off x="0" y="0"/>
          <a:ext cx="1" cy="1"/>
        </a:xfrm>
        <a:custGeom>
          <a:avLst/>
          <a:gdLst/>
          <a:ahLst/>
          <a:cxnLst/>
          <a:rect l="0" t="0" r="0" b="0"/>
          <a:pathLst/>
        </a:custGeom>
        <a:solidFill>
          <a:srgbClr val="FFFFFF"/>
        </a:solidFill>
        <a:ln w="9525" cap="flat" cmpd="sng" algn="ctr">
          <a:solidFill>
            <a:srgbClr val="000000"/>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90000"/>
          </a:lnSpc>
          <a:spcBef>
            <a:spcPct val="0"/>
          </a:spcBef>
          <a:spcAft>
            <a:spcPct val="0"/>
          </a:spcAft>
          <a:buClrTx/>
          <a:buSzTx/>
          <a:buFontTx/>
          <a:buNone/>
          <a:defRPr kumimoji="1" lang="en-US" sz="4800" b="1" i="0" u="none" strike="noStrike" cap="none" normalizeH="0" baseline="0" smtClean="0">
            <a:ln>
              <a:noFill/>
            </a:ln>
            <a:solidFill>
              <a:srgbClr val="FF0000"/>
            </a:solidFill>
            <a:effectLst>
              <a:outerShdw blurRad="38100" dist="38100" dir="2700000" algn="tl">
                <a:srgbClr val="000000">
                  <a:alpha val="43137"/>
                </a:srgbClr>
              </a:outerShdw>
            </a:effectLst>
            <a:latin typeface="隶书" pitchFamily="49" charset="-122"/>
            <a:ea typeface="隶书" pitchFamily="49" charset="-122"/>
            <a:cs typeface="Arial" panose="020B0604020202020204" pitchFamily="34" charset="0"/>
          </a:defRPr>
        </a:defPPr>
      </a:lstStyle>
    </a:lnDef>
  </a:objectDefaults>
  <a:extraClrSchemeLst>
    <a:extraClrScheme>
      <a:clrScheme name="模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模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模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模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模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模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模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模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模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模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模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模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模版 13">
        <a:dk1>
          <a:srgbClr val="000000"/>
        </a:dk1>
        <a:lt1>
          <a:srgbClr val="FFFFFF"/>
        </a:lt1>
        <a:dk2>
          <a:srgbClr val="339966"/>
        </a:dk2>
        <a:lt2>
          <a:srgbClr val="FFF15B"/>
        </a:lt2>
        <a:accent1>
          <a:srgbClr val="FCEB98"/>
        </a:accent1>
        <a:accent2>
          <a:srgbClr val="F0962A"/>
        </a:accent2>
        <a:accent3>
          <a:srgbClr val="ADCAB8"/>
        </a:accent3>
        <a:accent4>
          <a:srgbClr val="DADADA"/>
        </a:accent4>
        <a:accent5>
          <a:srgbClr val="FDF3CA"/>
        </a:accent5>
        <a:accent6>
          <a:srgbClr val="D98725"/>
        </a:accent6>
        <a:hlink>
          <a:srgbClr val="FFCC66"/>
        </a:hlink>
        <a:folHlink>
          <a:srgbClr val="B287D3"/>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I:\资料\模版.pot</Template>
  <TotalTime>9840</TotalTime>
  <Words>10400</Words>
  <Application>Microsoft Office PowerPoint</Application>
  <PresentationFormat>全屏显示(4:3)</PresentationFormat>
  <Paragraphs>788</Paragraphs>
  <Slides>136</Slides>
  <Notes>4</Notes>
  <HiddenSlides>4</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4</vt:i4>
      </vt:variant>
      <vt:variant>
        <vt:lpstr>幻灯片标题</vt:lpstr>
      </vt:variant>
      <vt:variant>
        <vt:i4>136</vt:i4>
      </vt:variant>
    </vt:vector>
  </HeadingPairs>
  <TitlesOfParts>
    <vt:vector size="150" baseType="lpstr">
      <vt:lpstr>黑体</vt:lpstr>
      <vt:lpstr>华文行楷</vt:lpstr>
      <vt:lpstr>隶书</vt:lpstr>
      <vt:lpstr>宋体</vt:lpstr>
      <vt:lpstr>Microsoft YaHei</vt:lpstr>
      <vt:lpstr>Arial</vt:lpstr>
      <vt:lpstr>Tahoma</vt:lpstr>
      <vt:lpstr>Times New Roman</vt:lpstr>
      <vt:lpstr>Wingdings</vt:lpstr>
      <vt:lpstr>模版</vt:lpstr>
      <vt:lpstr>Microsoft PowerPoint 97-2003 Presentation</vt:lpstr>
      <vt:lpstr>PBrush</vt:lpstr>
      <vt:lpstr>Visio.Drawing.11</vt:lpstr>
      <vt:lpstr>MS_ClipArt_Gallery.2</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4.5 网络空间安全技术概述</vt:lpstr>
      <vt:lpstr>4.5.1 GB/T 18794</vt:lpstr>
      <vt:lpstr> 4.5.2 网络空间安全技术和措施</vt:lpstr>
      <vt:lpstr>4.5.3 网络安全的主要技术</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1.通过密码学提供完整性</vt:lpstr>
      <vt:lpstr>PowerPoint 演示文稿</vt:lpstr>
      <vt:lpstr>PowerPoint 演示文稿</vt:lpstr>
      <vt:lpstr>PowerPoint 演示文稿</vt:lpstr>
      <vt:lpstr>2.通过上下文提供完整性</vt:lpstr>
      <vt:lpstr>PowerPoint 演示文稿</vt:lpstr>
      <vt:lpstr>3.通过探测和确认提供完整性</vt:lpstr>
      <vt:lpstr>4.通过阻止提供完整性</vt:lpstr>
      <vt:lpstr>技术实现基本思路</vt:lpstr>
      <vt:lpstr>数据完整性特性机制的评价标准</vt:lpstr>
      <vt:lpstr>（1）基于数据校验思想的数据完整性验证机制</vt:lpstr>
      <vt:lpstr>评价</vt:lpstr>
      <vt:lpstr>（2）基于错误检测码与对称密钥加密的完整性验证机制</vt:lpstr>
      <vt:lpstr>评价</vt:lpstr>
      <vt:lpstr>（3）基于非对称密钥和对称密钥结合的完整性验证机制</vt:lpstr>
      <vt:lpstr>评价</vt:lpstr>
      <vt:lpstr>（4）基于RSA的数字签名的完整性验证机制</vt:lpstr>
      <vt:lpstr>评价</vt:lpstr>
      <vt:lpstr>（5）基于消息认证码（MAC）的数据完整性验证机制</vt:lpstr>
      <vt:lpstr>评价</vt:lpstr>
      <vt:lpstr>消息认证码（MAC）的计算</vt:lpstr>
      <vt:lpstr>（6）基于消息摘要的完整性验证机制</vt:lpstr>
      <vt:lpstr>评价</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常见的抵赖行为</vt:lpstr>
      <vt:lpstr>用户抗抵赖机制定义</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（1）基于RSA的数字签名抗抵赖机制</vt:lpstr>
      <vt:lpstr>对A的抵赖反驳</vt:lpstr>
      <vt:lpstr>评价</vt:lpstr>
      <vt:lpstr>（2）具有保密作用的RSA签名</vt:lpstr>
      <vt:lpstr>讨论</vt:lpstr>
      <vt:lpstr>（3）基于数字信封的数字签名</vt:lpstr>
      <vt:lpstr>PowerPoint 演示文稿</vt:lpstr>
      <vt:lpstr>评价</vt:lpstr>
      <vt:lpstr>（4）具有数据完整性检测的数字签名方法 </vt:lpstr>
      <vt:lpstr>PowerPoint 演示文稿</vt:lpstr>
      <vt:lpstr>PowerPoint 演示文稿</vt:lpstr>
      <vt:lpstr>（5）具有保密性和数据完整性检测的数字签名方法</vt:lpstr>
      <vt:lpstr>PowerPoint 演示文稿</vt:lpstr>
      <vt:lpstr>（6）双方都不能抵赖的数字签名抗抵赖机制</vt:lpstr>
      <vt:lpstr>直接签名的缺点</vt:lpstr>
      <vt:lpstr>（7）基于第三方的仲裁的不可抵赖机制</vt:lpstr>
      <vt:lpstr>（7）基于第三方的仲裁的抗抵赖机制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nscu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zam</dc:creator>
  <cp:lastModifiedBy>丹阳 郑</cp:lastModifiedBy>
  <cp:revision>377</cp:revision>
  <dcterms:created xsi:type="dcterms:W3CDTF">2004-12-04T13:32:54Z</dcterms:created>
  <dcterms:modified xsi:type="dcterms:W3CDTF">2026-04-13T01:41:59Z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2052-11.1.0.9999</vt:lpwstr>
  </property>
</Properties>
</file>