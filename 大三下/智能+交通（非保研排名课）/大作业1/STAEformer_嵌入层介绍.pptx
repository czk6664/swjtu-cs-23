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11612880" cy="64008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STAEformer 嵌入层结构（Embedding Layer）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输入：x [batch_size, in_steps=12, num_nodes, input_dim=3]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5486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x: (12, 207, 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371600" cy="5486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Input Proj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39"/>
            <a:ext cx="1371600" cy="4572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Linear(3→24)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2194560"/>
            <a:ext cx="1371600" cy="54864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TOD Embed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834639"/>
            <a:ext cx="1371600" cy="4572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Embed(288→24)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194560"/>
            <a:ext cx="1371600" cy="548640"/>
          </a:xfrm>
          <a:prstGeom prst="roundRect">
            <a:avLst/>
          </a:prstGeom>
          <a:solidFill>
            <a:srgbClr val="7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DOW Embed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834639"/>
            <a:ext cx="1371600" cy="457200"/>
          </a:xfrm>
          <a:prstGeom prst="roundRect">
            <a:avLst/>
          </a:prstGeom>
          <a:solidFill>
            <a:srgbClr val="7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Embed(7→24)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194560"/>
            <a:ext cx="1645920" cy="54864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Adaptive Embed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834639"/>
            <a:ext cx="1645920" cy="4572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Param(12×207×80)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914400" y="1920240"/>
            <a:ext cx="548640" cy="2286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63040" y="1920240"/>
            <a:ext cx="1097280" cy="2286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63040" y="1920240"/>
            <a:ext cx="2743200" cy="2286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63040" y="1920240"/>
            <a:ext cx="4389120" cy="2286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" y="2148840"/>
            <a:ext cx="493776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" y="2331720"/>
            <a:ext cx="0" cy="3657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60320" y="2331720"/>
            <a:ext cx="0" cy="3657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06240" y="2331720"/>
            <a:ext cx="0" cy="3657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52160" y="2331720"/>
            <a:ext cx="0" cy="3657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</a:defRPr>
            </a:pPr>
            <a:r>
              <a:t>24维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</a:defRPr>
            </a:pPr>
            <a:r>
              <a:t>24维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</a:defRPr>
            </a:pPr>
            <a:r>
              <a:t>24维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200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</a:defRPr>
            </a:pPr>
            <a:r>
              <a:t>80维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347472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60320" y="347472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206240" y="347472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52160" y="347472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" y="3931920"/>
            <a:ext cx="0" cy="2743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560320" y="3931920"/>
            <a:ext cx="0" cy="2743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06240" y="3931920"/>
            <a:ext cx="0" cy="2743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52160" y="3931920"/>
            <a:ext cx="0" cy="2743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14400" y="4206240"/>
            <a:ext cx="16459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60320" y="4206240"/>
            <a:ext cx="16459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06240" y="4206240"/>
            <a:ext cx="16459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52160" y="4206240"/>
            <a:ext cx="82296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" y="3931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069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3931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069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3931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4069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3931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4069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3931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4069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4206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</a:defRPr>
            </a:pPr>
            <a:r>
              <a:t>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75120" y="3794760"/>
            <a:ext cx="1371600" cy="54864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Concat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75120" y="4480560"/>
            <a:ext cx="1371600" cy="4572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(12,207,152)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903720" y="4297680"/>
            <a:ext cx="0" cy="18288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6868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各嵌入层说明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0" y="1828800"/>
            <a:ext cx="3017520" cy="4572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0" y="187451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Input Projection: 24维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</a:defRPr>
            </a:pPr>
            <a:r>
              <a:t>将原始流量特征投影到24维空间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86800" y="2880360"/>
            <a:ext cx="3017520" cy="4572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78240" y="292607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TOD Embedding: 24维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3337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</a:defRPr>
            </a:pPr>
            <a:r>
              <a:t>编码一天内的时间位置</a:t>
            </a:r>
            <a:br/>
            <a:r>
              <a:t>288个时间槽（5分钟间隔）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86800" y="3931920"/>
            <a:ext cx="3017520" cy="457200"/>
          </a:xfrm>
          <a:prstGeom prst="roundRect">
            <a:avLst/>
          </a:prstGeom>
          <a:solidFill>
            <a:srgbClr val="7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0" y="397763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DOW Embedding: 24维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4389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</a:defRPr>
            </a:pPr>
            <a:r>
              <a:t>编码星期几（1-7）</a:t>
            </a:r>
            <a:br/>
            <a:r>
              <a:t>区分工作日与周末模式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86800" y="4983479"/>
            <a:ext cx="3017520" cy="4572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78240" y="502919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Adaptive Embedding: 80维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544067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</a:defRPr>
            </a:pPr>
            <a:r>
              <a:t>可学习参数矩阵</a:t>
            </a:r>
            <a:br/>
            <a:r>
              <a:t>捕获数据特有的时空模式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4320" y="5669280"/>
            <a:ext cx="11612880" cy="73152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model_dim = input_embedding(24) + tod_embedding(24) + dow_embedding(24) + adaptive_embedding(80) = 152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