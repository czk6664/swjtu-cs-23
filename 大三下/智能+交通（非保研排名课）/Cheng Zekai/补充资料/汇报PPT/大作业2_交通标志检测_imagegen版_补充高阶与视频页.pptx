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_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_sectio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_research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_section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_model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_section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_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_section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_experimen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6_section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7_failur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8_impro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9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0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1_high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2_vide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